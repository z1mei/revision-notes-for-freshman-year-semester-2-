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5"/>
  </p:notesMasterIdLst>
  <p:handoutMasterIdLst>
    <p:handoutMasterId r:id="rId176"/>
  </p:handoutMasterIdLst>
  <p:sldIdLst>
    <p:sldId id="1623" r:id="rId2"/>
    <p:sldId id="1624" r:id="rId3"/>
    <p:sldId id="1108" r:id="rId4"/>
    <p:sldId id="1240" r:id="rId5"/>
    <p:sldId id="1241" r:id="rId6"/>
    <p:sldId id="1569" r:id="rId7"/>
    <p:sldId id="1570" r:id="rId8"/>
    <p:sldId id="1571" r:id="rId9"/>
    <p:sldId id="1109" r:id="rId10"/>
    <p:sldId id="1110" r:id="rId11"/>
    <p:sldId id="1111" r:id="rId12"/>
    <p:sldId id="1112" r:id="rId13"/>
    <p:sldId id="1113" r:id="rId14"/>
    <p:sldId id="1114" r:id="rId15"/>
    <p:sldId id="1254" r:id="rId16"/>
    <p:sldId id="1115" r:id="rId17"/>
    <p:sldId id="1243" r:id="rId18"/>
    <p:sldId id="1244" r:id="rId19"/>
    <p:sldId id="1245" r:id="rId20"/>
    <p:sldId id="1252" r:id="rId21"/>
    <p:sldId id="1253" r:id="rId22"/>
    <p:sldId id="1120" r:id="rId23"/>
    <p:sldId id="1250" r:id="rId24"/>
    <p:sldId id="1251" r:id="rId25"/>
    <p:sldId id="1121" r:id="rId26"/>
    <p:sldId id="1122" r:id="rId27"/>
    <p:sldId id="1123" r:id="rId28"/>
    <p:sldId id="1124" r:id="rId29"/>
    <p:sldId id="1246" r:id="rId30"/>
    <p:sldId id="1247" r:id="rId31"/>
    <p:sldId id="1248" r:id="rId32"/>
    <p:sldId id="1249" r:id="rId33"/>
    <p:sldId id="1129" r:id="rId34"/>
    <p:sldId id="1255" r:id="rId35"/>
    <p:sldId id="1256" r:id="rId36"/>
    <p:sldId id="1258" r:id="rId37"/>
    <p:sldId id="1260" r:id="rId38"/>
    <p:sldId id="1261" r:id="rId39"/>
    <p:sldId id="1262" r:id="rId40"/>
    <p:sldId id="1263" r:id="rId41"/>
    <p:sldId id="1264" r:id="rId42"/>
    <p:sldId id="1572" r:id="rId43"/>
    <p:sldId id="1265" r:id="rId44"/>
    <p:sldId id="1267" r:id="rId45"/>
    <p:sldId id="1269" r:id="rId46"/>
    <p:sldId id="1577" r:id="rId47"/>
    <p:sldId id="1130" r:id="rId48"/>
    <p:sldId id="1268" r:id="rId49"/>
    <p:sldId id="1270" r:id="rId50"/>
    <p:sldId id="1271" r:id="rId51"/>
    <p:sldId id="1273" r:id="rId52"/>
    <p:sldId id="1274" r:id="rId53"/>
    <p:sldId id="1272" r:id="rId54"/>
    <p:sldId id="1578" r:id="rId55"/>
    <p:sldId id="1275" r:id="rId56"/>
    <p:sldId id="1131" r:id="rId57"/>
    <p:sldId id="1574" r:id="rId58"/>
    <p:sldId id="1573" r:id="rId59"/>
    <p:sldId id="1576" r:id="rId60"/>
    <p:sldId id="1579" r:id="rId61"/>
    <p:sldId id="1580" r:id="rId62"/>
    <p:sldId id="1281" r:id="rId63"/>
    <p:sldId id="1282" r:id="rId64"/>
    <p:sldId id="1283" r:id="rId65"/>
    <p:sldId id="1284" r:id="rId66"/>
    <p:sldId id="1581" r:id="rId67"/>
    <p:sldId id="1583" r:id="rId68"/>
    <p:sldId id="1582" r:id="rId69"/>
    <p:sldId id="1584" r:id="rId70"/>
    <p:sldId id="1585" r:id="rId71"/>
    <p:sldId id="1586" r:id="rId72"/>
    <p:sldId id="1587" r:id="rId73"/>
    <p:sldId id="1406" r:id="rId74"/>
    <p:sldId id="1285" r:id="rId75"/>
    <p:sldId id="1153" r:id="rId76"/>
    <p:sldId id="1154" r:id="rId77"/>
    <p:sldId id="1407" r:id="rId78"/>
    <p:sldId id="1597" r:id="rId79"/>
    <p:sldId id="1598" r:id="rId80"/>
    <p:sldId id="1589" r:id="rId81"/>
    <p:sldId id="1588" r:id="rId82"/>
    <p:sldId id="1590" r:id="rId83"/>
    <p:sldId id="1591" r:id="rId84"/>
    <p:sldId id="1592" r:id="rId85"/>
    <p:sldId id="1593" r:id="rId86"/>
    <p:sldId id="1596" r:id="rId87"/>
    <p:sldId id="1594" r:id="rId88"/>
    <p:sldId id="1599" r:id="rId89"/>
    <p:sldId id="1603" r:id="rId90"/>
    <p:sldId id="1420" r:id="rId91"/>
    <p:sldId id="1600" r:id="rId92"/>
    <p:sldId id="1601" r:id="rId93"/>
    <p:sldId id="1602" r:id="rId94"/>
    <p:sldId id="1604" r:id="rId95"/>
    <p:sldId id="1422" r:id="rId96"/>
    <p:sldId id="1427" r:id="rId97"/>
    <p:sldId id="1428" r:id="rId98"/>
    <p:sldId id="1481" r:id="rId99"/>
    <p:sldId id="1431" r:id="rId100"/>
    <p:sldId id="1482" r:id="rId101"/>
    <p:sldId id="1485" r:id="rId102"/>
    <p:sldId id="1433" r:id="rId103"/>
    <p:sldId id="1434" r:id="rId104"/>
    <p:sldId id="1435" r:id="rId105"/>
    <p:sldId id="1436" r:id="rId106"/>
    <p:sldId id="1437" r:id="rId107"/>
    <p:sldId id="1605" r:id="rId108"/>
    <p:sldId id="1607" r:id="rId109"/>
    <p:sldId id="1606" r:id="rId110"/>
    <p:sldId id="1438" r:id="rId111"/>
    <p:sldId id="1439" r:id="rId112"/>
    <p:sldId id="1440" r:id="rId113"/>
    <p:sldId id="1608" r:id="rId114"/>
    <p:sldId id="1442" r:id="rId115"/>
    <p:sldId id="1443" r:id="rId116"/>
    <p:sldId id="1444" r:id="rId117"/>
    <p:sldId id="1610" r:id="rId118"/>
    <p:sldId id="1609" r:id="rId119"/>
    <p:sldId id="1611" r:id="rId120"/>
    <p:sldId id="1445" r:id="rId121"/>
    <p:sldId id="1446" r:id="rId122"/>
    <p:sldId id="1447" r:id="rId123"/>
    <p:sldId id="1448" r:id="rId124"/>
    <p:sldId id="1451" r:id="rId125"/>
    <p:sldId id="1452" r:id="rId126"/>
    <p:sldId id="1453" r:id="rId127"/>
    <p:sldId id="1454" r:id="rId128"/>
    <p:sldId id="1455" r:id="rId129"/>
    <p:sldId id="1612" r:id="rId130"/>
    <p:sldId id="1456" r:id="rId131"/>
    <p:sldId id="1457" r:id="rId132"/>
    <p:sldId id="1458" r:id="rId133"/>
    <p:sldId id="1459" r:id="rId134"/>
    <p:sldId id="1460" r:id="rId135"/>
    <p:sldId id="1461" r:id="rId136"/>
    <p:sldId id="1613" r:id="rId137"/>
    <p:sldId id="1548" r:id="rId138"/>
    <p:sldId id="1549" r:id="rId139"/>
    <p:sldId id="1550" r:id="rId140"/>
    <p:sldId id="1551" r:id="rId141"/>
    <p:sldId id="1552" r:id="rId142"/>
    <p:sldId id="1553" r:id="rId143"/>
    <p:sldId id="1547" r:id="rId144"/>
    <p:sldId id="1464" r:id="rId145"/>
    <p:sldId id="1463" r:id="rId146"/>
    <p:sldId id="1554" r:id="rId147"/>
    <p:sldId id="1468" r:id="rId148"/>
    <p:sldId id="1469" r:id="rId149"/>
    <p:sldId id="1470" r:id="rId150"/>
    <p:sldId id="1471" r:id="rId151"/>
    <p:sldId id="1472" r:id="rId152"/>
    <p:sldId id="1473" r:id="rId153"/>
    <p:sldId id="1474" r:id="rId154"/>
    <p:sldId id="1476" r:id="rId155"/>
    <p:sldId id="1555" r:id="rId156"/>
    <p:sldId id="1477" r:id="rId157"/>
    <p:sldId id="1478" r:id="rId158"/>
    <p:sldId id="1556" r:id="rId159"/>
    <p:sldId id="1557" r:id="rId160"/>
    <p:sldId id="1558" r:id="rId161"/>
    <p:sldId id="1565" r:id="rId162"/>
    <p:sldId id="1566" r:id="rId163"/>
    <p:sldId id="1567" r:id="rId164"/>
    <p:sldId id="1615" r:id="rId165"/>
    <p:sldId id="1614" r:id="rId166"/>
    <p:sldId id="1616" r:id="rId167"/>
    <p:sldId id="1620" r:id="rId168"/>
    <p:sldId id="1617" r:id="rId169"/>
    <p:sldId id="1618" r:id="rId170"/>
    <p:sldId id="1619" r:id="rId171"/>
    <p:sldId id="1621" r:id="rId172"/>
    <p:sldId id="1622" r:id="rId173"/>
    <p:sldId id="1568" r:id="rId174"/>
  </p:sldIdLst>
  <p:sldSz cx="9144000" cy="6858000" type="screen4x3"/>
  <p:notesSz cx="6858000" cy="9144000"/>
  <p:custDataLst>
    <p:tags r:id="rId177"/>
  </p:custDataLst>
  <p:defaultTextStyle>
    <a:defPPr>
      <a:defRPr lang="zh-CN"/>
    </a:defPPr>
    <a:lvl1pPr marL="0" lvl="0"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451" userDrawn="1">
          <p15:clr>
            <a:srgbClr val="A4A3A4"/>
          </p15:clr>
        </p15:guide>
        <p15:guide id="2" pos="271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35878827" name="west"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3333FF"/>
    <a:srgbClr val="0D51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570"/>
    <p:restoredTop sz="94581"/>
  </p:normalViewPr>
  <p:slideViewPr>
    <p:cSldViewPr showGuides="1">
      <p:cViewPr varScale="1">
        <p:scale>
          <a:sx n="73" d="100"/>
          <a:sy n="73" d="100"/>
        </p:scale>
        <p:origin x="-1284" y="-102"/>
      </p:cViewPr>
      <p:guideLst>
        <p:guide orient="horz" pos="2451"/>
        <p:guide pos="271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612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tableStyles" Target="tableStyle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tags" Target="tags/tag1.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commentAuthors" Target="commentAuthor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viewProps" Target="view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handoutMaster" Target="handoutMasters/handout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页眉占位符 30721"/>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b="1" dirty="0"/>
          </a:p>
        </p:txBody>
      </p:sp>
      <p:sp>
        <p:nvSpPr>
          <p:cNvPr id="30723" name="日期占位符 30722"/>
          <p:cNvSpPr>
            <a:spLocks noGrp="1"/>
          </p:cNvSpPr>
          <p:nvPr>
            <p:ph type="dt" sz="quarter" idx="1"/>
          </p:nvPr>
        </p:nvSpPr>
        <p:spPr>
          <a:xfrm>
            <a:off x="3886200" y="0"/>
            <a:ext cx="2971800" cy="457200"/>
          </a:xfrm>
          <a:prstGeom prst="rect">
            <a:avLst/>
          </a:prstGeom>
          <a:noFill/>
          <a:ln w="9525">
            <a:noFill/>
          </a:ln>
        </p:spPr>
        <p:txBody>
          <a:bodyPr/>
          <a:lstStyle/>
          <a:p>
            <a:pPr lvl="0" algn="r"/>
            <a:endParaRPr lang="zh-CN" altLang="en-US" sz="1200" b="1" dirty="0"/>
          </a:p>
        </p:txBody>
      </p:sp>
      <p:sp>
        <p:nvSpPr>
          <p:cNvPr id="30724" name="页脚占位符 30723"/>
          <p:cNvSpPr>
            <a:spLocks noGrp="1"/>
          </p:cNvSpPr>
          <p:nvPr>
            <p:ph type="ftr" sz="quarter" idx="2"/>
          </p:nvPr>
        </p:nvSpPr>
        <p:spPr>
          <a:xfrm>
            <a:off x="0" y="8686800"/>
            <a:ext cx="2971800" cy="457200"/>
          </a:xfrm>
          <a:prstGeom prst="rect">
            <a:avLst/>
          </a:prstGeom>
          <a:noFill/>
          <a:ln w="9525">
            <a:noFill/>
          </a:ln>
        </p:spPr>
        <p:txBody>
          <a:bodyPr anchor="b" anchorCtr="0"/>
          <a:lstStyle/>
          <a:p>
            <a:pPr lvl="0"/>
            <a:endParaRPr lang="zh-CN" altLang="en-US" sz="1200" b="1" dirty="0"/>
          </a:p>
        </p:txBody>
      </p:sp>
      <p:sp>
        <p:nvSpPr>
          <p:cNvPr id="30725" name="灯片编号占位符 30724"/>
          <p:cNvSpPr>
            <a:spLocks noGrp="1"/>
          </p:cNvSpPr>
          <p:nvPr>
            <p:ph type="sldNum" sz="quarter" idx="3"/>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b="1" dirty="0"/>
              <a:t>‹#›</a:t>
            </a:fld>
            <a:endParaRPr lang="zh-CN" altLang="en-US" sz="1200" b="1"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2026/5/27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08476"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9724" y="1981200"/>
            <a:ext cx="3808476"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latin typeface="Times New Roman" panose="02020603050405020304" pitchFamily="18" charset="0"/>
              </a:rPr>
              <a:t>2026/5/27</a:t>
            </a:fld>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716657"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pPr lvl="0"/>
            <a:fld id="{BB962C8B-B14F-4D97-AF65-F5344CB8AC3E}" type="datetime1">
              <a:rPr lang="zh-CN" altLang="en-US" dirty="0">
                <a:latin typeface="Times New Roman" panose="02020603050405020304" pitchFamily="18" charset="0"/>
              </a:rPr>
              <a:t>2026/5/27</a:t>
            </a:fld>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en-US" dirty="0"/>
              <a:t>单击此处编辑母版标题样式</a:t>
            </a:r>
          </a:p>
        </p:txBody>
      </p:sp>
      <p:sp>
        <p:nvSpPr>
          <p:cNvPr id="1027" name="文本占位符 1026"/>
          <p:cNvSpPr>
            <a:spLocks noGrp="1"/>
          </p:cNvSpPr>
          <p:nvPr>
            <p:ph type="body" idx="1"/>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1027"/>
          <p:cNvSpPr>
            <a:spLocks noGrp="1"/>
          </p:cNvSpPr>
          <p:nvPr>
            <p:ph type="dt" sz="half" idx="2"/>
          </p:nvPr>
        </p:nvSpPr>
        <p:spPr>
          <a:xfrm>
            <a:off x="685800" y="6248400"/>
            <a:ext cx="1905000" cy="457200"/>
          </a:xfrm>
          <a:prstGeom prst="rect">
            <a:avLst/>
          </a:prstGeom>
          <a:noFill/>
          <a:ln w="9525">
            <a:noFill/>
          </a:ln>
        </p:spPr>
        <p:txBody>
          <a:bodyPr/>
          <a:lstStyle>
            <a:lvl1pPr>
              <a:defRPr sz="1400" b="0"/>
            </a:lvl1pPr>
          </a:lstStyle>
          <a:p>
            <a:pPr lvl="0"/>
            <a:fld id="{BB962C8B-B14F-4D97-AF65-F5344CB8AC3E}" type="datetime1">
              <a:rPr lang="zh-CN" altLang="en-US" dirty="0">
                <a:latin typeface="Times New Roman" panose="02020603050405020304" pitchFamily="18" charset="0"/>
              </a:rPr>
              <a:t>2026/5/27</a:t>
            </a:fld>
            <a:endParaRPr lang="zh-CN" altLang="en-US" dirty="0">
              <a:latin typeface="Times New Roman" panose="02020603050405020304" pitchFamily="18" charset="0"/>
            </a:endParaRPr>
          </a:p>
        </p:txBody>
      </p:sp>
      <p:sp>
        <p:nvSpPr>
          <p:cNvPr id="1029" name="页脚占位符 1028"/>
          <p:cNvSpPr>
            <a:spLocks noGrp="1"/>
          </p:cNvSpPr>
          <p:nvPr>
            <p:ph type="ftr" sz="quarter" idx="3"/>
          </p:nvPr>
        </p:nvSpPr>
        <p:spPr>
          <a:xfrm>
            <a:off x="3124200" y="6248400"/>
            <a:ext cx="2895600" cy="457200"/>
          </a:xfrm>
          <a:prstGeom prst="rect">
            <a:avLst/>
          </a:prstGeom>
          <a:noFill/>
          <a:ln w="9525">
            <a:noFill/>
          </a:ln>
        </p:spPr>
        <p:txBody>
          <a:bodyPr/>
          <a:lstStyle>
            <a:lvl1pPr algn="ctr">
              <a:defRPr sz="1400" b="0"/>
            </a:lvl1pPr>
          </a:lstStyle>
          <a:p>
            <a:pPr lvl="0"/>
            <a:endParaRPr lang="zh-CN" altLang="en-US" dirty="0">
              <a:latin typeface="Times New Roman" panose="02020603050405020304" pitchFamily="18" charset="0"/>
            </a:endParaRPr>
          </a:p>
        </p:txBody>
      </p:sp>
      <p:sp>
        <p:nvSpPr>
          <p:cNvPr id="1030"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lgn="r">
              <a:defRPr sz="1400" b="0"/>
            </a:lvl1pPr>
          </a:lstStyle>
          <a:p>
            <a:pPr lvl="0"/>
            <a:fld id="{9A0DB2DC-4C9A-4742-B13C-FB6460FD3503}" type="slidenum">
              <a:rPr lang="zh-CN" altLang="en-US" dirty="0">
                <a:latin typeface="Times New Roman" panose="02020603050405020304" pitchFamily="18" charset="0"/>
              </a:rPr>
              <a:t>‹#›</a:t>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image" Target="../media/image8.wmf"/><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oleObject" Target="../embeddings/oleObject6.bin"/><Relationship Id="rId17" Type="http://schemas.openxmlformats.org/officeDocument/2006/relationships/image" Target="../media/image10.wmf"/><Relationship Id="rId2" Type="http://schemas.openxmlformats.org/officeDocument/2006/relationships/notesSlide" Target="../notesSlides/notesSlide1.xml"/><Relationship Id="rId16" Type="http://schemas.openxmlformats.org/officeDocument/2006/relationships/oleObject" Target="../embeddings/oleObject8.bin"/><Relationship Id="rId1" Type="http://schemas.openxmlformats.org/officeDocument/2006/relationships/slideLayout" Target="../slideLayouts/slideLayout7.xml"/><Relationship Id="rId6" Type="http://schemas.openxmlformats.org/officeDocument/2006/relationships/image" Target="../media/image4.wmf"/><Relationship Id="rId11" Type="http://schemas.openxmlformats.org/officeDocument/2006/relationships/image" Target="../media/image7.png"/><Relationship Id="rId5" Type="http://schemas.openxmlformats.org/officeDocument/2006/relationships/oleObject" Target="../embeddings/oleObject3.bin"/><Relationship Id="rId15" Type="http://schemas.openxmlformats.org/officeDocument/2006/relationships/image" Target="../media/image9.wmf"/><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5.bin"/><Relationship Id="rId1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oleObject" Target="../embeddings/oleObject15.bin"/><Relationship Id="rId18" Type="http://schemas.openxmlformats.org/officeDocument/2006/relationships/image" Target="../media/image17.wmf"/><Relationship Id="rId3" Type="http://schemas.openxmlformats.org/officeDocument/2006/relationships/image" Target="../media/image6.wmf"/><Relationship Id="rId7" Type="http://schemas.openxmlformats.org/officeDocument/2006/relationships/image" Target="../media/image12.wmf"/><Relationship Id="rId12" Type="http://schemas.openxmlformats.org/officeDocument/2006/relationships/image" Target="../media/image14.wmf"/><Relationship Id="rId17" Type="http://schemas.openxmlformats.org/officeDocument/2006/relationships/oleObject" Target="../embeddings/oleObject17.bin"/><Relationship Id="rId2" Type="http://schemas.openxmlformats.org/officeDocument/2006/relationships/oleObject" Target="../embeddings/oleObject9.bin"/><Relationship Id="rId16" Type="http://schemas.openxmlformats.org/officeDocument/2006/relationships/image" Target="../media/image16.wmf"/><Relationship Id="rId1" Type="http://schemas.openxmlformats.org/officeDocument/2006/relationships/slideLayout" Target="../slideLayouts/slideLayout7.xml"/><Relationship Id="rId6" Type="http://schemas.openxmlformats.org/officeDocument/2006/relationships/oleObject" Target="../embeddings/oleObject11.bin"/><Relationship Id="rId11" Type="http://schemas.openxmlformats.org/officeDocument/2006/relationships/oleObject" Target="../embeddings/oleObject14.bin"/><Relationship Id="rId5" Type="http://schemas.openxmlformats.org/officeDocument/2006/relationships/image" Target="../media/image11.wmf"/><Relationship Id="rId15" Type="http://schemas.openxmlformats.org/officeDocument/2006/relationships/oleObject" Target="../embeddings/oleObject16.bin"/><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3.wmf"/><Relationship Id="rId14" Type="http://schemas.openxmlformats.org/officeDocument/2006/relationships/image" Target="../media/image15.wmf"/></Relationships>
</file>

<file path=ppt/slides/_rels/slide6.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8.bin"/><Relationship Id="rId1" Type="http://schemas.openxmlformats.org/officeDocument/2006/relationships/slideLayout" Target="../slideLayouts/slideLayout7.xml"/><Relationship Id="rId5" Type="http://schemas.openxmlformats.org/officeDocument/2006/relationships/image" Target="../media/image19.wmf"/><Relationship Id="rId4" Type="http://schemas.openxmlformats.org/officeDocument/2006/relationships/oleObject" Target="../embeddings/oleObject19.bin"/></Relationships>
</file>

<file path=ppt/slides/_rels/slide7.xml.rels><?xml version="1.0" encoding="UTF-8" standalone="yes"?>
<Relationships xmlns="http://schemas.openxmlformats.org/package/2006/relationships"><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20.bin"/><Relationship Id="rId1" Type="http://schemas.openxmlformats.org/officeDocument/2006/relationships/slideLayout" Target="../slideLayouts/slideLayout7.xml"/><Relationship Id="rId6" Type="http://schemas.openxmlformats.org/officeDocument/2006/relationships/oleObject" Target="../embeddings/oleObject22.bin"/><Relationship Id="rId5" Type="http://schemas.openxmlformats.org/officeDocument/2006/relationships/image" Target="../media/image21.wmf"/><Relationship Id="rId4" Type="http://schemas.openxmlformats.org/officeDocument/2006/relationships/oleObject" Target="../embeddings/oleObject21.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23.wmf"/><Relationship Id="rId7" Type="http://schemas.openxmlformats.org/officeDocument/2006/relationships/image" Target="../media/image25.wmf"/><Relationship Id="rId2" Type="http://schemas.openxmlformats.org/officeDocument/2006/relationships/oleObject" Target="../embeddings/oleObject23.bin"/><Relationship Id="rId1" Type="http://schemas.openxmlformats.org/officeDocument/2006/relationships/slideLayout" Target="../slideLayouts/slideLayout7.xml"/><Relationship Id="rId6" Type="http://schemas.openxmlformats.org/officeDocument/2006/relationships/oleObject" Target="../embeddings/oleObject25.bin"/><Relationship Id="rId11" Type="http://schemas.openxmlformats.org/officeDocument/2006/relationships/image" Target="../media/image27.wmf"/><Relationship Id="rId5" Type="http://schemas.openxmlformats.org/officeDocument/2006/relationships/image" Target="../media/image24.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26.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28.wmf"/><Relationship Id="rId7" Type="http://schemas.openxmlformats.org/officeDocument/2006/relationships/oleObject" Target="../embeddings/oleObject32.bin"/><Relationship Id="rId2" Type="http://schemas.openxmlformats.org/officeDocument/2006/relationships/oleObject" Target="../embeddings/oleObject28.bin"/><Relationship Id="rId1" Type="http://schemas.openxmlformats.org/officeDocument/2006/relationships/slideLayout" Target="../slideLayouts/slideLayout7.xml"/><Relationship Id="rId6" Type="http://schemas.openxmlformats.org/officeDocument/2006/relationships/oleObject" Target="../embeddings/oleObject31.bin"/><Relationship Id="rId5" Type="http://schemas.openxmlformats.org/officeDocument/2006/relationships/oleObject" Target="../embeddings/oleObject30.bin"/><Relationship Id="rId4" Type="http://schemas.openxmlformats.org/officeDocument/2006/relationships/oleObject" Target="../embeddings/oleObject29.bin"/></Relationships>
</file>

<file path=ppt/slides/_rels/slide10.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34.bin"/><Relationship Id="rId1" Type="http://schemas.openxmlformats.org/officeDocument/2006/relationships/slideLayout" Target="../slideLayouts/slideLayout7.xml"/><Relationship Id="rId5" Type="http://schemas.openxmlformats.org/officeDocument/2006/relationships/image" Target="../media/image28.wmf"/><Relationship Id="rId4" Type="http://schemas.openxmlformats.org/officeDocument/2006/relationships/oleObject" Target="../embeddings/oleObject35.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34.wmf"/><Relationship Id="rId3" Type="http://schemas.openxmlformats.org/officeDocument/2006/relationships/image" Target="../media/image30.wmf"/><Relationship Id="rId7" Type="http://schemas.openxmlformats.org/officeDocument/2006/relationships/image" Target="../media/image28.wmf"/><Relationship Id="rId12" Type="http://schemas.openxmlformats.org/officeDocument/2006/relationships/oleObject" Target="../embeddings/oleObject41.bin"/><Relationship Id="rId2" Type="http://schemas.openxmlformats.org/officeDocument/2006/relationships/oleObject" Target="../embeddings/oleObject36.bin"/><Relationship Id="rId1" Type="http://schemas.openxmlformats.org/officeDocument/2006/relationships/slideLayout" Target="../slideLayouts/slideLayout7.xml"/><Relationship Id="rId6" Type="http://schemas.openxmlformats.org/officeDocument/2006/relationships/oleObject" Target="../embeddings/oleObject38.bin"/><Relationship Id="rId11" Type="http://schemas.openxmlformats.org/officeDocument/2006/relationships/image" Target="../media/image33.wmf"/><Relationship Id="rId5" Type="http://schemas.openxmlformats.org/officeDocument/2006/relationships/image" Target="../media/image31.wmf"/><Relationship Id="rId15" Type="http://schemas.openxmlformats.org/officeDocument/2006/relationships/image" Target="../media/image35.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32.wmf"/><Relationship Id="rId14" Type="http://schemas.openxmlformats.org/officeDocument/2006/relationships/oleObject" Target="../embeddings/oleObject42.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38.wmf"/><Relationship Id="rId3" Type="http://schemas.openxmlformats.org/officeDocument/2006/relationships/image" Target="../media/image36.wmf"/><Relationship Id="rId7" Type="http://schemas.openxmlformats.org/officeDocument/2006/relationships/image" Target="../media/image37.wmf"/><Relationship Id="rId12" Type="http://schemas.openxmlformats.org/officeDocument/2006/relationships/oleObject" Target="../embeddings/oleObject48.bin"/><Relationship Id="rId2" Type="http://schemas.openxmlformats.org/officeDocument/2006/relationships/oleObject" Target="../embeddings/oleObject43.bin"/><Relationship Id="rId1" Type="http://schemas.openxmlformats.org/officeDocument/2006/relationships/slideLayout" Target="../slideLayouts/slideLayout7.xml"/><Relationship Id="rId6" Type="http://schemas.openxmlformats.org/officeDocument/2006/relationships/oleObject" Target="../embeddings/oleObject45.bin"/><Relationship Id="rId11" Type="http://schemas.openxmlformats.org/officeDocument/2006/relationships/image" Target="../media/image30.wmf"/><Relationship Id="rId5" Type="http://schemas.openxmlformats.org/officeDocument/2006/relationships/image" Target="../media/image31.wmf"/><Relationship Id="rId15" Type="http://schemas.openxmlformats.org/officeDocument/2006/relationships/image" Target="../media/image32.wmf"/><Relationship Id="rId10" Type="http://schemas.openxmlformats.org/officeDocument/2006/relationships/oleObject" Target="../embeddings/oleObject47.bin"/><Relationship Id="rId4" Type="http://schemas.openxmlformats.org/officeDocument/2006/relationships/oleObject" Target="../embeddings/oleObject44.bin"/><Relationship Id="rId9" Type="http://schemas.openxmlformats.org/officeDocument/2006/relationships/image" Target="../media/image28.wmf"/><Relationship Id="rId14" Type="http://schemas.openxmlformats.org/officeDocument/2006/relationships/oleObject" Target="../embeddings/oleObject49.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image" Target="../media/image28.wmf"/><Relationship Id="rId7" Type="http://schemas.openxmlformats.org/officeDocument/2006/relationships/image" Target="../media/image39.wmf"/><Relationship Id="rId2" Type="http://schemas.openxmlformats.org/officeDocument/2006/relationships/oleObject" Target="../embeddings/oleObject50.bin"/><Relationship Id="rId1" Type="http://schemas.openxmlformats.org/officeDocument/2006/relationships/slideLayout" Target="../slideLayouts/slideLayout7.xml"/><Relationship Id="rId6" Type="http://schemas.openxmlformats.org/officeDocument/2006/relationships/oleObject" Target="../embeddings/oleObject52.bin"/><Relationship Id="rId5" Type="http://schemas.openxmlformats.org/officeDocument/2006/relationships/image" Target="../media/image29.wmf"/><Relationship Id="rId4" Type="http://schemas.openxmlformats.org/officeDocument/2006/relationships/oleObject" Target="../embeddings/oleObject51.bin"/><Relationship Id="rId9" Type="http://schemas.openxmlformats.org/officeDocument/2006/relationships/image" Target="../media/image33.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image" Target="../media/image40.wmf"/><Relationship Id="rId7" Type="http://schemas.openxmlformats.org/officeDocument/2006/relationships/image" Target="../media/image42.wmf"/><Relationship Id="rId2" Type="http://schemas.openxmlformats.org/officeDocument/2006/relationships/oleObject" Target="../embeddings/oleObject54.bin"/><Relationship Id="rId1" Type="http://schemas.openxmlformats.org/officeDocument/2006/relationships/slideLayout" Target="../slideLayouts/slideLayout7.xml"/><Relationship Id="rId6" Type="http://schemas.openxmlformats.org/officeDocument/2006/relationships/oleObject" Target="../embeddings/oleObject56.bin"/><Relationship Id="rId5" Type="http://schemas.openxmlformats.org/officeDocument/2006/relationships/image" Target="../media/image41.wmf"/><Relationship Id="rId4" Type="http://schemas.openxmlformats.org/officeDocument/2006/relationships/oleObject" Target="../embeddings/oleObject55.bin"/><Relationship Id="rId9" Type="http://schemas.openxmlformats.org/officeDocument/2006/relationships/image" Target="../media/image43.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image" Target="../media/image44.wmf"/><Relationship Id="rId7" Type="http://schemas.openxmlformats.org/officeDocument/2006/relationships/oleObject" Target="../embeddings/oleObject60.bin"/><Relationship Id="rId2" Type="http://schemas.openxmlformats.org/officeDocument/2006/relationships/oleObject" Target="../embeddings/oleObject58.bin"/><Relationship Id="rId1" Type="http://schemas.openxmlformats.org/officeDocument/2006/relationships/slideLayout" Target="../slideLayouts/slideLayout7.xml"/><Relationship Id="rId6" Type="http://schemas.openxmlformats.org/officeDocument/2006/relationships/image" Target="../media/image45.wmf"/><Relationship Id="rId5" Type="http://schemas.openxmlformats.org/officeDocument/2006/relationships/oleObject" Target="../embeddings/oleObject59.bin"/><Relationship Id="rId10" Type="http://schemas.openxmlformats.org/officeDocument/2006/relationships/image" Target="../media/image47.wmf"/><Relationship Id="rId4" Type="http://schemas.openxmlformats.org/officeDocument/2006/relationships/slide" Target="slide3.xml"/><Relationship Id="rId9" Type="http://schemas.openxmlformats.org/officeDocument/2006/relationships/oleObject" Target="../embeddings/oleObject61.bin"/></Relationships>
</file>

<file path=ppt/slides/_rels/slide17.xml.rels><?xml version="1.0" encoding="UTF-8" standalone="yes"?>
<Relationships xmlns="http://schemas.openxmlformats.org/package/2006/relationships"><Relationship Id="rId3" Type="http://schemas.openxmlformats.org/officeDocument/2006/relationships/image" Target="../media/image48.wmf"/><Relationship Id="rId7" Type="http://schemas.openxmlformats.org/officeDocument/2006/relationships/image" Target="../media/image50.wmf"/><Relationship Id="rId2" Type="http://schemas.openxmlformats.org/officeDocument/2006/relationships/oleObject" Target="../embeddings/oleObject62.bin"/><Relationship Id="rId1" Type="http://schemas.openxmlformats.org/officeDocument/2006/relationships/slideLayout" Target="../slideLayouts/slideLayout7.xml"/><Relationship Id="rId6" Type="http://schemas.openxmlformats.org/officeDocument/2006/relationships/oleObject" Target="../embeddings/oleObject64.bin"/><Relationship Id="rId5" Type="http://schemas.openxmlformats.org/officeDocument/2006/relationships/image" Target="../media/image49.wmf"/><Relationship Id="rId4" Type="http://schemas.openxmlformats.org/officeDocument/2006/relationships/oleObject" Target="../embeddings/oleObject63.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68.bin"/><Relationship Id="rId3" Type="http://schemas.openxmlformats.org/officeDocument/2006/relationships/image" Target="../media/image51.wmf"/><Relationship Id="rId7" Type="http://schemas.openxmlformats.org/officeDocument/2006/relationships/image" Target="../media/image53.wmf"/><Relationship Id="rId2" Type="http://schemas.openxmlformats.org/officeDocument/2006/relationships/oleObject" Target="../embeddings/oleObject65.bin"/><Relationship Id="rId1" Type="http://schemas.openxmlformats.org/officeDocument/2006/relationships/slideLayout" Target="../slideLayouts/slideLayout7.xml"/><Relationship Id="rId6" Type="http://schemas.openxmlformats.org/officeDocument/2006/relationships/oleObject" Target="../embeddings/oleObject67.bin"/><Relationship Id="rId5" Type="http://schemas.openxmlformats.org/officeDocument/2006/relationships/image" Target="../media/image52.wmf"/><Relationship Id="rId4" Type="http://schemas.openxmlformats.org/officeDocument/2006/relationships/oleObject" Target="../embeddings/oleObject66.bin"/><Relationship Id="rId9" Type="http://schemas.openxmlformats.org/officeDocument/2006/relationships/image" Target="../media/image54.wmf"/></Relationships>
</file>

<file path=ppt/slides/_rels/slide19.xml.rels><?xml version="1.0" encoding="UTF-8" standalone="yes"?>
<Relationships xmlns="http://schemas.openxmlformats.org/package/2006/relationships"><Relationship Id="rId3" Type="http://schemas.openxmlformats.org/officeDocument/2006/relationships/image" Target="../media/image55.wmf"/><Relationship Id="rId7" Type="http://schemas.openxmlformats.org/officeDocument/2006/relationships/image" Target="../media/image56.wmf"/><Relationship Id="rId2" Type="http://schemas.openxmlformats.org/officeDocument/2006/relationships/oleObject" Target="../embeddings/oleObject69.bin"/><Relationship Id="rId1" Type="http://schemas.openxmlformats.org/officeDocument/2006/relationships/slideLayout" Target="../slideLayouts/slideLayout7.xml"/><Relationship Id="rId6" Type="http://schemas.openxmlformats.org/officeDocument/2006/relationships/oleObject" Target="../embeddings/oleObject71.bin"/><Relationship Id="rId5" Type="http://schemas.openxmlformats.org/officeDocument/2006/relationships/image" Target="../media/image45.wmf"/><Relationship Id="rId4" Type="http://schemas.openxmlformats.org/officeDocument/2006/relationships/oleObject" Target="../embeddings/oleObject70.bin"/></Relationships>
</file>

<file path=ppt/slides/_rels/slide20.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72.bin"/><Relationship Id="rId1" Type="http://schemas.openxmlformats.org/officeDocument/2006/relationships/slideLayout" Target="../slideLayouts/slideLayout7.xml"/><Relationship Id="rId5" Type="http://schemas.openxmlformats.org/officeDocument/2006/relationships/image" Target="../media/image58.wmf"/><Relationship Id="rId4" Type="http://schemas.openxmlformats.org/officeDocument/2006/relationships/oleObject" Target="../embeddings/oleObject73.bin"/></Relationships>
</file>

<file path=ppt/slides/_rels/slide21.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74.bin"/><Relationship Id="rId1" Type="http://schemas.openxmlformats.org/officeDocument/2006/relationships/slideLayout" Target="../slideLayouts/slideLayout7.xml"/><Relationship Id="rId5" Type="http://schemas.openxmlformats.org/officeDocument/2006/relationships/image" Target="../media/image60.wmf"/><Relationship Id="rId4" Type="http://schemas.openxmlformats.org/officeDocument/2006/relationships/oleObject" Target="../embeddings/oleObject75.bin"/></Relationships>
</file>

<file path=ppt/slides/_rels/slide22.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76.bin"/><Relationship Id="rId1" Type="http://schemas.openxmlformats.org/officeDocument/2006/relationships/slideLayout" Target="../slideLayouts/slideLayout7.xml"/><Relationship Id="rId5" Type="http://schemas.openxmlformats.org/officeDocument/2006/relationships/image" Target="../media/image62.wmf"/><Relationship Id="rId4" Type="http://schemas.openxmlformats.org/officeDocument/2006/relationships/oleObject" Target="../embeddings/oleObject77.bin"/></Relationships>
</file>

<file path=ppt/slides/_rels/slide23.xml.rels><?xml version="1.0" encoding="UTF-8" standalone="yes"?>
<Relationships xmlns="http://schemas.openxmlformats.org/package/2006/relationships"><Relationship Id="rId3" Type="http://schemas.openxmlformats.org/officeDocument/2006/relationships/image" Target="../media/image63.wmf"/><Relationship Id="rId7" Type="http://schemas.openxmlformats.org/officeDocument/2006/relationships/image" Target="../media/image65.wmf"/><Relationship Id="rId2" Type="http://schemas.openxmlformats.org/officeDocument/2006/relationships/oleObject" Target="../embeddings/oleObject78.bin"/><Relationship Id="rId1" Type="http://schemas.openxmlformats.org/officeDocument/2006/relationships/slideLayout" Target="../slideLayouts/slideLayout7.xml"/><Relationship Id="rId6" Type="http://schemas.openxmlformats.org/officeDocument/2006/relationships/oleObject" Target="../embeddings/oleObject80.bin"/><Relationship Id="rId5" Type="http://schemas.openxmlformats.org/officeDocument/2006/relationships/image" Target="../media/image64.wmf"/><Relationship Id="rId4" Type="http://schemas.openxmlformats.org/officeDocument/2006/relationships/oleObject" Target="../embeddings/oleObject79.bin"/></Relationships>
</file>

<file path=ppt/slides/_rels/slide24.xml.rels><?xml version="1.0" encoding="UTF-8" standalone="yes"?>
<Relationships xmlns="http://schemas.openxmlformats.org/package/2006/relationships"><Relationship Id="rId3" Type="http://schemas.openxmlformats.org/officeDocument/2006/relationships/image" Target="../media/image66.wmf"/><Relationship Id="rId7" Type="http://schemas.openxmlformats.org/officeDocument/2006/relationships/image" Target="../media/image68.wmf"/><Relationship Id="rId2" Type="http://schemas.openxmlformats.org/officeDocument/2006/relationships/oleObject" Target="../embeddings/oleObject81.bin"/><Relationship Id="rId1" Type="http://schemas.openxmlformats.org/officeDocument/2006/relationships/slideLayout" Target="../slideLayouts/slideLayout7.xml"/><Relationship Id="rId6" Type="http://schemas.openxmlformats.org/officeDocument/2006/relationships/oleObject" Target="../embeddings/oleObject83.bin"/><Relationship Id="rId5" Type="http://schemas.openxmlformats.org/officeDocument/2006/relationships/image" Target="../media/image67.wmf"/><Relationship Id="rId4" Type="http://schemas.openxmlformats.org/officeDocument/2006/relationships/oleObject" Target="../embeddings/oleObject82.bin"/></Relationships>
</file>

<file path=ppt/slides/_rels/slide25.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oleObject" Target="../embeddings/oleObject84.bin"/><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85.bin"/><Relationship Id="rId1" Type="http://schemas.openxmlformats.org/officeDocument/2006/relationships/slideLayout" Target="../slideLayouts/slideLayout7.xml"/><Relationship Id="rId5" Type="http://schemas.openxmlformats.org/officeDocument/2006/relationships/image" Target="../media/image71.wmf"/><Relationship Id="rId4" Type="http://schemas.openxmlformats.org/officeDocument/2006/relationships/oleObject" Target="../embeddings/oleObject86.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90.bin"/><Relationship Id="rId3" Type="http://schemas.openxmlformats.org/officeDocument/2006/relationships/image" Target="../media/image72.wmf"/><Relationship Id="rId7" Type="http://schemas.openxmlformats.org/officeDocument/2006/relationships/image" Target="../media/image74.wmf"/><Relationship Id="rId2" Type="http://schemas.openxmlformats.org/officeDocument/2006/relationships/oleObject" Target="../embeddings/oleObject87.bin"/><Relationship Id="rId1" Type="http://schemas.openxmlformats.org/officeDocument/2006/relationships/slideLayout" Target="../slideLayouts/slideLayout7.xml"/><Relationship Id="rId6" Type="http://schemas.openxmlformats.org/officeDocument/2006/relationships/oleObject" Target="../embeddings/oleObject89.bin"/><Relationship Id="rId5" Type="http://schemas.openxmlformats.org/officeDocument/2006/relationships/image" Target="../media/image73.wmf"/><Relationship Id="rId4" Type="http://schemas.openxmlformats.org/officeDocument/2006/relationships/oleObject" Target="../embeddings/oleObject88.bin"/><Relationship Id="rId9" Type="http://schemas.openxmlformats.org/officeDocument/2006/relationships/image" Target="../media/image75.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94.bin"/><Relationship Id="rId13" Type="http://schemas.openxmlformats.org/officeDocument/2006/relationships/image" Target="../media/image81.wmf"/><Relationship Id="rId3" Type="http://schemas.openxmlformats.org/officeDocument/2006/relationships/image" Target="../media/image76.wmf"/><Relationship Id="rId7" Type="http://schemas.openxmlformats.org/officeDocument/2006/relationships/image" Target="../media/image78.wmf"/><Relationship Id="rId12" Type="http://schemas.openxmlformats.org/officeDocument/2006/relationships/oleObject" Target="../embeddings/oleObject96.bin"/><Relationship Id="rId2" Type="http://schemas.openxmlformats.org/officeDocument/2006/relationships/oleObject" Target="../embeddings/oleObject91.bin"/><Relationship Id="rId1" Type="http://schemas.openxmlformats.org/officeDocument/2006/relationships/slideLayout" Target="../slideLayouts/slideLayout7.xml"/><Relationship Id="rId6" Type="http://schemas.openxmlformats.org/officeDocument/2006/relationships/oleObject" Target="../embeddings/oleObject93.bin"/><Relationship Id="rId11" Type="http://schemas.openxmlformats.org/officeDocument/2006/relationships/image" Target="../media/image80.wmf"/><Relationship Id="rId5" Type="http://schemas.openxmlformats.org/officeDocument/2006/relationships/image" Target="../media/image77.wmf"/><Relationship Id="rId10" Type="http://schemas.openxmlformats.org/officeDocument/2006/relationships/oleObject" Target="../embeddings/oleObject95.bin"/><Relationship Id="rId4" Type="http://schemas.openxmlformats.org/officeDocument/2006/relationships/oleObject" Target="../embeddings/oleObject92.bin"/><Relationship Id="rId9" Type="http://schemas.openxmlformats.org/officeDocument/2006/relationships/image" Target="../media/image79.wmf"/></Relationships>
</file>

<file path=ppt/slides/_rels/slide29.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oleObject" Target="../embeddings/oleObject97.bin"/><Relationship Id="rId1" Type="http://schemas.openxmlformats.org/officeDocument/2006/relationships/slideLayout" Target="../slideLayouts/slideLayout7.xml"/><Relationship Id="rId5" Type="http://schemas.openxmlformats.org/officeDocument/2006/relationships/image" Target="../media/image83.wmf"/><Relationship Id="rId4" Type="http://schemas.openxmlformats.org/officeDocument/2006/relationships/oleObject" Target="../embeddings/oleObject98.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02.bin"/><Relationship Id="rId3" Type="http://schemas.openxmlformats.org/officeDocument/2006/relationships/image" Target="../media/image84.wmf"/><Relationship Id="rId7" Type="http://schemas.openxmlformats.org/officeDocument/2006/relationships/image" Target="../media/image86.wmf"/><Relationship Id="rId2" Type="http://schemas.openxmlformats.org/officeDocument/2006/relationships/oleObject" Target="../embeddings/oleObject99.bin"/><Relationship Id="rId1" Type="http://schemas.openxmlformats.org/officeDocument/2006/relationships/slideLayout" Target="../slideLayouts/slideLayout7.xml"/><Relationship Id="rId6" Type="http://schemas.openxmlformats.org/officeDocument/2006/relationships/oleObject" Target="../embeddings/oleObject101.bin"/><Relationship Id="rId5" Type="http://schemas.openxmlformats.org/officeDocument/2006/relationships/image" Target="../media/image85.wmf"/><Relationship Id="rId4" Type="http://schemas.openxmlformats.org/officeDocument/2006/relationships/oleObject" Target="../embeddings/oleObject100.bin"/><Relationship Id="rId9" Type="http://schemas.openxmlformats.org/officeDocument/2006/relationships/image" Target="../media/image87.wmf"/></Relationships>
</file>

<file path=ppt/slides/_rels/slide3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image" Target="../media/image89.wmf"/><Relationship Id="rId26" Type="http://schemas.openxmlformats.org/officeDocument/2006/relationships/image" Target="../media/image92.wmf"/><Relationship Id="rId3" Type="http://schemas.openxmlformats.org/officeDocument/2006/relationships/tags" Target="../tags/tag4.xml"/><Relationship Id="rId21" Type="http://schemas.openxmlformats.org/officeDocument/2006/relationships/oleObject" Target="../embeddings/oleObject106.bin"/><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oleObject" Target="../embeddings/oleObject104.bin"/><Relationship Id="rId25" Type="http://schemas.openxmlformats.org/officeDocument/2006/relationships/oleObject" Target="../embeddings/oleObject108.bin"/><Relationship Id="rId2" Type="http://schemas.openxmlformats.org/officeDocument/2006/relationships/tags" Target="../tags/tag3.xml"/><Relationship Id="rId16" Type="http://schemas.openxmlformats.org/officeDocument/2006/relationships/image" Target="../media/image88.wmf"/><Relationship Id="rId20" Type="http://schemas.openxmlformats.org/officeDocument/2006/relationships/image" Target="../media/image78.wmf"/><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image" Target="../media/image91.wmf"/><Relationship Id="rId5" Type="http://schemas.openxmlformats.org/officeDocument/2006/relationships/tags" Target="../tags/tag6.xml"/><Relationship Id="rId15" Type="http://schemas.openxmlformats.org/officeDocument/2006/relationships/oleObject" Target="../embeddings/oleObject103.bin"/><Relationship Id="rId23" Type="http://schemas.openxmlformats.org/officeDocument/2006/relationships/oleObject" Target="../embeddings/oleObject107.bin"/><Relationship Id="rId10" Type="http://schemas.openxmlformats.org/officeDocument/2006/relationships/tags" Target="../tags/tag11.xml"/><Relationship Id="rId19" Type="http://schemas.openxmlformats.org/officeDocument/2006/relationships/oleObject" Target="../embeddings/oleObject105.bin"/><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slideLayout" Target="../slideLayouts/slideLayout7.xml"/><Relationship Id="rId22" Type="http://schemas.openxmlformats.org/officeDocument/2006/relationships/image" Target="../media/image90.wmf"/></Relationships>
</file>

<file path=ppt/slides/_rels/slide32.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oleObject" Target="../embeddings/oleObject109.bin"/><Relationship Id="rId1" Type="http://schemas.openxmlformats.org/officeDocument/2006/relationships/slideLayout" Target="../slideLayouts/slideLayout7.xml"/><Relationship Id="rId5" Type="http://schemas.openxmlformats.org/officeDocument/2006/relationships/image" Target="../media/image93.wmf"/><Relationship Id="rId4" Type="http://schemas.openxmlformats.org/officeDocument/2006/relationships/oleObject" Target="../embeddings/oleObject110.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oleObject" Target="../embeddings/oleObject111.bin"/><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15.bin"/><Relationship Id="rId3" Type="http://schemas.openxmlformats.org/officeDocument/2006/relationships/image" Target="../media/image95.wmf"/><Relationship Id="rId7" Type="http://schemas.openxmlformats.org/officeDocument/2006/relationships/image" Target="../media/image97.wmf"/><Relationship Id="rId2" Type="http://schemas.openxmlformats.org/officeDocument/2006/relationships/oleObject" Target="../embeddings/oleObject112.bin"/><Relationship Id="rId1" Type="http://schemas.openxmlformats.org/officeDocument/2006/relationships/slideLayout" Target="../slideLayouts/slideLayout7.xml"/><Relationship Id="rId6" Type="http://schemas.openxmlformats.org/officeDocument/2006/relationships/oleObject" Target="../embeddings/oleObject114.bin"/><Relationship Id="rId11" Type="http://schemas.openxmlformats.org/officeDocument/2006/relationships/image" Target="../media/image99.wmf"/><Relationship Id="rId5" Type="http://schemas.openxmlformats.org/officeDocument/2006/relationships/image" Target="../media/image96.wmf"/><Relationship Id="rId10" Type="http://schemas.openxmlformats.org/officeDocument/2006/relationships/oleObject" Target="../embeddings/oleObject116.bin"/><Relationship Id="rId4" Type="http://schemas.openxmlformats.org/officeDocument/2006/relationships/oleObject" Target="../embeddings/oleObject113.bin"/><Relationship Id="rId9" Type="http://schemas.openxmlformats.org/officeDocument/2006/relationships/image" Target="../media/image98.wmf"/></Relationships>
</file>

<file path=ppt/slides/_rels/slide36.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tags" Target="../tags/tag27.xml"/><Relationship Id="rId18" Type="http://schemas.openxmlformats.org/officeDocument/2006/relationships/image" Target="../media/image101.wmf"/><Relationship Id="rId3" Type="http://schemas.openxmlformats.org/officeDocument/2006/relationships/tags" Target="../tags/tag17.xml"/><Relationship Id="rId21" Type="http://schemas.openxmlformats.org/officeDocument/2006/relationships/oleObject" Target="../embeddings/oleObject120.bin"/><Relationship Id="rId7" Type="http://schemas.openxmlformats.org/officeDocument/2006/relationships/tags" Target="../tags/tag21.xml"/><Relationship Id="rId12" Type="http://schemas.openxmlformats.org/officeDocument/2006/relationships/tags" Target="../tags/tag26.xml"/><Relationship Id="rId17" Type="http://schemas.openxmlformats.org/officeDocument/2006/relationships/oleObject" Target="../embeddings/oleObject118.bin"/><Relationship Id="rId2" Type="http://schemas.openxmlformats.org/officeDocument/2006/relationships/tags" Target="../tags/tag16.xml"/><Relationship Id="rId16" Type="http://schemas.openxmlformats.org/officeDocument/2006/relationships/image" Target="../media/image100.wmf"/><Relationship Id="rId20" Type="http://schemas.openxmlformats.org/officeDocument/2006/relationships/image" Target="../media/image102.wmf"/><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24" Type="http://schemas.openxmlformats.org/officeDocument/2006/relationships/image" Target="../media/image104.wmf"/><Relationship Id="rId5" Type="http://schemas.openxmlformats.org/officeDocument/2006/relationships/tags" Target="../tags/tag19.xml"/><Relationship Id="rId15" Type="http://schemas.openxmlformats.org/officeDocument/2006/relationships/oleObject" Target="../embeddings/oleObject117.bin"/><Relationship Id="rId23" Type="http://schemas.openxmlformats.org/officeDocument/2006/relationships/oleObject" Target="../embeddings/oleObject121.bin"/><Relationship Id="rId10" Type="http://schemas.openxmlformats.org/officeDocument/2006/relationships/tags" Target="../tags/tag24.xml"/><Relationship Id="rId19" Type="http://schemas.openxmlformats.org/officeDocument/2006/relationships/oleObject" Target="../embeddings/oleObject119.bin"/><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slideLayout" Target="../slideLayouts/slideLayout7.xml"/><Relationship Id="rId22" Type="http://schemas.openxmlformats.org/officeDocument/2006/relationships/image" Target="../media/image103.w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25.bin"/><Relationship Id="rId13" Type="http://schemas.openxmlformats.org/officeDocument/2006/relationships/image" Target="../media/image110.wmf"/><Relationship Id="rId18" Type="http://schemas.openxmlformats.org/officeDocument/2006/relationships/oleObject" Target="../embeddings/oleObject130.bin"/><Relationship Id="rId3" Type="http://schemas.openxmlformats.org/officeDocument/2006/relationships/image" Target="../media/image105.wmf"/><Relationship Id="rId21" Type="http://schemas.openxmlformats.org/officeDocument/2006/relationships/image" Target="../media/image114.wmf"/><Relationship Id="rId7" Type="http://schemas.openxmlformats.org/officeDocument/2006/relationships/image" Target="../media/image107.wmf"/><Relationship Id="rId12" Type="http://schemas.openxmlformats.org/officeDocument/2006/relationships/oleObject" Target="../embeddings/oleObject127.bin"/><Relationship Id="rId17" Type="http://schemas.openxmlformats.org/officeDocument/2006/relationships/image" Target="../media/image112.wmf"/><Relationship Id="rId25" Type="http://schemas.openxmlformats.org/officeDocument/2006/relationships/image" Target="../media/image116.wmf"/><Relationship Id="rId2" Type="http://schemas.openxmlformats.org/officeDocument/2006/relationships/oleObject" Target="../embeddings/oleObject122.bin"/><Relationship Id="rId16" Type="http://schemas.openxmlformats.org/officeDocument/2006/relationships/oleObject" Target="../embeddings/oleObject129.bin"/><Relationship Id="rId20" Type="http://schemas.openxmlformats.org/officeDocument/2006/relationships/oleObject" Target="../embeddings/oleObject131.bin"/><Relationship Id="rId1" Type="http://schemas.openxmlformats.org/officeDocument/2006/relationships/slideLayout" Target="../slideLayouts/slideLayout7.xml"/><Relationship Id="rId6" Type="http://schemas.openxmlformats.org/officeDocument/2006/relationships/oleObject" Target="../embeddings/oleObject124.bin"/><Relationship Id="rId11" Type="http://schemas.openxmlformats.org/officeDocument/2006/relationships/image" Target="../media/image109.wmf"/><Relationship Id="rId24" Type="http://schemas.openxmlformats.org/officeDocument/2006/relationships/oleObject" Target="../embeddings/oleObject133.bin"/><Relationship Id="rId5" Type="http://schemas.openxmlformats.org/officeDocument/2006/relationships/image" Target="../media/image106.wmf"/><Relationship Id="rId15" Type="http://schemas.openxmlformats.org/officeDocument/2006/relationships/image" Target="../media/image111.wmf"/><Relationship Id="rId23" Type="http://schemas.openxmlformats.org/officeDocument/2006/relationships/image" Target="../media/image115.wmf"/><Relationship Id="rId10" Type="http://schemas.openxmlformats.org/officeDocument/2006/relationships/oleObject" Target="../embeddings/oleObject126.bin"/><Relationship Id="rId19" Type="http://schemas.openxmlformats.org/officeDocument/2006/relationships/image" Target="../media/image113.wmf"/><Relationship Id="rId4" Type="http://schemas.openxmlformats.org/officeDocument/2006/relationships/oleObject" Target="../embeddings/oleObject123.bin"/><Relationship Id="rId9" Type="http://schemas.openxmlformats.org/officeDocument/2006/relationships/image" Target="../media/image108.wmf"/><Relationship Id="rId14" Type="http://schemas.openxmlformats.org/officeDocument/2006/relationships/oleObject" Target="../embeddings/oleObject128.bin"/><Relationship Id="rId22" Type="http://schemas.openxmlformats.org/officeDocument/2006/relationships/oleObject" Target="../embeddings/oleObject132.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37.bin"/><Relationship Id="rId13" Type="http://schemas.openxmlformats.org/officeDocument/2006/relationships/image" Target="../media/image122.wmf"/><Relationship Id="rId3" Type="http://schemas.openxmlformats.org/officeDocument/2006/relationships/image" Target="../media/image117.wmf"/><Relationship Id="rId7" Type="http://schemas.openxmlformats.org/officeDocument/2006/relationships/image" Target="../media/image119.wmf"/><Relationship Id="rId12" Type="http://schemas.openxmlformats.org/officeDocument/2006/relationships/oleObject" Target="../embeddings/oleObject139.bin"/><Relationship Id="rId17" Type="http://schemas.openxmlformats.org/officeDocument/2006/relationships/image" Target="../media/image124.wmf"/><Relationship Id="rId2" Type="http://schemas.openxmlformats.org/officeDocument/2006/relationships/oleObject" Target="../embeddings/oleObject134.bin"/><Relationship Id="rId16" Type="http://schemas.openxmlformats.org/officeDocument/2006/relationships/oleObject" Target="../embeddings/oleObject141.bin"/><Relationship Id="rId1" Type="http://schemas.openxmlformats.org/officeDocument/2006/relationships/slideLayout" Target="../slideLayouts/slideLayout7.xml"/><Relationship Id="rId6" Type="http://schemas.openxmlformats.org/officeDocument/2006/relationships/oleObject" Target="../embeddings/oleObject136.bin"/><Relationship Id="rId11" Type="http://schemas.openxmlformats.org/officeDocument/2006/relationships/image" Target="../media/image121.wmf"/><Relationship Id="rId5" Type="http://schemas.openxmlformats.org/officeDocument/2006/relationships/image" Target="../media/image118.wmf"/><Relationship Id="rId15" Type="http://schemas.openxmlformats.org/officeDocument/2006/relationships/image" Target="../media/image123.wmf"/><Relationship Id="rId10" Type="http://schemas.openxmlformats.org/officeDocument/2006/relationships/oleObject" Target="../embeddings/oleObject138.bin"/><Relationship Id="rId4" Type="http://schemas.openxmlformats.org/officeDocument/2006/relationships/oleObject" Target="../embeddings/oleObject135.bin"/><Relationship Id="rId9" Type="http://schemas.openxmlformats.org/officeDocument/2006/relationships/image" Target="../media/image120.wmf"/><Relationship Id="rId14" Type="http://schemas.openxmlformats.org/officeDocument/2006/relationships/oleObject" Target="../embeddings/oleObject140.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45.bin"/><Relationship Id="rId3" Type="http://schemas.openxmlformats.org/officeDocument/2006/relationships/image" Target="../media/image125.wmf"/><Relationship Id="rId7" Type="http://schemas.openxmlformats.org/officeDocument/2006/relationships/image" Target="../media/image127.wmf"/><Relationship Id="rId2" Type="http://schemas.openxmlformats.org/officeDocument/2006/relationships/oleObject" Target="../embeddings/oleObject142.bin"/><Relationship Id="rId1" Type="http://schemas.openxmlformats.org/officeDocument/2006/relationships/slideLayout" Target="../slideLayouts/slideLayout7.xml"/><Relationship Id="rId6" Type="http://schemas.openxmlformats.org/officeDocument/2006/relationships/oleObject" Target="../embeddings/oleObject144.bin"/><Relationship Id="rId5" Type="http://schemas.openxmlformats.org/officeDocument/2006/relationships/image" Target="../media/image126.wmf"/><Relationship Id="rId4" Type="http://schemas.openxmlformats.org/officeDocument/2006/relationships/oleObject" Target="../embeddings/oleObject143.bin"/><Relationship Id="rId9" Type="http://schemas.openxmlformats.org/officeDocument/2006/relationships/image" Target="../media/image128.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49.bin"/><Relationship Id="rId3" Type="http://schemas.openxmlformats.org/officeDocument/2006/relationships/image" Target="../media/image129.wmf"/><Relationship Id="rId7" Type="http://schemas.openxmlformats.org/officeDocument/2006/relationships/image" Target="../media/image131.wmf"/><Relationship Id="rId2" Type="http://schemas.openxmlformats.org/officeDocument/2006/relationships/oleObject" Target="../embeddings/oleObject146.bin"/><Relationship Id="rId1" Type="http://schemas.openxmlformats.org/officeDocument/2006/relationships/slideLayout" Target="../slideLayouts/slideLayout7.xml"/><Relationship Id="rId6" Type="http://schemas.openxmlformats.org/officeDocument/2006/relationships/oleObject" Target="../embeddings/oleObject148.bin"/><Relationship Id="rId5" Type="http://schemas.openxmlformats.org/officeDocument/2006/relationships/image" Target="../media/image130.wmf"/><Relationship Id="rId4" Type="http://schemas.openxmlformats.org/officeDocument/2006/relationships/oleObject" Target="../embeddings/oleObject147.bin"/><Relationship Id="rId9" Type="http://schemas.openxmlformats.org/officeDocument/2006/relationships/image" Target="../media/image132.wmf"/></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53.bin"/><Relationship Id="rId3" Type="http://schemas.openxmlformats.org/officeDocument/2006/relationships/image" Target="../media/image129.wmf"/><Relationship Id="rId7" Type="http://schemas.openxmlformats.org/officeDocument/2006/relationships/image" Target="../media/image131.wmf"/><Relationship Id="rId2" Type="http://schemas.openxmlformats.org/officeDocument/2006/relationships/oleObject" Target="../embeddings/oleObject150.bin"/><Relationship Id="rId1" Type="http://schemas.openxmlformats.org/officeDocument/2006/relationships/slideLayout" Target="../slideLayouts/slideLayout7.xml"/><Relationship Id="rId6" Type="http://schemas.openxmlformats.org/officeDocument/2006/relationships/oleObject" Target="../embeddings/oleObject152.bin"/><Relationship Id="rId11" Type="http://schemas.openxmlformats.org/officeDocument/2006/relationships/image" Target="../media/image133.wmf"/><Relationship Id="rId5" Type="http://schemas.openxmlformats.org/officeDocument/2006/relationships/image" Target="../media/image130.wmf"/><Relationship Id="rId10" Type="http://schemas.openxmlformats.org/officeDocument/2006/relationships/oleObject" Target="../embeddings/oleObject154.bin"/><Relationship Id="rId4" Type="http://schemas.openxmlformats.org/officeDocument/2006/relationships/oleObject" Target="../embeddings/oleObject151.bin"/><Relationship Id="rId9" Type="http://schemas.openxmlformats.org/officeDocument/2006/relationships/image" Target="../media/image132.wmf"/></Relationships>
</file>

<file path=ppt/slides/_rels/slide43.x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oleObject" Target="../embeddings/oleObject155.bin"/><Relationship Id="rId1" Type="http://schemas.openxmlformats.org/officeDocument/2006/relationships/slideLayout" Target="../slideLayouts/slideLayout1.xml"/><Relationship Id="rId5" Type="http://schemas.openxmlformats.org/officeDocument/2006/relationships/image" Target="../media/image135.wmf"/><Relationship Id="rId4" Type="http://schemas.openxmlformats.org/officeDocument/2006/relationships/oleObject" Target="../embeddings/oleObject156.bin"/></Relationships>
</file>

<file path=ppt/slides/_rels/slide44.x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oleObject" Target="../embeddings/oleObject157.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oleObject" Target="../embeddings/oleObject158.bin"/><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oleObject" Target="../embeddings/oleObject159.bin"/><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oleObject" Target="../embeddings/oleObject160.bin"/><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64.bin"/><Relationship Id="rId13" Type="http://schemas.openxmlformats.org/officeDocument/2006/relationships/image" Target="../media/image145.wmf"/><Relationship Id="rId3" Type="http://schemas.openxmlformats.org/officeDocument/2006/relationships/image" Target="../media/image140.wmf"/><Relationship Id="rId7" Type="http://schemas.openxmlformats.org/officeDocument/2006/relationships/image" Target="../media/image142.wmf"/><Relationship Id="rId12" Type="http://schemas.openxmlformats.org/officeDocument/2006/relationships/oleObject" Target="../embeddings/oleObject166.bin"/><Relationship Id="rId2" Type="http://schemas.openxmlformats.org/officeDocument/2006/relationships/oleObject" Target="../embeddings/oleObject161.bin"/><Relationship Id="rId1" Type="http://schemas.openxmlformats.org/officeDocument/2006/relationships/slideLayout" Target="../slideLayouts/slideLayout7.xml"/><Relationship Id="rId6" Type="http://schemas.openxmlformats.org/officeDocument/2006/relationships/oleObject" Target="../embeddings/oleObject163.bin"/><Relationship Id="rId11" Type="http://schemas.openxmlformats.org/officeDocument/2006/relationships/image" Target="../media/image144.wmf"/><Relationship Id="rId5" Type="http://schemas.openxmlformats.org/officeDocument/2006/relationships/image" Target="../media/image141.wmf"/><Relationship Id="rId10" Type="http://schemas.openxmlformats.org/officeDocument/2006/relationships/oleObject" Target="../embeddings/oleObject165.bin"/><Relationship Id="rId4" Type="http://schemas.openxmlformats.org/officeDocument/2006/relationships/oleObject" Target="../embeddings/oleObject162.bin"/><Relationship Id="rId9" Type="http://schemas.openxmlformats.org/officeDocument/2006/relationships/image" Target="../media/image143.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47.wmf"/><Relationship Id="rId2" Type="http://schemas.openxmlformats.org/officeDocument/2006/relationships/oleObject" Target="../embeddings/oleObject167.bin"/><Relationship Id="rId1" Type="http://schemas.openxmlformats.org/officeDocument/2006/relationships/slideLayout" Target="../slideLayouts/slideLayout7.xml"/><Relationship Id="rId5" Type="http://schemas.openxmlformats.org/officeDocument/2006/relationships/image" Target="../media/image148.wmf"/><Relationship Id="rId4" Type="http://schemas.openxmlformats.org/officeDocument/2006/relationships/oleObject" Target="../embeddings/oleObject168.bin"/></Relationships>
</file>

<file path=ppt/slides/_rels/slide55.x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oleObject" Target="../embeddings/oleObject169.bin"/><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50.wmf"/><Relationship Id="rId2" Type="http://schemas.openxmlformats.org/officeDocument/2006/relationships/oleObject" Target="../embeddings/oleObject170.bin"/><Relationship Id="rId1" Type="http://schemas.openxmlformats.org/officeDocument/2006/relationships/slideLayout" Target="../slideLayouts/slideLayout7.xml"/><Relationship Id="rId5" Type="http://schemas.openxmlformats.org/officeDocument/2006/relationships/image" Target="../media/image151.wmf"/><Relationship Id="rId4" Type="http://schemas.openxmlformats.org/officeDocument/2006/relationships/oleObject" Target="../embeddings/oleObject171.bin"/></Relationships>
</file>

<file path=ppt/slides/_rels/slide58.x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oleObject" Target="../embeddings/oleObject172.bin"/><Relationship Id="rId1" Type="http://schemas.openxmlformats.org/officeDocument/2006/relationships/slideLayout" Target="../slideLayouts/slideLayout7.xml"/><Relationship Id="rId5" Type="http://schemas.openxmlformats.org/officeDocument/2006/relationships/image" Target="../media/image153.wmf"/><Relationship Id="rId4" Type="http://schemas.openxmlformats.org/officeDocument/2006/relationships/oleObject" Target="../embeddings/oleObject173.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oleObject" Target="../embeddings/oleObject174.bin"/><Relationship Id="rId1" Type="http://schemas.openxmlformats.org/officeDocument/2006/relationships/slideLayout" Target="../slideLayouts/slideLayout7.xml"/><Relationship Id="rId5" Type="http://schemas.openxmlformats.org/officeDocument/2006/relationships/image" Target="../media/image155.wmf"/><Relationship Id="rId4" Type="http://schemas.openxmlformats.org/officeDocument/2006/relationships/oleObject" Target="../embeddings/oleObject175.bin"/></Relationships>
</file>

<file path=ppt/slides/_rels/slide61.xml.rels><?xml version="1.0" encoding="UTF-8" standalone="yes"?>
<Relationships xmlns="http://schemas.openxmlformats.org/package/2006/relationships"><Relationship Id="rId3" Type="http://schemas.openxmlformats.org/officeDocument/2006/relationships/image" Target="../media/image156.wmf"/><Relationship Id="rId2" Type="http://schemas.openxmlformats.org/officeDocument/2006/relationships/oleObject" Target="../embeddings/oleObject176.bin"/><Relationship Id="rId1" Type="http://schemas.openxmlformats.org/officeDocument/2006/relationships/slideLayout" Target="../slideLayouts/slideLayout7.xml"/><Relationship Id="rId5" Type="http://schemas.openxmlformats.org/officeDocument/2006/relationships/image" Target="../media/image157.wmf"/><Relationship Id="rId4" Type="http://schemas.openxmlformats.org/officeDocument/2006/relationships/oleObject" Target="../embeddings/oleObject177.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81.bin"/><Relationship Id="rId13" Type="http://schemas.openxmlformats.org/officeDocument/2006/relationships/image" Target="../media/image163.emf"/><Relationship Id="rId3" Type="http://schemas.openxmlformats.org/officeDocument/2006/relationships/image" Target="../media/image158.emf"/><Relationship Id="rId7" Type="http://schemas.openxmlformats.org/officeDocument/2006/relationships/image" Target="../media/image160.wmf"/><Relationship Id="rId12" Type="http://schemas.openxmlformats.org/officeDocument/2006/relationships/oleObject" Target="../embeddings/oleObject183.bin"/><Relationship Id="rId2" Type="http://schemas.openxmlformats.org/officeDocument/2006/relationships/oleObject" Target="../embeddings/oleObject178.bin"/><Relationship Id="rId1" Type="http://schemas.openxmlformats.org/officeDocument/2006/relationships/slideLayout" Target="../slideLayouts/slideLayout1.xml"/><Relationship Id="rId6" Type="http://schemas.openxmlformats.org/officeDocument/2006/relationships/oleObject" Target="../embeddings/oleObject180.bin"/><Relationship Id="rId11" Type="http://schemas.openxmlformats.org/officeDocument/2006/relationships/image" Target="../media/image162.wmf"/><Relationship Id="rId5" Type="http://schemas.openxmlformats.org/officeDocument/2006/relationships/image" Target="../media/image159.emf"/><Relationship Id="rId10" Type="http://schemas.openxmlformats.org/officeDocument/2006/relationships/oleObject" Target="../embeddings/oleObject182.bin"/><Relationship Id="rId4" Type="http://schemas.openxmlformats.org/officeDocument/2006/relationships/oleObject" Target="../embeddings/oleObject179.bin"/><Relationship Id="rId9" Type="http://schemas.openxmlformats.org/officeDocument/2006/relationships/image" Target="../media/image161.wmf"/></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184.bin"/><Relationship Id="rId13" Type="http://schemas.openxmlformats.org/officeDocument/2006/relationships/image" Target="../media/image166.wmf"/><Relationship Id="rId18" Type="http://schemas.openxmlformats.org/officeDocument/2006/relationships/oleObject" Target="../embeddings/oleObject189.bin"/><Relationship Id="rId3" Type="http://schemas.openxmlformats.org/officeDocument/2006/relationships/tags" Target="../tags/tag30.xml"/><Relationship Id="rId7" Type="http://schemas.openxmlformats.org/officeDocument/2006/relationships/slideLayout" Target="../slideLayouts/slideLayout7.xml"/><Relationship Id="rId12" Type="http://schemas.openxmlformats.org/officeDocument/2006/relationships/oleObject" Target="../embeddings/oleObject186.bin"/><Relationship Id="rId17" Type="http://schemas.openxmlformats.org/officeDocument/2006/relationships/image" Target="../media/image168.wmf"/><Relationship Id="rId2" Type="http://schemas.openxmlformats.org/officeDocument/2006/relationships/tags" Target="../tags/tag29.xml"/><Relationship Id="rId16" Type="http://schemas.openxmlformats.org/officeDocument/2006/relationships/oleObject" Target="../embeddings/oleObject188.bin"/><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image" Target="../media/image165.wmf"/><Relationship Id="rId5" Type="http://schemas.openxmlformats.org/officeDocument/2006/relationships/tags" Target="../tags/tag32.xml"/><Relationship Id="rId15" Type="http://schemas.openxmlformats.org/officeDocument/2006/relationships/image" Target="../media/image167.wmf"/><Relationship Id="rId10" Type="http://schemas.openxmlformats.org/officeDocument/2006/relationships/oleObject" Target="../embeddings/oleObject185.bin"/><Relationship Id="rId19" Type="http://schemas.openxmlformats.org/officeDocument/2006/relationships/image" Target="../media/image169.wmf"/><Relationship Id="rId4" Type="http://schemas.openxmlformats.org/officeDocument/2006/relationships/tags" Target="../tags/tag31.xml"/><Relationship Id="rId9" Type="http://schemas.openxmlformats.org/officeDocument/2006/relationships/image" Target="../media/image164.wmf"/><Relationship Id="rId14" Type="http://schemas.openxmlformats.org/officeDocument/2006/relationships/oleObject" Target="../embeddings/oleObject187.bin"/></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193.bin"/><Relationship Id="rId13" Type="http://schemas.openxmlformats.org/officeDocument/2006/relationships/image" Target="../media/image175.wmf"/><Relationship Id="rId3" Type="http://schemas.openxmlformats.org/officeDocument/2006/relationships/image" Target="../media/image170.wmf"/><Relationship Id="rId7" Type="http://schemas.openxmlformats.org/officeDocument/2006/relationships/image" Target="../media/image172.wmf"/><Relationship Id="rId12" Type="http://schemas.openxmlformats.org/officeDocument/2006/relationships/oleObject" Target="../embeddings/oleObject195.bin"/><Relationship Id="rId2" Type="http://schemas.openxmlformats.org/officeDocument/2006/relationships/oleObject" Target="../embeddings/oleObject190.bin"/><Relationship Id="rId1" Type="http://schemas.openxmlformats.org/officeDocument/2006/relationships/slideLayout" Target="../slideLayouts/slideLayout7.xml"/><Relationship Id="rId6" Type="http://schemas.openxmlformats.org/officeDocument/2006/relationships/oleObject" Target="../embeddings/oleObject192.bin"/><Relationship Id="rId11" Type="http://schemas.openxmlformats.org/officeDocument/2006/relationships/image" Target="../media/image174.wmf"/><Relationship Id="rId5" Type="http://schemas.openxmlformats.org/officeDocument/2006/relationships/image" Target="../media/image171.wmf"/><Relationship Id="rId15" Type="http://schemas.openxmlformats.org/officeDocument/2006/relationships/image" Target="../media/image176.wmf"/><Relationship Id="rId10" Type="http://schemas.openxmlformats.org/officeDocument/2006/relationships/oleObject" Target="../embeddings/oleObject194.bin"/><Relationship Id="rId4" Type="http://schemas.openxmlformats.org/officeDocument/2006/relationships/oleObject" Target="../embeddings/oleObject191.bin"/><Relationship Id="rId9" Type="http://schemas.openxmlformats.org/officeDocument/2006/relationships/image" Target="../media/image173.wmf"/><Relationship Id="rId14" Type="http://schemas.openxmlformats.org/officeDocument/2006/relationships/oleObject" Target="../embeddings/oleObject196.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200.bin"/><Relationship Id="rId13" Type="http://schemas.openxmlformats.org/officeDocument/2006/relationships/image" Target="../media/image181.wmf"/><Relationship Id="rId18" Type="http://schemas.openxmlformats.org/officeDocument/2006/relationships/oleObject" Target="../embeddings/oleObject205.bin"/><Relationship Id="rId3" Type="http://schemas.openxmlformats.org/officeDocument/2006/relationships/image" Target="../media/image177.wmf"/><Relationship Id="rId21" Type="http://schemas.openxmlformats.org/officeDocument/2006/relationships/image" Target="../media/image176.wmf"/><Relationship Id="rId7" Type="http://schemas.openxmlformats.org/officeDocument/2006/relationships/image" Target="../media/image179.wmf"/><Relationship Id="rId12" Type="http://schemas.openxmlformats.org/officeDocument/2006/relationships/oleObject" Target="../embeddings/oleObject202.bin"/><Relationship Id="rId17" Type="http://schemas.openxmlformats.org/officeDocument/2006/relationships/image" Target="../media/image183.wmf"/><Relationship Id="rId2" Type="http://schemas.openxmlformats.org/officeDocument/2006/relationships/oleObject" Target="../embeddings/oleObject197.bin"/><Relationship Id="rId16" Type="http://schemas.openxmlformats.org/officeDocument/2006/relationships/oleObject" Target="../embeddings/oleObject204.bin"/><Relationship Id="rId20" Type="http://schemas.openxmlformats.org/officeDocument/2006/relationships/oleObject" Target="../embeddings/oleObject207.bin"/><Relationship Id="rId1" Type="http://schemas.openxmlformats.org/officeDocument/2006/relationships/slideLayout" Target="../slideLayouts/slideLayout7.xml"/><Relationship Id="rId6" Type="http://schemas.openxmlformats.org/officeDocument/2006/relationships/oleObject" Target="../embeddings/oleObject199.bin"/><Relationship Id="rId11" Type="http://schemas.openxmlformats.org/officeDocument/2006/relationships/image" Target="../media/image172.wmf"/><Relationship Id="rId5" Type="http://schemas.openxmlformats.org/officeDocument/2006/relationships/image" Target="../media/image178.wmf"/><Relationship Id="rId15" Type="http://schemas.openxmlformats.org/officeDocument/2006/relationships/image" Target="../media/image182.wmf"/><Relationship Id="rId10" Type="http://schemas.openxmlformats.org/officeDocument/2006/relationships/oleObject" Target="../embeddings/oleObject201.bin"/><Relationship Id="rId19" Type="http://schemas.openxmlformats.org/officeDocument/2006/relationships/oleObject" Target="../embeddings/oleObject206.bin"/><Relationship Id="rId4" Type="http://schemas.openxmlformats.org/officeDocument/2006/relationships/oleObject" Target="../embeddings/oleObject198.bin"/><Relationship Id="rId9" Type="http://schemas.openxmlformats.org/officeDocument/2006/relationships/image" Target="../media/image180.wmf"/><Relationship Id="rId14" Type="http://schemas.openxmlformats.org/officeDocument/2006/relationships/oleObject" Target="../embeddings/oleObject203.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211.bin"/><Relationship Id="rId3" Type="http://schemas.openxmlformats.org/officeDocument/2006/relationships/image" Target="../media/image184.wmf"/><Relationship Id="rId7" Type="http://schemas.openxmlformats.org/officeDocument/2006/relationships/image" Target="../media/image186.wmf"/><Relationship Id="rId2" Type="http://schemas.openxmlformats.org/officeDocument/2006/relationships/oleObject" Target="../embeddings/oleObject208.bin"/><Relationship Id="rId1" Type="http://schemas.openxmlformats.org/officeDocument/2006/relationships/slideLayout" Target="../slideLayouts/slideLayout7.xml"/><Relationship Id="rId6" Type="http://schemas.openxmlformats.org/officeDocument/2006/relationships/oleObject" Target="../embeddings/oleObject210.bin"/><Relationship Id="rId11" Type="http://schemas.openxmlformats.org/officeDocument/2006/relationships/image" Target="../media/image188.wmf"/><Relationship Id="rId5" Type="http://schemas.openxmlformats.org/officeDocument/2006/relationships/image" Target="../media/image185.wmf"/><Relationship Id="rId10" Type="http://schemas.openxmlformats.org/officeDocument/2006/relationships/oleObject" Target="../embeddings/oleObject212.bin"/><Relationship Id="rId4" Type="http://schemas.openxmlformats.org/officeDocument/2006/relationships/oleObject" Target="../embeddings/oleObject209.bin"/><Relationship Id="rId9" Type="http://schemas.openxmlformats.org/officeDocument/2006/relationships/image" Target="../media/image187.wmf"/></Relationships>
</file>

<file path=ppt/slides/_rels/slide68.xml.rels><?xml version="1.0" encoding="UTF-8" standalone="yes"?>
<Relationships xmlns="http://schemas.openxmlformats.org/package/2006/relationships"><Relationship Id="rId3" Type="http://schemas.openxmlformats.org/officeDocument/2006/relationships/image" Target="../media/image189.wmf"/><Relationship Id="rId2" Type="http://schemas.openxmlformats.org/officeDocument/2006/relationships/oleObject" Target="../embeddings/oleObject213.bin"/><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90.wmf"/><Relationship Id="rId2" Type="http://schemas.openxmlformats.org/officeDocument/2006/relationships/oleObject" Target="../embeddings/oleObject214.bin"/><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91.wmf"/><Relationship Id="rId2" Type="http://schemas.openxmlformats.org/officeDocument/2006/relationships/oleObject" Target="../embeddings/oleObject215.bin"/><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93.GIF"/><Relationship Id="rId2" Type="http://schemas.openxmlformats.org/officeDocument/2006/relationships/image" Target="../media/image192.GIF"/><Relationship Id="rId1" Type="http://schemas.openxmlformats.org/officeDocument/2006/relationships/slideLayout" Target="../slideLayouts/slideLayout7.xml"/><Relationship Id="rId5" Type="http://schemas.openxmlformats.org/officeDocument/2006/relationships/image" Target="../media/image194.wmf"/><Relationship Id="rId4" Type="http://schemas.openxmlformats.org/officeDocument/2006/relationships/oleObject" Target="../embeddings/oleObject216.bin"/></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220.bin"/><Relationship Id="rId3" Type="http://schemas.openxmlformats.org/officeDocument/2006/relationships/image" Target="../media/image195.wmf"/><Relationship Id="rId7" Type="http://schemas.openxmlformats.org/officeDocument/2006/relationships/image" Target="../media/image197.wmf"/><Relationship Id="rId2" Type="http://schemas.openxmlformats.org/officeDocument/2006/relationships/oleObject" Target="../embeddings/oleObject217.bin"/><Relationship Id="rId1" Type="http://schemas.openxmlformats.org/officeDocument/2006/relationships/slideLayout" Target="../slideLayouts/slideLayout2.xml"/><Relationship Id="rId6" Type="http://schemas.openxmlformats.org/officeDocument/2006/relationships/oleObject" Target="../embeddings/oleObject219.bin"/><Relationship Id="rId5" Type="http://schemas.openxmlformats.org/officeDocument/2006/relationships/image" Target="../media/image196.wmf"/><Relationship Id="rId4" Type="http://schemas.openxmlformats.org/officeDocument/2006/relationships/oleObject" Target="../embeddings/oleObject218.bin"/><Relationship Id="rId9" Type="http://schemas.openxmlformats.org/officeDocument/2006/relationships/image" Target="../media/image198.w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99.wmf"/><Relationship Id="rId2" Type="http://schemas.openxmlformats.org/officeDocument/2006/relationships/oleObject" Target="../embeddings/oleObject221.bin"/><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200.emf"/><Relationship Id="rId2" Type="http://schemas.openxmlformats.org/officeDocument/2006/relationships/oleObject" Target="../embeddings/oleObject222.bin"/><Relationship Id="rId1" Type="http://schemas.openxmlformats.org/officeDocument/2006/relationships/slideLayout" Target="../slideLayouts/slideLayout1.xml"/><Relationship Id="rId5" Type="http://schemas.openxmlformats.org/officeDocument/2006/relationships/image" Target="../media/image201.emf"/><Relationship Id="rId4" Type="http://schemas.openxmlformats.org/officeDocument/2006/relationships/oleObject" Target="../embeddings/oleObject223.bin"/></Relationships>
</file>

<file path=ppt/slides/_rels/slide79.xml.rels><?xml version="1.0" encoding="UTF-8" standalone="yes"?>
<Relationships xmlns="http://schemas.openxmlformats.org/package/2006/relationships"><Relationship Id="rId3" Type="http://schemas.openxmlformats.org/officeDocument/2006/relationships/image" Target="../media/image202.emf"/><Relationship Id="rId2" Type="http://schemas.openxmlformats.org/officeDocument/2006/relationships/oleObject" Target="../embeddings/oleObject224.bin"/><Relationship Id="rId1" Type="http://schemas.openxmlformats.org/officeDocument/2006/relationships/slideLayout" Target="../slideLayouts/slideLayout1.xml"/><Relationship Id="rId5" Type="http://schemas.openxmlformats.org/officeDocument/2006/relationships/image" Target="../media/image203.emf"/><Relationship Id="rId4" Type="http://schemas.openxmlformats.org/officeDocument/2006/relationships/oleObject" Target="../embeddings/oleObject225.bin"/></Relationships>
</file>

<file path=ppt/slides/_rels/slide80.xml.rels><?xml version="1.0" encoding="UTF-8" standalone="yes"?>
<Relationships xmlns="http://schemas.openxmlformats.org/package/2006/relationships"><Relationship Id="rId3" Type="http://schemas.openxmlformats.org/officeDocument/2006/relationships/image" Target="../media/image204.emf"/><Relationship Id="rId7" Type="http://schemas.openxmlformats.org/officeDocument/2006/relationships/image" Target="../media/image206.emf"/><Relationship Id="rId2" Type="http://schemas.openxmlformats.org/officeDocument/2006/relationships/oleObject" Target="../embeddings/oleObject226.bin"/><Relationship Id="rId1" Type="http://schemas.openxmlformats.org/officeDocument/2006/relationships/slideLayout" Target="../slideLayouts/slideLayout1.xml"/><Relationship Id="rId6" Type="http://schemas.openxmlformats.org/officeDocument/2006/relationships/oleObject" Target="../embeddings/oleObject228.bin"/><Relationship Id="rId5" Type="http://schemas.openxmlformats.org/officeDocument/2006/relationships/image" Target="../media/image205.emf"/><Relationship Id="rId4" Type="http://schemas.openxmlformats.org/officeDocument/2006/relationships/oleObject" Target="../embeddings/oleObject227.bin"/></Relationships>
</file>

<file path=ppt/slides/_rels/slide81.xml.rels><?xml version="1.0" encoding="UTF-8" standalone="yes"?>
<Relationships xmlns="http://schemas.openxmlformats.org/package/2006/relationships"><Relationship Id="rId3" Type="http://schemas.openxmlformats.org/officeDocument/2006/relationships/image" Target="../media/image207.wmf"/><Relationship Id="rId2" Type="http://schemas.openxmlformats.org/officeDocument/2006/relationships/oleObject" Target="../embeddings/oleObject229.bin"/><Relationship Id="rId1" Type="http://schemas.openxmlformats.org/officeDocument/2006/relationships/slideLayout" Target="../slideLayouts/slideLayout7.xml"/><Relationship Id="rId5" Type="http://schemas.openxmlformats.org/officeDocument/2006/relationships/image" Target="../media/image208.wmf"/><Relationship Id="rId4" Type="http://schemas.openxmlformats.org/officeDocument/2006/relationships/oleObject" Target="../embeddings/oleObject230.bin"/></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234.bin"/><Relationship Id="rId3" Type="http://schemas.openxmlformats.org/officeDocument/2006/relationships/image" Target="../media/image209.wmf"/><Relationship Id="rId7" Type="http://schemas.openxmlformats.org/officeDocument/2006/relationships/image" Target="../media/image211.wmf"/><Relationship Id="rId2" Type="http://schemas.openxmlformats.org/officeDocument/2006/relationships/oleObject" Target="../embeddings/oleObject231.bin"/><Relationship Id="rId1" Type="http://schemas.openxmlformats.org/officeDocument/2006/relationships/slideLayout" Target="../slideLayouts/slideLayout7.xml"/><Relationship Id="rId6" Type="http://schemas.openxmlformats.org/officeDocument/2006/relationships/oleObject" Target="../embeddings/oleObject233.bin"/><Relationship Id="rId11" Type="http://schemas.openxmlformats.org/officeDocument/2006/relationships/image" Target="../media/image213.wmf"/><Relationship Id="rId5" Type="http://schemas.openxmlformats.org/officeDocument/2006/relationships/image" Target="../media/image210.wmf"/><Relationship Id="rId10" Type="http://schemas.openxmlformats.org/officeDocument/2006/relationships/oleObject" Target="../embeddings/oleObject235.bin"/><Relationship Id="rId4" Type="http://schemas.openxmlformats.org/officeDocument/2006/relationships/oleObject" Target="../embeddings/oleObject232.bin"/><Relationship Id="rId9" Type="http://schemas.openxmlformats.org/officeDocument/2006/relationships/image" Target="../media/image212.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8" Type="http://schemas.openxmlformats.org/officeDocument/2006/relationships/oleObject" Target="../embeddings/oleObject239.bin"/><Relationship Id="rId13" Type="http://schemas.openxmlformats.org/officeDocument/2006/relationships/oleObject" Target="../embeddings/oleObject242.bin"/><Relationship Id="rId3" Type="http://schemas.openxmlformats.org/officeDocument/2006/relationships/image" Target="../media/image214.wmf"/><Relationship Id="rId7" Type="http://schemas.openxmlformats.org/officeDocument/2006/relationships/image" Target="../media/image216.wmf"/><Relationship Id="rId12" Type="http://schemas.openxmlformats.org/officeDocument/2006/relationships/image" Target="../media/image218.wmf"/><Relationship Id="rId2" Type="http://schemas.openxmlformats.org/officeDocument/2006/relationships/oleObject" Target="../embeddings/oleObject236.bin"/><Relationship Id="rId16" Type="http://schemas.openxmlformats.org/officeDocument/2006/relationships/image" Target="../media/image220.wmf"/><Relationship Id="rId1" Type="http://schemas.openxmlformats.org/officeDocument/2006/relationships/slideLayout" Target="../slideLayouts/slideLayout7.xml"/><Relationship Id="rId6" Type="http://schemas.openxmlformats.org/officeDocument/2006/relationships/oleObject" Target="../embeddings/oleObject238.bin"/><Relationship Id="rId11" Type="http://schemas.openxmlformats.org/officeDocument/2006/relationships/oleObject" Target="../embeddings/oleObject241.bin"/><Relationship Id="rId5" Type="http://schemas.openxmlformats.org/officeDocument/2006/relationships/image" Target="../media/image215.wmf"/><Relationship Id="rId15" Type="http://schemas.openxmlformats.org/officeDocument/2006/relationships/oleObject" Target="../embeddings/oleObject243.bin"/><Relationship Id="rId10" Type="http://schemas.openxmlformats.org/officeDocument/2006/relationships/oleObject" Target="../embeddings/oleObject240.bin"/><Relationship Id="rId4" Type="http://schemas.openxmlformats.org/officeDocument/2006/relationships/oleObject" Target="../embeddings/oleObject237.bin"/><Relationship Id="rId9" Type="http://schemas.openxmlformats.org/officeDocument/2006/relationships/image" Target="../media/image217.wmf"/><Relationship Id="rId14" Type="http://schemas.openxmlformats.org/officeDocument/2006/relationships/image" Target="../media/image219.wmf"/></Relationships>
</file>

<file path=ppt/slides/_rels/slide86.xml.rels><?xml version="1.0" encoding="UTF-8" standalone="yes"?>
<Relationships xmlns="http://schemas.openxmlformats.org/package/2006/relationships"><Relationship Id="rId3" Type="http://schemas.openxmlformats.org/officeDocument/2006/relationships/image" Target="../media/image221.wmf"/><Relationship Id="rId2" Type="http://schemas.openxmlformats.org/officeDocument/2006/relationships/oleObject" Target="../embeddings/oleObject244.bin"/><Relationship Id="rId1" Type="http://schemas.openxmlformats.org/officeDocument/2006/relationships/slideLayout" Target="../slideLayouts/slideLayout7.xml"/><Relationship Id="rId5" Type="http://schemas.openxmlformats.org/officeDocument/2006/relationships/image" Target="../media/image222.wmf"/><Relationship Id="rId4" Type="http://schemas.openxmlformats.org/officeDocument/2006/relationships/oleObject" Target="../embeddings/oleObject245.bin"/></Relationships>
</file>

<file path=ppt/slides/_rels/slide87.xml.rels><?xml version="1.0" encoding="UTF-8" standalone="yes"?>
<Relationships xmlns="http://schemas.openxmlformats.org/package/2006/relationships"><Relationship Id="rId3" Type="http://schemas.openxmlformats.org/officeDocument/2006/relationships/image" Target="../media/image223.wmf"/><Relationship Id="rId2" Type="http://schemas.openxmlformats.org/officeDocument/2006/relationships/oleObject" Target="../embeddings/oleObject246.bin"/><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8" Type="http://schemas.openxmlformats.org/officeDocument/2006/relationships/oleObject" Target="../embeddings/oleObject250.bin"/><Relationship Id="rId13" Type="http://schemas.openxmlformats.org/officeDocument/2006/relationships/image" Target="../media/image229.emf"/><Relationship Id="rId3" Type="http://schemas.openxmlformats.org/officeDocument/2006/relationships/image" Target="../media/image224.wmf"/><Relationship Id="rId7" Type="http://schemas.openxmlformats.org/officeDocument/2006/relationships/image" Target="../media/image226.emf"/><Relationship Id="rId12" Type="http://schemas.openxmlformats.org/officeDocument/2006/relationships/oleObject" Target="../embeddings/oleObject252.bin"/><Relationship Id="rId2" Type="http://schemas.openxmlformats.org/officeDocument/2006/relationships/oleObject" Target="../embeddings/oleObject247.bin"/><Relationship Id="rId1" Type="http://schemas.openxmlformats.org/officeDocument/2006/relationships/slideLayout" Target="../slideLayouts/slideLayout1.xml"/><Relationship Id="rId6" Type="http://schemas.openxmlformats.org/officeDocument/2006/relationships/oleObject" Target="../embeddings/oleObject249.bin"/><Relationship Id="rId11" Type="http://schemas.openxmlformats.org/officeDocument/2006/relationships/image" Target="../media/image228.emf"/><Relationship Id="rId5" Type="http://schemas.openxmlformats.org/officeDocument/2006/relationships/image" Target="../media/image225.emf"/><Relationship Id="rId15" Type="http://schemas.openxmlformats.org/officeDocument/2006/relationships/image" Target="../media/image230.emf"/><Relationship Id="rId10" Type="http://schemas.openxmlformats.org/officeDocument/2006/relationships/oleObject" Target="../embeddings/oleObject251.bin"/><Relationship Id="rId4" Type="http://schemas.openxmlformats.org/officeDocument/2006/relationships/oleObject" Target="../embeddings/oleObject248.bin"/><Relationship Id="rId9" Type="http://schemas.openxmlformats.org/officeDocument/2006/relationships/image" Target="../media/image227.emf"/><Relationship Id="rId14" Type="http://schemas.openxmlformats.org/officeDocument/2006/relationships/oleObject" Target="../embeddings/oleObject253.bin"/></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257.bin"/><Relationship Id="rId3" Type="http://schemas.openxmlformats.org/officeDocument/2006/relationships/image" Target="../media/image231.emf"/><Relationship Id="rId7" Type="http://schemas.openxmlformats.org/officeDocument/2006/relationships/image" Target="../media/image233.emf"/><Relationship Id="rId2" Type="http://schemas.openxmlformats.org/officeDocument/2006/relationships/oleObject" Target="../embeddings/oleObject254.bin"/><Relationship Id="rId1" Type="http://schemas.openxmlformats.org/officeDocument/2006/relationships/slideLayout" Target="../slideLayouts/slideLayout1.xml"/><Relationship Id="rId6" Type="http://schemas.openxmlformats.org/officeDocument/2006/relationships/oleObject" Target="../embeddings/oleObject256.bin"/><Relationship Id="rId5" Type="http://schemas.openxmlformats.org/officeDocument/2006/relationships/image" Target="../media/image232.emf"/><Relationship Id="rId4" Type="http://schemas.openxmlformats.org/officeDocument/2006/relationships/oleObject" Target="../embeddings/oleObject255.bin"/><Relationship Id="rId9" Type="http://schemas.openxmlformats.org/officeDocument/2006/relationships/image" Target="../media/image234.emf"/></Relationships>
</file>

<file path=ppt/slides/_rels/slide90.xml.rels><?xml version="1.0" encoding="UTF-8" standalone="yes"?>
<Relationships xmlns="http://schemas.openxmlformats.org/package/2006/relationships"><Relationship Id="rId3" Type="http://schemas.openxmlformats.org/officeDocument/2006/relationships/image" Target="../media/image235.wmf"/><Relationship Id="rId2" Type="http://schemas.openxmlformats.org/officeDocument/2006/relationships/oleObject" Target="../embeddings/oleObject258.bin"/><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236.wmf"/><Relationship Id="rId2" Type="http://schemas.openxmlformats.org/officeDocument/2006/relationships/oleObject" Target="../embeddings/oleObject259.bin"/><Relationship Id="rId1" Type="http://schemas.openxmlformats.org/officeDocument/2006/relationships/slideLayout" Target="../slideLayouts/slideLayout1.xml"/><Relationship Id="rId5" Type="http://schemas.openxmlformats.org/officeDocument/2006/relationships/image" Target="../media/image237.wmf"/><Relationship Id="rId4" Type="http://schemas.openxmlformats.org/officeDocument/2006/relationships/oleObject" Target="../embeddings/oleObject260.bin"/></Relationships>
</file>

<file path=ppt/slides/_rels/slide92.xml.rels><?xml version="1.0" encoding="UTF-8" standalone="yes"?>
<Relationships xmlns="http://schemas.openxmlformats.org/package/2006/relationships"><Relationship Id="rId3" Type="http://schemas.openxmlformats.org/officeDocument/2006/relationships/image" Target="../media/image238.emf"/><Relationship Id="rId7" Type="http://schemas.openxmlformats.org/officeDocument/2006/relationships/image" Target="../media/image240.wmf"/><Relationship Id="rId2" Type="http://schemas.openxmlformats.org/officeDocument/2006/relationships/oleObject" Target="../embeddings/oleObject261.bin"/><Relationship Id="rId1" Type="http://schemas.openxmlformats.org/officeDocument/2006/relationships/slideLayout" Target="../slideLayouts/slideLayout1.xml"/><Relationship Id="rId6" Type="http://schemas.openxmlformats.org/officeDocument/2006/relationships/oleObject" Target="../embeddings/oleObject263.bin"/><Relationship Id="rId5" Type="http://schemas.openxmlformats.org/officeDocument/2006/relationships/image" Target="../media/image239.wmf"/><Relationship Id="rId4" Type="http://schemas.openxmlformats.org/officeDocument/2006/relationships/oleObject" Target="../embeddings/oleObject262.bin"/></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267.bin"/><Relationship Id="rId13" Type="http://schemas.openxmlformats.org/officeDocument/2006/relationships/image" Target="../media/image246.wmf"/><Relationship Id="rId18" Type="http://schemas.openxmlformats.org/officeDocument/2006/relationships/oleObject" Target="../embeddings/oleObject272.bin"/><Relationship Id="rId3" Type="http://schemas.openxmlformats.org/officeDocument/2006/relationships/image" Target="../media/image241.wmf"/><Relationship Id="rId21" Type="http://schemas.openxmlformats.org/officeDocument/2006/relationships/image" Target="../media/image250.wmf"/><Relationship Id="rId7" Type="http://schemas.openxmlformats.org/officeDocument/2006/relationships/image" Target="../media/image243.wmf"/><Relationship Id="rId12" Type="http://schemas.openxmlformats.org/officeDocument/2006/relationships/oleObject" Target="../embeddings/oleObject269.bin"/><Relationship Id="rId17" Type="http://schemas.openxmlformats.org/officeDocument/2006/relationships/image" Target="../media/image248.wmf"/><Relationship Id="rId2" Type="http://schemas.openxmlformats.org/officeDocument/2006/relationships/oleObject" Target="../embeddings/oleObject264.bin"/><Relationship Id="rId16" Type="http://schemas.openxmlformats.org/officeDocument/2006/relationships/oleObject" Target="../embeddings/oleObject271.bin"/><Relationship Id="rId20" Type="http://schemas.openxmlformats.org/officeDocument/2006/relationships/oleObject" Target="../embeddings/oleObject273.bin"/><Relationship Id="rId1" Type="http://schemas.openxmlformats.org/officeDocument/2006/relationships/slideLayout" Target="../slideLayouts/slideLayout7.xml"/><Relationship Id="rId6" Type="http://schemas.openxmlformats.org/officeDocument/2006/relationships/oleObject" Target="../embeddings/oleObject266.bin"/><Relationship Id="rId11" Type="http://schemas.openxmlformats.org/officeDocument/2006/relationships/image" Target="../media/image245.wmf"/><Relationship Id="rId5" Type="http://schemas.openxmlformats.org/officeDocument/2006/relationships/image" Target="../media/image242.wmf"/><Relationship Id="rId15" Type="http://schemas.openxmlformats.org/officeDocument/2006/relationships/image" Target="../media/image247.wmf"/><Relationship Id="rId23" Type="http://schemas.openxmlformats.org/officeDocument/2006/relationships/image" Target="../media/image251.wmf"/><Relationship Id="rId10" Type="http://schemas.openxmlformats.org/officeDocument/2006/relationships/oleObject" Target="../embeddings/oleObject268.bin"/><Relationship Id="rId19" Type="http://schemas.openxmlformats.org/officeDocument/2006/relationships/image" Target="../media/image249.wmf"/><Relationship Id="rId4" Type="http://schemas.openxmlformats.org/officeDocument/2006/relationships/oleObject" Target="../embeddings/oleObject265.bin"/><Relationship Id="rId9" Type="http://schemas.openxmlformats.org/officeDocument/2006/relationships/image" Target="../media/image244.wmf"/><Relationship Id="rId14" Type="http://schemas.openxmlformats.org/officeDocument/2006/relationships/oleObject" Target="../embeddings/oleObject270.bin"/><Relationship Id="rId22" Type="http://schemas.openxmlformats.org/officeDocument/2006/relationships/oleObject" Target="../embeddings/oleObject274.bin"/></Relationships>
</file>

<file path=ppt/slides/_rels/slide95.xml.rels><?xml version="1.0" encoding="UTF-8" standalone="yes"?>
<Relationships xmlns="http://schemas.openxmlformats.org/package/2006/relationships"><Relationship Id="rId3" Type="http://schemas.openxmlformats.org/officeDocument/2006/relationships/image" Target="../media/image252.wmf"/><Relationship Id="rId2" Type="http://schemas.openxmlformats.org/officeDocument/2006/relationships/oleObject" Target="../embeddings/oleObject275.bin"/><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253.emf"/><Relationship Id="rId2" Type="http://schemas.openxmlformats.org/officeDocument/2006/relationships/oleObject" Target="../embeddings/oleObject276.bin"/><Relationship Id="rId1" Type="http://schemas.openxmlformats.org/officeDocument/2006/relationships/slideLayout" Target="../slideLayouts/slideLayout1.xml"/><Relationship Id="rId5" Type="http://schemas.openxmlformats.org/officeDocument/2006/relationships/image" Target="../media/image254.emf"/><Relationship Id="rId4" Type="http://schemas.openxmlformats.org/officeDocument/2006/relationships/oleObject" Target="../embeddings/oleObject277.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255.emf"/><Relationship Id="rId2" Type="http://schemas.openxmlformats.org/officeDocument/2006/relationships/oleObject" Target="../embeddings/oleObject278.bin"/><Relationship Id="rId1" Type="http://schemas.openxmlformats.org/officeDocument/2006/relationships/slideLayout" Target="../slideLayouts/slideLayout1.xml"/><Relationship Id="rId5" Type="http://schemas.openxmlformats.org/officeDocument/2006/relationships/image" Target="../media/image256.emf"/><Relationship Id="rId4" Type="http://schemas.openxmlformats.org/officeDocument/2006/relationships/oleObject" Target="../embeddings/oleObject279.bin"/></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257.emf"/><Relationship Id="rId2" Type="http://schemas.openxmlformats.org/officeDocument/2006/relationships/oleObject" Target="../embeddings/oleObject280.bin"/><Relationship Id="rId1" Type="http://schemas.openxmlformats.org/officeDocument/2006/relationships/slideLayout" Target="../slideLayouts/slideLayout1.xml"/><Relationship Id="rId5" Type="http://schemas.openxmlformats.org/officeDocument/2006/relationships/image" Target="../media/image258.emf"/><Relationship Id="rId4" Type="http://schemas.openxmlformats.org/officeDocument/2006/relationships/oleObject" Target="../embeddings/oleObject281.bin"/></Relationships>
</file>

<file path=ppt/slides/_rels/slide103.xml.rels><?xml version="1.0" encoding="UTF-8" standalone="yes"?>
<Relationships xmlns="http://schemas.openxmlformats.org/package/2006/relationships"><Relationship Id="rId3" Type="http://schemas.openxmlformats.org/officeDocument/2006/relationships/image" Target="../media/image259.emf"/><Relationship Id="rId2" Type="http://schemas.openxmlformats.org/officeDocument/2006/relationships/oleObject" Target="../embeddings/oleObject282.bin"/><Relationship Id="rId1" Type="http://schemas.openxmlformats.org/officeDocument/2006/relationships/slideLayout" Target="../slideLayouts/slideLayout1.xml"/><Relationship Id="rId5" Type="http://schemas.openxmlformats.org/officeDocument/2006/relationships/image" Target="../media/image260.emf"/><Relationship Id="rId4" Type="http://schemas.openxmlformats.org/officeDocument/2006/relationships/oleObject" Target="../embeddings/oleObject283.bin"/></Relationships>
</file>

<file path=ppt/slides/_rels/slide104.xml.rels><?xml version="1.0" encoding="UTF-8" standalone="yes"?>
<Relationships xmlns="http://schemas.openxmlformats.org/package/2006/relationships"><Relationship Id="rId3" Type="http://schemas.openxmlformats.org/officeDocument/2006/relationships/image" Target="../media/image261.emf"/><Relationship Id="rId2" Type="http://schemas.openxmlformats.org/officeDocument/2006/relationships/oleObject" Target="../embeddings/oleObject284.bin"/><Relationship Id="rId1" Type="http://schemas.openxmlformats.org/officeDocument/2006/relationships/slideLayout" Target="../slideLayouts/slideLayout1.xml"/><Relationship Id="rId5" Type="http://schemas.openxmlformats.org/officeDocument/2006/relationships/image" Target="../media/image262.emf"/><Relationship Id="rId4" Type="http://schemas.openxmlformats.org/officeDocument/2006/relationships/oleObject" Target="../embeddings/oleObject285.bin"/></Relationships>
</file>

<file path=ppt/slides/_rels/slide105.xml.rels><?xml version="1.0" encoding="UTF-8" standalone="yes"?>
<Relationships xmlns="http://schemas.openxmlformats.org/package/2006/relationships"><Relationship Id="rId3" Type="http://schemas.openxmlformats.org/officeDocument/2006/relationships/image" Target="../media/image263.emf"/><Relationship Id="rId7" Type="http://schemas.openxmlformats.org/officeDocument/2006/relationships/image" Target="../media/image265.emf"/><Relationship Id="rId2" Type="http://schemas.openxmlformats.org/officeDocument/2006/relationships/oleObject" Target="../embeddings/oleObject286.bin"/><Relationship Id="rId1" Type="http://schemas.openxmlformats.org/officeDocument/2006/relationships/slideLayout" Target="../slideLayouts/slideLayout1.xml"/><Relationship Id="rId6" Type="http://schemas.openxmlformats.org/officeDocument/2006/relationships/oleObject" Target="../embeddings/oleObject288.bin"/><Relationship Id="rId5" Type="http://schemas.openxmlformats.org/officeDocument/2006/relationships/image" Target="../media/image264.emf"/><Relationship Id="rId4" Type="http://schemas.openxmlformats.org/officeDocument/2006/relationships/oleObject" Target="../embeddings/oleObject287.bin"/></Relationships>
</file>

<file path=ppt/slides/_rels/slide106.xml.rels><?xml version="1.0" encoding="UTF-8" standalone="yes"?>
<Relationships xmlns="http://schemas.openxmlformats.org/package/2006/relationships"><Relationship Id="rId8" Type="http://schemas.openxmlformats.org/officeDocument/2006/relationships/oleObject" Target="../embeddings/oleObject292.bin"/><Relationship Id="rId3" Type="http://schemas.openxmlformats.org/officeDocument/2006/relationships/image" Target="../media/image266.emf"/><Relationship Id="rId7" Type="http://schemas.openxmlformats.org/officeDocument/2006/relationships/image" Target="../media/image268.wmf"/><Relationship Id="rId2" Type="http://schemas.openxmlformats.org/officeDocument/2006/relationships/oleObject" Target="../embeddings/oleObject289.bin"/><Relationship Id="rId1" Type="http://schemas.openxmlformats.org/officeDocument/2006/relationships/slideLayout" Target="../slideLayouts/slideLayout1.xml"/><Relationship Id="rId6" Type="http://schemas.openxmlformats.org/officeDocument/2006/relationships/oleObject" Target="../embeddings/oleObject291.bin"/><Relationship Id="rId5" Type="http://schemas.openxmlformats.org/officeDocument/2006/relationships/image" Target="../media/image267.emf"/><Relationship Id="rId4" Type="http://schemas.openxmlformats.org/officeDocument/2006/relationships/oleObject" Target="../embeddings/oleObject290.bin"/><Relationship Id="rId9" Type="http://schemas.openxmlformats.org/officeDocument/2006/relationships/image" Target="../media/image269.emf"/></Relationships>
</file>

<file path=ppt/slides/_rels/slide107.xml.rels><?xml version="1.0" encoding="UTF-8" standalone="yes"?>
<Relationships xmlns="http://schemas.openxmlformats.org/package/2006/relationships"><Relationship Id="rId8" Type="http://schemas.openxmlformats.org/officeDocument/2006/relationships/oleObject" Target="../embeddings/oleObject296.bin"/><Relationship Id="rId3" Type="http://schemas.openxmlformats.org/officeDocument/2006/relationships/image" Target="../media/image270.emf"/><Relationship Id="rId7" Type="http://schemas.openxmlformats.org/officeDocument/2006/relationships/image" Target="../media/image272.wmf"/><Relationship Id="rId2" Type="http://schemas.openxmlformats.org/officeDocument/2006/relationships/oleObject" Target="../embeddings/oleObject293.bin"/><Relationship Id="rId1" Type="http://schemas.openxmlformats.org/officeDocument/2006/relationships/slideLayout" Target="../slideLayouts/slideLayout2.xml"/><Relationship Id="rId6" Type="http://schemas.openxmlformats.org/officeDocument/2006/relationships/oleObject" Target="../embeddings/oleObject295.bin"/><Relationship Id="rId5" Type="http://schemas.openxmlformats.org/officeDocument/2006/relationships/image" Target="../media/image271.emf"/><Relationship Id="rId4" Type="http://schemas.openxmlformats.org/officeDocument/2006/relationships/oleObject" Target="../embeddings/oleObject294.bin"/><Relationship Id="rId9" Type="http://schemas.openxmlformats.org/officeDocument/2006/relationships/image" Target="../media/image273.wmf"/></Relationships>
</file>

<file path=ppt/slides/_rels/slide108.xml.rels><?xml version="1.0" encoding="UTF-8" standalone="yes"?>
<Relationships xmlns="http://schemas.openxmlformats.org/package/2006/relationships"><Relationship Id="rId3" Type="http://schemas.openxmlformats.org/officeDocument/2006/relationships/image" Target="../media/image274.wmf"/><Relationship Id="rId2" Type="http://schemas.openxmlformats.org/officeDocument/2006/relationships/oleObject" Target="../embeddings/oleObject297.bin"/><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8" Type="http://schemas.openxmlformats.org/officeDocument/2006/relationships/oleObject" Target="../embeddings/oleObject301.bin"/><Relationship Id="rId13" Type="http://schemas.openxmlformats.org/officeDocument/2006/relationships/image" Target="../media/image280.wmf"/><Relationship Id="rId18" Type="http://schemas.openxmlformats.org/officeDocument/2006/relationships/image" Target="../media/image282.wmf"/><Relationship Id="rId3" Type="http://schemas.openxmlformats.org/officeDocument/2006/relationships/image" Target="../media/image275.wmf"/><Relationship Id="rId7" Type="http://schemas.openxmlformats.org/officeDocument/2006/relationships/image" Target="../media/image277.wmf"/><Relationship Id="rId12" Type="http://schemas.openxmlformats.org/officeDocument/2006/relationships/oleObject" Target="../embeddings/oleObject303.bin"/><Relationship Id="rId17" Type="http://schemas.openxmlformats.org/officeDocument/2006/relationships/oleObject" Target="../embeddings/oleObject306.bin"/><Relationship Id="rId2" Type="http://schemas.openxmlformats.org/officeDocument/2006/relationships/oleObject" Target="../embeddings/oleObject298.bin"/><Relationship Id="rId16" Type="http://schemas.openxmlformats.org/officeDocument/2006/relationships/oleObject" Target="../embeddings/oleObject305.bin"/><Relationship Id="rId20" Type="http://schemas.openxmlformats.org/officeDocument/2006/relationships/image" Target="../media/image283.wmf"/><Relationship Id="rId1" Type="http://schemas.openxmlformats.org/officeDocument/2006/relationships/slideLayout" Target="../slideLayouts/slideLayout7.xml"/><Relationship Id="rId6" Type="http://schemas.openxmlformats.org/officeDocument/2006/relationships/oleObject" Target="../embeddings/oleObject300.bin"/><Relationship Id="rId11" Type="http://schemas.openxmlformats.org/officeDocument/2006/relationships/image" Target="../media/image279.wmf"/><Relationship Id="rId5" Type="http://schemas.openxmlformats.org/officeDocument/2006/relationships/image" Target="../media/image276.wmf"/><Relationship Id="rId15" Type="http://schemas.openxmlformats.org/officeDocument/2006/relationships/image" Target="../media/image281.wmf"/><Relationship Id="rId10" Type="http://schemas.openxmlformats.org/officeDocument/2006/relationships/oleObject" Target="../embeddings/oleObject302.bin"/><Relationship Id="rId19" Type="http://schemas.openxmlformats.org/officeDocument/2006/relationships/oleObject" Target="../embeddings/oleObject307.bin"/><Relationship Id="rId4" Type="http://schemas.openxmlformats.org/officeDocument/2006/relationships/oleObject" Target="../embeddings/oleObject299.bin"/><Relationship Id="rId9" Type="http://schemas.openxmlformats.org/officeDocument/2006/relationships/image" Target="../media/image278.wmf"/><Relationship Id="rId14" Type="http://schemas.openxmlformats.org/officeDocument/2006/relationships/oleObject" Target="../embeddings/oleObject304.bin"/></Relationships>
</file>

<file path=ppt/slides/_rels/slide111.xml.rels><?xml version="1.0" encoding="UTF-8" standalone="yes"?>
<Relationships xmlns="http://schemas.openxmlformats.org/package/2006/relationships"><Relationship Id="rId3" Type="http://schemas.openxmlformats.org/officeDocument/2006/relationships/image" Target="../media/image284.emf"/><Relationship Id="rId2" Type="http://schemas.openxmlformats.org/officeDocument/2006/relationships/oleObject" Target="../embeddings/oleObject308.bin"/><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285.emf"/><Relationship Id="rId7" Type="http://schemas.openxmlformats.org/officeDocument/2006/relationships/image" Target="../media/image287.wmf"/><Relationship Id="rId2" Type="http://schemas.openxmlformats.org/officeDocument/2006/relationships/oleObject" Target="../embeddings/oleObject309.bin"/><Relationship Id="rId1" Type="http://schemas.openxmlformats.org/officeDocument/2006/relationships/slideLayout" Target="../slideLayouts/slideLayout1.xml"/><Relationship Id="rId6" Type="http://schemas.openxmlformats.org/officeDocument/2006/relationships/oleObject" Target="../embeddings/oleObject311.bin"/><Relationship Id="rId5" Type="http://schemas.openxmlformats.org/officeDocument/2006/relationships/image" Target="../media/image286.wmf"/><Relationship Id="rId4" Type="http://schemas.openxmlformats.org/officeDocument/2006/relationships/oleObject" Target="../embeddings/oleObject310.bin"/></Relationships>
</file>

<file path=ppt/slides/_rels/slide113.xml.rels><?xml version="1.0" encoding="UTF-8" standalone="yes"?>
<Relationships xmlns="http://schemas.openxmlformats.org/package/2006/relationships"><Relationship Id="rId3" Type="http://schemas.openxmlformats.org/officeDocument/2006/relationships/image" Target="../media/image288.wmf"/><Relationship Id="rId2" Type="http://schemas.openxmlformats.org/officeDocument/2006/relationships/oleObject" Target="../embeddings/oleObject312.bin"/><Relationship Id="rId1" Type="http://schemas.openxmlformats.org/officeDocument/2006/relationships/slideLayout" Target="../slideLayouts/slideLayout2.xml"/><Relationship Id="rId5" Type="http://schemas.openxmlformats.org/officeDocument/2006/relationships/image" Target="../media/image289.wmf"/><Relationship Id="rId4" Type="http://schemas.openxmlformats.org/officeDocument/2006/relationships/oleObject" Target="../embeddings/oleObject313.bin"/></Relationships>
</file>

<file path=ppt/slides/_rels/slide114.xml.rels><?xml version="1.0" encoding="UTF-8" standalone="yes"?>
<Relationships xmlns="http://schemas.openxmlformats.org/package/2006/relationships"><Relationship Id="rId3" Type="http://schemas.openxmlformats.org/officeDocument/2006/relationships/image" Target="../media/image290.emf"/><Relationship Id="rId2" Type="http://schemas.openxmlformats.org/officeDocument/2006/relationships/oleObject" Target="../embeddings/oleObject314.bin"/><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8" Type="http://schemas.openxmlformats.org/officeDocument/2006/relationships/oleObject" Target="../embeddings/oleObject318.bin"/><Relationship Id="rId3" Type="http://schemas.openxmlformats.org/officeDocument/2006/relationships/image" Target="../media/image291.emf"/><Relationship Id="rId7" Type="http://schemas.openxmlformats.org/officeDocument/2006/relationships/image" Target="../media/image293.wmf"/><Relationship Id="rId2" Type="http://schemas.openxmlformats.org/officeDocument/2006/relationships/oleObject" Target="../embeddings/oleObject315.bin"/><Relationship Id="rId1" Type="http://schemas.openxmlformats.org/officeDocument/2006/relationships/slideLayout" Target="../slideLayouts/slideLayout1.xml"/><Relationship Id="rId6" Type="http://schemas.openxmlformats.org/officeDocument/2006/relationships/oleObject" Target="../embeddings/oleObject317.bin"/><Relationship Id="rId5" Type="http://schemas.openxmlformats.org/officeDocument/2006/relationships/image" Target="../media/image292.wmf"/><Relationship Id="rId4" Type="http://schemas.openxmlformats.org/officeDocument/2006/relationships/oleObject" Target="../embeddings/oleObject316.bin"/><Relationship Id="rId9" Type="http://schemas.openxmlformats.org/officeDocument/2006/relationships/image" Target="../media/image294.wmf"/></Relationships>
</file>

<file path=ppt/slides/_rels/slide116.xml.rels><?xml version="1.0" encoding="UTF-8" standalone="yes"?>
<Relationships xmlns="http://schemas.openxmlformats.org/package/2006/relationships"><Relationship Id="rId3" Type="http://schemas.openxmlformats.org/officeDocument/2006/relationships/image" Target="../media/image295.wmf"/><Relationship Id="rId7" Type="http://schemas.openxmlformats.org/officeDocument/2006/relationships/image" Target="../media/image297.wmf"/><Relationship Id="rId2" Type="http://schemas.openxmlformats.org/officeDocument/2006/relationships/oleObject" Target="../embeddings/oleObject319.bin"/><Relationship Id="rId1" Type="http://schemas.openxmlformats.org/officeDocument/2006/relationships/slideLayout" Target="../slideLayouts/slideLayout1.xml"/><Relationship Id="rId6" Type="http://schemas.openxmlformats.org/officeDocument/2006/relationships/oleObject" Target="../embeddings/oleObject321.bin"/><Relationship Id="rId5" Type="http://schemas.openxmlformats.org/officeDocument/2006/relationships/image" Target="../media/image296.wmf"/><Relationship Id="rId4" Type="http://schemas.openxmlformats.org/officeDocument/2006/relationships/oleObject" Target="../embeddings/oleObject320.bin"/></Relationships>
</file>

<file path=ppt/slides/_rels/slide117.xml.rels><?xml version="1.0" encoding="UTF-8" standalone="yes"?>
<Relationships xmlns="http://schemas.openxmlformats.org/package/2006/relationships"><Relationship Id="rId3" Type="http://schemas.openxmlformats.org/officeDocument/2006/relationships/image" Target="../media/image298.wmf"/><Relationship Id="rId7" Type="http://schemas.openxmlformats.org/officeDocument/2006/relationships/image" Target="../media/image300.wmf"/><Relationship Id="rId2" Type="http://schemas.openxmlformats.org/officeDocument/2006/relationships/oleObject" Target="../embeddings/oleObject322.bin"/><Relationship Id="rId1" Type="http://schemas.openxmlformats.org/officeDocument/2006/relationships/slideLayout" Target="../slideLayouts/slideLayout2.xml"/><Relationship Id="rId6" Type="http://schemas.openxmlformats.org/officeDocument/2006/relationships/oleObject" Target="../embeddings/oleObject324.bin"/><Relationship Id="rId5" Type="http://schemas.openxmlformats.org/officeDocument/2006/relationships/image" Target="../media/image299.wmf"/><Relationship Id="rId4" Type="http://schemas.openxmlformats.org/officeDocument/2006/relationships/oleObject" Target="../embeddings/oleObject323.bin"/></Relationships>
</file>

<file path=ppt/slides/_rels/slide118.xml.rels><?xml version="1.0" encoding="UTF-8" standalone="yes"?>
<Relationships xmlns="http://schemas.openxmlformats.org/package/2006/relationships"><Relationship Id="rId3" Type="http://schemas.openxmlformats.org/officeDocument/2006/relationships/image" Target="../media/image301.wmf"/><Relationship Id="rId7" Type="http://schemas.openxmlformats.org/officeDocument/2006/relationships/image" Target="../media/image303.wmf"/><Relationship Id="rId2" Type="http://schemas.openxmlformats.org/officeDocument/2006/relationships/oleObject" Target="../embeddings/oleObject325.bin"/><Relationship Id="rId1" Type="http://schemas.openxmlformats.org/officeDocument/2006/relationships/slideLayout" Target="../slideLayouts/slideLayout1.xml"/><Relationship Id="rId6" Type="http://schemas.openxmlformats.org/officeDocument/2006/relationships/oleObject" Target="../embeddings/oleObject327.bin"/><Relationship Id="rId5" Type="http://schemas.openxmlformats.org/officeDocument/2006/relationships/image" Target="../media/image302.wmf"/><Relationship Id="rId4" Type="http://schemas.openxmlformats.org/officeDocument/2006/relationships/oleObject" Target="../embeddings/oleObject326.bin"/></Relationships>
</file>

<file path=ppt/slides/_rels/slide119.xml.rels><?xml version="1.0" encoding="UTF-8" standalone="yes"?>
<Relationships xmlns="http://schemas.openxmlformats.org/package/2006/relationships"><Relationship Id="rId8" Type="http://schemas.openxmlformats.org/officeDocument/2006/relationships/oleObject" Target="../embeddings/oleObject331.bin"/><Relationship Id="rId3" Type="http://schemas.openxmlformats.org/officeDocument/2006/relationships/image" Target="../media/image304.wmf"/><Relationship Id="rId7" Type="http://schemas.openxmlformats.org/officeDocument/2006/relationships/image" Target="../media/image306.wmf"/><Relationship Id="rId2" Type="http://schemas.openxmlformats.org/officeDocument/2006/relationships/oleObject" Target="../embeddings/oleObject328.bin"/><Relationship Id="rId1" Type="http://schemas.openxmlformats.org/officeDocument/2006/relationships/slideLayout" Target="../slideLayouts/slideLayout1.xml"/><Relationship Id="rId6" Type="http://schemas.openxmlformats.org/officeDocument/2006/relationships/oleObject" Target="../embeddings/oleObject330.bin"/><Relationship Id="rId5" Type="http://schemas.openxmlformats.org/officeDocument/2006/relationships/image" Target="../media/image305.wmf"/><Relationship Id="rId4" Type="http://schemas.openxmlformats.org/officeDocument/2006/relationships/oleObject" Target="../embeddings/oleObject329.bin"/><Relationship Id="rId9" Type="http://schemas.openxmlformats.org/officeDocument/2006/relationships/image" Target="../media/image307.wmf"/></Relationships>
</file>

<file path=ppt/slides/_rels/slide120.xml.rels><?xml version="1.0" encoding="UTF-8" standalone="yes"?>
<Relationships xmlns="http://schemas.openxmlformats.org/package/2006/relationships"><Relationship Id="rId3" Type="http://schemas.openxmlformats.org/officeDocument/2006/relationships/image" Target="../media/image308.emf"/><Relationship Id="rId7" Type="http://schemas.openxmlformats.org/officeDocument/2006/relationships/image" Target="../media/image310.wmf"/><Relationship Id="rId2" Type="http://schemas.openxmlformats.org/officeDocument/2006/relationships/oleObject" Target="../embeddings/oleObject332.bin"/><Relationship Id="rId1" Type="http://schemas.openxmlformats.org/officeDocument/2006/relationships/slideLayout" Target="../slideLayouts/slideLayout1.xml"/><Relationship Id="rId6" Type="http://schemas.openxmlformats.org/officeDocument/2006/relationships/oleObject" Target="../embeddings/oleObject334.bin"/><Relationship Id="rId5" Type="http://schemas.openxmlformats.org/officeDocument/2006/relationships/image" Target="../media/image309.emf"/><Relationship Id="rId4" Type="http://schemas.openxmlformats.org/officeDocument/2006/relationships/oleObject" Target="../embeddings/oleObject333.bin"/></Relationships>
</file>

<file path=ppt/slides/_rels/slide121.xml.rels><?xml version="1.0" encoding="UTF-8" standalone="yes"?>
<Relationships xmlns="http://schemas.openxmlformats.org/package/2006/relationships"><Relationship Id="rId8" Type="http://schemas.openxmlformats.org/officeDocument/2006/relationships/oleObject" Target="../embeddings/oleObject338.bin"/><Relationship Id="rId13" Type="http://schemas.openxmlformats.org/officeDocument/2006/relationships/image" Target="../media/image316.emf"/><Relationship Id="rId3" Type="http://schemas.openxmlformats.org/officeDocument/2006/relationships/image" Target="../media/image311.wmf"/><Relationship Id="rId7" Type="http://schemas.openxmlformats.org/officeDocument/2006/relationships/image" Target="../media/image313.wmf"/><Relationship Id="rId12" Type="http://schemas.openxmlformats.org/officeDocument/2006/relationships/oleObject" Target="../embeddings/oleObject340.bin"/><Relationship Id="rId2" Type="http://schemas.openxmlformats.org/officeDocument/2006/relationships/oleObject" Target="../embeddings/oleObject335.bin"/><Relationship Id="rId1" Type="http://schemas.openxmlformats.org/officeDocument/2006/relationships/slideLayout" Target="../slideLayouts/slideLayout1.xml"/><Relationship Id="rId6" Type="http://schemas.openxmlformats.org/officeDocument/2006/relationships/oleObject" Target="../embeddings/oleObject337.bin"/><Relationship Id="rId11" Type="http://schemas.openxmlformats.org/officeDocument/2006/relationships/image" Target="../media/image315.wmf"/><Relationship Id="rId5" Type="http://schemas.openxmlformats.org/officeDocument/2006/relationships/image" Target="../media/image312.emf"/><Relationship Id="rId10" Type="http://schemas.openxmlformats.org/officeDocument/2006/relationships/oleObject" Target="../embeddings/oleObject339.bin"/><Relationship Id="rId4" Type="http://schemas.openxmlformats.org/officeDocument/2006/relationships/oleObject" Target="../embeddings/oleObject336.bin"/><Relationship Id="rId9" Type="http://schemas.openxmlformats.org/officeDocument/2006/relationships/image" Target="../media/image314.wmf"/></Relationships>
</file>

<file path=ppt/slides/_rels/slide122.xml.rels><?xml version="1.0" encoding="UTF-8" standalone="yes"?>
<Relationships xmlns="http://schemas.openxmlformats.org/package/2006/relationships"><Relationship Id="rId8" Type="http://schemas.openxmlformats.org/officeDocument/2006/relationships/oleObject" Target="../embeddings/oleObject344.bin"/><Relationship Id="rId13" Type="http://schemas.openxmlformats.org/officeDocument/2006/relationships/oleObject" Target="../embeddings/oleObject347.bin"/><Relationship Id="rId18" Type="http://schemas.openxmlformats.org/officeDocument/2006/relationships/oleObject" Target="../embeddings/oleObject350.bin"/><Relationship Id="rId3" Type="http://schemas.openxmlformats.org/officeDocument/2006/relationships/image" Target="../media/image317.wmf"/><Relationship Id="rId21" Type="http://schemas.openxmlformats.org/officeDocument/2006/relationships/image" Target="../media/image325.wmf"/><Relationship Id="rId7" Type="http://schemas.openxmlformats.org/officeDocument/2006/relationships/image" Target="../media/image319.wmf"/><Relationship Id="rId12" Type="http://schemas.openxmlformats.org/officeDocument/2006/relationships/oleObject" Target="../embeddings/oleObject346.bin"/><Relationship Id="rId17" Type="http://schemas.openxmlformats.org/officeDocument/2006/relationships/image" Target="../media/image323.wmf"/><Relationship Id="rId2" Type="http://schemas.openxmlformats.org/officeDocument/2006/relationships/oleObject" Target="../embeddings/oleObject341.bin"/><Relationship Id="rId16" Type="http://schemas.openxmlformats.org/officeDocument/2006/relationships/oleObject" Target="../embeddings/oleObject349.bin"/><Relationship Id="rId20" Type="http://schemas.openxmlformats.org/officeDocument/2006/relationships/oleObject" Target="../embeddings/oleObject351.bin"/><Relationship Id="rId1" Type="http://schemas.openxmlformats.org/officeDocument/2006/relationships/slideLayout" Target="../slideLayouts/slideLayout1.xml"/><Relationship Id="rId6" Type="http://schemas.openxmlformats.org/officeDocument/2006/relationships/oleObject" Target="../embeddings/oleObject343.bin"/><Relationship Id="rId11" Type="http://schemas.openxmlformats.org/officeDocument/2006/relationships/image" Target="../media/image321.wmf"/><Relationship Id="rId5" Type="http://schemas.openxmlformats.org/officeDocument/2006/relationships/image" Target="../media/image318.wmf"/><Relationship Id="rId15" Type="http://schemas.openxmlformats.org/officeDocument/2006/relationships/oleObject" Target="../embeddings/oleObject348.bin"/><Relationship Id="rId23" Type="http://schemas.openxmlformats.org/officeDocument/2006/relationships/image" Target="../media/image326.wmf"/><Relationship Id="rId10" Type="http://schemas.openxmlformats.org/officeDocument/2006/relationships/oleObject" Target="../embeddings/oleObject345.bin"/><Relationship Id="rId19" Type="http://schemas.openxmlformats.org/officeDocument/2006/relationships/image" Target="../media/image324.wmf"/><Relationship Id="rId4" Type="http://schemas.openxmlformats.org/officeDocument/2006/relationships/oleObject" Target="../embeddings/oleObject342.bin"/><Relationship Id="rId9" Type="http://schemas.openxmlformats.org/officeDocument/2006/relationships/image" Target="../media/image320.wmf"/><Relationship Id="rId14" Type="http://schemas.openxmlformats.org/officeDocument/2006/relationships/image" Target="../media/image322.wmf"/><Relationship Id="rId22" Type="http://schemas.openxmlformats.org/officeDocument/2006/relationships/oleObject" Target="../embeddings/oleObject352.bin"/></Relationships>
</file>

<file path=ppt/slides/_rels/slide123.xml.rels><?xml version="1.0" encoding="UTF-8" standalone="yes"?>
<Relationships xmlns="http://schemas.openxmlformats.org/package/2006/relationships"><Relationship Id="rId8" Type="http://schemas.openxmlformats.org/officeDocument/2006/relationships/oleObject" Target="../embeddings/oleObject356.bin"/><Relationship Id="rId3" Type="http://schemas.openxmlformats.org/officeDocument/2006/relationships/image" Target="../media/image327.wmf"/><Relationship Id="rId7" Type="http://schemas.openxmlformats.org/officeDocument/2006/relationships/image" Target="../media/image329.wmf"/><Relationship Id="rId2" Type="http://schemas.openxmlformats.org/officeDocument/2006/relationships/oleObject" Target="../embeddings/oleObject353.bin"/><Relationship Id="rId1" Type="http://schemas.openxmlformats.org/officeDocument/2006/relationships/slideLayout" Target="../slideLayouts/slideLayout7.xml"/><Relationship Id="rId6" Type="http://schemas.openxmlformats.org/officeDocument/2006/relationships/oleObject" Target="../embeddings/oleObject355.bin"/><Relationship Id="rId11" Type="http://schemas.openxmlformats.org/officeDocument/2006/relationships/image" Target="../media/image319.wmf"/><Relationship Id="rId5" Type="http://schemas.openxmlformats.org/officeDocument/2006/relationships/image" Target="../media/image328.wmf"/><Relationship Id="rId10" Type="http://schemas.openxmlformats.org/officeDocument/2006/relationships/oleObject" Target="../embeddings/oleObject357.bin"/><Relationship Id="rId4" Type="http://schemas.openxmlformats.org/officeDocument/2006/relationships/oleObject" Target="../embeddings/oleObject354.bin"/><Relationship Id="rId9" Type="http://schemas.openxmlformats.org/officeDocument/2006/relationships/image" Target="../media/image330.wmf"/></Relationships>
</file>

<file path=ppt/slides/_rels/slide124.xml.rels><?xml version="1.0" encoding="UTF-8" standalone="yes"?>
<Relationships xmlns="http://schemas.openxmlformats.org/package/2006/relationships"><Relationship Id="rId3" Type="http://schemas.openxmlformats.org/officeDocument/2006/relationships/image" Target="../media/image331.emf"/><Relationship Id="rId2" Type="http://schemas.openxmlformats.org/officeDocument/2006/relationships/oleObject" Target="../embeddings/oleObject358.bin"/><Relationship Id="rId1" Type="http://schemas.openxmlformats.org/officeDocument/2006/relationships/slideLayout" Target="../slideLayouts/slideLayout1.xml"/><Relationship Id="rId5" Type="http://schemas.openxmlformats.org/officeDocument/2006/relationships/image" Target="../media/image332.emf"/><Relationship Id="rId4" Type="http://schemas.openxmlformats.org/officeDocument/2006/relationships/oleObject" Target="../embeddings/oleObject359.bin"/></Relationships>
</file>

<file path=ppt/slides/_rels/slide125.xml.rels><?xml version="1.0" encoding="UTF-8" standalone="yes"?>
<Relationships xmlns="http://schemas.openxmlformats.org/package/2006/relationships"><Relationship Id="rId3" Type="http://schemas.openxmlformats.org/officeDocument/2006/relationships/image" Target="../media/image333.emf"/><Relationship Id="rId2" Type="http://schemas.openxmlformats.org/officeDocument/2006/relationships/oleObject" Target="../embeddings/oleObject360.bin"/><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334.emf"/><Relationship Id="rId2" Type="http://schemas.openxmlformats.org/officeDocument/2006/relationships/oleObject" Target="../embeddings/oleObject361.bin"/><Relationship Id="rId1" Type="http://schemas.openxmlformats.org/officeDocument/2006/relationships/slideLayout" Target="../slideLayouts/slideLayout1.xml"/><Relationship Id="rId5" Type="http://schemas.openxmlformats.org/officeDocument/2006/relationships/image" Target="../media/image335.emf"/><Relationship Id="rId4" Type="http://schemas.openxmlformats.org/officeDocument/2006/relationships/oleObject" Target="../embeddings/oleObject362.bin"/></Relationships>
</file>

<file path=ppt/slides/_rels/slide127.xml.rels><?xml version="1.0" encoding="UTF-8" standalone="yes"?>
<Relationships xmlns="http://schemas.openxmlformats.org/package/2006/relationships"><Relationship Id="rId8" Type="http://schemas.openxmlformats.org/officeDocument/2006/relationships/oleObject" Target="../embeddings/oleObject366.bin"/><Relationship Id="rId3" Type="http://schemas.openxmlformats.org/officeDocument/2006/relationships/image" Target="../media/image336.emf"/><Relationship Id="rId7" Type="http://schemas.openxmlformats.org/officeDocument/2006/relationships/image" Target="../media/image338.emf"/><Relationship Id="rId2" Type="http://schemas.openxmlformats.org/officeDocument/2006/relationships/oleObject" Target="../embeddings/oleObject363.bin"/><Relationship Id="rId1" Type="http://schemas.openxmlformats.org/officeDocument/2006/relationships/slideLayout" Target="../slideLayouts/slideLayout1.xml"/><Relationship Id="rId6" Type="http://schemas.openxmlformats.org/officeDocument/2006/relationships/oleObject" Target="../embeddings/oleObject365.bin"/><Relationship Id="rId11" Type="http://schemas.openxmlformats.org/officeDocument/2006/relationships/image" Target="../media/image340.emf"/><Relationship Id="rId5" Type="http://schemas.openxmlformats.org/officeDocument/2006/relationships/image" Target="../media/image337.emf"/><Relationship Id="rId10" Type="http://schemas.openxmlformats.org/officeDocument/2006/relationships/oleObject" Target="../embeddings/oleObject367.bin"/><Relationship Id="rId4" Type="http://schemas.openxmlformats.org/officeDocument/2006/relationships/oleObject" Target="../embeddings/oleObject364.bin"/><Relationship Id="rId9" Type="http://schemas.openxmlformats.org/officeDocument/2006/relationships/image" Target="../media/image339.emf"/></Relationships>
</file>

<file path=ppt/slides/_rels/slide128.xml.rels><?xml version="1.0" encoding="UTF-8" standalone="yes"?>
<Relationships xmlns="http://schemas.openxmlformats.org/package/2006/relationships"><Relationship Id="rId3" Type="http://schemas.openxmlformats.org/officeDocument/2006/relationships/image" Target="../media/image341.emf"/><Relationship Id="rId7" Type="http://schemas.openxmlformats.org/officeDocument/2006/relationships/image" Target="../media/image343.emf"/><Relationship Id="rId2" Type="http://schemas.openxmlformats.org/officeDocument/2006/relationships/oleObject" Target="../embeddings/oleObject368.bin"/><Relationship Id="rId1" Type="http://schemas.openxmlformats.org/officeDocument/2006/relationships/slideLayout" Target="../slideLayouts/slideLayout1.xml"/><Relationship Id="rId6" Type="http://schemas.openxmlformats.org/officeDocument/2006/relationships/oleObject" Target="../embeddings/oleObject370.bin"/><Relationship Id="rId5" Type="http://schemas.openxmlformats.org/officeDocument/2006/relationships/image" Target="../media/image342.emf"/><Relationship Id="rId4" Type="http://schemas.openxmlformats.org/officeDocument/2006/relationships/oleObject" Target="../embeddings/oleObject369.bin"/></Relationships>
</file>

<file path=ppt/slides/_rels/slide129.xml.rels><?xml version="1.0" encoding="UTF-8" standalone="yes"?>
<Relationships xmlns="http://schemas.openxmlformats.org/package/2006/relationships"><Relationship Id="rId3" Type="http://schemas.openxmlformats.org/officeDocument/2006/relationships/image" Target="../media/image344.emf"/><Relationship Id="rId2" Type="http://schemas.openxmlformats.org/officeDocument/2006/relationships/oleObject" Target="../embeddings/oleObject371.bin"/><Relationship Id="rId1" Type="http://schemas.openxmlformats.org/officeDocument/2006/relationships/slideLayout" Target="../slideLayouts/slideLayout1.xml"/><Relationship Id="rId5" Type="http://schemas.openxmlformats.org/officeDocument/2006/relationships/image" Target="../media/image345.emf"/><Relationship Id="rId4" Type="http://schemas.openxmlformats.org/officeDocument/2006/relationships/oleObject" Target="../embeddings/oleObject372.bin"/></Relationships>
</file>

<file path=ppt/slides/_rels/slide130.xml.rels><?xml version="1.0" encoding="UTF-8" standalone="yes"?>
<Relationships xmlns="http://schemas.openxmlformats.org/package/2006/relationships"><Relationship Id="rId3" Type="http://schemas.openxmlformats.org/officeDocument/2006/relationships/image" Target="../media/image346.emf"/><Relationship Id="rId2" Type="http://schemas.openxmlformats.org/officeDocument/2006/relationships/oleObject" Target="../embeddings/oleObject373.bin"/><Relationship Id="rId1" Type="http://schemas.openxmlformats.org/officeDocument/2006/relationships/slideLayout" Target="../slideLayouts/slideLayout1.xml"/><Relationship Id="rId5" Type="http://schemas.openxmlformats.org/officeDocument/2006/relationships/image" Target="../media/image347.emf"/><Relationship Id="rId4" Type="http://schemas.openxmlformats.org/officeDocument/2006/relationships/oleObject" Target="../embeddings/oleObject374.bin"/></Relationships>
</file>

<file path=ppt/slides/_rels/slide131.xml.rels><?xml version="1.0" encoding="UTF-8" standalone="yes"?>
<Relationships xmlns="http://schemas.openxmlformats.org/package/2006/relationships"><Relationship Id="rId8" Type="http://schemas.openxmlformats.org/officeDocument/2006/relationships/oleObject" Target="../embeddings/oleObject378.bin"/><Relationship Id="rId13" Type="http://schemas.openxmlformats.org/officeDocument/2006/relationships/image" Target="../media/image353.emf"/><Relationship Id="rId3" Type="http://schemas.openxmlformats.org/officeDocument/2006/relationships/image" Target="../media/image348.emf"/><Relationship Id="rId7" Type="http://schemas.openxmlformats.org/officeDocument/2006/relationships/image" Target="../media/image350.wmf"/><Relationship Id="rId12" Type="http://schemas.openxmlformats.org/officeDocument/2006/relationships/oleObject" Target="../embeddings/oleObject380.bin"/><Relationship Id="rId2" Type="http://schemas.openxmlformats.org/officeDocument/2006/relationships/oleObject" Target="../embeddings/oleObject375.bin"/><Relationship Id="rId1" Type="http://schemas.openxmlformats.org/officeDocument/2006/relationships/slideLayout" Target="../slideLayouts/slideLayout1.xml"/><Relationship Id="rId6" Type="http://schemas.openxmlformats.org/officeDocument/2006/relationships/oleObject" Target="../embeddings/oleObject377.bin"/><Relationship Id="rId11" Type="http://schemas.openxmlformats.org/officeDocument/2006/relationships/image" Target="../media/image352.wmf"/><Relationship Id="rId5" Type="http://schemas.openxmlformats.org/officeDocument/2006/relationships/image" Target="../media/image349.emf"/><Relationship Id="rId15" Type="http://schemas.openxmlformats.org/officeDocument/2006/relationships/image" Target="../media/image354.emf"/><Relationship Id="rId10" Type="http://schemas.openxmlformats.org/officeDocument/2006/relationships/oleObject" Target="../embeddings/oleObject379.bin"/><Relationship Id="rId4" Type="http://schemas.openxmlformats.org/officeDocument/2006/relationships/oleObject" Target="../embeddings/oleObject376.bin"/><Relationship Id="rId9" Type="http://schemas.openxmlformats.org/officeDocument/2006/relationships/image" Target="../media/image351.wmf"/><Relationship Id="rId14" Type="http://schemas.openxmlformats.org/officeDocument/2006/relationships/oleObject" Target="../embeddings/oleObject381.bin"/></Relationships>
</file>

<file path=ppt/slides/_rels/slide132.xml.rels><?xml version="1.0" encoding="UTF-8" standalone="yes"?>
<Relationships xmlns="http://schemas.openxmlformats.org/package/2006/relationships"><Relationship Id="rId8" Type="http://schemas.openxmlformats.org/officeDocument/2006/relationships/oleObject" Target="../embeddings/oleObject385.bin"/><Relationship Id="rId13" Type="http://schemas.openxmlformats.org/officeDocument/2006/relationships/image" Target="../media/image360.emf"/><Relationship Id="rId3" Type="http://schemas.openxmlformats.org/officeDocument/2006/relationships/image" Target="../media/image355.emf"/><Relationship Id="rId7" Type="http://schemas.openxmlformats.org/officeDocument/2006/relationships/image" Target="../media/image357.emf"/><Relationship Id="rId12" Type="http://schemas.openxmlformats.org/officeDocument/2006/relationships/oleObject" Target="../embeddings/oleObject387.bin"/><Relationship Id="rId2" Type="http://schemas.openxmlformats.org/officeDocument/2006/relationships/oleObject" Target="../embeddings/oleObject382.bin"/><Relationship Id="rId1" Type="http://schemas.openxmlformats.org/officeDocument/2006/relationships/slideLayout" Target="../slideLayouts/slideLayout1.xml"/><Relationship Id="rId6" Type="http://schemas.openxmlformats.org/officeDocument/2006/relationships/oleObject" Target="../embeddings/oleObject384.bin"/><Relationship Id="rId11" Type="http://schemas.openxmlformats.org/officeDocument/2006/relationships/image" Target="../media/image359.emf"/><Relationship Id="rId5" Type="http://schemas.openxmlformats.org/officeDocument/2006/relationships/image" Target="../media/image356.emf"/><Relationship Id="rId10" Type="http://schemas.openxmlformats.org/officeDocument/2006/relationships/oleObject" Target="../embeddings/oleObject386.bin"/><Relationship Id="rId4" Type="http://schemas.openxmlformats.org/officeDocument/2006/relationships/oleObject" Target="../embeddings/oleObject383.bin"/><Relationship Id="rId9" Type="http://schemas.openxmlformats.org/officeDocument/2006/relationships/image" Target="../media/image358.wmf"/></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361.emf"/><Relationship Id="rId2" Type="http://schemas.openxmlformats.org/officeDocument/2006/relationships/oleObject" Target="../embeddings/oleObject388.bin"/><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8" Type="http://schemas.openxmlformats.org/officeDocument/2006/relationships/oleObject" Target="../embeddings/oleObject392.bin"/><Relationship Id="rId3" Type="http://schemas.openxmlformats.org/officeDocument/2006/relationships/image" Target="../media/image362.emf"/><Relationship Id="rId7" Type="http://schemas.openxmlformats.org/officeDocument/2006/relationships/image" Target="../media/image364.emf"/><Relationship Id="rId2" Type="http://schemas.openxmlformats.org/officeDocument/2006/relationships/oleObject" Target="../embeddings/oleObject389.bin"/><Relationship Id="rId1" Type="http://schemas.openxmlformats.org/officeDocument/2006/relationships/slideLayout" Target="../slideLayouts/slideLayout1.xml"/><Relationship Id="rId6" Type="http://schemas.openxmlformats.org/officeDocument/2006/relationships/oleObject" Target="../embeddings/oleObject391.bin"/><Relationship Id="rId11" Type="http://schemas.openxmlformats.org/officeDocument/2006/relationships/image" Target="../media/image366.emf"/><Relationship Id="rId5" Type="http://schemas.openxmlformats.org/officeDocument/2006/relationships/image" Target="../media/image363.emf"/><Relationship Id="rId10" Type="http://schemas.openxmlformats.org/officeDocument/2006/relationships/oleObject" Target="../embeddings/oleObject393.bin"/><Relationship Id="rId4" Type="http://schemas.openxmlformats.org/officeDocument/2006/relationships/oleObject" Target="../embeddings/oleObject390.bin"/><Relationship Id="rId9" Type="http://schemas.openxmlformats.org/officeDocument/2006/relationships/image" Target="../media/image365.wmf"/></Relationships>
</file>

<file path=ppt/slides/_rels/slide136.xml.rels><?xml version="1.0" encoding="UTF-8" standalone="yes"?>
<Relationships xmlns="http://schemas.openxmlformats.org/package/2006/relationships"><Relationship Id="rId3" Type="http://schemas.openxmlformats.org/officeDocument/2006/relationships/image" Target="../media/image367.emf"/><Relationship Id="rId7" Type="http://schemas.openxmlformats.org/officeDocument/2006/relationships/image" Target="../media/image368.emf"/><Relationship Id="rId2" Type="http://schemas.openxmlformats.org/officeDocument/2006/relationships/oleObject" Target="../embeddings/oleObject394.bin"/><Relationship Id="rId1" Type="http://schemas.openxmlformats.org/officeDocument/2006/relationships/slideLayout" Target="../slideLayouts/slideLayout1.xml"/><Relationship Id="rId6" Type="http://schemas.openxmlformats.org/officeDocument/2006/relationships/oleObject" Target="../embeddings/oleObject396.bin"/><Relationship Id="rId5" Type="http://schemas.openxmlformats.org/officeDocument/2006/relationships/image" Target="../media/image366.emf"/><Relationship Id="rId4" Type="http://schemas.openxmlformats.org/officeDocument/2006/relationships/oleObject" Target="../embeddings/oleObject395.bin"/></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8" Type="http://schemas.openxmlformats.org/officeDocument/2006/relationships/oleObject" Target="../embeddings/oleObject400.bin"/><Relationship Id="rId3" Type="http://schemas.openxmlformats.org/officeDocument/2006/relationships/image" Target="../media/image369.wmf"/><Relationship Id="rId7" Type="http://schemas.openxmlformats.org/officeDocument/2006/relationships/image" Target="../media/image371.wmf"/><Relationship Id="rId2" Type="http://schemas.openxmlformats.org/officeDocument/2006/relationships/oleObject" Target="../embeddings/oleObject397.bin"/><Relationship Id="rId1" Type="http://schemas.openxmlformats.org/officeDocument/2006/relationships/slideLayout" Target="../slideLayouts/slideLayout2.xml"/><Relationship Id="rId6" Type="http://schemas.openxmlformats.org/officeDocument/2006/relationships/oleObject" Target="../embeddings/oleObject399.bin"/><Relationship Id="rId11" Type="http://schemas.openxmlformats.org/officeDocument/2006/relationships/image" Target="../media/image373.wmf"/><Relationship Id="rId5" Type="http://schemas.openxmlformats.org/officeDocument/2006/relationships/image" Target="../media/image370.wmf"/><Relationship Id="rId10" Type="http://schemas.openxmlformats.org/officeDocument/2006/relationships/oleObject" Target="../embeddings/oleObject401.bin"/><Relationship Id="rId4" Type="http://schemas.openxmlformats.org/officeDocument/2006/relationships/oleObject" Target="../embeddings/oleObject398.bin"/><Relationship Id="rId9" Type="http://schemas.openxmlformats.org/officeDocument/2006/relationships/image" Target="../media/image372.wmf"/></Relationships>
</file>

<file path=ppt/slides/_rels/slide139.xml.rels><?xml version="1.0" encoding="UTF-8" standalone="yes"?>
<Relationships xmlns="http://schemas.openxmlformats.org/package/2006/relationships"><Relationship Id="rId3" Type="http://schemas.openxmlformats.org/officeDocument/2006/relationships/image" Target="../media/image374.wmf"/><Relationship Id="rId2" Type="http://schemas.openxmlformats.org/officeDocument/2006/relationships/oleObject" Target="../embeddings/oleObject402.bin"/><Relationship Id="rId1" Type="http://schemas.openxmlformats.org/officeDocument/2006/relationships/slideLayout" Target="../slideLayouts/slideLayout2.xml"/><Relationship Id="rId5" Type="http://schemas.openxmlformats.org/officeDocument/2006/relationships/image" Target="../media/image375.wmf"/><Relationship Id="rId4" Type="http://schemas.openxmlformats.org/officeDocument/2006/relationships/oleObject" Target="../embeddings/oleObject403.bin"/></Relationships>
</file>

<file path=ppt/slides/_rels/slide140.xml.rels><?xml version="1.0" encoding="UTF-8" standalone="yes"?>
<Relationships xmlns="http://schemas.openxmlformats.org/package/2006/relationships"><Relationship Id="rId3" Type="http://schemas.openxmlformats.org/officeDocument/2006/relationships/image" Target="../media/image376.wmf"/><Relationship Id="rId2" Type="http://schemas.openxmlformats.org/officeDocument/2006/relationships/oleObject" Target="../embeddings/oleObject404.bin"/><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377.emf"/><Relationship Id="rId2" Type="http://schemas.openxmlformats.org/officeDocument/2006/relationships/oleObject" Target="../embeddings/oleObject405.bin"/><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378.emf"/><Relationship Id="rId2" Type="http://schemas.openxmlformats.org/officeDocument/2006/relationships/oleObject" Target="../embeddings/oleObject406.bin"/><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379.wmf"/><Relationship Id="rId7" Type="http://schemas.openxmlformats.org/officeDocument/2006/relationships/image" Target="../media/image381.wmf"/><Relationship Id="rId2" Type="http://schemas.openxmlformats.org/officeDocument/2006/relationships/oleObject" Target="../embeddings/oleObject407.bin"/><Relationship Id="rId1" Type="http://schemas.openxmlformats.org/officeDocument/2006/relationships/slideLayout" Target="../slideLayouts/slideLayout2.xml"/><Relationship Id="rId6" Type="http://schemas.openxmlformats.org/officeDocument/2006/relationships/oleObject" Target="../embeddings/oleObject409.bin"/><Relationship Id="rId5" Type="http://schemas.openxmlformats.org/officeDocument/2006/relationships/image" Target="../media/image380.wmf"/><Relationship Id="rId4" Type="http://schemas.openxmlformats.org/officeDocument/2006/relationships/oleObject" Target="../embeddings/oleObject408.bin"/></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382.wmf"/><Relationship Id="rId7" Type="http://schemas.openxmlformats.org/officeDocument/2006/relationships/image" Target="../media/image384.wmf"/><Relationship Id="rId2" Type="http://schemas.openxmlformats.org/officeDocument/2006/relationships/oleObject" Target="../embeddings/oleObject410.bin"/><Relationship Id="rId1" Type="http://schemas.openxmlformats.org/officeDocument/2006/relationships/slideLayout" Target="../slideLayouts/slideLayout4.xml"/><Relationship Id="rId6" Type="http://schemas.openxmlformats.org/officeDocument/2006/relationships/oleObject" Target="../embeddings/oleObject412.bin"/><Relationship Id="rId5" Type="http://schemas.openxmlformats.org/officeDocument/2006/relationships/image" Target="../media/image383.wmf"/><Relationship Id="rId4" Type="http://schemas.openxmlformats.org/officeDocument/2006/relationships/oleObject" Target="../embeddings/oleObject411.bin"/></Relationships>
</file>

<file path=ppt/slides/_rels/slide150.xml.rels><?xml version="1.0" encoding="UTF-8" standalone="yes"?>
<Relationships xmlns="http://schemas.openxmlformats.org/package/2006/relationships"><Relationship Id="rId3" Type="http://schemas.openxmlformats.org/officeDocument/2006/relationships/image" Target="../media/image385.wmf"/><Relationship Id="rId7" Type="http://schemas.openxmlformats.org/officeDocument/2006/relationships/image" Target="../media/image387.wmf"/><Relationship Id="rId2" Type="http://schemas.openxmlformats.org/officeDocument/2006/relationships/oleObject" Target="../embeddings/oleObject413.bin"/><Relationship Id="rId1" Type="http://schemas.openxmlformats.org/officeDocument/2006/relationships/slideLayout" Target="../slideLayouts/slideLayout7.xml"/><Relationship Id="rId6" Type="http://schemas.openxmlformats.org/officeDocument/2006/relationships/oleObject" Target="../embeddings/oleObject415.bin"/><Relationship Id="rId5" Type="http://schemas.openxmlformats.org/officeDocument/2006/relationships/image" Target="../media/image386.wmf"/><Relationship Id="rId4" Type="http://schemas.openxmlformats.org/officeDocument/2006/relationships/oleObject" Target="../embeddings/oleObject414.bin"/></Relationships>
</file>

<file path=ppt/slides/_rels/slide151.xml.rels><?xml version="1.0" encoding="UTF-8" standalone="yes"?>
<Relationships xmlns="http://schemas.openxmlformats.org/package/2006/relationships"><Relationship Id="rId3" Type="http://schemas.openxmlformats.org/officeDocument/2006/relationships/image" Target="../media/image388.wmf"/><Relationship Id="rId2" Type="http://schemas.openxmlformats.org/officeDocument/2006/relationships/oleObject" Target="../embeddings/oleObject416.bin"/><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image" Target="../media/image389.wmf"/><Relationship Id="rId7" Type="http://schemas.openxmlformats.org/officeDocument/2006/relationships/image" Target="../media/image390.wmf"/><Relationship Id="rId2" Type="http://schemas.openxmlformats.org/officeDocument/2006/relationships/oleObject" Target="../embeddings/oleObject417.bin"/><Relationship Id="rId1" Type="http://schemas.openxmlformats.org/officeDocument/2006/relationships/slideLayout" Target="../slideLayouts/slideLayout7.xml"/><Relationship Id="rId6" Type="http://schemas.openxmlformats.org/officeDocument/2006/relationships/oleObject" Target="../embeddings/oleObject419.bin"/><Relationship Id="rId5" Type="http://schemas.openxmlformats.org/officeDocument/2006/relationships/image" Target="../media/image386.wmf"/><Relationship Id="rId4" Type="http://schemas.openxmlformats.org/officeDocument/2006/relationships/oleObject" Target="../embeddings/oleObject418.bin"/></Relationships>
</file>

<file path=ppt/slides/_rels/slide153.xml.rels><?xml version="1.0" encoding="UTF-8" standalone="yes"?>
<Relationships xmlns="http://schemas.openxmlformats.org/package/2006/relationships"><Relationship Id="rId8" Type="http://schemas.openxmlformats.org/officeDocument/2006/relationships/oleObject" Target="../embeddings/oleObject423.bin"/><Relationship Id="rId3" Type="http://schemas.openxmlformats.org/officeDocument/2006/relationships/image" Target="../media/image391.wmf"/><Relationship Id="rId7" Type="http://schemas.openxmlformats.org/officeDocument/2006/relationships/image" Target="../media/image393.wmf"/><Relationship Id="rId2" Type="http://schemas.openxmlformats.org/officeDocument/2006/relationships/oleObject" Target="../embeddings/oleObject420.bin"/><Relationship Id="rId1" Type="http://schemas.openxmlformats.org/officeDocument/2006/relationships/slideLayout" Target="../slideLayouts/slideLayout7.xml"/><Relationship Id="rId6" Type="http://schemas.openxmlformats.org/officeDocument/2006/relationships/oleObject" Target="../embeddings/oleObject422.bin"/><Relationship Id="rId5" Type="http://schemas.openxmlformats.org/officeDocument/2006/relationships/image" Target="../media/image392.wmf"/><Relationship Id="rId4" Type="http://schemas.openxmlformats.org/officeDocument/2006/relationships/oleObject" Target="../embeddings/oleObject421.bin"/><Relationship Id="rId9" Type="http://schemas.openxmlformats.org/officeDocument/2006/relationships/image" Target="../media/image394.wmf"/></Relationships>
</file>

<file path=ppt/slides/_rels/slide154.xml.rels><?xml version="1.0" encoding="UTF-8" standalone="yes"?>
<Relationships xmlns="http://schemas.openxmlformats.org/package/2006/relationships"><Relationship Id="rId3" Type="http://schemas.openxmlformats.org/officeDocument/2006/relationships/image" Target="../media/image395.wmf"/><Relationship Id="rId7" Type="http://schemas.openxmlformats.org/officeDocument/2006/relationships/image" Target="../media/image397.wmf"/><Relationship Id="rId2" Type="http://schemas.openxmlformats.org/officeDocument/2006/relationships/oleObject" Target="../embeddings/oleObject424.bin"/><Relationship Id="rId1" Type="http://schemas.openxmlformats.org/officeDocument/2006/relationships/slideLayout" Target="../slideLayouts/slideLayout2.xml"/><Relationship Id="rId6" Type="http://schemas.openxmlformats.org/officeDocument/2006/relationships/oleObject" Target="../embeddings/oleObject426.bin"/><Relationship Id="rId5" Type="http://schemas.openxmlformats.org/officeDocument/2006/relationships/image" Target="../media/image396.wmf"/><Relationship Id="rId4" Type="http://schemas.openxmlformats.org/officeDocument/2006/relationships/oleObject" Target="../embeddings/oleObject425.bin"/></Relationships>
</file>

<file path=ppt/slides/_rels/slide155.xml.rels><?xml version="1.0" encoding="UTF-8" standalone="yes"?>
<Relationships xmlns="http://schemas.openxmlformats.org/package/2006/relationships"><Relationship Id="rId3" Type="http://schemas.openxmlformats.org/officeDocument/2006/relationships/image" Target="../media/image398.wmf"/><Relationship Id="rId7" Type="http://schemas.openxmlformats.org/officeDocument/2006/relationships/image" Target="../media/image400.wmf"/><Relationship Id="rId2" Type="http://schemas.openxmlformats.org/officeDocument/2006/relationships/oleObject" Target="../embeddings/oleObject427.bin"/><Relationship Id="rId1" Type="http://schemas.openxmlformats.org/officeDocument/2006/relationships/slideLayout" Target="../slideLayouts/slideLayout2.xml"/><Relationship Id="rId6" Type="http://schemas.openxmlformats.org/officeDocument/2006/relationships/oleObject" Target="../embeddings/oleObject429.bin"/><Relationship Id="rId5" Type="http://schemas.openxmlformats.org/officeDocument/2006/relationships/image" Target="../media/image399.wmf"/><Relationship Id="rId4" Type="http://schemas.openxmlformats.org/officeDocument/2006/relationships/oleObject" Target="../embeddings/oleObject428.bin"/></Relationships>
</file>

<file path=ppt/slides/_rels/slide156.xml.rels><?xml version="1.0" encoding="UTF-8" standalone="yes"?>
<Relationships xmlns="http://schemas.openxmlformats.org/package/2006/relationships"><Relationship Id="rId3" Type="http://schemas.openxmlformats.org/officeDocument/2006/relationships/image" Target="../media/image401.wmf"/><Relationship Id="rId2" Type="http://schemas.openxmlformats.org/officeDocument/2006/relationships/oleObject" Target="../embeddings/oleObject430.bin"/><Relationship Id="rId1" Type="http://schemas.openxmlformats.org/officeDocument/2006/relationships/slideLayout" Target="../slideLayouts/slideLayout7.xml"/><Relationship Id="rId5" Type="http://schemas.openxmlformats.org/officeDocument/2006/relationships/image" Target="../media/image402.wmf"/><Relationship Id="rId4" Type="http://schemas.openxmlformats.org/officeDocument/2006/relationships/oleObject" Target="../embeddings/oleObject431.bin"/></Relationships>
</file>

<file path=ppt/slides/_rels/slide157.xml.rels><?xml version="1.0" encoding="UTF-8" standalone="yes"?>
<Relationships xmlns="http://schemas.openxmlformats.org/package/2006/relationships"><Relationship Id="rId8" Type="http://schemas.openxmlformats.org/officeDocument/2006/relationships/oleObject" Target="../embeddings/oleObject435.bin"/><Relationship Id="rId3" Type="http://schemas.openxmlformats.org/officeDocument/2006/relationships/image" Target="../media/image403.wmf"/><Relationship Id="rId7" Type="http://schemas.openxmlformats.org/officeDocument/2006/relationships/image" Target="../media/image405.wmf"/><Relationship Id="rId2" Type="http://schemas.openxmlformats.org/officeDocument/2006/relationships/oleObject" Target="../embeddings/oleObject432.bin"/><Relationship Id="rId1" Type="http://schemas.openxmlformats.org/officeDocument/2006/relationships/slideLayout" Target="../slideLayouts/slideLayout7.xml"/><Relationship Id="rId6" Type="http://schemas.openxmlformats.org/officeDocument/2006/relationships/oleObject" Target="../embeddings/oleObject434.bin"/><Relationship Id="rId11" Type="http://schemas.openxmlformats.org/officeDocument/2006/relationships/image" Target="../media/image407.wmf"/><Relationship Id="rId5" Type="http://schemas.openxmlformats.org/officeDocument/2006/relationships/image" Target="../media/image404.wmf"/><Relationship Id="rId10" Type="http://schemas.openxmlformats.org/officeDocument/2006/relationships/oleObject" Target="../embeddings/oleObject436.bin"/><Relationship Id="rId4" Type="http://schemas.openxmlformats.org/officeDocument/2006/relationships/oleObject" Target="../embeddings/oleObject433.bin"/><Relationship Id="rId9" Type="http://schemas.openxmlformats.org/officeDocument/2006/relationships/image" Target="../media/image406.wmf"/></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408.wmf"/><Relationship Id="rId7" Type="http://schemas.openxmlformats.org/officeDocument/2006/relationships/image" Target="../media/image409.wmf"/><Relationship Id="rId2" Type="http://schemas.openxmlformats.org/officeDocument/2006/relationships/oleObject" Target="../embeddings/oleObject437.bin"/><Relationship Id="rId1" Type="http://schemas.openxmlformats.org/officeDocument/2006/relationships/slideLayout" Target="../slideLayouts/slideLayout2.xml"/><Relationship Id="rId6" Type="http://schemas.openxmlformats.org/officeDocument/2006/relationships/oleObject" Target="../embeddings/oleObject439.bin"/><Relationship Id="rId5" Type="http://schemas.openxmlformats.org/officeDocument/2006/relationships/image" Target="../media/image397.wmf"/><Relationship Id="rId4" Type="http://schemas.openxmlformats.org/officeDocument/2006/relationships/oleObject" Target="../embeddings/oleObject438.bin"/></Relationships>
</file>

<file path=ppt/slides/_rels/slide162.xml.rels><?xml version="1.0" encoding="UTF-8" standalone="yes"?>
<Relationships xmlns="http://schemas.openxmlformats.org/package/2006/relationships"><Relationship Id="rId3" Type="http://schemas.openxmlformats.org/officeDocument/2006/relationships/image" Target="../media/image410.wmf"/><Relationship Id="rId7" Type="http://schemas.openxmlformats.org/officeDocument/2006/relationships/image" Target="../media/image400.wmf"/><Relationship Id="rId2" Type="http://schemas.openxmlformats.org/officeDocument/2006/relationships/oleObject" Target="../embeddings/oleObject440.bin"/><Relationship Id="rId1" Type="http://schemas.openxmlformats.org/officeDocument/2006/relationships/slideLayout" Target="../slideLayouts/slideLayout2.xml"/><Relationship Id="rId6" Type="http://schemas.openxmlformats.org/officeDocument/2006/relationships/oleObject" Target="../embeddings/oleObject442.bin"/><Relationship Id="rId5" Type="http://schemas.openxmlformats.org/officeDocument/2006/relationships/image" Target="../media/image411.wmf"/><Relationship Id="rId4" Type="http://schemas.openxmlformats.org/officeDocument/2006/relationships/oleObject" Target="../embeddings/oleObject441.bin"/></Relationships>
</file>

<file path=ppt/slides/_rels/slide163.xml.rels><?xml version="1.0" encoding="UTF-8" standalone="yes"?>
<Relationships xmlns="http://schemas.openxmlformats.org/package/2006/relationships"><Relationship Id="rId3" Type="http://schemas.openxmlformats.org/officeDocument/2006/relationships/image" Target="../media/image412.wmf"/><Relationship Id="rId2" Type="http://schemas.openxmlformats.org/officeDocument/2006/relationships/oleObject" Target="../embeddings/oleObject443.bin"/><Relationship Id="rId1" Type="http://schemas.openxmlformats.org/officeDocument/2006/relationships/slideLayout" Target="../slideLayouts/slideLayout7.xml"/><Relationship Id="rId5" Type="http://schemas.openxmlformats.org/officeDocument/2006/relationships/image" Target="../media/image413.wmf"/><Relationship Id="rId4" Type="http://schemas.openxmlformats.org/officeDocument/2006/relationships/oleObject" Target="../embeddings/oleObject444.bin"/></Relationships>
</file>

<file path=ppt/slides/_rels/slide164.xml.rels><?xml version="1.0" encoding="UTF-8" standalone="yes"?>
<Relationships xmlns="http://schemas.openxmlformats.org/package/2006/relationships"><Relationship Id="rId8" Type="http://schemas.openxmlformats.org/officeDocument/2006/relationships/oleObject" Target="../embeddings/oleObject448.bin"/><Relationship Id="rId13" Type="http://schemas.openxmlformats.org/officeDocument/2006/relationships/image" Target="../media/image419.wmf"/><Relationship Id="rId3" Type="http://schemas.openxmlformats.org/officeDocument/2006/relationships/image" Target="../media/image414.wmf"/><Relationship Id="rId7" Type="http://schemas.openxmlformats.org/officeDocument/2006/relationships/image" Target="../media/image416.wmf"/><Relationship Id="rId12" Type="http://schemas.openxmlformats.org/officeDocument/2006/relationships/oleObject" Target="../embeddings/oleObject450.bin"/><Relationship Id="rId2" Type="http://schemas.openxmlformats.org/officeDocument/2006/relationships/oleObject" Target="../embeddings/oleObject445.bin"/><Relationship Id="rId1" Type="http://schemas.openxmlformats.org/officeDocument/2006/relationships/slideLayout" Target="../slideLayouts/slideLayout2.xml"/><Relationship Id="rId6" Type="http://schemas.openxmlformats.org/officeDocument/2006/relationships/oleObject" Target="../embeddings/oleObject447.bin"/><Relationship Id="rId11" Type="http://schemas.openxmlformats.org/officeDocument/2006/relationships/image" Target="../media/image418.wmf"/><Relationship Id="rId5" Type="http://schemas.openxmlformats.org/officeDocument/2006/relationships/image" Target="../media/image415.wmf"/><Relationship Id="rId15" Type="http://schemas.openxmlformats.org/officeDocument/2006/relationships/image" Target="../media/image420.wmf"/><Relationship Id="rId10" Type="http://schemas.openxmlformats.org/officeDocument/2006/relationships/oleObject" Target="../embeddings/oleObject449.bin"/><Relationship Id="rId4" Type="http://schemas.openxmlformats.org/officeDocument/2006/relationships/oleObject" Target="../embeddings/oleObject446.bin"/><Relationship Id="rId9" Type="http://schemas.openxmlformats.org/officeDocument/2006/relationships/image" Target="../media/image417.wmf"/><Relationship Id="rId14" Type="http://schemas.openxmlformats.org/officeDocument/2006/relationships/oleObject" Target="../embeddings/oleObject451.bin"/></Relationships>
</file>

<file path=ppt/slides/_rels/slide165.xml.rels><?xml version="1.0" encoding="UTF-8" standalone="yes"?>
<Relationships xmlns="http://schemas.openxmlformats.org/package/2006/relationships"><Relationship Id="rId3" Type="http://schemas.openxmlformats.org/officeDocument/2006/relationships/image" Target="../media/image421.emf"/><Relationship Id="rId2" Type="http://schemas.openxmlformats.org/officeDocument/2006/relationships/oleObject" Target="../embeddings/oleObject452.bin"/><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422.wmf"/><Relationship Id="rId7" Type="http://schemas.openxmlformats.org/officeDocument/2006/relationships/image" Target="../media/image424.wmf"/><Relationship Id="rId2" Type="http://schemas.openxmlformats.org/officeDocument/2006/relationships/oleObject" Target="../embeddings/oleObject453.bin"/><Relationship Id="rId1" Type="http://schemas.openxmlformats.org/officeDocument/2006/relationships/slideLayout" Target="../slideLayouts/slideLayout2.xml"/><Relationship Id="rId6" Type="http://schemas.openxmlformats.org/officeDocument/2006/relationships/oleObject" Target="../embeddings/oleObject455.bin"/><Relationship Id="rId5" Type="http://schemas.openxmlformats.org/officeDocument/2006/relationships/image" Target="../media/image423.wmf"/><Relationship Id="rId4" Type="http://schemas.openxmlformats.org/officeDocument/2006/relationships/oleObject" Target="../embeddings/oleObject454.bin"/></Relationships>
</file>

<file path=ppt/slides/_rels/slide167.xml.rels><?xml version="1.0" encoding="UTF-8" standalone="yes"?>
<Relationships xmlns="http://schemas.openxmlformats.org/package/2006/relationships"><Relationship Id="rId8" Type="http://schemas.openxmlformats.org/officeDocument/2006/relationships/oleObject" Target="../embeddings/oleObject459.bin"/><Relationship Id="rId3" Type="http://schemas.openxmlformats.org/officeDocument/2006/relationships/image" Target="../media/image425.wmf"/><Relationship Id="rId7" Type="http://schemas.openxmlformats.org/officeDocument/2006/relationships/image" Target="../media/image427.wmf"/><Relationship Id="rId2" Type="http://schemas.openxmlformats.org/officeDocument/2006/relationships/oleObject" Target="../embeddings/oleObject456.bin"/><Relationship Id="rId1" Type="http://schemas.openxmlformats.org/officeDocument/2006/relationships/slideLayout" Target="../slideLayouts/slideLayout2.xml"/><Relationship Id="rId6" Type="http://schemas.openxmlformats.org/officeDocument/2006/relationships/oleObject" Target="../embeddings/oleObject458.bin"/><Relationship Id="rId11" Type="http://schemas.openxmlformats.org/officeDocument/2006/relationships/image" Target="../media/image429.wmf"/><Relationship Id="rId5" Type="http://schemas.openxmlformats.org/officeDocument/2006/relationships/image" Target="../media/image426.wmf"/><Relationship Id="rId10" Type="http://schemas.openxmlformats.org/officeDocument/2006/relationships/oleObject" Target="../embeddings/oleObject460.bin"/><Relationship Id="rId4" Type="http://schemas.openxmlformats.org/officeDocument/2006/relationships/oleObject" Target="../embeddings/oleObject457.bin"/><Relationship Id="rId9" Type="http://schemas.openxmlformats.org/officeDocument/2006/relationships/image" Target="../media/image428.wmf"/></Relationships>
</file>

<file path=ppt/slides/_rels/slide168.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18" Type="http://schemas.openxmlformats.org/officeDocument/2006/relationships/oleObject" Target="../embeddings/oleObject462.bin"/><Relationship Id="rId26" Type="http://schemas.openxmlformats.org/officeDocument/2006/relationships/oleObject" Target="../embeddings/oleObject466.bin"/><Relationship Id="rId3" Type="http://schemas.openxmlformats.org/officeDocument/2006/relationships/tags" Target="../tags/tag36.xml"/><Relationship Id="rId21" Type="http://schemas.openxmlformats.org/officeDocument/2006/relationships/image" Target="../media/image432.wmf"/><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image" Target="../media/image430.wmf"/><Relationship Id="rId25" Type="http://schemas.openxmlformats.org/officeDocument/2006/relationships/image" Target="../media/image434.wmf"/><Relationship Id="rId2" Type="http://schemas.openxmlformats.org/officeDocument/2006/relationships/tags" Target="../tags/tag35.xml"/><Relationship Id="rId16" Type="http://schemas.openxmlformats.org/officeDocument/2006/relationships/oleObject" Target="../embeddings/oleObject461.bin"/><Relationship Id="rId20" Type="http://schemas.openxmlformats.org/officeDocument/2006/relationships/oleObject" Target="../embeddings/oleObject463.bin"/><Relationship Id="rId29" Type="http://schemas.openxmlformats.org/officeDocument/2006/relationships/image" Target="../media/image436.wmf"/><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24" Type="http://schemas.openxmlformats.org/officeDocument/2006/relationships/oleObject" Target="../embeddings/oleObject465.bin"/><Relationship Id="rId5" Type="http://schemas.openxmlformats.org/officeDocument/2006/relationships/tags" Target="../tags/tag38.xml"/><Relationship Id="rId15" Type="http://schemas.openxmlformats.org/officeDocument/2006/relationships/slideLayout" Target="../slideLayouts/slideLayout2.xml"/><Relationship Id="rId23" Type="http://schemas.openxmlformats.org/officeDocument/2006/relationships/image" Target="../media/image433.wmf"/><Relationship Id="rId28" Type="http://schemas.openxmlformats.org/officeDocument/2006/relationships/oleObject" Target="../embeddings/oleObject467.bin"/><Relationship Id="rId10" Type="http://schemas.openxmlformats.org/officeDocument/2006/relationships/tags" Target="../tags/tag43.xml"/><Relationship Id="rId19" Type="http://schemas.openxmlformats.org/officeDocument/2006/relationships/image" Target="../media/image431.wmf"/><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oleObject" Target="../embeddings/oleObject464.bin"/><Relationship Id="rId27" Type="http://schemas.openxmlformats.org/officeDocument/2006/relationships/image" Target="../media/image435.wmf"/></Relationships>
</file>

<file path=ppt/slides/_rels/slide169.xml.rels><?xml version="1.0" encoding="UTF-8" standalone="yes"?>
<Relationships xmlns="http://schemas.openxmlformats.org/package/2006/relationships"><Relationship Id="rId3" Type="http://schemas.openxmlformats.org/officeDocument/2006/relationships/image" Target="../media/image437.wmf"/><Relationship Id="rId7" Type="http://schemas.openxmlformats.org/officeDocument/2006/relationships/image" Target="../media/image439.wmf"/><Relationship Id="rId2" Type="http://schemas.openxmlformats.org/officeDocument/2006/relationships/oleObject" Target="../embeddings/oleObject468.bin"/><Relationship Id="rId1" Type="http://schemas.openxmlformats.org/officeDocument/2006/relationships/slideLayout" Target="../slideLayouts/slideLayout7.xml"/><Relationship Id="rId6" Type="http://schemas.openxmlformats.org/officeDocument/2006/relationships/oleObject" Target="../embeddings/oleObject470.bin"/><Relationship Id="rId5" Type="http://schemas.openxmlformats.org/officeDocument/2006/relationships/image" Target="../media/image438.wmf"/><Relationship Id="rId4" Type="http://schemas.openxmlformats.org/officeDocument/2006/relationships/oleObject" Target="../embeddings/oleObject469.bin"/></Relationships>
</file>

<file path=ppt/slides/_rels/slide170.xml.rels><?xml version="1.0" encoding="UTF-8" standalone="yes"?>
<Relationships xmlns="http://schemas.openxmlformats.org/package/2006/relationships"><Relationship Id="rId8" Type="http://schemas.openxmlformats.org/officeDocument/2006/relationships/oleObject" Target="../embeddings/oleObject474.bin"/><Relationship Id="rId3" Type="http://schemas.openxmlformats.org/officeDocument/2006/relationships/image" Target="../media/image440.wmf"/><Relationship Id="rId7" Type="http://schemas.openxmlformats.org/officeDocument/2006/relationships/image" Target="../media/image427.wmf"/><Relationship Id="rId2" Type="http://schemas.openxmlformats.org/officeDocument/2006/relationships/oleObject" Target="../embeddings/oleObject471.bin"/><Relationship Id="rId1" Type="http://schemas.openxmlformats.org/officeDocument/2006/relationships/slideLayout" Target="../slideLayouts/slideLayout2.xml"/><Relationship Id="rId6" Type="http://schemas.openxmlformats.org/officeDocument/2006/relationships/oleObject" Target="../embeddings/oleObject473.bin"/><Relationship Id="rId11" Type="http://schemas.openxmlformats.org/officeDocument/2006/relationships/image" Target="../media/image430.wmf"/><Relationship Id="rId5" Type="http://schemas.openxmlformats.org/officeDocument/2006/relationships/image" Target="../media/image426.wmf"/><Relationship Id="rId10" Type="http://schemas.openxmlformats.org/officeDocument/2006/relationships/oleObject" Target="../embeddings/oleObject475.bin"/><Relationship Id="rId4" Type="http://schemas.openxmlformats.org/officeDocument/2006/relationships/oleObject" Target="../embeddings/oleObject472.bin"/><Relationship Id="rId9" Type="http://schemas.openxmlformats.org/officeDocument/2006/relationships/image" Target="../media/image441.wmf"/></Relationships>
</file>

<file path=ppt/slides/_rels/slide171.xml.rels><?xml version="1.0" encoding="UTF-8" standalone="yes"?>
<Relationships xmlns="http://schemas.openxmlformats.org/package/2006/relationships"><Relationship Id="rId13" Type="http://schemas.openxmlformats.org/officeDocument/2006/relationships/tags" Target="../tags/tag60.xml"/><Relationship Id="rId18" Type="http://schemas.openxmlformats.org/officeDocument/2006/relationships/oleObject" Target="../embeddings/oleObject477.bin"/><Relationship Id="rId26" Type="http://schemas.openxmlformats.org/officeDocument/2006/relationships/oleObject" Target="../embeddings/oleObject481.bin"/><Relationship Id="rId3" Type="http://schemas.openxmlformats.org/officeDocument/2006/relationships/tags" Target="../tags/tag50.xml"/><Relationship Id="rId21" Type="http://schemas.openxmlformats.org/officeDocument/2006/relationships/image" Target="../media/image433.wmf"/><Relationship Id="rId7" Type="http://schemas.openxmlformats.org/officeDocument/2006/relationships/tags" Target="../tags/tag54.xml"/><Relationship Id="rId12" Type="http://schemas.openxmlformats.org/officeDocument/2006/relationships/tags" Target="../tags/tag59.xml"/><Relationship Id="rId17" Type="http://schemas.openxmlformats.org/officeDocument/2006/relationships/image" Target="../media/image431.wmf"/><Relationship Id="rId25" Type="http://schemas.openxmlformats.org/officeDocument/2006/relationships/image" Target="../media/image435.wmf"/><Relationship Id="rId33" Type="http://schemas.openxmlformats.org/officeDocument/2006/relationships/image" Target="../media/image445.wmf"/><Relationship Id="rId2" Type="http://schemas.openxmlformats.org/officeDocument/2006/relationships/tags" Target="../tags/tag49.xml"/><Relationship Id="rId16" Type="http://schemas.openxmlformats.org/officeDocument/2006/relationships/oleObject" Target="../embeddings/oleObject476.bin"/><Relationship Id="rId20" Type="http://schemas.openxmlformats.org/officeDocument/2006/relationships/oleObject" Target="../embeddings/oleObject478.bin"/><Relationship Id="rId29" Type="http://schemas.openxmlformats.org/officeDocument/2006/relationships/image" Target="../media/image443.wmf"/><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24" Type="http://schemas.openxmlformats.org/officeDocument/2006/relationships/oleObject" Target="../embeddings/oleObject480.bin"/><Relationship Id="rId32" Type="http://schemas.openxmlformats.org/officeDocument/2006/relationships/oleObject" Target="../embeddings/oleObject484.bin"/><Relationship Id="rId5" Type="http://schemas.openxmlformats.org/officeDocument/2006/relationships/tags" Target="../tags/tag52.xml"/><Relationship Id="rId15" Type="http://schemas.openxmlformats.org/officeDocument/2006/relationships/slideLayout" Target="../slideLayouts/slideLayout2.xml"/><Relationship Id="rId23" Type="http://schemas.openxmlformats.org/officeDocument/2006/relationships/image" Target="../media/image434.wmf"/><Relationship Id="rId28" Type="http://schemas.openxmlformats.org/officeDocument/2006/relationships/oleObject" Target="../embeddings/oleObject482.bin"/><Relationship Id="rId10" Type="http://schemas.openxmlformats.org/officeDocument/2006/relationships/tags" Target="../tags/tag57.xml"/><Relationship Id="rId19" Type="http://schemas.openxmlformats.org/officeDocument/2006/relationships/image" Target="../media/image442.wmf"/><Relationship Id="rId31" Type="http://schemas.openxmlformats.org/officeDocument/2006/relationships/image" Target="../media/image444.wmf"/><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tags" Target="../tags/tag61.xml"/><Relationship Id="rId22" Type="http://schemas.openxmlformats.org/officeDocument/2006/relationships/oleObject" Target="../embeddings/oleObject479.bin"/><Relationship Id="rId27" Type="http://schemas.openxmlformats.org/officeDocument/2006/relationships/image" Target="../media/image436.wmf"/><Relationship Id="rId30" Type="http://schemas.openxmlformats.org/officeDocument/2006/relationships/oleObject" Target="../embeddings/oleObject483.bin"/><Relationship Id="rId8" Type="http://schemas.openxmlformats.org/officeDocument/2006/relationships/tags" Target="../tags/tag55.xml"/></Relationships>
</file>

<file path=ppt/slides/_rels/slide172.xml.rels><?xml version="1.0" encoding="UTF-8" standalone="yes"?>
<Relationships xmlns="http://schemas.openxmlformats.org/package/2006/relationships"><Relationship Id="rId3" Type="http://schemas.openxmlformats.org/officeDocument/2006/relationships/image" Target="../media/image437.wmf"/><Relationship Id="rId7" Type="http://schemas.openxmlformats.org/officeDocument/2006/relationships/image" Target="../media/image439.wmf"/><Relationship Id="rId2" Type="http://schemas.openxmlformats.org/officeDocument/2006/relationships/oleObject" Target="../embeddings/oleObject485.bin"/><Relationship Id="rId1" Type="http://schemas.openxmlformats.org/officeDocument/2006/relationships/slideLayout" Target="../slideLayouts/slideLayout7.xml"/><Relationship Id="rId6" Type="http://schemas.openxmlformats.org/officeDocument/2006/relationships/oleObject" Target="../embeddings/oleObject487.bin"/><Relationship Id="rId5" Type="http://schemas.openxmlformats.org/officeDocument/2006/relationships/image" Target="../media/image438.wmf"/><Relationship Id="rId4" Type="http://schemas.openxmlformats.org/officeDocument/2006/relationships/oleObject" Target="../embeddings/oleObject486.bin"/></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264920" y="897890"/>
            <a:ext cx="6360795" cy="885190"/>
          </a:xfrm>
          <a:prstGeom prst="rect">
            <a:avLst/>
          </a:prstGeom>
          <a:noFill/>
        </p:spPr>
        <p:txBody>
          <a:bodyPr wrap="square" rtlCol="0" anchor="t">
            <a:noAutofit/>
          </a:bodyPr>
          <a:lstStyle/>
          <a:p>
            <a:pPr algn="ctr"/>
            <a:r>
              <a:rPr lang="zh-CN" altLang="en-US" sz="3600"/>
              <a:t>第三章</a:t>
            </a:r>
            <a:r>
              <a:rPr lang="en-US" altLang="zh-CN" sz="3600"/>
              <a:t> </a:t>
            </a:r>
            <a:r>
              <a:rPr lang="zh-CN" altLang="en-US" sz="3600"/>
              <a:t>线性方程组与向量空间</a:t>
            </a:r>
          </a:p>
          <a:p>
            <a:endParaRPr lang="en-US" altLang="zh-CN"/>
          </a:p>
          <a:p>
            <a:endParaRPr lang="zh-CN" altLang="en-US"/>
          </a:p>
        </p:txBody>
      </p:sp>
      <p:sp>
        <p:nvSpPr>
          <p:cNvPr id="5" name="文本框 4"/>
          <p:cNvSpPr txBox="1"/>
          <p:nvPr/>
        </p:nvSpPr>
        <p:spPr>
          <a:xfrm>
            <a:off x="908685" y="2077720"/>
            <a:ext cx="7508875" cy="3569970"/>
          </a:xfrm>
          <a:prstGeom prst="rect">
            <a:avLst/>
          </a:prstGeom>
          <a:noFill/>
        </p:spPr>
        <p:txBody>
          <a:bodyPr wrap="square" rtlCol="0">
            <a:noAutofit/>
          </a:bodyPr>
          <a:lstStyle/>
          <a:p>
            <a:r>
              <a:rPr lang="en-US" altLang="zh-CN">
                <a:sym typeface="+mn-ea"/>
              </a:rPr>
              <a:t>· </a:t>
            </a:r>
            <a:r>
              <a:rPr lang="zh-CN" altLang="en-US">
                <a:sym typeface="+mn-ea"/>
              </a:rPr>
              <a:t>§</a:t>
            </a:r>
            <a:r>
              <a:rPr lang="en-US" altLang="zh-CN">
                <a:sym typeface="+mn-ea"/>
              </a:rPr>
              <a:t>3.1 </a:t>
            </a:r>
            <a:r>
              <a:rPr lang="zh-CN" altLang="en-US">
                <a:sym typeface="+mn-ea"/>
              </a:rPr>
              <a:t>线性方程组解的判定</a:t>
            </a:r>
            <a:endParaRPr lang="zh-CN" altLang="en-US"/>
          </a:p>
          <a:p>
            <a:r>
              <a:rPr lang="en-US" altLang="zh-CN">
                <a:sym typeface="+mn-ea"/>
              </a:rPr>
              <a:t>· </a:t>
            </a:r>
            <a:r>
              <a:rPr lang="zh-CN" altLang="en-US">
                <a:sym typeface="+mn-ea"/>
              </a:rPr>
              <a:t>§</a:t>
            </a:r>
            <a:r>
              <a:rPr lang="en-US" altLang="zh-CN">
                <a:sym typeface="+mn-ea"/>
              </a:rPr>
              <a:t>3.2 </a:t>
            </a:r>
            <a:r>
              <a:rPr lang="zh-CN" altLang="en-US">
                <a:sym typeface="+mn-ea"/>
              </a:rPr>
              <a:t>向量及其线性运算</a:t>
            </a:r>
            <a:endParaRPr lang="zh-CN" altLang="en-US"/>
          </a:p>
          <a:p>
            <a:r>
              <a:rPr lang="en-US" altLang="zh-CN">
                <a:sym typeface="+mn-ea"/>
              </a:rPr>
              <a:t>· </a:t>
            </a:r>
            <a:r>
              <a:rPr lang="zh-CN" altLang="en-US">
                <a:sym typeface="+mn-ea"/>
              </a:rPr>
              <a:t>§</a:t>
            </a:r>
            <a:r>
              <a:rPr lang="en-US" altLang="zh-CN">
                <a:sym typeface="+mn-ea"/>
              </a:rPr>
              <a:t>3.3 </a:t>
            </a:r>
            <a:r>
              <a:rPr lang="zh-CN" altLang="en-US">
                <a:sym typeface="+mn-ea"/>
              </a:rPr>
              <a:t>向量组的线性相关性</a:t>
            </a:r>
            <a:endParaRPr lang="zh-CN" altLang="en-US"/>
          </a:p>
          <a:p>
            <a:r>
              <a:rPr lang="en-US" altLang="zh-CN">
                <a:sym typeface="+mn-ea"/>
              </a:rPr>
              <a:t>· </a:t>
            </a:r>
            <a:r>
              <a:rPr lang="zh-CN" altLang="en-US">
                <a:sym typeface="+mn-ea"/>
              </a:rPr>
              <a:t>§</a:t>
            </a:r>
            <a:r>
              <a:rPr lang="en-US" altLang="zh-CN">
                <a:sym typeface="+mn-ea"/>
              </a:rPr>
              <a:t>3.4 </a:t>
            </a:r>
            <a:r>
              <a:rPr lang="zh-CN" altLang="en-US">
                <a:sym typeface="+mn-ea"/>
              </a:rPr>
              <a:t>极大线性无关组与向量组的秩</a:t>
            </a:r>
            <a:endParaRPr lang="zh-CN" altLang="en-US"/>
          </a:p>
          <a:p>
            <a:r>
              <a:rPr lang="en-US" altLang="zh-CN">
                <a:sym typeface="+mn-ea"/>
              </a:rPr>
              <a:t>· </a:t>
            </a:r>
            <a:r>
              <a:rPr lang="zh-CN" altLang="en-US">
                <a:sym typeface="+mn-ea"/>
              </a:rPr>
              <a:t>§</a:t>
            </a:r>
            <a:r>
              <a:rPr lang="en-US" altLang="zh-CN">
                <a:sym typeface="+mn-ea"/>
              </a:rPr>
              <a:t>3.5 </a:t>
            </a:r>
            <a:r>
              <a:rPr lang="zh-CN" altLang="en-US">
                <a:sym typeface="+mn-ea"/>
              </a:rPr>
              <a:t>向量空间与坐标变换</a:t>
            </a:r>
            <a:endParaRPr lang="zh-CN" altLang="en-US"/>
          </a:p>
          <a:p>
            <a:r>
              <a:rPr lang="en-US" altLang="zh-CN">
                <a:sym typeface="+mn-ea"/>
              </a:rPr>
              <a:t>· </a:t>
            </a:r>
            <a:r>
              <a:rPr lang="zh-CN" altLang="en-US">
                <a:sym typeface="+mn-ea"/>
              </a:rPr>
              <a:t>§</a:t>
            </a:r>
            <a:r>
              <a:rPr lang="en-US" altLang="zh-CN">
                <a:sym typeface="+mn-ea"/>
              </a:rPr>
              <a:t>3.6 </a:t>
            </a:r>
            <a:r>
              <a:rPr lang="zh-CN" altLang="en-US">
                <a:sym typeface="+mn-ea"/>
              </a:rPr>
              <a:t>向量的内积、长度与正交性</a:t>
            </a:r>
            <a:endParaRPr lang="zh-CN" altLang="en-US"/>
          </a:p>
          <a:p>
            <a:r>
              <a:rPr lang="en-US" altLang="zh-CN">
                <a:sym typeface="+mn-ea"/>
              </a:rPr>
              <a:t>· </a:t>
            </a:r>
            <a:r>
              <a:rPr lang="zh-CN" altLang="en-US">
                <a:sym typeface="+mn-ea"/>
              </a:rPr>
              <a:t>§</a:t>
            </a:r>
            <a:r>
              <a:rPr lang="en-US" altLang="zh-CN">
                <a:sym typeface="+mn-ea"/>
              </a:rPr>
              <a:t>3.7 </a:t>
            </a:r>
            <a:r>
              <a:rPr lang="zh-CN" altLang="en-US">
                <a:sym typeface="+mn-ea"/>
              </a:rPr>
              <a:t>线性方程组解的结构</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39115" y="1268730"/>
            <a:ext cx="8049895" cy="5120005"/>
          </a:xfrm>
          <a:prstGeom prst="rect">
            <a:avLst/>
          </a:prstGeom>
        </p:spPr>
        <p:txBody>
          <a:bodyPr wrap="square">
            <a:noAutofit/>
          </a:bodyPr>
          <a:lstStyle/>
          <a:p>
            <a:pPr marL="0" indent="266700" algn="just" defTabSz="266700">
              <a:lnSpc>
                <a:spcPct val="150000"/>
              </a:lnSpc>
              <a:spcBef>
                <a:spcPct val="0"/>
              </a:spcBef>
              <a:spcAft>
                <a:spcPct val="0"/>
              </a:spcAft>
            </a:pPr>
            <a:r>
              <a:rPr lang="en-US" altLang="zh-CN" sz="2800">
                <a:ea typeface="宋体" panose="02010600030101010101" pitchFamily="2" charset="-122"/>
              </a:rPr>
              <a:t>  </a:t>
            </a:r>
            <a:r>
              <a:rPr lang="zh-CN" altLang="en-US" sz="2800">
                <a:ea typeface="宋体" panose="02010600030101010101" pitchFamily="2" charset="-122"/>
              </a:rPr>
              <a:t>线性方程组是线性代数的核心工具，几乎覆盖所有理工、经管、计算机与数据领域，用来建模、求解与优化多变量线性关系。</a:t>
            </a:r>
            <a:r>
              <a:rPr lang="zh-CN" altLang="en-US" sz="2800"/>
              <a:t>本章围绕线性方程组的解这一核心问题，从熟知的方程组解法入手，将线性方程组与向量空间理论有机融合。借助空间结构的观点，揭示线性方程组解的内在规律与整体结构，帮助学者认识代数与几何之间的内在联系，建立线性代数的基本思想与思维方法。</a:t>
            </a:r>
          </a:p>
        </p:txBody>
      </p:sp>
      <p:sp>
        <p:nvSpPr>
          <p:cNvPr id="5" name="文本框 4"/>
          <p:cNvSpPr txBox="1"/>
          <p:nvPr/>
        </p:nvSpPr>
        <p:spPr>
          <a:xfrm>
            <a:off x="1547495" y="332105"/>
            <a:ext cx="5809615" cy="583565"/>
          </a:xfrm>
          <a:prstGeom prst="rect">
            <a:avLst/>
          </a:prstGeom>
          <a:noFill/>
        </p:spPr>
        <p:txBody>
          <a:bodyPr wrap="square" rtlCol="0">
            <a:spAutoFit/>
          </a:bodyPr>
          <a:lstStyle/>
          <a:p>
            <a:pPr algn="ctr"/>
            <a:r>
              <a:rPr lang="zh-CN" altLang="en-US" sz="3200">
                <a:solidFill>
                  <a:srgbClr val="FF0000"/>
                </a:solidFill>
                <a:sym typeface="+mn-ea"/>
              </a:rPr>
              <a:t>第三章</a:t>
            </a:r>
            <a:r>
              <a:rPr lang="en-US" altLang="zh-CN" sz="3200">
                <a:solidFill>
                  <a:srgbClr val="FF0000"/>
                </a:solidFill>
                <a:sym typeface="+mn-ea"/>
              </a:rPr>
              <a:t> </a:t>
            </a:r>
            <a:r>
              <a:rPr lang="zh-CN" altLang="en-US" sz="3200">
                <a:solidFill>
                  <a:srgbClr val="FF0000"/>
                </a:solidFill>
                <a:sym typeface="+mn-ea"/>
              </a:rPr>
              <a:t>线性方程组与向量空间</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Rectangle 2"/>
          <p:cNvSpPr>
            <a:spLocks noGrp="1"/>
          </p:cNvSpPr>
          <p:nvPr>
            <p:ph type="title"/>
          </p:nvPr>
        </p:nvSpPr>
        <p:spPr/>
        <p:txBody>
          <a:bodyPr vert="horz" wrap="square" lIns="91440" tIns="45720" rIns="91440" bIns="45720" anchor="ctr" anchorCtr="0"/>
          <a:lstStyle/>
          <a:p>
            <a:pPr eaLnBrk="1" hangingPunct="1"/>
            <a:r>
              <a:rPr lang="en-US" altLang="zh-CN" sz="3200" b="1" dirty="0">
                <a:solidFill>
                  <a:srgbClr val="FF0000"/>
                </a:solidFill>
                <a:sym typeface="+mn-ea"/>
              </a:rPr>
              <a:t>§3.1 </a:t>
            </a:r>
            <a:r>
              <a:rPr lang="zh-CN" altLang="en-US" sz="3200" dirty="0">
                <a:solidFill>
                  <a:srgbClr val="FF0000"/>
                </a:solidFill>
              </a:rPr>
              <a:t>线性方程组的解的判定</a:t>
            </a:r>
          </a:p>
        </p:txBody>
      </p:sp>
      <p:sp>
        <p:nvSpPr>
          <p:cNvPr id="23559" name="Rectangle 7"/>
          <p:cNvSpPr>
            <a:spLocks noGrp="1"/>
          </p:cNvSpPr>
          <p:nvPr>
            <p:ph idx="1"/>
          </p:nvPr>
        </p:nvSpPr>
        <p:spPr>
          <a:xfrm>
            <a:off x="457200" y="1524000"/>
            <a:ext cx="8229600" cy="457200"/>
          </a:xfrm>
        </p:spPr>
        <p:txBody>
          <a:bodyPr vert="horz" wrap="square" lIns="91440" tIns="45720" rIns="91440" bIns="45720" anchor="t" anchorCtr="0">
            <a:spAutoFit/>
          </a:bodyPr>
          <a:lstStyle/>
          <a:p>
            <a:pPr eaLnBrk="1" hangingPunct="1">
              <a:buNone/>
            </a:pPr>
            <a:r>
              <a:rPr lang="zh-CN" altLang="en-US" dirty="0"/>
              <a:t>设有 </a:t>
            </a:r>
            <a:r>
              <a:rPr lang="en-US" altLang="zh-CN" i="1" dirty="0"/>
              <a:t>n</a:t>
            </a:r>
            <a:r>
              <a:rPr lang="en-US" altLang="zh-CN" dirty="0"/>
              <a:t> </a:t>
            </a:r>
            <a:r>
              <a:rPr lang="zh-CN" altLang="en-US" dirty="0"/>
              <a:t>个未知数 </a:t>
            </a:r>
            <a:r>
              <a:rPr lang="en-US" altLang="zh-CN" i="1" dirty="0"/>
              <a:t>m</a:t>
            </a:r>
            <a:r>
              <a:rPr lang="en-US" altLang="zh-CN" dirty="0"/>
              <a:t> </a:t>
            </a:r>
            <a:r>
              <a:rPr lang="zh-CN" altLang="en-US" dirty="0"/>
              <a:t>个方程的线性方程组</a:t>
            </a:r>
          </a:p>
        </p:txBody>
      </p:sp>
      <p:graphicFrame>
        <p:nvGraphicFramePr>
          <p:cNvPr id="23560" name="Object 8"/>
          <p:cNvGraphicFramePr>
            <a:graphicFrameLocks noChangeAspect="1"/>
          </p:cNvGraphicFramePr>
          <p:nvPr/>
        </p:nvGraphicFramePr>
        <p:xfrm>
          <a:off x="2478088" y="2125663"/>
          <a:ext cx="4187825" cy="1879600"/>
        </p:xfrm>
        <a:graphic>
          <a:graphicData uri="http://schemas.openxmlformats.org/presentationml/2006/ole">
            <mc:AlternateContent xmlns:mc="http://schemas.openxmlformats.org/markup-compatibility/2006">
              <mc:Choice xmlns:v="urn:schemas-microsoft-com:vml" Requires="v">
                <p:oleObj r:id="rId2" imgW="2095500" imgH="939800" progId="Equation.DSMT4">
                  <p:embed/>
                </p:oleObj>
              </mc:Choice>
              <mc:Fallback>
                <p:oleObj r:id="rId2" imgW="2095500" imgH="939800" progId="Equation.DSMT4">
                  <p:embed/>
                  <p:pic>
                    <p:nvPicPr>
                      <p:cNvPr id="0" name="图片 4220"/>
                      <p:cNvPicPr/>
                      <p:nvPr/>
                    </p:nvPicPr>
                    <p:blipFill>
                      <a:blip r:embed="rId3"/>
                      <a:stretch>
                        <a:fillRect/>
                      </a:stretch>
                    </p:blipFill>
                    <p:spPr>
                      <a:xfrm>
                        <a:off x="2478088" y="2125663"/>
                        <a:ext cx="4187825" cy="1879600"/>
                      </a:xfrm>
                      <a:prstGeom prst="rect">
                        <a:avLst/>
                      </a:prstGeom>
                      <a:noFill/>
                      <a:ln w="38100">
                        <a:noFill/>
                        <a:miter/>
                      </a:ln>
                    </p:spPr>
                  </p:pic>
                </p:oleObj>
              </mc:Fallback>
            </mc:AlternateContent>
          </a:graphicData>
        </a:graphic>
      </p:graphicFrame>
      <p:sp>
        <p:nvSpPr>
          <p:cNvPr id="23563" name="Rectangle 11"/>
          <p:cNvSpPr/>
          <p:nvPr/>
        </p:nvSpPr>
        <p:spPr>
          <a:xfrm>
            <a:off x="539750" y="4509135"/>
            <a:ext cx="8231188" cy="1333500"/>
          </a:xfrm>
          <a:prstGeom prst="rect">
            <a:avLst/>
          </a:prstGeom>
          <a:noFill/>
          <a:ln w="9525">
            <a:noFill/>
          </a:ln>
        </p:spPr>
        <p:txBody>
          <a:bodyPr/>
          <a:lstStyle/>
          <a:p>
            <a:pPr marL="342900" indent="-342900">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问题</a:t>
            </a:r>
            <a:r>
              <a:rPr lang="en-US" altLang="zh-CN" sz="2400" b="1" dirty="0">
                <a:solidFill>
                  <a:srgbClr val="0000FF"/>
                </a:solidFill>
                <a:latin typeface="Times New Roman" panose="02020603050405020304" pitchFamily="18" charset="0"/>
                <a:ea typeface="楷体_GB2312"/>
              </a:rPr>
              <a:t>1</a:t>
            </a:r>
            <a:r>
              <a:rPr lang="zh-CN" altLang="en-US" sz="2400" b="1" dirty="0">
                <a:solidFill>
                  <a:srgbClr val="0000FF"/>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方程组是否有解？</a:t>
            </a:r>
          </a:p>
          <a:p>
            <a:pPr marL="342900" indent="-342900">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问题</a:t>
            </a:r>
            <a:r>
              <a:rPr lang="en-US" altLang="zh-CN" sz="2400" b="1" dirty="0">
                <a:solidFill>
                  <a:srgbClr val="0000FF"/>
                </a:solidFill>
                <a:latin typeface="Times New Roman" panose="02020603050405020304" pitchFamily="18" charset="0"/>
                <a:ea typeface="楷体_GB2312"/>
              </a:rPr>
              <a:t>2</a:t>
            </a:r>
            <a:r>
              <a:rPr lang="zh-CN" altLang="en-US" sz="2400" b="1" dirty="0">
                <a:solidFill>
                  <a:srgbClr val="0000FF"/>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若方程组有解，则解是否唯一？</a:t>
            </a:r>
          </a:p>
          <a:p>
            <a:pPr marL="342900" indent="-342900">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问题</a:t>
            </a:r>
            <a:r>
              <a:rPr lang="en-US" altLang="zh-CN" sz="2400" b="1" dirty="0">
                <a:solidFill>
                  <a:srgbClr val="0000FF"/>
                </a:solidFill>
                <a:latin typeface="Times New Roman" panose="02020603050405020304" pitchFamily="18" charset="0"/>
                <a:ea typeface="楷体_GB2312"/>
              </a:rPr>
              <a:t>3</a:t>
            </a:r>
            <a:r>
              <a:rPr lang="zh-CN" altLang="en-US" sz="2400" b="1" dirty="0">
                <a:solidFill>
                  <a:srgbClr val="0000FF"/>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若方程组有解且不唯一，则如何掌握解的全体？</a:t>
            </a:r>
          </a:p>
        </p:txBody>
      </p:sp>
      <p:sp>
        <p:nvSpPr>
          <p:cNvPr id="23565" name="AutoShape 13"/>
          <p:cNvSpPr/>
          <p:nvPr/>
        </p:nvSpPr>
        <p:spPr>
          <a:xfrm>
            <a:off x="6659563" y="1052513"/>
            <a:ext cx="2016125" cy="1008062"/>
          </a:xfrm>
          <a:prstGeom prst="cloudCallout">
            <a:avLst>
              <a:gd name="adj1" fmla="val -51023"/>
              <a:gd name="adj2" fmla="val 77245"/>
            </a:avLst>
          </a:prstGeom>
          <a:solidFill>
            <a:schemeClr val="folHlink"/>
          </a:solidFill>
          <a:ln w="9525" cap="flat" cmpd="sng">
            <a:solidFill>
              <a:schemeClr val="tx1"/>
            </a:solidFill>
            <a:prstDash val="solid"/>
            <a:headEnd type="none" w="med" len="med"/>
            <a:tailEnd type="none" w="med" len="med"/>
          </a:ln>
        </p:spPr>
        <p:txBody>
          <a:bodyPr/>
          <a:lstStyle/>
          <a:p>
            <a:pPr algn="ct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m</a:t>
            </a:r>
            <a:r>
              <a:rPr lang="zh-CN" altLang="en-US" b="1" dirty="0">
                <a:solidFill>
                  <a:srgbClr val="000000"/>
                </a:solidFill>
                <a:latin typeface="Times New Roman" panose="02020603050405020304" pitchFamily="18" charset="0"/>
                <a:ea typeface="楷体_GB2312"/>
              </a:rPr>
              <a:t>、</a:t>
            </a:r>
            <a:r>
              <a:rPr lang="en-US" altLang="zh-CN" b="1" i="1" dirty="0">
                <a:solidFill>
                  <a:srgbClr val="000000"/>
                </a:solidFill>
                <a:latin typeface="Times New Roman" panose="02020603050405020304" pitchFamily="18" charset="0"/>
                <a:ea typeface="楷体_GB2312"/>
              </a:rPr>
              <a:t>n</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不一定相等！</a:t>
            </a:r>
          </a:p>
        </p:txBody>
      </p:sp>
      <p:sp>
        <p:nvSpPr>
          <p:cNvPr id="891906" name="Rectangle 2"/>
          <p:cNvSpPr>
            <a:spLocks noGrp="1"/>
          </p:cNvSpPr>
          <p:nvPr/>
        </p:nvSpPr>
        <p:spPr>
          <a:xfrm>
            <a:off x="971550" y="116205"/>
            <a:ext cx="6858000" cy="765810"/>
          </a:xfrm>
          <a:prstGeom prst="rect">
            <a:avLst/>
          </a:prstGeom>
          <a:noFill/>
          <a:ln w="9525">
            <a:noFill/>
          </a:ln>
        </p:spPr>
        <p:txBody>
          <a:bodyPr vert="horz" wrap="square" lIns="91440" tIns="45720" rIns="91440" bIns="45720" anchor="b" anchorCtr="0"/>
          <a:lstStyle>
            <a:lvl1pPr marL="0" lvl="0" indent="0" algn="ctr" defTabSz="914400" rtl="0" eaLnBrk="1" fontAlgn="base" latinLnBrk="0" hangingPunct="1">
              <a:lnSpc>
                <a:spcPct val="100000"/>
              </a:lnSpc>
              <a:spcBef>
                <a:spcPct val="0"/>
              </a:spcBef>
              <a:spcAft>
                <a:spcPct val="0"/>
              </a:spcAft>
              <a:buNone/>
              <a:defRPr sz="4500" b="0" i="0" u="none" kern="1200" baseline="0">
                <a:solidFill>
                  <a:schemeClr val="tx2"/>
                </a:solidFill>
                <a:latin typeface="+mj-lt"/>
                <a:ea typeface="+mj-ea"/>
                <a:cs typeface="+mj-cs"/>
              </a:defRPr>
            </a:lvl1pPr>
          </a:lstStyle>
          <a:p>
            <a:pPr algn="ctr" eaLnBrk="1" hangingPunct="1">
              <a:buClrTx/>
              <a:buSzTx/>
              <a:buFontTx/>
            </a:pPr>
            <a:r>
              <a:rPr lang="zh-CN" altLang="en-US" sz="3600" b="1" dirty="0">
                <a:solidFill>
                  <a:srgbClr val="FF0000"/>
                </a:solidFill>
                <a:latin typeface="+mj-lt"/>
                <a:ea typeface="+mj-ea"/>
                <a:cs typeface="+mj-cs"/>
              </a:rPr>
              <a:t>第</a:t>
            </a:r>
            <a:r>
              <a:rPr lang="en-US" altLang="zh-CN" sz="3600" b="1" dirty="0">
                <a:solidFill>
                  <a:srgbClr val="FF0000"/>
                </a:solidFill>
                <a:latin typeface="+mj-lt"/>
                <a:ea typeface="+mj-ea"/>
                <a:cs typeface="+mj-cs"/>
              </a:rPr>
              <a:t>3</a:t>
            </a:r>
            <a:r>
              <a:rPr lang="zh-CN" altLang="en-US" sz="3600" b="1" dirty="0">
                <a:solidFill>
                  <a:srgbClr val="FF0000"/>
                </a:solidFill>
                <a:latin typeface="+mj-lt"/>
                <a:ea typeface="+mj-ea"/>
                <a:cs typeface="+mj-cs"/>
              </a:rPr>
              <a:t>章</a:t>
            </a:r>
            <a:r>
              <a:rPr lang="en-US" altLang="zh-CN" sz="3600" b="1" dirty="0">
                <a:solidFill>
                  <a:srgbClr val="FF0000"/>
                </a:solidFill>
                <a:latin typeface="+mj-lt"/>
                <a:ea typeface="+mj-ea"/>
                <a:cs typeface="+mj-cs"/>
              </a:rPr>
              <a:t>  </a:t>
            </a:r>
            <a:r>
              <a:rPr lang="zh-CN" altLang="en-US" sz="3600" b="1" dirty="0">
                <a:solidFill>
                  <a:srgbClr val="FF0000"/>
                </a:solidFill>
                <a:latin typeface="+mj-lt"/>
                <a:ea typeface="+mj-ea"/>
                <a:cs typeface="+mj-cs"/>
              </a:rPr>
              <a:t>线性方程组及向量空间</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文本框 228353"/>
          <p:cNvSpPr txBox="1"/>
          <p:nvPr/>
        </p:nvSpPr>
        <p:spPr>
          <a:xfrm>
            <a:off x="250825" y="692150"/>
            <a:ext cx="2673350" cy="519113"/>
          </a:xfrm>
          <a:prstGeom prst="rect">
            <a:avLst/>
          </a:prstGeom>
          <a:noFill/>
          <a:ln w="9525">
            <a:noFill/>
          </a:ln>
        </p:spPr>
        <p:txBody>
          <a:bodyPr wrap="none" anchor="t" anchorCtr="0">
            <a:spAutoFit/>
          </a:bodyPr>
          <a:lstStyle/>
          <a:p>
            <a:r>
              <a:rPr lang="zh-CN" altLang="en-US" dirty="0">
                <a:latin typeface="Times New Roman" panose="02020603050405020304" pitchFamily="18" charset="0"/>
              </a:rPr>
              <a:t>对于线性方程组</a:t>
            </a:r>
          </a:p>
        </p:txBody>
      </p:sp>
      <p:graphicFrame>
        <p:nvGraphicFramePr>
          <p:cNvPr id="228356" name="对象 228355"/>
          <p:cNvGraphicFramePr/>
          <p:nvPr/>
        </p:nvGraphicFramePr>
        <p:xfrm>
          <a:off x="4114800" y="3255963"/>
          <a:ext cx="914400" cy="346075"/>
        </p:xfrm>
        <a:graphic>
          <a:graphicData uri="http://schemas.openxmlformats.org/presentationml/2006/ole">
            <mc:AlternateContent xmlns:mc="http://schemas.openxmlformats.org/markup-compatibility/2006">
              <mc:Choice xmlns:v="urn:schemas-microsoft-com:vml" Requires="v">
                <p:oleObj r:id="rId3" imgW="199390" imgH="345440" progId="Equation.DSMT4">
                  <p:embed/>
                </p:oleObj>
              </mc:Choice>
              <mc:Fallback>
                <p:oleObj r:id="rId3" imgW="199390" imgH="345440" progId="Equation.DSMT4">
                  <p:embed/>
                  <p:pic>
                    <p:nvPicPr>
                      <p:cNvPr id="0" name="图片 3710"/>
                      <p:cNvPicPr/>
                      <p:nvPr/>
                    </p:nvPicPr>
                    <p:blipFill>
                      <a:blip r:embed="rId4"/>
                      <a:stretch>
                        <a:fillRect/>
                      </a:stretch>
                    </p:blipFill>
                    <p:spPr>
                      <a:xfrm>
                        <a:off x="4114800" y="3255963"/>
                        <a:ext cx="914400" cy="346075"/>
                      </a:xfrm>
                      <a:prstGeom prst="rect">
                        <a:avLst/>
                      </a:prstGeom>
                      <a:noFill/>
                      <a:ln w="38100">
                        <a:noFill/>
                        <a:miter/>
                      </a:ln>
                    </p:spPr>
                  </p:pic>
                </p:oleObj>
              </mc:Fallback>
            </mc:AlternateContent>
          </a:graphicData>
        </a:graphic>
      </p:graphicFrame>
      <p:graphicFrame>
        <p:nvGraphicFramePr>
          <p:cNvPr id="228357" name="对象 228356"/>
          <p:cNvGraphicFramePr/>
          <p:nvPr/>
        </p:nvGraphicFramePr>
        <p:xfrm>
          <a:off x="319088" y="2205038"/>
          <a:ext cx="3810000" cy="2095500"/>
        </p:xfrm>
        <a:graphic>
          <a:graphicData uri="http://schemas.openxmlformats.org/presentationml/2006/ole">
            <mc:AlternateContent xmlns:mc="http://schemas.openxmlformats.org/markup-compatibility/2006">
              <mc:Choice xmlns:v="urn:schemas-microsoft-com:vml" Requires="v">
                <p:oleObj r:id="rId5" imgW="3810000" imgH="2095500" progId="Equation.DSMT4">
                  <p:embed/>
                </p:oleObj>
              </mc:Choice>
              <mc:Fallback>
                <p:oleObj r:id="rId5" imgW="3810000" imgH="2095500" progId="Equation.DSMT4">
                  <p:embed/>
                  <p:pic>
                    <p:nvPicPr>
                      <p:cNvPr id="0" name="图片 3711"/>
                      <p:cNvPicPr/>
                      <p:nvPr/>
                    </p:nvPicPr>
                    <p:blipFill>
                      <a:blip r:embed="rId6"/>
                      <a:stretch>
                        <a:fillRect/>
                      </a:stretch>
                    </p:blipFill>
                    <p:spPr>
                      <a:xfrm>
                        <a:off x="319088" y="2205038"/>
                        <a:ext cx="3810000" cy="2095500"/>
                      </a:xfrm>
                      <a:prstGeom prst="rect">
                        <a:avLst/>
                      </a:prstGeom>
                      <a:noFill/>
                      <a:ln w="38100">
                        <a:noFill/>
                        <a:miter/>
                      </a:ln>
                    </p:spPr>
                  </p:pic>
                </p:oleObj>
              </mc:Fallback>
            </mc:AlternateContent>
          </a:graphicData>
        </a:graphic>
      </p:graphicFrame>
      <p:graphicFrame>
        <p:nvGraphicFramePr>
          <p:cNvPr id="228358" name="对象 228357"/>
          <p:cNvGraphicFramePr/>
          <p:nvPr/>
        </p:nvGraphicFramePr>
        <p:xfrm>
          <a:off x="4337050" y="2205038"/>
          <a:ext cx="2781300" cy="2095500"/>
        </p:xfrm>
        <a:graphic>
          <a:graphicData uri="http://schemas.openxmlformats.org/presentationml/2006/ole">
            <mc:AlternateContent xmlns:mc="http://schemas.openxmlformats.org/markup-compatibility/2006">
              <mc:Choice xmlns:v="urn:schemas-microsoft-com:vml" Requires="v">
                <p:oleObj r:id="rId7" imgW="2781300" imgH="2095500" progId="Equation.DSMT4">
                  <p:embed/>
                </p:oleObj>
              </mc:Choice>
              <mc:Fallback>
                <p:oleObj r:id="rId7" imgW="2781300" imgH="2095500" progId="Equation.DSMT4">
                  <p:embed/>
                  <p:pic>
                    <p:nvPicPr>
                      <p:cNvPr id="0" name="图片 3712"/>
                      <p:cNvPicPr/>
                      <p:nvPr/>
                    </p:nvPicPr>
                    <p:blipFill>
                      <a:blip r:embed="rId8"/>
                      <a:stretch>
                        <a:fillRect/>
                      </a:stretch>
                    </p:blipFill>
                    <p:spPr>
                      <a:xfrm>
                        <a:off x="4337050" y="2205038"/>
                        <a:ext cx="2781300" cy="2095500"/>
                      </a:xfrm>
                      <a:prstGeom prst="rect">
                        <a:avLst/>
                      </a:prstGeom>
                      <a:noFill/>
                      <a:ln w="38100">
                        <a:noFill/>
                        <a:miter/>
                      </a:ln>
                    </p:spPr>
                  </p:pic>
                </p:oleObj>
              </mc:Fallback>
            </mc:AlternateContent>
          </a:graphicData>
        </a:graphic>
      </p:graphicFrame>
      <p:sp>
        <p:nvSpPr>
          <p:cNvPr id="228359" name="文本框 228358"/>
          <p:cNvSpPr txBox="1"/>
          <p:nvPr/>
        </p:nvSpPr>
        <p:spPr>
          <a:xfrm>
            <a:off x="395288" y="4652963"/>
            <a:ext cx="3740150" cy="519112"/>
          </a:xfrm>
          <a:prstGeom prst="rect">
            <a:avLst/>
          </a:prstGeom>
          <a:noFill/>
          <a:ln w="9525">
            <a:noFill/>
          </a:ln>
        </p:spPr>
        <p:txBody>
          <a:bodyPr wrap="none" anchor="t" anchorCtr="0">
            <a:spAutoFit/>
          </a:bodyPr>
          <a:lstStyle/>
          <a:p>
            <a:r>
              <a:rPr lang="zh-CN" altLang="en-US" dirty="0">
                <a:latin typeface="Times New Roman" panose="02020603050405020304" pitchFamily="18" charset="0"/>
              </a:rPr>
              <a:t>则方程组可以表示为：</a:t>
            </a:r>
          </a:p>
        </p:txBody>
      </p:sp>
      <p:graphicFrame>
        <p:nvGraphicFramePr>
          <p:cNvPr id="228360" name="对象 228359"/>
          <p:cNvGraphicFramePr/>
          <p:nvPr/>
        </p:nvGraphicFramePr>
        <p:xfrm>
          <a:off x="4217671" y="4797743"/>
          <a:ext cx="1042035" cy="316865"/>
        </p:xfrm>
        <a:graphic>
          <a:graphicData uri="http://schemas.openxmlformats.org/presentationml/2006/ole">
            <mc:AlternateContent xmlns:mc="http://schemas.openxmlformats.org/markup-compatibility/2006">
              <mc:Choice xmlns:v="urn:schemas-microsoft-com:vml" Requires="v">
                <p:oleObj r:id="rId9" imgW="1041400" imgH="316865" progId="Equation.DSMT4">
                  <p:embed/>
                </p:oleObj>
              </mc:Choice>
              <mc:Fallback>
                <p:oleObj r:id="rId9" imgW="1041400" imgH="316865" progId="Equation.DSMT4">
                  <p:embed/>
                  <p:pic>
                    <p:nvPicPr>
                      <p:cNvPr id="0" name="图片 3707"/>
                      <p:cNvPicPr/>
                      <p:nvPr/>
                    </p:nvPicPr>
                    <p:blipFill>
                      <a:blip r:embed="rId10"/>
                      <a:stretch>
                        <a:fillRect/>
                      </a:stretch>
                    </p:blipFill>
                    <p:spPr>
                      <a:xfrm>
                        <a:off x="4217671" y="4797743"/>
                        <a:ext cx="1042035" cy="316865"/>
                      </a:xfrm>
                      <a:prstGeom prst="rect">
                        <a:avLst/>
                      </a:prstGeom>
                      <a:noFill/>
                      <a:ln w="38100">
                        <a:noFill/>
                        <a:miter/>
                      </a:ln>
                    </p:spPr>
                  </p:pic>
                </p:oleObj>
              </mc:Fallback>
            </mc:AlternateContent>
          </a:graphicData>
        </a:graphic>
      </p:graphicFrame>
      <p:sp>
        <p:nvSpPr>
          <p:cNvPr id="228361" name="矩形标注 228360"/>
          <p:cNvSpPr/>
          <p:nvPr/>
        </p:nvSpPr>
        <p:spPr>
          <a:xfrm>
            <a:off x="5746750" y="4509135"/>
            <a:ext cx="3085465" cy="936625"/>
          </a:xfrm>
          <a:prstGeom prst="wedgeRectCallout">
            <a:avLst>
              <a:gd name="adj1" fmla="val -67195"/>
              <a:gd name="adj2" fmla="val -11796"/>
            </a:avLst>
          </a:prstGeom>
          <a:noFill/>
          <a:ln w="9525" cap="flat" cmpd="sng">
            <a:solidFill>
              <a:schemeClr val="tx1"/>
            </a:solidFill>
            <a:prstDash val="solid"/>
            <a:miter/>
            <a:headEnd type="none" w="med" len="med"/>
            <a:tailEnd type="none" w="med" len="med"/>
          </a:ln>
        </p:spPr>
        <p:txBody>
          <a:bodyPr/>
          <a:lstStyle/>
          <a:p>
            <a:pPr algn="ctr"/>
            <a:r>
              <a:rPr lang="zh-CN" altLang="en-US" dirty="0">
                <a:solidFill>
                  <a:srgbClr val="FF0000"/>
                </a:solidFill>
                <a:latin typeface="Times New Roman" panose="02020603050405020304" pitchFamily="18" charset="0"/>
                <a:ea typeface="楷体_GB2312" pitchFamily="49" charset="-122"/>
              </a:rPr>
              <a:t>线性方程组的矩阵表示形式</a:t>
            </a:r>
          </a:p>
        </p:txBody>
      </p:sp>
      <p:sp>
        <p:nvSpPr>
          <p:cNvPr id="2" name="文本框 1"/>
          <p:cNvSpPr txBox="1"/>
          <p:nvPr/>
        </p:nvSpPr>
        <p:spPr>
          <a:xfrm>
            <a:off x="251460" y="5491480"/>
            <a:ext cx="7923530" cy="1085850"/>
          </a:xfrm>
          <a:prstGeom prst="rect">
            <a:avLst/>
          </a:prstGeom>
        </p:spPr>
        <p:txBody>
          <a:bodyPr wrap="square">
            <a:noAutofit/>
          </a:bodyPr>
          <a:lstStyle/>
          <a:p>
            <a:pPr algn="just" defTabSz="266700"/>
            <a:r>
              <a:rPr lang="en-US" altLang="zh-CN">
                <a:solidFill>
                  <a:srgbClr val="000000"/>
                </a:solidFill>
                <a:latin typeface="Calibri" panose="020F0502020204030204"/>
                <a:ea typeface="宋体" panose="02010600030101010101" pitchFamily="2" charset="-122"/>
              </a:rPr>
              <a:t> </a:t>
            </a:r>
            <a:r>
              <a:rPr lang="zh-CN" altLang="en-US">
                <a:solidFill>
                  <a:srgbClr val="000000"/>
                </a:solidFill>
                <a:latin typeface="Calibri" panose="020F0502020204030204"/>
                <a:ea typeface="宋体" panose="02010600030101010101" pitchFamily="2" charset="-122"/>
              </a:rPr>
              <a:t>此时，称矩阵</a:t>
            </a:r>
            <a:r>
              <a:rPr lang="en-US" altLang="zh-CN">
                <a:solidFill>
                  <a:srgbClr val="000000"/>
                </a:solidFill>
                <a:latin typeface="Calibri" panose="020F0502020204030204"/>
                <a:ea typeface="宋体" panose="02010600030101010101" pitchFamily="2" charset="-122"/>
              </a:rPr>
              <a:t>   </a:t>
            </a:r>
            <a:r>
              <a:rPr lang="zh-CN" altLang="en-US">
                <a:solidFill>
                  <a:srgbClr val="000000"/>
                </a:solidFill>
                <a:latin typeface="Calibri" panose="020F0502020204030204"/>
                <a:sym typeface="+mn-ea"/>
              </a:rPr>
              <a:t>为方程组</a:t>
            </a:r>
            <a:r>
              <a:rPr lang="en-US" altLang="zh-CN">
                <a:solidFill>
                  <a:srgbClr val="000000"/>
                </a:solidFill>
                <a:latin typeface="Calibri" panose="020F0502020204030204"/>
                <a:sym typeface="+mn-ea"/>
              </a:rPr>
              <a:t>(</a:t>
            </a:r>
            <a:r>
              <a:rPr lang="en-US" altLang="zh-CN">
                <a:solidFill>
                  <a:srgbClr val="000000"/>
                </a:solidFill>
                <a:latin typeface="Calibri" panose="020F0502020204030204"/>
                <a:ea typeface="Calibri" panose="020F0502020204030204"/>
                <a:sym typeface="+mn-ea"/>
              </a:rPr>
              <a:t>3</a:t>
            </a:r>
            <a:r>
              <a:rPr lang="en-US" altLang="zh-CN">
                <a:solidFill>
                  <a:srgbClr val="000000"/>
                </a:solidFill>
                <a:latin typeface="Calibri" panose="020F0502020204030204"/>
                <a:sym typeface="+mn-ea"/>
              </a:rPr>
              <a:t>.1)</a:t>
            </a:r>
            <a:r>
              <a:rPr lang="zh-CN" altLang="en-US">
                <a:solidFill>
                  <a:srgbClr val="000000"/>
                </a:solidFill>
                <a:latin typeface="Calibri" panose="020F0502020204030204"/>
                <a:sym typeface="+mn-ea"/>
              </a:rPr>
              <a:t>的</a:t>
            </a:r>
            <a:r>
              <a:rPr lang="zh-CN" altLang="en-US">
                <a:solidFill>
                  <a:srgbClr val="FF0000"/>
                </a:solidFill>
                <a:latin typeface="Calibri" panose="020F0502020204030204"/>
                <a:sym typeface="+mn-ea"/>
              </a:rPr>
              <a:t>系数矩阵</a:t>
            </a:r>
            <a:r>
              <a:rPr lang="zh-CN" altLang="en-US">
                <a:solidFill>
                  <a:srgbClr val="000000"/>
                </a:solidFill>
                <a:latin typeface="Calibri" panose="020F0502020204030204"/>
                <a:sym typeface="+mn-ea"/>
              </a:rPr>
              <a:t>，称矩阵</a:t>
            </a:r>
            <a:r>
              <a:rPr lang="en-US" altLang="zh-CN">
                <a:solidFill>
                  <a:srgbClr val="000000"/>
                </a:solidFill>
                <a:latin typeface="Calibri" panose="020F0502020204030204"/>
                <a:sym typeface="+mn-ea"/>
              </a:rPr>
              <a:t>                      </a:t>
            </a:r>
            <a:r>
              <a:rPr lang="zh-CN" altLang="en-US">
                <a:solidFill>
                  <a:srgbClr val="000000"/>
                </a:solidFill>
                <a:latin typeface="Calibri" panose="020F0502020204030204"/>
                <a:sym typeface="+mn-ea"/>
              </a:rPr>
              <a:t>为方程组</a:t>
            </a:r>
            <a:r>
              <a:rPr lang="en-US" altLang="zh-CN">
                <a:solidFill>
                  <a:srgbClr val="000000"/>
                </a:solidFill>
                <a:latin typeface="Calibri" panose="020F0502020204030204"/>
                <a:sym typeface="+mn-ea"/>
              </a:rPr>
              <a:t>(</a:t>
            </a:r>
            <a:r>
              <a:rPr lang="en-US" altLang="zh-CN">
                <a:solidFill>
                  <a:srgbClr val="000000"/>
                </a:solidFill>
                <a:latin typeface="Calibri" panose="020F0502020204030204"/>
                <a:ea typeface="Calibri" panose="020F0502020204030204"/>
                <a:sym typeface="+mn-ea"/>
              </a:rPr>
              <a:t>3</a:t>
            </a:r>
            <a:r>
              <a:rPr lang="en-US" altLang="zh-CN">
                <a:solidFill>
                  <a:srgbClr val="000000"/>
                </a:solidFill>
                <a:latin typeface="Calibri" panose="020F0502020204030204"/>
                <a:sym typeface="+mn-ea"/>
              </a:rPr>
              <a:t>.1)</a:t>
            </a:r>
            <a:r>
              <a:rPr lang="zh-CN" altLang="en-US">
                <a:solidFill>
                  <a:srgbClr val="000000"/>
                </a:solidFill>
                <a:latin typeface="Calibri" panose="020F0502020204030204"/>
                <a:sym typeface="+mn-ea"/>
              </a:rPr>
              <a:t>的</a:t>
            </a:r>
            <a:r>
              <a:rPr lang="zh-CN" altLang="en-US">
                <a:solidFill>
                  <a:srgbClr val="FF0000"/>
                </a:solidFill>
                <a:latin typeface="Calibri" panose="020F0502020204030204"/>
                <a:sym typeface="+mn-ea"/>
              </a:rPr>
              <a:t>增广矩阵</a:t>
            </a:r>
            <a:r>
              <a:rPr lang="zh-CN" altLang="en-US">
                <a:solidFill>
                  <a:srgbClr val="000000"/>
                </a:solidFill>
                <a:latin typeface="Calibri" panose="020F0502020204030204"/>
                <a:sym typeface="+mn-ea"/>
              </a:rPr>
              <a:t>．</a:t>
            </a:r>
            <a:endParaRPr lang="zh-CN" altLang="en-US">
              <a:solidFill>
                <a:srgbClr val="000000"/>
              </a:solidFill>
              <a:latin typeface="Calibri" panose="020F0502020204030204"/>
              <a:ea typeface="宋体" panose="02010600030101010101" pitchFamily="2" charset="-122"/>
            </a:endParaRPr>
          </a:p>
          <a:p>
            <a:pPr algn="just" defTabSz="266700"/>
            <a:endParaRPr lang="en-US" altLang="zh-CN">
              <a:solidFill>
                <a:srgbClr val="000000"/>
              </a:solidFill>
              <a:latin typeface="Calibri" panose="020F0502020204030204"/>
              <a:ea typeface="宋体" panose="02010600030101010101" pitchFamily="2" charset="-122"/>
            </a:endParaRPr>
          </a:p>
        </p:txBody>
      </p:sp>
      <p:pic>
        <p:nvPicPr>
          <p:cNvPr id="3" name="图片 2"/>
          <p:cNvPicPr/>
          <p:nvPr/>
        </p:nvPicPr>
        <p:blipFill>
          <a:blip r:embed="rId11"/>
          <a:stretch>
            <a:fillRect/>
          </a:stretch>
        </p:blipFill>
        <p:spPr>
          <a:xfrm>
            <a:off x="827405" y="5854859"/>
            <a:ext cx="81280" cy="81280"/>
          </a:xfrm>
          <a:prstGeom prst="rect">
            <a:avLst/>
          </a:prstGeom>
        </p:spPr>
      </p:pic>
      <p:graphicFrame>
        <p:nvGraphicFramePr>
          <p:cNvPr id="4" name="对象 -2147480225"/>
          <p:cNvGraphicFramePr>
            <a:graphicFrameLocks noChangeAspect="1"/>
          </p:cNvGraphicFramePr>
          <p:nvPr/>
        </p:nvGraphicFramePr>
        <p:xfrm>
          <a:off x="2888615" y="76835"/>
          <a:ext cx="5391150" cy="2137410"/>
        </p:xfrm>
        <a:graphic>
          <a:graphicData uri="http://schemas.openxmlformats.org/presentationml/2006/ole">
            <mc:AlternateContent xmlns:mc="http://schemas.openxmlformats.org/markup-compatibility/2006">
              <mc:Choice xmlns:v="urn:schemas-microsoft-com:vml" Requires="v">
                <p:oleObj r:id="rId12" imgW="2082800" imgH="825500" progId="Equation.3">
                  <p:embed/>
                </p:oleObj>
              </mc:Choice>
              <mc:Fallback>
                <p:oleObj r:id="rId12" imgW="2082800" imgH="825500" progId="Equation.3">
                  <p:embed/>
                  <p:pic>
                    <p:nvPicPr>
                      <p:cNvPr id="0" name="图片 3075"/>
                      <p:cNvPicPr/>
                      <p:nvPr/>
                    </p:nvPicPr>
                    <p:blipFill>
                      <a:blip r:embed="rId13"/>
                      <a:stretch>
                        <a:fillRect/>
                      </a:stretch>
                    </p:blipFill>
                    <p:spPr>
                      <a:xfrm>
                        <a:off x="2888615" y="76835"/>
                        <a:ext cx="5391150" cy="2137410"/>
                      </a:xfrm>
                      <a:prstGeom prst="rect">
                        <a:avLst/>
                      </a:prstGeom>
                      <a:noFill/>
                      <a:ln w="38100">
                        <a:noFill/>
                        <a:miter/>
                      </a:ln>
                    </p:spPr>
                  </p:pic>
                </p:oleObj>
              </mc:Fallback>
            </mc:AlternateContent>
          </a:graphicData>
        </a:graphic>
      </p:graphicFrame>
      <p:graphicFrame>
        <p:nvGraphicFramePr>
          <p:cNvPr id="7" name="对象 6"/>
          <p:cNvGraphicFramePr/>
          <p:nvPr/>
        </p:nvGraphicFramePr>
        <p:xfrm>
          <a:off x="2630805" y="5600700"/>
          <a:ext cx="321310" cy="290830"/>
        </p:xfrm>
        <a:graphic>
          <a:graphicData uri="http://schemas.openxmlformats.org/presentationml/2006/ole">
            <mc:AlternateContent xmlns:mc="http://schemas.openxmlformats.org/markup-compatibility/2006">
              <mc:Choice xmlns:v="urn:schemas-microsoft-com:vml" Requires="v">
                <p:oleObj r:id="rId14" imgW="292100" imgH="304800" progId="Equation.DSMT4">
                  <p:embed/>
                </p:oleObj>
              </mc:Choice>
              <mc:Fallback>
                <p:oleObj r:id="rId14" imgW="292100" imgH="304800" progId="Equation.DSMT4">
                  <p:embed/>
                  <p:pic>
                    <p:nvPicPr>
                      <p:cNvPr id="0" name="图片 3707"/>
                      <p:cNvPicPr/>
                      <p:nvPr/>
                    </p:nvPicPr>
                    <p:blipFill>
                      <a:blip r:embed="rId15"/>
                      <a:stretch>
                        <a:fillRect/>
                      </a:stretch>
                    </p:blipFill>
                    <p:spPr>
                      <a:xfrm>
                        <a:off x="2630805" y="5600700"/>
                        <a:ext cx="321310" cy="290830"/>
                      </a:xfrm>
                      <a:prstGeom prst="rect">
                        <a:avLst/>
                      </a:prstGeom>
                      <a:noFill/>
                      <a:ln w="38100">
                        <a:noFill/>
                        <a:miter/>
                      </a:ln>
                    </p:spPr>
                  </p:pic>
                </p:oleObj>
              </mc:Fallback>
            </mc:AlternateContent>
          </a:graphicData>
        </a:graphic>
      </p:graphicFrame>
      <p:graphicFrame>
        <p:nvGraphicFramePr>
          <p:cNvPr id="9" name="对象 8"/>
          <p:cNvGraphicFramePr/>
          <p:nvPr/>
        </p:nvGraphicFramePr>
        <p:xfrm>
          <a:off x="827405" y="5943600"/>
          <a:ext cx="1671320" cy="443865"/>
        </p:xfrm>
        <a:graphic>
          <a:graphicData uri="http://schemas.openxmlformats.org/presentationml/2006/ole">
            <mc:AlternateContent xmlns:mc="http://schemas.openxmlformats.org/markup-compatibility/2006">
              <mc:Choice xmlns:v="urn:schemas-microsoft-com:vml" Requires="v">
                <p:oleObj r:id="rId16" imgW="1663700" imgH="393700" progId="Equation.DSMT4">
                  <p:embed/>
                </p:oleObj>
              </mc:Choice>
              <mc:Fallback>
                <p:oleObj r:id="rId16" imgW="1663700" imgH="393700" progId="Equation.DSMT4">
                  <p:embed/>
                  <p:pic>
                    <p:nvPicPr>
                      <p:cNvPr id="0" name="图片 3707"/>
                      <p:cNvPicPr/>
                      <p:nvPr/>
                    </p:nvPicPr>
                    <p:blipFill>
                      <a:blip r:embed="rId17"/>
                      <a:stretch>
                        <a:fillRect/>
                      </a:stretch>
                    </p:blipFill>
                    <p:spPr>
                      <a:xfrm>
                        <a:off x="827405" y="5943600"/>
                        <a:ext cx="1671320" cy="44386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8354"/>
                                        </p:tgtEl>
                                        <p:attrNameLst>
                                          <p:attrName>style.visibility</p:attrName>
                                        </p:attrNameLst>
                                      </p:cBhvr>
                                      <p:to>
                                        <p:strVal val="visible"/>
                                      </p:to>
                                    </p:set>
                                    <p:animEffect transition="in" filter="wipe(left)">
                                      <p:cBhvr>
                                        <p:cTn id="7" dur="500"/>
                                        <p:tgtEl>
                                          <p:spTgt spid="228354"/>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28356"/>
                                        </p:tgtEl>
                                        <p:attrNameLst>
                                          <p:attrName>style.visibility</p:attrName>
                                        </p:attrNameLst>
                                      </p:cBhvr>
                                      <p:to>
                                        <p:strVal val="visible"/>
                                      </p:to>
                                    </p:set>
                                    <p:animEffect transition="in" filter="wipe(left)">
                                      <p:cBhvr>
                                        <p:cTn id="15" dur="500"/>
                                        <p:tgtEl>
                                          <p:spTgt spid="22835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28357"/>
                                        </p:tgtEl>
                                        <p:attrNameLst>
                                          <p:attrName>style.visibility</p:attrName>
                                        </p:attrNameLst>
                                      </p:cBhvr>
                                      <p:to>
                                        <p:strVal val="visible"/>
                                      </p:to>
                                    </p:set>
                                    <p:animEffect transition="in" filter="wipe(left)">
                                      <p:cBhvr>
                                        <p:cTn id="20" dur="500"/>
                                        <p:tgtEl>
                                          <p:spTgt spid="22835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28358"/>
                                        </p:tgtEl>
                                        <p:attrNameLst>
                                          <p:attrName>style.visibility</p:attrName>
                                        </p:attrNameLst>
                                      </p:cBhvr>
                                      <p:to>
                                        <p:strVal val="visible"/>
                                      </p:to>
                                    </p:set>
                                    <p:animEffect transition="in" filter="wipe(left)">
                                      <p:cBhvr>
                                        <p:cTn id="25" dur="500"/>
                                        <p:tgtEl>
                                          <p:spTgt spid="22835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28359"/>
                                        </p:tgtEl>
                                        <p:attrNameLst>
                                          <p:attrName>style.visibility</p:attrName>
                                        </p:attrNameLst>
                                      </p:cBhvr>
                                      <p:to>
                                        <p:strVal val="visible"/>
                                      </p:to>
                                    </p:set>
                                    <p:animEffect transition="in" filter="wipe(left)">
                                      <p:cBhvr>
                                        <p:cTn id="30" dur="500"/>
                                        <p:tgtEl>
                                          <p:spTgt spid="22835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28360"/>
                                        </p:tgtEl>
                                        <p:attrNameLst>
                                          <p:attrName>style.visibility</p:attrName>
                                        </p:attrNameLst>
                                      </p:cBhvr>
                                      <p:to>
                                        <p:strVal val="visible"/>
                                      </p:to>
                                    </p:set>
                                    <p:animEffect transition="in" filter="wipe(left)">
                                      <p:cBhvr>
                                        <p:cTn id="35" dur="500"/>
                                        <p:tgtEl>
                                          <p:spTgt spid="228360"/>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228361"/>
                                        </p:tgtEl>
                                        <p:attrNameLst>
                                          <p:attrName>style.visibility</p:attrName>
                                        </p:attrNameLst>
                                      </p:cBhvr>
                                      <p:to>
                                        <p:strVal val="visible"/>
                                      </p:to>
                                    </p:set>
                                    <p:anim calcmode="lin" valueType="num">
                                      <p:cBhvr additive="base">
                                        <p:cTn id="40" dur="500" fill="hold"/>
                                        <p:tgtEl>
                                          <p:spTgt spid="228361"/>
                                        </p:tgtEl>
                                        <p:attrNameLst>
                                          <p:attrName>ppt_x</p:attrName>
                                        </p:attrNameLst>
                                      </p:cBhvr>
                                      <p:tavLst>
                                        <p:tav tm="0">
                                          <p:val>
                                            <p:strVal val="0-#ppt_w/2"/>
                                          </p:val>
                                        </p:tav>
                                        <p:tav tm="100000">
                                          <p:val>
                                            <p:strVal val="#ppt_x"/>
                                          </p:val>
                                        </p:tav>
                                      </p:tavLst>
                                    </p:anim>
                                    <p:anim calcmode="lin" valueType="num">
                                      <p:cBhvr additive="base">
                                        <p:cTn id="41" dur="500" fill="hold"/>
                                        <p:tgtEl>
                                          <p:spTgt spid="22836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down)">
                                      <p:cBhvr>
                                        <p:cTn id="46" dur="500"/>
                                        <p:tgtEl>
                                          <p:spTgt spid="2"/>
                                        </p:tgtEl>
                                      </p:cBhvr>
                                    </p:animEffect>
                                  </p:childTnLst>
                                </p:cTn>
                              </p:par>
                              <p:par>
                                <p:cTn id="47" presetID="22" presetClass="entr" presetSubtype="8" fill="hold" nodeType="with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wipe(left)">
                                      <p:cBhvr>
                                        <p:cTn id="49" dur="500"/>
                                        <p:tgtEl>
                                          <p:spTgt spid="7"/>
                                        </p:tgtEl>
                                      </p:cBhvr>
                                    </p:animEffect>
                                  </p:childTnLst>
                                </p:cTn>
                              </p:par>
                              <p:par>
                                <p:cTn id="50" presetID="22" presetClass="entr" presetSubtype="8" fill="hold" nodeType="with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4" grpId="0"/>
      <p:bldP spid="228359" grpId="0"/>
      <p:bldP spid="228361" grpId="0" bldLvl="0" animBg="1"/>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395605" y="476885"/>
            <a:ext cx="7750810" cy="1526540"/>
            <a:chOff x="623" y="751"/>
            <a:chExt cx="12206" cy="2404"/>
          </a:xfrm>
        </p:grpSpPr>
        <p:sp>
          <p:nvSpPr>
            <p:cNvPr id="228359" name="文本框 228358"/>
            <p:cNvSpPr txBox="1"/>
            <p:nvPr/>
          </p:nvSpPr>
          <p:spPr>
            <a:xfrm>
              <a:off x="623" y="751"/>
              <a:ext cx="12206" cy="2404"/>
            </a:xfrm>
            <a:prstGeom prst="rect">
              <a:avLst/>
            </a:prstGeom>
            <a:noFill/>
            <a:ln w="9525">
              <a:noFill/>
            </a:ln>
          </p:spPr>
          <p:txBody>
            <a:bodyPr wrap="square" anchor="t" anchorCtr="0">
              <a:noAutofit/>
            </a:bodyPr>
            <a:lstStyle/>
            <a:p>
              <a:pPr marL="0" indent="0" algn="just" defTabSz="266700">
                <a:spcBef>
                  <a:spcPct val="0"/>
                </a:spcBef>
                <a:spcAft>
                  <a:spcPct val="0"/>
                </a:spcAft>
              </a:pPr>
              <a:r>
                <a:rPr lang="zh-CN" altLang="en-US">
                  <a:solidFill>
                    <a:srgbClr val="000000"/>
                  </a:solidFill>
                  <a:latin typeface="Calibri" panose="020F0502020204030204"/>
                  <a:sym typeface="+mn-ea"/>
                </a:rPr>
                <a:t>在线性方程组</a:t>
              </a:r>
              <a:r>
                <a:rPr lang="en-US" altLang="zh-CN">
                  <a:solidFill>
                    <a:srgbClr val="000000"/>
                  </a:solidFill>
                  <a:latin typeface="Calibri" panose="020F0502020204030204"/>
                  <a:sym typeface="+mn-ea"/>
                </a:rPr>
                <a:t>             </a:t>
              </a:r>
              <a:r>
                <a:rPr lang="zh-CN" altLang="en-US">
                  <a:solidFill>
                    <a:srgbClr val="000000"/>
                  </a:solidFill>
                  <a:latin typeface="Calibri" panose="020F0502020204030204"/>
                  <a:sym typeface="+mn-ea"/>
                </a:rPr>
                <a:t>中，若</a:t>
              </a:r>
              <a:r>
                <a:rPr lang="en-US" altLang="zh-CN">
                  <a:solidFill>
                    <a:srgbClr val="000000"/>
                  </a:solidFill>
                  <a:latin typeface="Calibri" panose="020F0502020204030204"/>
                  <a:sym typeface="+mn-ea"/>
                </a:rPr>
                <a:t>         </a:t>
              </a:r>
              <a:r>
                <a:rPr lang="zh-CN" altLang="en-US">
                  <a:solidFill>
                    <a:srgbClr val="000000"/>
                  </a:solidFill>
                  <a:latin typeface="Calibri" panose="020F0502020204030204"/>
                  <a:sym typeface="+mn-ea"/>
                </a:rPr>
                <a:t>，</a:t>
              </a:r>
              <a:r>
                <a:rPr lang="en-US" altLang="zh-CN">
                  <a:solidFill>
                    <a:srgbClr val="000000"/>
                  </a:solidFill>
                  <a:latin typeface="Calibri" panose="020F0502020204030204"/>
                  <a:sym typeface="+mn-ea"/>
                </a:rPr>
                <a:t> </a:t>
              </a:r>
              <a:r>
                <a:rPr lang="zh-CN" altLang="en-US">
                  <a:solidFill>
                    <a:srgbClr val="000000"/>
                  </a:solidFill>
                  <a:latin typeface="Calibri" panose="020F0502020204030204"/>
                  <a:sym typeface="+mn-ea"/>
                </a:rPr>
                <a:t>称线性方程组</a:t>
              </a:r>
              <a:r>
                <a:rPr lang="en-US" altLang="zh-CN">
                  <a:solidFill>
                    <a:srgbClr val="000000"/>
                  </a:solidFill>
                  <a:latin typeface="Calibri" panose="020F0502020204030204"/>
                  <a:sym typeface="+mn-ea"/>
                </a:rPr>
                <a:t>             </a:t>
              </a:r>
              <a:r>
                <a:rPr lang="zh-CN" altLang="en-US">
                  <a:solidFill>
                    <a:srgbClr val="000000"/>
                  </a:solidFill>
                  <a:latin typeface="Calibri" panose="020F0502020204030204"/>
                  <a:sym typeface="+mn-ea"/>
                </a:rPr>
                <a:t>是齐次线性方程组，若</a:t>
              </a:r>
              <a:r>
                <a:rPr lang="en-US" altLang="zh-CN">
                  <a:solidFill>
                    <a:srgbClr val="000000"/>
                  </a:solidFill>
                  <a:latin typeface="Calibri" panose="020F0502020204030204"/>
                  <a:sym typeface="+mn-ea"/>
                </a:rPr>
                <a:t>          </a:t>
              </a:r>
              <a:r>
                <a:rPr lang="zh-CN" altLang="en-US">
                  <a:solidFill>
                    <a:srgbClr val="000000"/>
                  </a:solidFill>
                  <a:latin typeface="Calibri" panose="020F0502020204030204"/>
                  <a:sym typeface="+mn-ea"/>
                </a:rPr>
                <a:t>，称线性方程组</a:t>
              </a:r>
              <a:r>
                <a:rPr lang="en-US" altLang="zh-CN">
                  <a:solidFill>
                    <a:srgbClr val="000000"/>
                  </a:solidFill>
                  <a:latin typeface="Calibri" panose="020F0502020204030204"/>
                  <a:sym typeface="+mn-ea"/>
                </a:rPr>
                <a:t>              </a:t>
              </a:r>
              <a:r>
                <a:rPr lang="zh-CN" altLang="en-US">
                  <a:solidFill>
                    <a:srgbClr val="000000"/>
                  </a:solidFill>
                  <a:latin typeface="Calibri" panose="020F0502020204030204"/>
                  <a:sym typeface="+mn-ea"/>
                </a:rPr>
                <a:t>是非齐次线性方程组</a:t>
              </a:r>
              <a:r>
                <a:rPr lang="en-US" altLang="zh-CN">
                  <a:solidFill>
                    <a:srgbClr val="000000"/>
                  </a:solidFill>
                  <a:latin typeface="Calibri" panose="020F0502020204030204"/>
                  <a:sym typeface="+mn-ea"/>
                </a:rPr>
                <a:t>.</a:t>
              </a:r>
              <a:endParaRPr lang="zh-CN" altLang="en-US">
                <a:solidFill>
                  <a:srgbClr val="000000"/>
                </a:solidFill>
                <a:latin typeface="Calibri" panose="020F0502020204030204"/>
                <a:ea typeface="宋体" panose="02010600030101010101" pitchFamily="2" charset="-122"/>
              </a:endParaRPr>
            </a:p>
            <a:p>
              <a:pPr marL="0" indent="0" algn="just" defTabSz="266700">
                <a:spcBef>
                  <a:spcPct val="0"/>
                </a:spcBef>
                <a:spcAft>
                  <a:spcPct val="0"/>
                </a:spcAft>
              </a:pPr>
              <a:endParaRPr lang="en-US" altLang="zh-CN" dirty="0">
                <a:solidFill>
                  <a:srgbClr val="000000"/>
                </a:solidFill>
                <a:latin typeface="Calibri" panose="020F0502020204030204"/>
                <a:sym typeface="+mn-ea"/>
              </a:endParaRPr>
            </a:p>
          </p:txBody>
        </p:sp>
        <p:graphicFrame>
          <p:nvGraphicFramePr>
            <p:cNvPr id="228360" name="对象 228359"/>
            <p:cNvGraphicFramePr/>
            <p:nvPr/>
          </p:nvGraphicFramePr>
          <p:xfrm>
            <a:off x="4261" y="913"/>
            <a:ext cx="1755" cy="499"/>
          </p:xfrm>
          <a:graphic>
            <a:graphicData uri="http://schemas.openxmlformats.org/presentationml/2006/ole">
              <mc:AlternateContent xmlns:mc="http://schemas.openxmlformats.org/markup-compatibility/2006">
                <mc:Choice xmlns:v="urn:schemas-microsoft-com:vml" Requires="v">
                  <p:oleObj r:id="rId2" imgW="1041400" imgH="316865" progId="Equation.DSMT4">
                    <p:embed/>
                  </p:oleObj>
                </mc:Choice>
                <mc:Fallback>
                  <p:oleObj r:id="rId2" imgW="1041400" imgH="316865" progId="Equation.DSMT4">
                    <p:embed/>
                    <p:pic>
                      <p:nvPicPr>
                        <p:cNvPr id="0" name="图片 3707"/>
                        <p:cNvPicPr/>
                        <p:nvPr/>
                      </p:nvPicPr>
                      <p:blipFill>
                        <a:blip r:embed="rId3"/>
                        <a:stretch>
                          <a:fillRect/>
                        </a:stretch>
                      </p:blipFill>
                      <p:spPr>
                        <a:xfrm>
                          <a:off x="4261" y="913"/>
                          <a:ext cx="1755" cy="499"/>
                        </a:xfrm>
                        <a:prstGeom prst="rect">
                          <a:avLst/>
                        </a:prstGeom>
                        <a:noFill/>
                        <a:ln w="38100">
                          <a:noFill/>
                          <a:miter/>
                        </a:ln>
                      </p:spPr>
                    </p:pic>
                  </p:oleObj>
                </mc:Fallback>
              </mc:AlternateContent>
            </a:graphicData>
          </a:graphic>
        </p:graphicFrame>
        <p:graphicFrame>
          <p:nvGraphicFramePr>
            <p:cNvPr id="13" name="对象 12"/>
            <p:cNvGraphicFramePr/>
            <p:nvPr/>
          </p:nvGraphicFramePr>
          <p:xfrm>
            <a:off x="7751" y="913"/>
            <a:ext cx="1263" cy="499"/>
          </p:xfrm>
          <a:graphic>
            <a:graphicData uri="http://schemas.openxmlformats.org/presentationml/2006/ole">
              <mc:AlternateContent xmlns:mc="http://schemas.openxmlformats.org/markup-compatibility/2006">
                <mc:Choice xmlns:v="urn:schemas-microsoft-com:vml" Requires="v">
                  <p:oleObj r:id="rId4" imgW="749300" imgH="316865" progId="Equation.DSMT4">
                    <p:embed/>
                  </p:oleObj>
                </mc:Choice>
                <mc:Fallback>
                  <p:oleObj r:id="rId4" imgW="749300" imgH="316865" progId="Equation.DSMT4">
                    <p:embed/>
                    <p:pic>
                      <p:nvPicPr>
                        <p:cNvPr id="0" name="图片 3707"/>
                        <p:cNvPicPr/>
                        <p:nvPr/>
                      </p:nvPicPr>
                      <p:blipFill>
                        <a:blip r:embed="rId5"/>
                        <a:stretch>
                          <a:fillRect/>
                        </a:stretch>
                      </p:blipFill>
                      <p:spPr>
                        <a:xfrm>
                          <a:off x="7751" y="913"/>
                          <a:ext cx="1263" cy="499"/>
                        </a:xfrm>
                        <a:prstGeom prst="rect">
                          <a:avLst/>
                        </a:prstGeom>
                        <a:noFill/>
                        <a:ln w="38100">
                          <a:noFill/>
                          <a:miter/>
                        </a:ln>
                      </p:spPr>
                    </p:pic>
                  </p:oleObj>
                </mc:Fallback>
              </mc:AlternateContent>
            </a:graphicData>
          </a:graphic>
        </p:graphicFrame>
        <p:graphicFrame>
          <p:nvGraphicFramePr>
            <p:cNvPr id="15" name="对象 14"/>
            <p:cNvGraphicFramePr/>
            <p:nvPr/>
          </p:nvGraphicFramePr>
          <p:xfrm>
            <a:off x="1417" y="1544"/>
            <a:ext cx="1733" cy="499"/>
          </p:xfrm>
          <a:graphic>
            <a:graphicData uri="http://schemas.openxmlformats.org/presentationml/2006/ole">
              <mc:AlternateContent xmlns:mc="http://schemas.openxmlformats.org/markup-compatibility/2006">
                <mc:Choice xmlns:v="urn:schemas-microsoft-com:vml" Requires="v">
                  <p:oleObj r:id="rId6" imgW="1028700" imgH="316865" progId="Equation.DSMT4">
                    <p:embed/>
                  </p:oleObj>
                </mc:Choice>
                <mc:Fallback>
                  <p:oleObj r:id="rId6" imgW="1028700" imgH="316865" progId="Equation.DSMT4">
                    <p:embed/>
                    <p:pic>
                      <p:nvPicPr>
                        <p:cNvPr id="0" name="图片 3707"/>
                        <p:cNvPicPr/>
                        <p:nvPr/>
                      </p:nvPicPr>
                      <p:blipFill>
                        <a:blip r:embed="rId7"/>
                        <a:stretch>
                          <a:fillRect/>
                        </a:stretch>
                      </p:blipFill>
                      <p:spPr>
                        <a:xfrm>
                          <a:off x="1417" y="1544"/>
                          <a:ext cx="1733" cy="499"/>
                        </a:xfrm>
                        <a:prstGeom prst="rect">
                          <a:avLst/>
                        </a:prstGeom>
                        <a:noFill/>
                        <a:ln w="38100">
                          <a:noFill/>
                          <a:miter/>
                        </a:ln>
                      </p:spPr>
                    </p:pic>
                  </p:oleObj>
                </mc:Fallback>
              </mc:AlternateContent>
            </a:graphicData>
          </a:graphic>
        </p:graphicFrame>
        <p:graphicFrame>
          <p:nvGraphicFramePr>
            <p:cNvPr id="17" name="对象 16"/>
            <p:cNvGraphicFramePr/>
            <p:nvPr/>
          </p:nvGraphicFramePr>
          <p:xfrm>
            <a:off x="9014" y="1612"/>
            <a:ext cx="1263" cy="499"/>
          </p:xfrm>
          <a:graphic>
            <a:graphicData uri="http://schemas.openxmlformats.org/presentationml/2006/ole">
              <mc:AlternateContent xmlns:mc="http://schemas.openxmlformats.org/markup-compatibility/2006">
                <mc:Choice xmlns:v="urn:schemas-microsoft-com:vml" Requires="v">
                  <p:oleObj r:id="rId8" imgW="749300" imgH="316865" progId="Equation.DSMT4">
                    <p:embed/>
                  </p:oleObj>
                </mc:Choice>
                <mc:Fallback>
                  <p:oleObj r:id="rId8" imgW="749300" imgH="316865" progId="Equation.DSMT4">
                    <p:embed/>
                    <p:pic>
                      <p:nvPicPr>
                        <p:cNvPr id="0" name="图片 3707"/>
                        <p:cNvPicPr/>
                        <p:nvPr/>
                      </p:nvPicPr>
                      <p:blipFill>
                        <a:blip r:embed="rId9"/>
                        <a:stretch>
                          <a:fillRect/>
                        </a:stretch>
                      </p:blipFill>
                      <p:spPr>
                        <a:xfrm>
                          <a:off x="9014" y="1612"/>
                          <a:ext cx="1263" cy="499"/>
                        </a:xfrm>
                        <a:prstGeom prst="rect">
                          <a:avLst/>
                        </a:prstGeom>
                        <a:noFill/>
                        <a:ln w="38100">
                          <a:noFill/>
                          <a:miter/>
                        </a:ln>
                      </p:spPr>
                    </p:pic>
                  </p:oleObj>
                </mc:Fallback>
              </mc:AlternateContent>
            </a:graphicData>
          </a:graphic>
        </p:graphicFrame>
        <p:graphicFrame>
          <p:nvGraphicFramePr>
            <p:cNvPr id="21" name="对象 20"/>
            <p:cNvGraphicFramePr/>
            <p:nvPr/>
          </p:nvGraphicFramePr>
          <p:xfrm>
            <a:off x="2506" y="2225"/>
            <a:ext cx="1755" cy="499"/>
          </p:xfrm>
          <a:graphic>
            <a:graphicData uri="http://schemas.openxmlformats.org/presentationml/2006/ole">
              <mc:AlternateContent xmlns:mc="http://schemas.openxmlformats.org/markup-compatibility/2006">
                <mc:Choice xmlns:v="urn:schemas-microsoft-com:vml" Requires="v">
                  <p:oleObj r:id="rId10" imgW="1041400" imgH="316865" progId="Equation.DSMT4">
                    <p:embed/>
                  </p:oleObj>
                </mc:Choice>
                <mc:Fallback>
                  <p:oleObj r:id="rId10" imgW="1041400" imgH="316865" progId="Equation.DSMT4">
                    <p:embed/>
                    <p:pic>
                      <p:nvPicPr>
                        <p:cNvPr id="0" name="图片 3707"/>
                        <p:cNvPicPr/>
                        <p:nvPr/>
                      </p:nvPicPr>
                      <p:blipFill>
                        <a:blip r:embed="rId3"/>
                        <a:stretch>
                          <a:fillRect/>
                        </a:stretch>
                      </p:blipFill>
                      <p:spPr>
                        <a:xfrm>
                          <a:off x="2506" y="2225"/>
                          <a:ext cx="1755" cy="499"/>
                        </a:xfrm>
                        <a:prstGeom prst="rect">
                          <a:avLst/>
                        </a:prstGeom>
                        <a:noFill/>
                        <a:ln w="38100">
                          <a:noFill/>
                          <a:miter/>
                        </a:ln>
                      </p:spPr>
                    </p:pic>
                  </p:oleObj>
                </mc:Fallback>
              </mc:AlternateContent>
            </a:graphicData>
          </a:graphic>
        </p:graphicFrame>
      </p:grpSp>
      <p:grpSp>
        <p:nvGrpSpPr>
          <p:cNvPr id="29" name="组合 28"/>
          <p:cNvGrpSpPr/>
          <p:nvPr/>
        </p:nvGrpSpPr>
        <p:grpSpPr>
          <a:xfrm>
            <a:off x="436880" y="2060575"/>
            <a:ext cx="8074660" cy="3968750"/>
            <a:chOff x="688" y="3245"/>
            <a:chExt cx="12716" cy="6250"/>
          </a:xfrm>
        </p:grpSpPr>
        <p:sp>
          <p:nvSpPr>
            <p:cNvPr id="24" name="文本框 23"/>
            <p:cNvSpPr txBox="1"/>
            <p:nvPr/>
          </p:nvSpPr>
          <p:spPr>
            <a:xfrm>
              <a:off x="688" y="3245"/>
              <a:ext cx="12717" cy="6251"/>
            </a:xfrm>
            <a:prstGeom prst="rect">
              <a:avLst/>
            </a:prstGeom>
          </p:spPr>
          <p:txBody>
            <a:bodyPr wrap="square">
              <a:spAutoFit/>
            </a:bodyPr>
            <a:lstStyle/>
            <a:p>
              <a:pPr algn="just" defTabSz="266700"/>
              <a:r>
                <a:rPr lang="zh-CN" altLang="en-US">
                  <a:solidFill>
                    <a:srgbClr val="000000"/>
                  </a:solidFill>
                  <a:latin typeface="Calibri" panose="020F0502020204030204"/>
                  <a:sym typeface="+mn-ea"/>
                </a:rPr>
                <a:t>方程组</a:t>
              </a:r>
              <a:r>
                <a:rPr lang="en-US" altLang="zh-CN">
                  <a:solidFill>
                    <a:srgbClr val="000000"/>
                  </a:solidFill>
                  <a:latin typeface="Calibri" panose="020F0502020204030204"/>
                  <a:sym typeface="+mn-ea"/>
                </a:rPr>
                <a:t>(</a:t>
              </a:r>
              <a:r>
                <a:rPr lang="en-US" altLang="zh-CN">
                  <a:solidFill>
                    <a:srgbClr val="000000"/>
                  </a:solidFill>
                  <a:latin typeface="Calibri" panose="020F0502020204030204"/>
                  <a:ea typeface="Calibri" panose="020F0502020204030204"/>
                  <a:sym typeface="+mn-ea"/>
                </a:rPr>
                <a:t>3</a:t>
              </a:r>
              <a:r>
                <a:rPr lang="en-US" altLang="zh-CN">
                  <a:solidFill>
                    <a:srgbClr val="000000"/>
                  </a:solidFill>
                  <a:latin typeface="Calibri" panose="020F0502020204030204"/>
                  <a:sym typeface="+mn-ea"/>
                </a:rPr>
                <a:t>.1)</a:t>
              </a:r>
              <a:r>
                <a:rPr lang="zh-CN" altLang="en-US">
                  <a:solidFill>
                    <a:srgbClr val="000000"/>
                  </a:solidFill>
                  <a:latin typeface="Calibri" panose="020F0502020204030204"/>
                  <a:sym typeface="+mn-ea"/>
                </a:rPr>
                <a:t>的一个解是指如果存在</a:t>
              </a:r>
              <a:r>
                <a:rPr lang="en-US" altLang="zh-CN" i="1" dirty="0">
                  <a:solidFill>
                    <a:srgbClr val="000000"/>
                  </a:solidFill>
                  <a:ea typeface="楷体_GB2312"/>
                  <a:sym typeface="+mn-ea"/>
                </a:rPr>
                <a:t>n</a:t>
              </a:r>
              <a:r>
                <a:rPr lang="zh-CN" altLang="en-US" dirty="0">
                  <a:solidFill>
                    <a:srgbClr val="000000"/>
                  </a:solidFill>
                  <a:ea typeface="楷体_GB2312"/>
                  <a:sym typeface="+mn-ea"/>
                </a:rPr>
                <a:t>个数</a:t>
              </a:r>
              <a:r>
                <a:rPr lang="en-US" altLang="zh-CN" dirty="0">
                  <a:solidFill>
                    <a:srgbClr val="000000"/>
                  </a:solidFill>
                  <a:ea typeface="楷体_GB2312"/>
                  <a:sym typeface="+mn-ea"/>
                </a:rPr>
                <a:t>            </a:t>
              </a:r>
              <a:endParaRPr lang="zh-CN" altLang="en-US">
                <a:solidFill>
                  <a:srgbClr val="000000"/>
                </a:solidFill>
                <a:latin typeface="Calibri" panose="020F0502020204030204"/>
                <a:ea typeface="宋体" panose="02010600030101010101" pitchFamily="2" charset="-122"/>
              </a:endParaRPr>
            </a:p>
            <a:p>
              <a:pPr algn="just" defTabSz="266700"/>
              <a:r>
                <a:rPr lang="zh-CN" altLang="en-US">
                  <a:solidFill>
                    <a:srgbClr val="000000"/>
                  </a:solidFill>
                  <a:latin typeface="Calibri" panose="020F0502020204030204"/>
                  <a:ea typeface="宋体" panose="02010600030101010101" pitchFamily="2" charset="-122"/>
                </a:rPr>
                <a:t>组成的有序数组</a:t>
              </a:r>
              <a:r>
                <a:rPr lang="en-US" altLang="zh-CN">
                  <a:solidFill>
                    <a:srgbClr val="000000"/>
                  </a:solidFill>
                  <a:latin typeface="Calibri" panose="020F0502020204030204"/>
                  <a:ea typeface="宋体" panose="02010600030101010101" pitchFamily="2" charset="-122"/>
                </a:rPr>
                <a:t>                  </a:t>
              </a:r>
              <a:r>
                <a:rPr lang="zh-CN" altLang="en-US">
                  <a:solidFill>
                    <a:srgbClr val="000000"/>
                  </a:solidFill>
                  <a:latin typeface="Calibri" panose="020F0502020204030204"/>
                  <a:ea typeface="宋体" panose="02010600030101010101" pitchFamily="2" charset="-122"/>
                </a:rPr>
                <a:t>，当</a:t>
              </a:r>
              <a:r>
                <a:rPr lang="en-US" altLang="zh-CN">
                  <a:solidFill>
                    <a:srgbClr val="000000"/>
                  </a:solidFill>
                  <a:latin typeface="Calibri" panose="020F0502020204030204"/>
                  <a:ea typeface="宋体" panose="02010600030101010101" pitchFamily="2" charset="-122"/>
                </a:rPr>
                <a:t>                                      </a:t>
              </a:r>
            </a:p>
            <a:p>
              <a:pPr algn="just" defTabSz="266700"/>
              <a:r>
                <a:rPr lang="zh-CN" altLang="en-US">
                  <a:solidFill>
                    <a:srgbClr val="000000"/>
                  </a:solidFill>
                  <a:latin typeface="Calibri" panose="020F0502020204030204"/>
                  <a:ea typeface="宋体" panose="02010600030101010101" pitchFamily="2" charset="-122"/>
                </a:rPr>
                <a:t>代入</a:t>
              </a:r>
              <a:r>
                <a:rPr lang="zh-CN" altLang="en-US">
                  <a:solidFill>
                    <a:srgbClr val="000000"/>
                  </a:solidFill>
                  <a:latin typeface="Calibri" panose="020F0502020204030204"/>
                  <a:sym typeface="+mn-ea"/>
                </a:rPr>
                <a:t>方程组</a:t>
              </a:r>
              <a:r>
                <a:rPr lang="en-US" altLang="zh-CN">
                  <a:solidFill>
                    <a:srgbClr val="000000"/>
                  </a:solidFill>
                  <a:latin typeface="Calibri" panose="020F0502020204030204"/>
                  <a:sym typeface="+mn-ea"/>
                </a:rPr>
                <a:t>(</a:t>
              </a:r>
              <a:r>
                <a:rPr lang="en-US" altLang="zh-CN">
                  <a:solidFill>
                    <a:srgbClr val="000000"/>
                  </a:solidFill>
                  <a:latin typeface="Calibri" panose="020F0502020204030204"/>
                  <a:ea typeface="Calibri" panose="020F0502020204030204"/>
                  <a:sym typeface="+mn-ea"/>
                </a:rPr>
                <a:t>3</a:t>
              </a:r>
              <a:r>
                <a:rPr lang="en-US" altLang="zh-CN">
                  <a:solidFill>
                    <a:srgbClr val="000000"/>
                  </a:solidFill>
                  <a:latin typeface="Calibri" panose="020F0502020204030204"/>
                  <a:sym typeface="+mn-ea"/>
                </a:rPr>
                <a:t>.1)</a:t>
              </a:r>
              <a:r>
                <a:rPr lang="zh-CN" altLang="en-US">
                  <a:solidFill>
                    <a:srgbClr val="000000"/>
                  </a:solidFill>
                  <a:latin typeface="Calibri" panose="020F0502020204030204"/>
                  <a:ea typeface="宋体" panose="02010600030101010101" pitchFamily="2" charset="-122"/>
                </a:rPr>
                <a:t>使得其</a:t>
              </a:r>
              <a:r>
                <a:rPr lang="en-US" altLang="zh-CN" i="1" dirty="0">
                  <a:solidFill>
                    <a:srgbClr val="000000"/>
                  </a:solidFill>
                  <a:ea typeface="楷体_GB2312"/>
                  <a:sym typeface="+mn-ea"/>
                </a:rPr>
                <a:t>m</a:t>
              </a:r>
              <a:r>
                <a:rPr lang="zh-CN" altLang="en-US">
                  <a:solidFill>
                    <a:srgbClr val="000000"/>
                  </a:solidFill>
                  <a:latin typeface="Calibri" panose="020F0502020204030204"/>
                  <a:ea typeface="宋体" panose="02010600030101010101" pitchFamily="2" charset="-122"/>
                </a:rPr>
                <a:t>个方程都成立，则称为方</a:t>
              </a:r>
            </a:p>
            <a:p>
              <a:pPr algn="just" defTabSz="266700"/>
              <a:endParaRPr lang="zh-CN" altLang="en-US">
                <a:solidFill>
                  <a:srgbClr val="000000"/>
                </a:solidFill>
                <a:latin typeface="Calibri" panose="020F0502020204030204"/>
                <a:ea typeface="宋体" panose="02010600030101010101" pitchFamily="2" charset="-122"/>
              </a:endParaRPr>
            </a:p>
            <a:p>
              <a:pPr algn="just" defTabSz="266700"/>
              <a:r>
                <a:rPr lang="zh-CN" altLang="en-US">
                  <a:solidFill>
                    <a:srgbClr val="000000"/>
                  </a:solidFill>
                  <a:latin typeface="Calibri" panose="020F0502020204030204"/>
                  <a:ea typeface="宋体" panose="02010600030101010101" pitchFamily="2" charset="-122"/>
                </a:rPr>
                <a:t>程组</a:t>
              </a:r>
              <a:r>
                <a:rPr lang="en-US" altLang="zh-CN">
                  <a:solidFill>
                    <a:srgbClr val="000000"/>
                  </a:solidFill>
                  <a:latin typeface="Calibri" panose="020F0502020204030204"/>
                  <a:ea typeface="宋体" panose="02010600030101010101" pitchFamily="2" charset="-122"/>
                </a:rPr>
                <a:t>(3.1)</a:t>
              </a:r>
              <a:r>
                <a:rPr lang="zh-CN" altLang="en-US">
                  <a:solidFill>
                    <a:srgbClr val="000000"/>
                  </a:solidFill>
                  <a:latin typeface="Calibri" panose="020F0502020204030204"/>
                  <a:ea typeface="宋体" panose="02010600030101010101" pitchFamily="2" charset="-122"/>
                </a:rPr>
                <a:t>的一个</a:t>
              </a:r>
              <a:r>
                <a:rPr lang="zh-CN" altLang="en-US">
                  <a:solidFill>
                    <a:srgbClr val="FF0000"/>
                  </a:solidFill>
                  <a:latin typeface="Calibri" panose="020F0502020204030204"/>
                  <a:ea typeface="宋体" panose="02010600030101010101" pitchFamily="2" charset="-122"/>
                </a:rPr>
                <a:t>解</a:t>
              </a:r>
              <a:r>
                <a:rPr lang="zh-CN" altLang="en-US">
                  <a:latin typeface="Calibri" panose="020F0502020204030204"/>
                  <a:ea typeface="宋体" panose="02010600030101010101" pitchFamily="2" charset="-122"/>
                </a:rPr>
                <a:t>，通常也表示为</a:t>
              </a:r>
            </a:p>
            <a:p>
              <a:pPr algn="just" defTabSz="266700"/>
              <a:endParaRPr lang="zh-CN" altLang="en-US">
                <a:latin typeface="Calibri" panose="020F0502020204030204"/>
                <a:ea typeface="宋体" panose="02010600030101010101" pitchFamily="2" charset="-122"/>
              </a:endParaRPr>
            </a:p>
            <a:p>
              <a:pPr algn="just" defTabSz="266700"/>
              <a:r>
                <a:rPr lang="en-US" altLang="zh-CN">
                  <a:latin typeface="Calibri" panose="020F0502020204030204"/>
                  <a:ea typeface="宋体" panose="02010600030101010101" pitchFamily="2" charset="-122"/>
                </a:rPr>
                <a:t> </a:t>
              </a:r>
            </a:p>
            <a:p>
              <a:pPr algn="just" defTabSz="266700"/>
              <a:r>
                <a:rPr lang="zh-CN" altLang="en-US">
                  <a:latin typeface="Calibri" panose="020F0502020204030204"/>
                  <a:ea typeface="宋体" panose="02010600030101010101" pitchFamily="2" charset="-122"/>
                </a:rPr>
                <a:t>方程组</a:t>
              </a:r>
              <a:r>
                <a:rPr lang="en-US" altLang="zh-CN">
                  <a:latin typeface="Calibri" panose="020F0502020204030204"/>
                  <a:ea typeface="宋体" panose="02010600030101010101" pitchFamily="2" charset="-122"/>
                </a:rPr>
                <a:t>(3.1)</a:t>
              </a:r>
              <a:r>
                <a:rPr lang="zh-CN" altLang="en-US">
                  <a:latin typeface="Calibri" panose="020F0502020204030204"/>
                  <a:ea typeface="宋体" panose="02010600030101010101" pitchFamily="2" charset="-122"/>
                </a:rPr>
                <a:t>解的全体称为它的</a:t>
              </a:r>
              <a:r>
                <a:rPr lang="zh-CN" altLang="en-US">
                  <a:solidFill>
                    <a:srgbClr val="FF0000"/>
                  </a:solidFill>
                  <a:latin typeface="Calibri" panose="020F0502020204030204"/>
                  <a:ea typeface="宋体" panose="02010600030101010101" pitchFamily="2" charset="-122"/>
                </a:rPr>
                <a:t>解集合</a:t>
              </a:r>
              <a:r>
                <a:rPr lang="zh-CN" altLang="en-US">
                  <a:solidFill>
                    <a:srgbClr val="000000"/>
                  </a:solidFill>
                  <a:latin typeface="Calibri" panose="020F0502020204030204"/>
                  <a:ea typeface="宋体" panose="02010600030101010101" pitchFamily="2" charset="-122"/>
                </a:rPr>
                <a:t>。</a:t>
              </a:r>
              <a:endParaRPr lang="zh-CN" altLang="en-US">
                <a:latin typeface="Calibri" panose="020F0502020204030204"/>
                <a:ea typeface="宋体" panose="02010600030101010101" pitchFamily="2" charset="-122"/>
              </a:endParaRPr>
            </a:p>
            <a:p>
              <a:pPr algn="just" defTabSz="266700"/>
              <a:r>
                <a:rPr lang="zh-CN" altLang="en-US">
                  <a:latin typeface="Calibri" panose="020F0502020204030204"/>
                  <a:ea typeface="宋体" panose="02010600030101010101" pitchFamily="2" charset="-122"/>
                </a:rPr>
                <a:t>如果两个方程组有相同的解集合，称为</a:t>
              </a:r>
              <a:r>
                <a:rPr lang="zh-CN" altLang="en-US">
                  <a:solidFill>
                    <a:srgbClr val="FF0000"/>
                  </a:solidFill>
                  <a:latin typeface="Calibri" panose="020F0502020204030204"/>
                  <a:ea typeface="宋体" panose="02010600030101010101" pitchFamily="2" charset="-122"/>
                </a:rPr>
                <a:t>同解方程组</a:t>
              </a:r>
              <a:r>
                <a:rPr lang="en-US" altLang="zh-CN">
                  <a:latin typeface="Calibri" panose="020F0502020204030204"/>
                  <a:ea typeface="宋体" panose="02010600030101010101" pitchFamily="2" charset="-122"/>
                </a:rPr>
                <a:t>.</a:t>
              </a:r>
            </a:p>
          </p:txBody>
        </p:sp>
        <p:graphicFrame>
          <p:nvGraphicFramePr>
            <p:cNvPr id="2" name="对象 -2147480206"/>
            <p:cNvGraphicFramePr>
              <a:graphicFrameLocks noChangeAspect="1"/>
            </p:cNvGraphicFramePr>
            <p:nvPr/>
          </p:nvGraphicFramePr>
          <p:xfrm>
            <a:off x="10715" y="3245"/>
            <a:ext cx="2175" cy="712"/>
          </p:xfrm>
          <a:graphic>
            <a:graphicData uri="http://schemas.openxmlformats.org/presentationml/2006/ole">
              <mc:AlternateContent xmlns:mc="http://schemas.openxmlformats.org/markup-compatibility/2006">
                <mc:Choice xmlns:v="urn:schemas-microsoft-com:vml" Requires="v">
                  <p:oleObj r:id="rId11" imgW="698500" imgH="228600" progId="Equation.DSMT4">
                    <p:embed/>
                  </p:oleObj>
                </mc:Choice>
                <mc:Fallback>
                  <p:oleObj r:id="rId11" imgW="698500" imgH="228600" progId="Equation.DSMT4">
                    <p:embed/>
                    <p:pic>
                      <p:nvPicPr>
                        <p:cNvPr id="0" name="图片 3075"/>
                        <p:cNvPicPr/>
                        <p:nvPr/>
                      </p:nvPicPr>
                      <p:blipFill>
                        <a:blip r:embed="rId12"/>
                        <a:stretch>
                          <a:fillRect/>
                        </a:stretch>
                      </p:blipFill>
                      <p:spPr>
                        <a:xfrm>
                          <a:off x="10715" y="3245"/>
                          <a:ext cx="2175" cy="712"/>
                        </a:xfrm>
                        <a:prstGeom prst="rect">
                          <a:avLst/>
                        </a:prstGeom>
                        <a:noFill/>
                        <a:ln w="38100">
                          <a:noFill/>
                          <a:miter/>
                        </a:ln>
                      </p:spPr>
                    </p:pic>
                  </p:oleObj>
                </mc:Fallback>
              </mc:AlternateContent>
            </a:graphicData>
          </a:graphic>
        </p:graphicFrame>
        <p:graphicFrame>
          <p:nvGraphicFramePr>
            <p:cNvPr id="25" name="对象 -2147480206"/>
            <p:cNvGraphicFramePr>
              <a:graphicFrameLocks noChangeAspect="1"/>
            </p:cNvGraphicFramePr>
            <p:nvPr/>
          </p:nvGraphicFramePr>
          <p:xfrm>
            <a:off x="4621" y="3957"/>
            <a:ext cx="2571" cy="712"/>
          </p:xfrm>
          <a:graphic>
            <a:graphicData uri="http://schemas.openxmlformats.org/presentationml/2006/ole">
              <mc:AlternateContent xmlns:mc="http://schemas.openxmlformats.org/markup-compatibility/2006">
                <mc:Choice xmlns:v="urn:schemas-microsoft-com:vml" Requires="v">
                  <p:oleObj r:id="rId13" imgW="825500" imgH="228600" progId="Equation.DSMT4">
                    <p:embed/>
                  </p:oleObj>
                </mc:Choice>
                <mc:Fallback>
                  <p:oleObj r:id="rId13" imgW="825500" imgH="228600" progId="Equation.DSMT4">
                    <p:embed/>
                    <p:pic>
                      <p:nvPicPr>
                        <p:cNvPr id="0" name="图片 3075"/>
                        <p:cNvPicPr/>
                        <p:nvPr/>
                      </p:nvPicPr>
                      <p:blipFill>
                        <a:blip r:embed="rId14"/>
                        <a:stretch>
                          <a:fillRect/>
                        </a:stretch>
                      </p:blipFill>
                      <p:spPr>
                        <a:xfrm>
                          <a:off x="4621" y="3957"/>
                          <a:ext cx="2571" cy="712"/>
                        </a:xfrm>
                        <a:prstGeom prst="rect">
                          <a:avLst/>
                        </a:prstGeom>
                        <a:noFill/>
                        <a:ln w="38100">
                          <a:noFill/>
                          <a:miter/>
                        </a:ln>
                      </p:spPr>
                    </p:pic>
                  </p:oleObj>
                </mc:Fallback>
              </mc:AlternateContent>
            </a:graphicData>
          </a:graphic>
        </p:graphicFrame>
        <p:graphicFrame>
          <p:nvGraphicFramePr>
            <p:cNvPr id="3" name="对象 -2147480204"/>
            <p:cNvGraphicFramePr>
              <a:graphicFrameLocks noChangeAspect="1"/>
            </p:cNvGraphicFramePr>
            <p:nvPr/>
          </p:nvGraphicFramePr>
          <p:xfrm>
            <a:off x="8221" y="3947"/>
            <a:ext cx="4888" cy="722"/>
          </p:xfrm>
          <a:graphic>
            <a:graphicData uri="http://schemas.openxmlformats.org/presentationml/2006/ole">
              <mc:AlternateContent xmlns:mc="http://schemas.openxmlformats.org/markup-compatibility/2006">
                <mc:Choice xmlns:v="urn:schemas-microsoft-com:vml" Requires="v">
                  <p:oleObj r:id="rId15" imgW="1548765" imgH="228600" progId="Equation.DSMT4">
                    <p:embed/>
                  </p:oleObj>
                </mc:Choice>
                <mc:Fallback>
                  <p:oleObj r:id="rId15" imgW="1548765" imgH="228600" progId="Equation.DSMT4">
                    <p:embed/>
                    <p:pic>
                      <p:nvPicPr>
                        <p:cNvPr id="0" name="图片 26"/>
                        <p:cNvPicPr/>
                        <p:nvPr/>
                      </p:nvPicPr>
                      <p:blipFill>
                        <a:blip r:embed="rId16"/>
                        <a:stretch>
                          <a:fillRect/>
                        </a:stretch>
                      </p:blipFill>
                      <p:spPr>
                        <a:xfrm>
                          <a:off x="8221" y="3947"/>
                          <a:ext cx="4888" cy="722"/>
                        </a:xfrm>
                        <a:prstGeom prst="rect">
                          <a:avLst/>
                        </a:prstGeom>
                        <a:noFill/>
                        <a:ln w="38100">
                          <a:noFill/>
                          <a:miter/>
                        </a:ln>
                      </p:spPr>
                    </p:pic>
                  </p:oleObj>
                </mc:Fallback>
              </mc:AlternateContent>
            </a:graphicData>
          </a:graphic>
        </p:graphicFrame>
        <p:graphicFrame>
          <p:nvGraphicFramePr>
            <p:cNvPr id="4" name="对象 -2147480202"/>
            <p:cNvGraphicFramePr>
              <a:graphicFrameLocks noChangeAspect="1"/>
            </p:cNvGraphicFramePr>
            <p:nvPr/>
          </p:nvGraphicFramePr>
          <p:xfrm>
            <a:off x="9355" y="5173"/>
            <a:ext cx="1712" cy="2714"/>
          </p:xfrm>
          <a:graphic>
            <a:graphicData uri="http://schemas.openxmlformats.org/presentationml/2006/ole">
              <mc:AlternateContent xmlns:mc="http://schemas.openxmlformats.org/markup-compatibility/2006">
                <mc:Choice xmlns:v="urn:schemas-microsoft-com:vml" Requires="v">
                  <p:oleObj r:id="rId17" imgW="520700" imgH="825500" progId="Equation.3">
                    <p:embed/>
                  </p:oleObj>
                </mc:Choice>
                <mc:Fallback>
                  <p:oleObj r:id="rId17" imgW="520700" imgH="825500" progId="Equation.3">
                    <p:embed/>
                    <p:pic>
                      <p:nvPicPr>
                        <p:cNvPr id="0" name="图片 27"/>
                        <p:cNvPicPr/>
                        <p:nvPr/>
                      </p:nvPicPr>
                      <p:blipFill>
                        <a:blip r:embed="rId18"/>
                        <a:stretch>
                          <a:fillRect/>
                        </a:stretch>
                      </p:blipFill>
                      <p:spPr>
                        <a:xfrm>
                          <a:off x="9355" y="5173"/>
                          <a:ext cx="1712" cy="2714"/>
                        </a:xfrm>
                        <a:prstGeom prst="rect">
                          <a:avLst/>
                        </a:prstGeom>
                        <a:noFill/>
                        <a:ln w="38100">
                          <a:noFill/>
                          <a:miter/>
                        </a:ln>
                      </p:spPr>
                    </p:pic>
                  </p:oleObj>
                </mc:Fallback>
              </mc:AlternateContent>
            </a:graphicData>
          </a:graphic>
        </p:graphicFrame>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55650" y="260350"/>
            <a:ext cx="7421245" cy="638175"/>
          </a:xfrm>
          <a:prstGeom prst="rect">
            <a:avLst/>
          </a:prstGeom>
        </p:spPr>
        <p:txBody>
          <a:bodyPr>
            <a:noAutofit/>
          </a:bodyPr>
          <a:lstStyle/>
          <a:p>
            <a:pPr indent="266700" algn="just" defTabSz="266700"/>
            <a:r>
              <a:rPr lang="zh-CN" altLang="en-US" sz="2400">
                <a:solidFill>
                  <a:srgbClr val="FF0000"/>
                </a:solidFill>
                <a:latin typeface="Calibri" panose="020F0502020204030204"/>
                <a:ea typeface="宋体" panose="02010600030101010101" pitchFamily="2" charset="-122"/>
              </a:rPr>
              <a:t>例</a:t>
            </a:r>
            <a:r>
              <a:rPr lang="en-US" altLang="zh-CN" sz="2400">
                <a:solidFill>
                  <a:srgbClr val="FF0000"/>
                </a:solidFill>
                <a:latin typeface="Calibri" panose="020F0502020204030204"/>
                <a:ea typeface="宋体" panose="02010600030101010101" pitchFamily="2" charset="-122"/>
              </a:rPr>
              <a:t>3.1.1</a:t>
            </a:r>
            <a:r>
              <a:rPr lang="en-US" altLang="zh-CN" sz="2400">
                <a:solidFill>
                  <a:srgbClr val="000000"/>
                </a:solidFill>
                <a:latin typeface="Calibri" panose="020F0502020204030204"/>
                <a:ea typeface="宋体" panose="02010600030101010101" pitchFamily="2" charset="-122"/>
              </a:rPr>
              <a:t> </a:t>
            </a:r>
            <a:r>
              <a:rPr lang="zh-CN" altLang="en-US" sz="2400">
                <a:solidFill>
                  <a:srgbClr val="000000"/>
                </a:solidFill>
                <a:latin typeface="Calibri" panose="020F0502020204030204"/>
                <a:ea typeface="宋体" panose="02010600030101010101" pitchFamily="2" charset="-122"/>
              </a:rPr>
              <a:t>解线性方程组</a:t>
            </a:r>
            <a:endParaRPr lang="en-US" altLang="zh-CN" sz="2400">
              <a:solidFill>
                <a:srgbClr val="000000"/>
              </a:solidFill>
              <a:latin typeface="Calibri" panose="020F0502020204030204"/>
              <a:ea typeface="宋体" panose="02010600030101010101" pitchFamily="2" charset="-122"/>
            </a:endParaRPr>
          </a:p>
        </p:txBody>
      </p:sp>
      <p:graphicFrame>
        <p:nvGraphicFramePr>
          <p:cNvPr id="3" name="对象 -2147480206"/>
          <p:cNvGraphicFramePr>
            <a:graphicFrameLocks noChangeAspect="1"/>
          </p:cNvGraphicFramePr>
          <p:nvPr/>
        </p:nvGraphicFramePr>
        <p:xfrm>
          <a:off x="2987675" y="692150"/>
          <a:ext cx="2762885" cy="1960880"/>
        </p:xfrm>
        <a:graphic>
          <a:graphicData uri="http://schemas.openxmlformats.org/presentationml/2006/ole">
            <mc:AlternateContent xmlns:mc="http://schemas.openxmlformats.org/markup-compatibility/2006">
              <mc:Choice xmlns:v="urn:schemas-microsoft-com:vml" Requires="v">
                <p:oleObj r:id="rId2" imgW="1181100" imgH="838200" progId="Equation.DSMT4">
                  <p:embed/>
                </p:oleObj>
              </mc:Choice>
              <mc:Fallback>
                <p:oleObj r:id="rId2" imgW="1181100" imgH="838200" progId="Equation.DSMT4">
                  <p:embed/>
                  <p:pic>
                    <p:nvPicPr>
                      <p:cNvPr id="0" name="图片 3075"/>
                      <p:cNvPicPr/>
                      <p:nvPr/>
                    </p:nvPicPr>
                    <p:blipFill>
                      <a:blip r:embed="rId3"/>
                      <a:stretch>
                        <a:fillRect/>
                      </a:stretch>
                    </p:blipFill>
                    <p:spPr>
                      <a:xfrm>
                        <a:off x="2987675" y="692150"/>
                        <a:ext cx="2762885" cy="1960880"/>
                      </a:xfrm>
                      <a:prstGeom prst="rect">
                        <a:avLst/>
                      </a:prstGeom>
                      <a:noFill/>
                      <a:ln w="38100">
                        <a:noFill/>
                        <a:miter/>
                      </a:ln>
                    </p:spPr>
                  </p:pic>
                </p:oleObj>
              </mc:Fallback>
            </mc:AlternateContent>
          </a:graphicData>
        </a:graphic>
      </p:graphicFrame>
      <p:sp>
        <p:nvSpPr>
          <p:cNvPr id="4" name="文本框 3"/>
          <p:cNvSpPr txBox="1"/>
          <p:nvPr/>
        </p:nvSpPr>
        <p:spPr>
          <a:xfrm>
            <a:off x="611505" y="2780665"/>
            <a:ext cx="8180070" cy="829945"/>
          </a:xfrm>
          <a:prstGeom prst="rect">
            <a:avLst/>
          </a:prstGeom>
        </p:spPr>
        <p:txBody>
          <a:bodyPr wrap="square">
            <a:spAutoFit/>
          </a:bodyPr>
          <a:lstStyle/>
          <a:p>
            <a:pPr defTabSz="266700"/>
            <a:r>
              <a:rPr lang="zh-CN" altLang="en-US" sz="2400">
                <a:solidFill>
                  <a:srgbClr val="000000"/>
                </a:solidFill>
                <a:latin typeface="Calibri" panose="020F0502020204030204"/>
                <a:ea typeface="宋体" panose="02010600030101010101" pitchFamily="2" charset="-122"/>
              </a:rPr>
              <a:t>解：为观察消元过程，我们将消元过程中每个步骤的方程组及其对应的增广矩阵一并列出</a:t>
            </a:r>
          </a:p>
        </p:txBody>
      </p:sp>
      <p:graphicFrame>
        <p:nvGraphicFramePr>
          <p:cNvPr id="5" name="对象 -2147480205"/>
          <p:cNvGraphicFramePr>
            <a:graphicFrameLocks noChangeAspect="1"/>
          </p:cNvGraphicFramePr>
          <p:nvPr/>
        </p:nvGraphicFramePr>
        <p:xfrm>
          <a:off x="827405" y="3572510"/>
          <a:ext cx="6762115" cy="2037715"/>
        </p:xfrm>
        <a:graphic>
          <a:graphicData uri="http://schemas.openxmlformats.org/presentationml/2006/ole">
            <mc:AlternateContent xmlns:mc="http://schemas.openxmlformats.org/markup-compatibility/2006">
              <mc:Choice xmlns:v="urn:schemas-microsoft-com:vml" Requires="v">
                <p:oleObj r:id="rId4" imgW="2781300" imgH="838200" progId="Equation.DSMT4">
                  <p:embed/>
                </p:oleObj>
              </mc:Choice>
              <mc:Fallback>
                <p:oleObj r:id="rId4" imgW="2781300" imgH="838200" progId="Equation.DSMT4">
                  <p:embed/>
                  <p:pic>
                    <p:nvPicPr>
                      <p:cNvPr id="0" name="图片 3"/>
                      <p:cNvPicPr/>
                      <p:nvPr/>
                    </p:nvPicPr>
                    <p:blipFill>
                      <a:blip r:embed="rId5"/>
                      <a:stretch>
                        <a:fillRect/>
                      </a:stretch>
                    </p:blipFill>
                    <p:spPr>
                      <a:xfrm>
                        <a:off x="827405" y="3572510"/>
                        <a:ext cx="6762115" cy="203771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2147480204"/>
          <p:cNvGraphicFramePr>
            <a:graphicFrameLocks noChangeAspect="1"/>
          </p:cNvGraphicFramePr>
          <p:nvPr/>
        </p:nvGraphicFramePr>
        <p:xfrm>
          <a:off x="395605" y="188595"/>
          <a:ext cx="8253095" cy="1931670"/>
        </p:xfrm>
        <a:graphic>
          <a:graphicData uri="http://schemas.openxmlformats.org/presentationml/2006/ole">
            <mc:AlternateContent xmlns:mc="http://schemas.openxmlformats.org/markup-compatibility/2006">
              <mc:Choice xmlns:v="urn:schemas-microsoft-com:vml" Requires="v">
                <p:oleObj r:id="rId2" imgW="3581400" imgH="838200" progId="Equation.DSMT4">
                  <p:embed/>
                </p:oleObj>
              </mc:Choice>
              <mc:Fallback>
                <p:oleObj r:id="rId2" imgW="3581400" imgH="838200" progId="Equation.DSMT4">
                  <p:embed/>
                  <p:pic>
                    <p:nvPicPr>
                      <p:cNvPr id="0" name="图片 3075"/>
                      <p:cNvPicPr/>
                      <p:nvPr/>
                    </p:nvPicPr>
                    <p:blipFill>
                      <a:blip r:embed="rId3"/>
                      <a:stretch>
                        <a:fillRect/>
                      </a:stretch>
                    </p:blipFill>
                    <p:spPr>
                      <a:xfrm>
                        <a:off x="395605" y="188595"/>
                        <a:ext cx="8253095" cy="1931670"/>
                      </a:xfrm>
                      <a:prstGeom prst="rect">
                        <a:avLst/>
                      </a:prstGeom>
                      <a:noFill/>
                      <a:ln w="38100">
                        <a:noFill/>
                        <a:miter/>
                      </a:ln>
                    </p:spPr>
                  </p:pic>
                </p:oleObj>
              </mc:Fallback>
            </mc:AlternateContent>
          </a:graphicData>
        </a:graphic>
      </p:graphicFrame>
      <p:graphicFrame>
        <p:nvGraphicFramePr>
          <p:cNvPr id="3" name="对象 -2147480203"/>
          <p:cNvGraphicFramePr>
            <a:graphicFrameLocks noChangeAspect="1"/>
          </p:cNvGraphicFramePr>
          <p:nvPr/>
        </p:nvGraphicFramePr>
        <p:xfrm>
          <a:off x="467995" y="2374265"/>
          <a:ext cx="7804785" cy="1964690"/>
        </p:xfrm>
        <a:graphic>
          <a:graphicData uri="http://schemas.openxmlformats.org/presentationml/2006/ole">
            <mc:AlternateContent xmlns:mc="http://schemas.openxmlformats.org/markup-compatibility/2006">
              <mc:Choice xmlns:v="urn:schemas-microsoft-com:vml" Requires="v">
                <p:oleObj r:id="rId4" imgW="3429000" imgH="862965" progId="Equation.DSMT4">
                  <p:embed/>
                </p:oleObj>
              </mc:Choice>
              <mc:Fallback>
                <p:oleObj r:id="rId4" imgW="3429000" imgH="862965" progId="Equation.DSMT4">
                  <p:embed/>
                  <p:pic>
                    <p:nvPicPr>
                      <p:cNvPr id="0" name="图片 2"/>
                      <p:cNvPicPr/>
                      <p:nvPr/>
                    </p:nvPicPr>
                    <p:blipFill>
                      <a:blip r:embed="rId5"/>
                      <a:stretch>
                        <a:fillRect/>
                      </a:stretch>
                    </p:blipFill>
                    <p:spPr>
                      <a:xfrm>
                        <a:off x="467995" y="2374265"/>
                        <a:ext cx="7804785" cy="1964690"/>
                      </a:xfrm>
                      <a:prstGeom prst="rect">
                        <a:avLst/>
                      </a:prstGeom>
                      <a:noFill/>
                      <a:ln w="38100">
                        <a:noFill/>
                        <a:miter/>
                      </a:ln>
                    </p:spPr>
                  </p:pic>
                </p:oleObj>
              </mc:Fallback>
            </mc:AlternateContent>
          </a:graphicData>
        </a:graphic>
      </p:graphicFrame>
      <p:graphicFrame>
        <p:nvGraphicFramePr>
          <p:cNvPr id="5" name="对象 -2147480202"/>
          <p:cNvGraphicFramePr>
            <a:graphicFrameLocks noChangeAspect="1"/>
          </p:cNvGraphicFramePr>
          <p:nvPr/>
        </p:nvGraphicFramePr>
        <p:xfrm>
          <a:off x="539750" y="4580890"/>
          <a:ext cx="7633335" cy="1953260"/>
        </p:xfrm>
        <a:graphic>
          <a:graphicData uri="http://schemas.openxmlformats.org/presentationml/2006/ole">
            <mc:AlternateContent xmlns:mc="http://schemas.openxmlformats.org/markup-compatibility/2006">
              <mc:Choice xmlns:v="urn:schemas-microsoft-com:vml" Requires="v">
                <p:oleObj r:id="rId6" imgW="3225800" imgH="825500" progId="Equation.DSMT4">
                  <p:embed/>
                </p:oleObj>
              </mc:Choice>
              <mc:Fallback>
                <p:oleObj r:id="rId6" imgW="3225800" imgH="825500" progId="Equation.DSMT4">
                  <p:embed/>
                  <p:pic>
                    <p:nvPicPr>
                      <p:cNvPr id="0" name="图片 3"/>
                      <p:cNvPicPr/>
                      <p:nvPr/>
                    </p:nvPicPr>
                    <p:blipFill>
                      <a:blip r:embed="rId7"/>
                      <a:stretch>
                        <a:fillRect/>
                      </a:stretch>
                    </p:blipFill>
                    <p:spPr>
                      <a:xfrm>
                        <a:off x="539750" y="4580890"/>
                        <a:ext cx="7633335" cy="1953260"/>
                      </a:xfrm>
                      <a:prstGeom prst="rect">
                        <a:avLst/>
                      </a:prstGeom>
                      <a:noFill/>
                      <a:ln w="38100">
                        <a:noFill/>
                        <a:miter/>
                      </a:ln>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611505" y="260350"/>
            <a:ext cx="3091815" cy="460375"/>
          </a:xfrm>
          <a:prstGeom prst="rect">
            <a:avLst/>
          </a:prstGeom>
        </p:spPr>
        <p:txBody>
          <a:bodyPr wrap="square">
            <a:spAutoFit/>
          </a:bodyPr>
          <a:lstStyle/>
          <a:p>
            <a:pPr defTabSz="266700"/>
            <a:r>
              <a:rPr lang="zh-CN" altLang="en-US" sz="2400">
                <a:solidFill>
                  <a:srgbClr val="000000"/>
                </a:solidFill>
                <a:latin typeface="宋体" panose="02010600030101010101" pitchFamily="2" charset="-122"/>
                <a:ea typeface="宋体" panose="02010600030101010101" pitchFamily="2" charset="-122"/>
              </a:rPr>
              <a:t>从最后一个方程得到</a:t>
            </a:r>
          </a:p>
        </p:txBody>
      </p:sp>
      <p:graphicFrame>
        <p:nvGraphicFramePr>
          <p:cNvPr id="2" name="对象 -2147480200"/>
          <p:cNvGraphicFramePr>
            <a:graphicFrameLocks noChangeAspect="1"/>
          </p:cNvGraphicFramePr>
          <p:nvPr/>
        </p:nvGraphicFramePr>
        <p:xfrm>
          <a:off x="3491548" y="260033"/>
          <a:ext cx="996315" cy="472440"/>
        </p:xfrm>
        <a:graphic>
          <a:graphicData uri="http://schemas.openxmlformats.org/presentationml/2006/ole">
            <mc:AlternateContent xmlns:mc="http://schemas.openxmlformats.org/markup-compatibility/2006">
              <mc:Choice xmlns:v="urn:schemas-microsoft-com:vml" Requires="v">
                <p:oleObj r:id="rId2" imgW="482600" imgH="228600" progId="Equation.DSMT4">
                  <p:embed/>
                </p:oleObj>
              </mc:Choice>
              <mc:Fallback>
                <p:oleObj r:id="rId2" imgW="482600" imgH="228600" progId="Equation.DSMT4">
                  <p:embed/>
                  <p:pic>
                    <p:nvPicPr>
                      <p:cNvPr id="0" name="图片 3075"/>
                      <p:cNvPicPr/>
                      <p:nvPr/>
                    </p:nvPicPr>
                    <p:blipFill>
                      <a:blip r:embed="rId3"/>
                      <a:stretch>
                        <a:fillRect/>
                      </a:stretch>
                    </p:blipFill>
                    <p:spPr>
                      <a:xfrm>
                        <a:off x="3491548" y="260033"/>
                        <a:ext cx="996315" cy="472440"/>
                      </a:xfrm>
                      <a:prstGeom prst="rect">
                        <a:avLst/>
                      </a:prstGeom>
                      <a:noFill/>
                      <a:ln w="38100">
                        <a:noFill/>
                        <a:miter/>
                      </a:ln>
                    </p:spPr>
                  </p:pic>
                </p:oleObj>
              </mc:Fallback>
            </mc:AlternateContent>
          </a:graphicData>
        </a:graphic>
      </p:graphicFrame>
      <p:sp>
        <p:nvSpPr>
          <p:cNvPr id="16" name="文本框 15"/>
          <p:cNvSpPr txBox="1"/>
          <p:nvPr/>
        </p:nvSpPr>
        <p:spPr>
          <a:xfrm>
            <a:off x="4487545" y="271780"/>
            <a:ext cx="4472940" cy="460375"/>
          </a:xfrm>
          <a:prstGeom prst="rect">
            <a:avLst/>
          </a:prstGeom>
          <a:noFill/>
        </p:spPr>
        <p:txBody>
          <a:bodyPr wrap="square" rtlCol="0">
            <a:spAutoFit/>
          </a:bodyPr>
          <a:lstStyle/>
          <a:p>
            <a:pPr defTabSz="266700"/>
            <a:r>
              <a:rPr lang="zh-CN" altLang="en-US" sz="2400">
                <a:solidFill>
                  <a:srgbClr val="000000"/>
                </a:solidFill>
                <a:latin typeface="宋体" panose="02010600030101010101" pitchFamily="2" charset="-122"/>
                <a:sym typeface="+mn-ea"/>
              </a:rPr>
              <a:t>，将其代入第二个方程可得到</a:t>
            </a:r>
            <a:endParaRPr lang="zh-CN" altLang="en-US" sz="2400">
              <a:solidFill>
                <a:srgbClr val="000000"/>
              </a:solidFill>
              <a:latin typeface="宋体" panose="02010600030101010101" pitchFamily="2" charset="-122"/>
            </a:endParaRPr>
          </a:p>
        </p:txBody>
      </p:sp>
      <p:graphicFrame>
        <p:nvGraphicFramePr>
          <p:cNvPr id="3" name="对象 -2147480199"/>
          <p:cNvGraphicFramePr>
            <a:graphicFrameLocks noChangeAspect="1"/>
          </p:cNvGraphicFramePr>
          <p:nvPr/>
        </p:nvGraphicFramePr>
        <p:xfrm>
          <a:off x="827405" y="735330"/>
          <a:ext cx="920750" cy="518795"/>
        </p:xfrm>
        <a:graphic>
          <a:graphicData uri="http://schemas.openxmlformats.org/presentationml/2006/ole">
            <mc:AlternateContent xmlns:mc="http://schemas.openxmlformats.org/markup-compatibility/2006">
              <mc:Choice xmlns:v="urn:schemas-microsoft-com:vml" Requires="v">
                <p:oleObj r:id="rId4" imgW="405765" imgH="228600" progId="Equation.DSMT4">
                  <p:embed/>
                </p:oleObj>
              </mc:Choice>
              <mc:Fallback>
                <p:oleObj r:id="rId4" imgW="405765" imgH="228600" progId="Equation.DSMT4">
                  <p:embed/>
                  <p:pic>
                    <p:nvPicPr>
                      <p:cNvPr id="0" name="图片 16"/>
                      <p:cNvPicPr/>
                      <p:nvPr/>
                    </p:nvPicPr>
                    <p:blipFill>
                      <a:blip r:embed="rId5"/>
                      <a:stretch>
                        <a:fillRect/>
                      </a:stretch>
                    </p:blipFill>
                    <p:spPr>
                      <a:xfrm>
                        <a:off x="827405" y="735330"/>
                        <a:ext cx="920750" cy="518795"/>
                      </a:xfrm>
                      <a:prstGeom prst="rect">
                        <a:avLst/>
                      </a:prstGeom>
                      <a:noFill/>
                      <a:ln w="38100">
                        <a:noFill/>
                        <a:miter/>
                      </a:ln>
                    </p:spPr>
                  </p:pic>
                </p:oleObj>
              </mc:Fallback>
            </mc:AlternateContent>
          </a:graphicData>
        </a:graphic>
      </p:graphicFrame>
      <p:sp>
        <p:nvSpPr>
          <p:cNvPr id="18" name="文本框 17"/>
          <p:cNvSpPr txBox="1"/>
          <p:nvPr/>
        </p:nvSpPr>
        <p:spPr>
          <a:xfrm>
            <a:off x="1547495" y="764540"/>
            <a:ext cx="1374775" cy="460375"/>
          </a:xfrm>
          <a:prstGeom prst="rect">
            <a:avLst/>
          </a:prstGeom>
        </p:spPr>
        <p:txBody>
          <a:bodyPr wrap="square">
            <a:spAutoFit/>
          </a:bodyPr>
          <a:lstStyle/>
          <a:p>
            <a:pPr defTabSz="266700"/>
            <a:r>
              <a:rPr lang="zh-CN" altLang="en-US" sz="2400">
                <a:solidFill>
                  <a:srgbClr val="000000"/>
                </a:solidFill>
                <a:latin typeface="宋体" panose="02010600030101010101" pitchFamily="2" charset="-122"/>
                <a:ea typeface="宋体" panose="02010600030101010101" pitchFamily="2" charset="-122"/>
              </a:rPr>
              <a:t>，再将</a:t>
            </a:r>
          </a:p>
        </p:txBody>
      </p:sp>
      <p:graphicFrame>
        <p:nvGraphicFramePr>
          <p:cNvPr id="4" name="对象 -2147480198"/>
          <p:cNvGraphicFramePr>
            <a:graphicFrameLocks noChangeAspect="1"/>
          </p:cNvGraphicFramePr>
          <p:nvPr/>
        </p:nvGraphicFramePr>
        <p:xfrm>
          <a:off x="2700020" y="737870"/>
          <a:ext cx="1995170" cy="513080"/>
        </p:xfrm>
        <a:graphic>
          <a:graphicData uri="http://schemas.openxmlformats.org/presentationml/2006/ole">
            <mc:AlternateContent xmlns:mc="http://schemas.openxmlformats.org/markup-compatibility/2006">
              <mc:Choice xmlns:v="urn:schemas-microsoft-com:vml" Requires="v">
                <p:oleObj r:id="rId6" imgW="889000" imgH="228600" progId="Equation.DSMT4">
                  <p:embed/>
                </p:oleObj>
              </mc:Choice>
              <mc:Fallback>
                <p:oleObj r:id="rId6" imgW="889000" imgH="228600" progId="Equation.DSMT4">
                  <p:embed/>
                  <p:pic>
                    <p:nvPicPr>
                      <p:cNvPr id="0" name="图片 18"/>
                      <p:cNvPicPr/>
                      <p:nvPr/>
                    </p:nvPicPr>
                    <p:blipFill>
                      <a:blip r:embed="rId7"/>
                      <a:stretch>
                        <a:fillRect/>
                      </a:stretch>
                    </p:blipFill>
                    <p:spPr>
                      <a:xfrm>
                        <a:off x="2700020" y="737870"/>
                        <a:ext cx="1995170" cy="513080"/>
                      </a:xfrm>
                      <a:prstGeom prst="rect">
                        <a:avLst/>
                      </a:prstGeom>
                      <a:noFill/>
                      <a:ln w="38100">
                        <a:noFill/>
                        <a:miter/>
                      </a:ln>
                    </p:spPr>
                  </p:pic>
                </p:oleObj>
              </mc:Fallback>
            </mc:AlternateContent>
          </a:graphicData>
        </a:graphic>
      </p:graphicFrame>
      <p:sp>
        <p:nvSpPr>
          <p:cNvPr id="22" name="文本框 21"/>
          <p:cNvSpPr txBox="1"/>
          <p:nvPr/>
        </p:nvSpPr>
        <p:spPr>
          <a:xfrm>
            <a:off x="4716145" y="764540"/>
            <a:ext cx="3627120" cy="460375"/>
          </a:xfrm>
          <a:prstGeom prst="rect">
            <a:avLst/>
          </a:prstGeom>
        </p:spPr>
        <p:txBody>
          <a:bodyPr wrap="square">
            <a:spAutoFit/>
          </a:bodyPr>
          <a:lstStyle/>
          <a:p>
            <a:pPr defTabSz="266700"/>
            <a:r>
              <a:rPr lang="zh-CN" altLang="en-US" sz="2400">
                <a:solidFill>
                  <a:srgbClr val="000000"/>
                </a:solidFill>
                <a:latin typeface="宋体" panose="02010600030101010101" pitchFamily="2" charset="-122"/>
                <a:ea typeface="宋体" panose="02010600030101010101" pitchFamily="2" charset="-122"/>
              </a:rPr>
              <a:t>一起代入第一个方程得到</a:t>
            </a:r>
          </a:p>
        </p:txBody>
      </p:sp>
      <p:graphicFrame>
        <p:nvGraphicFramePr>
          <p:cNvPr id="5" name="对象 -2147480197"/>
          <p:cNvGraphicFramePr/>
          <p:nvPr/>
        </p:nvGraphicFramePr>
        <p:xfrm>
          <a:off x="617220" y="1268730"/>
          <a:ext cx="986790" cy="551180"/>
        </p:xfrm>
        <a:graphic>
          <a:graphicData uri="http://schemas.openxmlformats.org/presentationml/2006/ole">
            <mc:AlternateContent xmlns:mc="http://schemas.openxmlformats.org/markup-compatibility/2006">
              <mc:Choice xmlns:v="urn:schemas-microsoft-com:vml" Requires="v">
                <p:oleObj r:id="rId8" imgW="393700" imgH="228600" progId="Equation.DSMT4">
                  <p:embed/>
                </p:oleObj>
              </mc:Choice>
              <mc:Fallback>
                <p:oleObj r:id="rId8" imgW="393700" imgH="228600" progId="Equation.DSMT4">
                  <p:embed/>
                  <p:pic>
                    <p:nvPicPr>
                      <p:cNvPr id="0" name="图片 23"/>
                      <p:cNvPicPr/>
                      <p:nvPr/>
                    </p:nvPicPr>
                    <p:blipFill>
                      <a:blip r:embed="rId9"/>
                      <a:stretch>
                        <a:fillRect/>
                      </a:stretch>
                    </p:blipFill>
                    <p:spPr>
                      <a:xfrm>
                        <a:off x="617220" y="1268730"/>
                        <a:ext cx="986790" cy="551180"/>
                      </a:xfrm>
                      <a:prstGeom prst="rect">
                        <a:avLst/>
                      </a:prstGeom>
                      <a:noFill/>
                      <a:ln w="38100">
                        <a:noFill/>
                        <a:miter/>
                      </a:ln>
                    </p:spPr>
                  </p:pic>
                </p:oleObj>
              </mc:Fallback>
            </mc:AlternateContent>
          </a:graphicData>
        </a:graphic>
      </p:graphicFrame>
      <p:sp>
        <p:nvSpPr>
          <p:cNvPr id="25" name="文本框 24"/>
          <p:cNvSpPr txBox="1"/>
          <p:nvPr/>
        </p:nvSpPr>
        <p:spPr>
          <a:xfrm>
            <a:off x="1619885" y="1314450"/>
            <a:ext cx="3072130" cy="460375"/>
          </a:xfrm>
          <a:prstGeom prst="rect">
            <a:avLst/>
          </a:prstGeom>
        </p:spPr>
        <p:txBody>
          <a:bodyPr wrap="square">
            <a:spAutoFit/>
          </a:bodyPr>
          <a:lstStyle/>
          <a:p>
            <a:pPr defTabSz="266700"/>
            <a:r>
              <a:rPr lang="zh-CN" altLang="en-US" sz="2400">
                <a:solidFill>
                  <a:srgbClr val="000000"/>
                </a:solidFill>
                <a:latin typeface="宋体" panose="02010600030101010101" pitchFamily="2" charset="-122"/>
                <a:ea typeface="宋体" panose="02010600030101010101" pitchFamily="2" charset="-122"/>
              </a:rPr>
              <a:t>，所求方程组的解为</a:t>
            </a:r>
          </a:p>
        </p:txBody>
      </p:sp>
      <p:graphicFrame>
        <p:nvGraphicFramePr>
          <p:cNvPr id="6" name="对象 -2147480196"/>
          <p:cNvGraphicFramePr/>
          <p:nvPr/>
        </p:nvGraphicFramePr>
        <p:xfrm>
          <a:off x="4499610" y="1124585"/>
          <a:ext cx="2047240" cy="1689735"/>
        </p:xfrm>
        <a:graphic>
          <a:graphicData uri="http://schemas.openxmlformats.org/presentationml/2006/ole">
            <mc:AlternateContent xmlns:mc="http://schemas.openxmlformats.org/markup-compatibility/2006">
              <mc:Choice xmlns:v="urn:schemas-microsoft-com:vml" Requires="v">
                <p:oleObj r:id="rId10" imgW="558800" imgH="711200" progId="Equation.DSMT4">
                  <p:embed/>
                </p:oleObj>
              </mc:Choice>
              <mc:Fallback>
                <p:oleObj r:id="rId10" imgW="558800" imgH="711200" progId="Equation.DSMT4">
                  <p:embed/>
                  <p:pic>
                    <p:nvPicPr>
                      <p:cNvPr id="0" name="图片 25"/>
                      <p:cNvPicPr/>
                      <p:nvPr/>
                    </p:nvPicPr>
                    <p:blipFill>
                      <a:blip r:embed="rId11"/>
                      <a:stretch>
                        <a:fillRect/>
                      </a:stretch>
                    </p:blipFill>
                    <p:spPr>
                      <a:xfrm>
                        <a:off x="4499610" y="1124585"/>
                        <a:ext cx="2047240" cy="1689735"/>
                      </a:xfrm>
                      <a:prstGeom prst="rect">
                        <a:avLst/>
                      </a:prstGeom>
                      <a:noFill/>
                      <a:ln w="38100">
                        <a:noFill/>
                        <a:miter/>
                      </a:ln>
                    </p:spPr>
                  </p:pic>
                </p:oleObj>
              </mc:Fallback>
            </mc:AlternateContent>
          </a:graphicData>
        </a:graphic>
      </p:graphicFrame>
      <p:sp>
        <p:nvSpPr>
          <p:cNvPr id="27" name="文本框 26"/>
          <p:cNvSpPr txBox="1"/>
          <p:nvPr/>
        </p:nvSpPr>
        <p:spPr>
          <a:xfrm>
            <a:off x="539115" y="2997200"/>
            <a:ext cx="7416165" cy="3415030"/>
          </a:xfrm>
          <a:prstGeom prst="rect">
            <a:avLst/>
          </a:prstGeom>
          <a:noFill/>
        </p:spPr>
        <p:txBody>
          <a:bodyPr wrap="square" rtlCol="0" anchor="t">
            <a:spAutoFit/>
          </a:bodyPr>
          <a:lstStyle/>
          <a:p>
            <a:pPr marL="0" indent="266700" algn="just" defTabSz="266700">
              <a:spcBef>
                <a:spcPct val="0"/>
              </a:spcBef>
              <a:spcAft>
                <a:spcPct val="0"/>
              </a:spcAft>
            </a:pPr>
            <a:r>
              <a:rPr lang="zh-CN" altLang="en-US" sz="2400">
                <a:solidFill>
                  <a:srgbClr val="000000"/>
                </a:solidFill>
                <a:latin typeface="宋体" panose="02010600030101010101" pitchFamily="2" charset="-122"/>
                <a:sym typeface="+mn-ea"/>
              </a:rPr>
              <a:t>求解过程我们对方程组反复进行了以下</a:t>
            </a:r>
            <a:r>
              <a:rPr lang="en-US" altLang="zh-CN" sz="2400">
                <a:solidFill>
                  <a:srgbClr val="000000"/>
                </a:solidFill>
                <a:latin typeface="Calibri" panose="020F0502020204030204"/>
                <a:sym typeface="+mn-ea"/>
              </a:rPr>
              <a:t>3</a:t>
            </a:r>
            <a:r>
              <a:rPr lang="zh-CN" altLang="en-US" sz="2400">
                <a:solidFill>
                  <a:srgbClr val="000000"/>
                </a:solidFill>
                <a:latin typeface="宋体" panose="02010600030101010101" pitchFamily="2" charset="-122"/>
                <a:sym typeface="+mn-ea"/>
              </a:rPr>
              <a:t>种变换：</a:t>
            </a:r>
            <a:endParaRPr lang="zh-CN" altLang="en-US" sz="2400">
              <a:solidFill>
                <a:srgbClr val="000000"/>
              </a:solidFill>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en-US" altLang="zh-CN" sz="2400">
                <a:solidFill>
                  <a:srgbClr val="000000"/>
                </a:solidFill>
                <a:latin typeface="Calibri" panose="020F0502020204030204"/>
                <a:sym typeface="+mn-ea"/>
              </a:rPr>
              <a:t>(1) </a:t>
            </a:r>
            <a:r>
              <a:rPr lang="zh-CN" altLang="en-US" sz="2400">
                <a:solidFill>
                  <a:srgbClr val="000000"/>
                </a:solidFill>
                <a:latin typeface="宋体" panose="02010600030101010101" pitchFamily="2" charset="-122"/>
                <a:sym typeface="+mn-ea"/>
              </a:rPr>
              <a:t>交换某两个方程的位置；</a:t>
            </a:r>
            <a:endParaRPr lang="zh-CN" altLang="en-US" sz="2400">
              <a:solidFill>
                <a:srgbClr val="000000"/>
              </a:solidFill>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en-US" altLang="zh-CN" sz="2400">
                <a:solidFill>
                  <a:srgbClr val="000000"/>
                </a:solidFill>
                <a:latin typeface="Calibri" panose="020F0502020204030204"/>
                <a:sym typeface="+mn-ea"/>
              </a:rPr>
              <a:t>(2) </a:t>
            </a:r>
            <a:r>
              <a:rPr lang="zh-CN" altLang="en-US" sz="2400">
                <a:solidFill>
                  <a:srgbClr val="000000"/>
                </a:solidFill>
                <a:latin typeface="宋体" panose="02010600030101010101" pitchFamily="2" charset="-122"/>
                <a:sym typeface="+mn-ea"/>
              </a:rPr>
              <a:t>用一个</a:t>
            </a:r>
            <a:r>
              <a:rPr lang="zh-CN" altLang="en-US" sz="2400">
                <a:solidFill>
                  <a:srgbClr val="3333FF"/>
                </a:solidFill>
                <a:latin typeface="宋体" panose="02010600030101010101" pitchFamily="2" charset="-122"/>
                <a:sym typeface="+mn-ea"/>
              </a:rPr>
              <a:t>非零的数</a:t>
            </a:r>
            <a:r>
              <a:rPr lang="zh-CN" altLang="en-US" sz="2400">
                <a:solidFill>
                  <a:srgbClr val="000000"/>
                </a:solidFill>
                <a:latin typeface="宋体" panose="02010600030101010101" pitchFamily="2" charset="-122"/>
                <a:sym typeface="+mn-ea"/>
              </a:rPr>
              <a:t>乘以某个方程的两边；</a:t>
            </a:r>
            <a:endParaRPr lang="zh-CN" altLang="en-US" sz="2400">
              <a:solidFill>
                <a:srgbClr val="000000"/>
              </a:solidFill>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en-US" altLang="zh-CN" sz="2400">
                <a:solidFill>
                  <a:srgbClr val="000000"/>
                </a:solidFill>
                <a:latin typeface="Calibri" panose="020F0502020204030204"/>
                <a:sym typeface="+mn-ea"/>
              </a:rPr>
              <a:t>(3) </a:t>
            </a:r>
            <a:r>
              <a:rPr lang="zh-CN" altLang="en-US" sz="2400">
                <a:solidFill>
                  <a:srgbClr val="000000"/>
                </a:solidFill>
                <a:latin typeface="宋体" panose="02010600030101010101" pitchFamily="2" charset="-122"/>
                <a:sym typeface="+mn-ea"/>
              </a:rPr>
              <a:t>将一个方程的倍数加到另一个方程上</a:t>
            </a:r>
            <a:r>
              <a:rPr lang="en-US" altLang="zh-CN" sz="2400">
                <a:solidFill>
                  <a:srgbClr val="000000"/>
                </a:solidFill>
                <a:latin typeface="Calibri" panose="020F0502020204030204"/>
                <a:sym typeface="+mn-ea"/>
              </a:rPr>
              <a:t>. </a:t>
            </a:r>
            <a:endParaRPr lang="en-US" altLang="zh-CN" sz="2400">
              <a:solidFill>
                <a:srgbClr val="000000"/>
              </a:solidFill>
              <a:latin typeface="Calibri" panose="020F0502020204030204"/>
              <a:ea typeface="宋体" panose="02010600030101010101" pitchFamily="2" charset="-122"/>
            </a:endParaRPr>
          </a:p>
          <a:p>
            <a:pPr marL="0" indent="0" algn="just" defTabSz="266700">
              <a:spcBef>
                <a:spcPct val="0"/>
              </a:spcBef>
              <a:spcAft>
                <a:spcPct val="0"/>
              </a:spcAft>
            </a:pPr>
            <a:r>
              <a:rPr lang="zh-CN" altLang="en-US" sz="2400">
                <a:solidFill>
                  <a:srgbClr val="000000"/>
                </a:solidFill>
                <a:latin typeface="宋体" panose="02010600030101010101" pitchFamily="2" charset="-122"/>
                <a:sym typeface="+mn-ea"/>
              </a:rPr>
              <a:t>以上</a:t>
            </a:r>
            <a:r>
              <a:rPr lang="en-US" altLang="zh-CN" sz="2400">
                <a:solidFill>
                  <a:srgbClr val="000000"/>
                </a:solidFill>
                <a:latin typeface="Calibri" panose="020F0502020204030204"/>
                <a:sym typeface="+mn-ea"/>
              </a:rPr>
              <a:t>3</a:t>
            </a:r>
            <a:r>
              <a:rPr lang="zh-CN" altLang="en-US" sz="2400">
                <a:solidFill>
                  <a:srgbClr val="000000"/>
                </a:solidFill>
                <a:latin typeface="宋体" panose="02010600030101010101" pitchFamily="2" charset="-122"/>
                <a:sym typeface="+mn-ea"/>
              </a:rPr>
              <a:t>种变换</a:t>
            </a:r>
            <a:r>
              <a:rPr lang="zh-CN" altLang="en-US" sz="2400">
                <a:solidFill>
                  <a:srgbClr val="000000"/>
                </a:solidFill>
                <a:latin typeface="Calibri" panose="020F0502020204030204"/>
                <a:sym typeface="+mn-ea"/>
              </a:rPr>
              <a:t>对应矩阵的初等行变换，</a:t>
            </a:r>
            <a:r>
              <a:rPr lang="zh-CN" altLang="en-US" sz="2400">
                <a:solidFill>
                  <a:srgbClr val="000000"/>
                </a:solidFill>
                <a:latin typeface="宋体" panose="02010600030101010101" pitchFamily="2" charset="-122"/>
                <a:sym typeface="+mn-ea"/>
              </a:rPr>
              <a:t>称为</a:t>
            </a:r>
            <a:r>
              <a:rPr lang="zh-CN" altLang="en-US" sz="2400">
                <a:solidFill>
                  <a:srgbClr val="FF0000"/>
                </a:solidFill>
                <a:latin typeface="宋体" panose="02010600030101010101" pitchFamily="2" charset="-122"/>
                <a:sym typeface="+mn-ea"/>
              </a:rPr>
              <a:t>线性方程组的初等</a:t>
            </a:r>
            <a:r>
              <a:rPr lang="zh-CN" altLang="en-US" sz="2400">
                <a:solidFill>
                  <a:srgbClr val="FF0000"/>
                </a:solidFill>
                <a:latin typeface="Calibri" panose="020F0502020204030204"/>
                <a:sym typeface="+mn-ea"/>
              </a:rPr>
              <a:t>行</a:t>
            </a:r>
            <a:r>
              <a:rPr lang="zh-CN" altLang="en-US" sz="2400">
                <a:solidFill>
                  <a:srgbClr val="FF0000"/>
                </a:solidFill>
                <a:latin typeface="宋体" panose="02010600030101010101" pitchFamily="2" charset="-122"/>
                <a:sym typeface="+mn-ea"/>
              </a:rPr>
              <a:t>变换</a:t>
            </a:r>
            <a:r>
              <a:rPr lang="en-US" altLang="zh-CN" sz="2400">
                <a:solidFill>
                  <a:srgbClr val="000000"/>
                </a:solidFill>
                <a:latin typeface="Calibri" panose="020F0502020204030204"/>
                <a:sym typeface="+mn-ea"/>
              </a:rPr>
              <a:t>. </a:t>
            </a:r>
            <a:r>
              <a:rPr lang="zh-CN" altLang="en-US" sz="2400">
                <a:solidFill>
                  <a:srgbClr val="000000"/>
                </a:solidFill>
                <a:latin typeface="宋体" panose="02010600030101010101" pitchFamily="2" charset="-122"/>
                <a:sym typeface="+mn-ea"/>
              </a:rPr>
              <a:t>可以证明</a:t>
            </a:r>
            <a:r>
              <a:rPr lang="zh-CN" altLang="en-US" sz="2400">
                <a:solidFill>
                  <a:srgbClr val="000000"/>
                </a:solidFill>
                <a:latin typeface="Calibri" panose="020F0502020204030204"/>
                <a:sym typeface="+mn-ea"/>
              </a:rPr>
              <a:t>，</a:t>
            </a:r>
            <a:r>
              <a:rPr lang="zh-CN" altLang="en-US" sz="2400">
                <a:solidFill>
                  <a:srgbClr val="000000"/>
                </a:solidFill>
                <a:latin typeface="宋体" panose="02010600030101010101" pitchFamily="2" charset="-122"/>
                <a:sym typeface="+mn-ea"/>
              </a:rPr>
              <a:t>线性方程组经初等</a:t>
            </a:r>
            <a:r>
              <a:rPr lang="zh-CN" altLang="en-US" sz="2400">
                <a:solidFill>
                  <a:srgbClr val="000000"/>
                </a:solidFill>
                <a:latin typeface="Calibri" panose="020F0502020204030204"/>
                <a:sym typeface="+mn-ea"/>
              </a:rPr>
              <a:t>行</a:t>
            </a:r>
            <a:r>
              <a:rPr lang="zh-CN" altLang="en-US" sz="2400">
                <a:solidFill>
                  <a:srgbClr val="000000"/>
                </a:solidFill>
                <a:latin typeface="宋体" panose="02010600030101010101" pitchFamily="2" charset="-122"/>
                <a:sym typeface="+mn-ea"/>
              </a:rPr>
              <a:t>变换后所得方程组与原方程组同解</a:t>
            </a:r>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事实上，上述求解线性方程组的过程就是对线性方程组的</a:t>
            </a:r>
            <a:r>
              <a:rPr lang="zh-CN" altLang="en-US" sz="2400">
                <a:solidFill>
                  <a:srgbClr val="3333FF"/>
                </a:solidFill>
                <a:latin typeface="Calibri" panose="020F0502020204030204"/>
                <a:sym typeface="+mn-ea"/>
              </a:rPr>
              <a:t>增广矩阵施行初等行变换的过程</a:t>
            </a:r>
            <a:r>
              <a:rPr lang="en-US" altLang="zh-CN" sz="2400">
                <a:solidFill>
                  <a:srgbClr val="000000"/>
                </a:solidFill>
                <a:latin typeface="Calibri" panose="020F0502020204030204"/>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blinds(horizontal)">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down)">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down)">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down)">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box(in)">
                                      <p:cBhvr>
                                        <p:cTn id="57"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P spid="22" grpId="0"/>
      <p:bldP spid="25"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6"/>
          <p:cNvSpPr/>
          <p:nvPr/>
        </p:nvSpPr>
        <p:spPr>
          <a:xfrm>
            <a:off x="457200" y="533400"/>
            <a:ext cx="8229600" cy="2120265"/>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buNone/>
            </a:pPr>
            <a:r>
              <a:rPr lang="zh-CN" altLang="en-US" sz="2400" b="1" dirty="0">
                <a:solidFill>
                  <a:srgbClr val="FF3300"/>
                </a:solidFill>
                <a:latin typeface="Times New Roman" panose="02020603050405020304" pitchFamily="18" charset="0"/>
                <a:ea typeface="楷体_GB2312"/>
              </a:rPr>
              <a:t>定理</a:t>
            </a:r>
            <a:r>
              <a:rPr lang="en-US" altLang="zh-CN" sz="2400" b="1" dirty="0">
                <a:solidFill>
                  <a:srgbClr val="FF3300"/>
                </a:solidFill>
                <a:latin typeface="Times New Roman" panose="02020603050405020304" pitchFamily="18" charset="0"/>
                <a:ea typeface="楷体_GB2312"/>
              </a:rPr>
              <a:t>3.1.1</a:t>
            </a:r>
            <a:r>
              <a:rPr lang="en-US" altLang="zh-CN" sz="2400" b="1" dirty="0">
                <a:solidFill>
                  <a:srgbClr val="0000FF"/>
                </a:solidFill>
                <a:latin typeface="Times New Roman" panose="02020603050405020304" pitchFamily="18" charset="0"/>
                <a:ea typeface="楷体_GB2312"/>
              </a:rPr>
              <a:t> </a:t>
            </a:r>
            <a:r>
              <a:rPr lang="zh-CN" altLang="en-US" sz="2400" b="1" dirty="0">
                <a:solidFill>
                  <a:srgbClr val="0000FF"/>
                </a:solidFill>
                <a:latin typeface="Times New Roman" panose="02020603050405020304" pitchFamily="18" charset="0"/>
                <a:ea typeface="楷体_GB2312"/>
              </a:rPr>
              <a:t>非齐次线性方程组解的判定定理：</a:t>
            </a:r>
            <a:r>
              <a:rPr lang="en-US" altLang="zh-CN" sz="2400" b="1" i="1" dirty="0">
                <a:solidFill>
                  <a:srgbClr val="000000"/>
                </a:solidFill>
                <a:latin typeface="Times New Roman" panose="02020603050405020304" pitchFamily="18" charset="0"/>
                <a:ea typeface="楷体_GB2312"/>
              </a:rPr>
              <a:t>n</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元线性方程组 </a:t>
            </a:r>
            <a:r>
              <a:rPr lang="en-US" altLang="zh-CN" sz="2400" b="1" i="1" dirty="0">
                <a:solidFill>
                  <a:srgbClr val="000000"/>
                </a:solidFill>
                <a:latin typeface="Times New Roman" panose="02020603050405020304" pitchFamily="18" charset="0"/>
                <a:ea typeface="楷体_GB2312"/>
              </a:rPr>
              <a:t>Ax</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b</a:t>
            </a:r>
          </a:p>
          <a:p>
            <a:pPr marL="609600" indent="-609600">
              <a:lnSpc>
                <a:spcPct val="110000"/>
              </a:lnSpc>
              <a:spcBef>
                <a:spcPct val="20000"/>
              </a:spcBef>
              <a:buClr>
                <a:srgbClr val="000000"/>
              </a:buClr>
              <a:buFont typeface="Wingdings" panose="05000000000000000000" pitchFamily="2" charset="2"/>
              <a:buAutoNum type="circleNumDbPlain"/>
            </a:pPr>
            <a:r>
              <a:rPr lang="zh-CN" altLang="en-US" sz="2400" b="1" dirty="0">
                <a:solidFill>
                  <a:srgbClr val="000000"/>
                </a:solidFill>
                <a:latin typeface="Times New Roman" panose="02020603050405020304" pitchFamily="18" charset="0"/>
                <a:ea typeface="楷体_GB2312"/>
              </a:rPr>
              <a:t>无解的充分必要条件是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a:t>
            </a:r>
          </a:p>
          <a:p>
            <a:pPr marL="609600" indent="-609600">
              <a:lnSpc>
                <a:spcPct val="110000"/>
              </a:lnSpc>
              <a:spcBef>
                <a:spcPct val="20000"/>
              </a:spcBef>
              <a:buClr>
                <a:srgbClr val="000000"/>
              </a:buClr>
              <a:buFont typeface="Wingdings" panose="05000000000000000000" pitchFamily="2" charset="2"/>
              <a:buAutoNum type="circleNumDbPlain"/>
            </a:pPr>
            <a:r>
              <a:rPr lang="zh-CN" altLang="en-US" sz="2400" b="1" dirty="0">
                <a:solidFill>
                  <a:srgbClr val="000000"/>
                </a:solidFill>
                <a:latin typeface="Times New Roman" panose="02020603050405020304" pitchFamily="18" charset="0"/>
                <a:ea typeface="楷体_GB2312"/>
              </a:rPr>
              <a:t>有唯一解的充分必要条件是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a:t>
            </a:r>
          </a:p>
          <a:p>
            <a:pPr marL="609600" indent="-609600">
              <a:lnSpc>
                <a:spcPct val="110000"/>
              </a:lnSpc>
              <a:spcBef>
                <a:spcPct val="20000"/>
              </a:spcBef>
              <a:buClr>
                <a:srgbClr val="000000"/>
              </a:buClr>
              <a:buFont typeface="Wingdings" panose="05000000000000000000" pitchFamily="2" charset="2"/>
              <a:buAutoNum type="circleNumDbPlain"/>
            </a:pPr>
            <a:r>
              <a:rPr lang="zh-CN" altLang="en-US" sz="2400" b="1" dirty="0">
                <a:solidFill>
                  <a:srgbClr val="000000"/>
                </a:solidFill>
                <a:latin typeface="Times New Roman" panose="02020603050405020304" pitchFamily="18" charset="0"/>
                <a:ea typeface="楷体_GB2312"/>
              </a:rPr>
              <a:t>有无限多解的充分必要条件是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a:t>
            </a:r>
          </a:p>
        </p:txBody>
      </p:sp>
      <p:sp>
        <p:nvSpPr>
          <p:cNvPr id="26631" name="Rectangle 7"/>
          <p:cNvSpPr/>
          <p:nvPr/>
        </p:nvSpPr>
        <p:spPr>
          <a:xfrm>
            <a:off x="457200" y="2611438"/>
            <a:ext cx="8229600" cy="3779837"/>
          </a:xfrm>
          <a:prstGeom prst="rect">
            <a:avLst/>
          </a:prstGeom>
          <a:noFill/>
          <a:ln w="9525">
            <a:noFill/>
          </a:ln>
        </p:spPr>
        <p:txBody>
          <a:bodyPr>
            <a:spAutoFit/>
          </a:bodyPr>
          <a:lstStyle/>
          <a:p>
            <a:pPr marL="342900" indent="-342900">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分析：</a:t>
            </a:r>
            <a:r>
              <a:rPr lang="zh-CN" altLang="en-US" sz="2400" b="1" dirty="0">
                <a:solidFill>
                  <a:srgbClr val="000000"/>
                </a:solidFill>
                <a:latin typeface="Times New Roman" panose="02020603050405020304" pitchFamily="18" charset="0"/>
                <a:ea typeface="楷体_GB2312"/>
              </a:rPr>
              <a:t>只需证明条件的充分性，即</a:t>
            </a:r>
          </a:p>
          <a:p>
            <a:pPr marL="342900" indent="-342900">
              <a:lnSpc>
                <a:spcPct val="110000"/>
              </a:lnSpc>
              <a:spcBef>
                <a:spcPct val="20000"/>
              </a:spcBef>
              <a:buClr>
                <a:srgbClr val="0000FF"/>
              </a:buClr>
              <a:buChar char="•"/>
            </a:pP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无解；</a:t>
            </a:r>
          </a:p>
          <a:p>
            <a:pPr marL="342900" indent="-342900">
              <a:lnSpc>
                <a:spcPct val="110000"/>
              </a:lnSpc>
              <a:spcBef>
                <a:spcPct val="20000"/>
              </a:spcBef>
              <a:buClr>
                <a:srgbClr val="0000FF"/>
              </a:buClr>
              <a:buChar char="•"/>
            </a:pP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唯一解；</a:t>
            </a:r>
          </a:p>
          <a:p>
            <a:pPr marL="342900" indent="-342900">
              <a:lnSpc>
                <a:spcPct val="110000"/>
              </a:lnSpc>
              <a:spcBef>
                <a:spcPct val="20000"/>
              </a:spcBef>
              <a:buClr>
                <a:srgbClr val="0000FF"/>
              </a:buClr>
              <a:buChar char="•"/>
            </a:pP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无穷多解</a:t>
            </a:r>
            <a:r>
              <a:rPr lang="zh-CN" altLang="en-US" sz="2400" b="1" i="1" dirty="0">
                <a:solidFill>
                  <a:srgbClr val="000000"/>
                </a:solidFill>
                <a:latin typeface="Times New Roman" panose="02020603050405020304" pitchFamily="18" charset="0"/>
                <a:ea typeface="楷体_GB2312"/>
              </a:rPr>
              <a:t>．</a:t>
            </a:r>
          </a:p>
          <a:p>
            <a:pPr marL="342900" indent="-342900">
              <a:lnSpc>
                <a:spcPct val="110000"/>
              </a:lnSpc>
              <a:spcBef>
                <a:spcPct val="20000"/>
              </a:spcBef>
              <a:buClr>
                <a:srgbClr val="0000FF"/>
              </a:buClr>
            </a:pPr>
            <a:r>
              <a:rPr lang="zh-CN" altLang="en-US" sz="2400" b="1" dirty="0">
                <a:solidFill>
                  <a:srgbClr val="000000"/>
                </a:solidFill>
                <a:latin typeface="Times New Roman" panose="02020603050405020304" pitchFamily="18" charset="0"/>
                <a:ea typeface="楷体_GB2312"/>
              </a:rPr>
              <a:t>那么</a:t>
            </a:r>
          </a:p>
          <a:p>
            <a:pPr marL="342900" indent="-342900">
              <a:lnSpc>
                <a:spcPct val="110000"/>
              </a:lnSpc>
              <a:spcBef>
                <a:spcPct val="20000"/>
              </a:spcBef>
              <a:buClr>
                <a:srgbClr val="0000FF"/>
              </a:buClr>
              <a:buFont typeface="Wingdings" panose="05000000000000000000" pitchFamily="2" charset="2"/>
              <a:buChar char="ü"/>
            </a:pPr>
            <a:r>
              <a:rPr lang="zh-CN" altLang="en-US" sz="2400" b="1" dirty="0">
                <a:solidFill>
                  <a:srgbClr val="000000"/>
                </a:solidFill>
                <a:latin typeface="Times New Roman" panose="02020603050405020304" pitchFamily="18" charset="0"/>
                <a:ea typeface="楷体_GB2312"/>
              </a:rPr>
              <a:t>无解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a:t>
            </a:r>
          </a:p>
          <a:p>
            <a:pPr marL="342900" indent="-342900">
              <a:lnSpc>
                <a:spcPct val="110000"/>
              </a:lnSpc>
              <a:spcBef>
                <a:spcPct val="20000"/>
              </a:spcBef>
              <a:buClr>
                <a:srgbClr val="0000FF"/>
              </a:buClr>
              <a:buFont typeface="Wingdings" panose="05000000000000000000" pitchFamily="2" charset="2"/>
              <a:buChar char="ü"/>
            </a:pPr>
            <a:r>
              <a:rPr lang="zh-CN" altLang="en-US" sz="2400" b="1" dirty="0">
                <a:solidFill>
                  <a:srgbClr val="000000"/>
                </a:solidFill>
                <a:latin typeface="Times New Roman" panose="02020603050405020304" pitchFamily="18" charset="0"/>
                <a:ea typeface="楷体_GB2312"/>
              </a:rPr>
              <a:t>唯一解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n</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a:t>
            </a:r>
          </a:p>
          <a:p>
            <a:pPr marL="342900" indent="-342900">
              <a:lnSpc>
                <a:spcPct val="110000"/>
              </a:lnSpc>
              <a:spcBef>
                <a:spcPct val="20000"/>
              </a:spcBef>
              <a:buClr>
                <a:srgbClr val="0000FF"/>
              </a:buClr>
              <a:buFont typeface="Wingdings" panose="05000000000000000000" pitchFamily="2" charset="2"/>
              <a:buChar char="ü"/>
            </a:pPr>
            <a:r>
              <a:rPr lang="zh-CN" altLang="en-US" sz="2400" b="1" dirty="0">
                <a:solidFill>
                  <a:srgbClr val="000000"/>
                </a:solidFill>
                <a:latin typeface="Times New Roman" panose="02020603050405020304" pitchFamily="18" charset="0"/>
                <a:ea typeface="楷体_GB2312"/>
              </a:rPr>
              <a:t>无穷多解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a:t>
            </a:r>
          </a:p>
        </p:txBody>
      </p:sp>
      <p:graphicFrame>
        <p:nvGraphicFramePr>
          <p:cNvPr id="26632" name="Object 8"/>
          <p:cNvGraphicFramePr>
            <a:graphicFrameLocks noChangeAspect="1"/>
          </p:cNvGraphicFramePr>
          <p:nvPr/>
        </p:nvGraphicFramePr>
        <p:xfrm>
          <a:off x="2870200" y="3192463"/>
          <a:ext cx="406400" cy="279400"/>
        </p:xfrm>
        <a:graphic>
          <a:graphicData uri="http://schemas.openxmlformats.org/presentationml/2006/ole">
            <mc:AlternateContent xmlns:mc="http://schemas.openxmlformats.org/markup-compatibility/2006">
              <mc:Choice xmlns:v="urn:schemas-microsoft-com:vml" Requires="v">
                <p:oleObj r:id="rId2" imgW="203200" imgH="139700" progId="Equation.DSMT4">
                  <p:embed/>
                </p:oleObj>
              </mc:Choice>
              <mc:Fallback>
                <p:oleObj r:id="rId2" imgW="203200" imgH="139700" progId="Equation.DSMT4">
                  <p:embed/>
                  <p:pic>
                    <p:nvPicPr>
                      <p:cNvPr id="0" name="图片 4211"/>
                      <p:cNvPicPr/>
                      <p:nvPr/>
                    </p:nvPicPr>
                    <p:blipFill>
                      <a:blip r:embed="rId3"/>
                      <a:stretch>
                        <a:fillRect/>
                      </a:stretch>
                    </p:blipFill>
                    <p:spPr>
                      <a:xfrm>
                        <a:off x="2870200" y="3192463"/>
                        <a:ext cx="406400" cy="279400"/>
                      </a:xfrm>
                      <a:prstGeom prst="rect">
                        <a:avLst/>
                      </a:prstGeom>
                      <a:noFill/>
                      <a:ln w="38100">
                        <a:noFill/>
                        <a:miter/>
                      </a:ln>
                    </p:spPr>
                  </p:pic>
                </p:oleObj>
              </mc:Fallback>
            </mc:AlternateContent>
          </a:graphicData>
        </a:graphic>
      </p:graphicFrame>
      <p:graphicFrame>
        <p:nvGraphicFramePr>
          <p:cNvPr id="26633" name="Object 9"/>
          <p:cNvGraphicFramePr>
            <a:graphicFrameLocks noChangeAspect="1"/>
          </p:cNvGraphicFramePr>
          <p:nvPr/>
        </p:nvGraphicFramePr>
        <p:xfrm>
          <a:off x="3373438" y="3675063"/>
          <a:ext cx="406400" cy="279400"/>
        </p:xfrm>
        <a:graphic>
          <a:graphicData uri="http://schemas.openxmlformats.org/presentationml/2006/ole">
            <mc:AlternateContent xmlns:mc="http://schemas.openxmlformats.org/markup-compatibility/2006">
              <mc:Choice xmlns:v="urn:schemas-microsoft-com:vml" Requires="v">
                <p:oleObj r:id="rId4" imgW="203200" imgH="139700" progId="Equation.DSMT4">
                  <p:embed/>
                </p:oleObj>
              </mc:Choice>
              <mc:Fallback>
                <p:oleObj r:id="rId4" imgW="203200" imgH="139700" progId="Equation.DSMT4">
                  <p:embed/>
                  <p:pic>
                    <p:nvPicPr>
                      <p:cNvPr id="0" name="图片 4216"/>
                      <p:cNvPicPr/>
                      <p:nvPr/>
                    </p:nvPicPr>
                    <p:blipFill>
                      <a:blip r:embed="rId3"/>
                      <a:stretch>
                        <a:fillRect/>
                      </a:stretch>
                    </p:blipFill>
                    <p:spPr>
                      <a:xfrm>
                        <a:off x="3373438" y="3675063"/>
                        <a:ext cx="406400" cy="279400"/>
                      </a:xfrm>
                      <a:prstGeom prst="rect">
                        <a:avLst/>
                      </a:prstGeom>
                      <a:noFill/>
                      <a:ln w="38100">
                        <a:noFill/>
                        <a:miter/>
                      </a:ln>
                    </p:spPr>
                  </p:pic>
                </p:oleObj>
              </mc:Fallback>
            </mc:AlternateContent>
          </a:graphicData>
        </a:graphic>
      </p:graphicFrame>
      <p:graphicFrame>
        <p:nvGraphicFramePr>
          <p:cNvPr id="26635" name="Object 11"/>
          <p:cNvGraphicFramePr>
            <a:graphicFrameLocks noChangeAspect="1"/>
          </p:cNvGraphicFramePr>
          <p:nvPr/>
        </p:nvGraphicFramePr>
        <p:xfrm>
          <a:off x="3373438" y="4157663"/>
          <a:ext cx="406400" cy="279400"/>
        </p:xfrm>
        <a:graphic>
          <a:graphicData uri="http://schemas.openxmlformats.org/presentationml/2006/ole">
            <mc:AlternateContent xmlns:mc="http://schemas.openxmlformats.org/markup-compatibility/2006">
              <mc:Choice xmlns:v="urn:schemas-microsoft-com:vml" Requires="v">
                <p:oleObj r:id="rId5" imgW="203200" imgH="139700" progId="Equation.DSMT4">
                  <p:embed/>
                </p:oleObj>
              </mc:Choice>
              <mc:Fallback>
                <p:oleObj r:id="rId5" imgW="203200" imgH="139700" progId="Equation.DSMT4">
                  <p:embed/>
                  <p:pic>
                    <p:nvPicPr>
                      <p:cNvPr id="0" name="图片 4208"/>
                      <p:cNvPicPr/>
                      <p:nvPr/>
                    </p:nvPicPr>
                    <p:blipFill>
                      <a:blip r:embed="rId3"/>
                      <a:stretch>
                        <a:fillRect/>
                      </a:stretch>
                    </p:blipFill>
                    <p:spPr>
                      <a:xfrm>
                        <a:off x="3373438" y="4157663"/>
                        <a:ext cx="406400" cy="279400"/>
                      </a:xfrm>
                      <a:prstGeom prst="rect">
                        <a:avLst/>
                      </a:prstGeom>
                      <a:noFill/>
                      <a:ln w="38100">
                        <a:noFill/>
                        <a:miter/>
                      </a:ln>
                    </p:spPr>
                  </p:pic>
                </p:oleObj>
              </mc:Fallback>
            </mc:AlternateContent>
          </a:graphicData>
        </a:graphic>
      </p:graphicFrame>
      <p:graphicFrame>
        <p:nvGraphicFramePr>
          <p:cNvPr id="26636" name="Object 12"/>
          <p:cNvGraphicFramePr>
            <a:graphicFrameLocks noChangeAspect="1"/>
          </p:cNvGraphicFramePr>
          <p:nvPr/>
        </p:nvGraphicFramePr>
        <p:xfrm>
          <a:off x="1646238" y="5049838"/>
          <a:ext cx="406400" cy="279400"/>
        </p:xfrm>
        <a:graphic>
          <a:graphicData uri="http://schemas.openxmlformats.org/presentationml/2006/ole">
            <mc:AlternateContent xmlns:mc="http://schemas.openxmlformats.org/markup-compatibility/2006">
              <mc:Choice xmlns:v="urn:schemas-microsoft-com:vml" Requires="v">
                <p:oleObj r:id="rId6" imgW="203200" imgH="139700" progId="Equation.DSMT4">
                  <p:embed/>
                </p:oleObj>
              </mc:Choice>
              <mc:Fallback>
                <p:oleObj r:id="rId6" imgW="203200" imgH="139700" progId="Equation.DSMT4">
                  <p:embed/>
                  <p:pic>
                    <p:nvPicPr>
                      <p:cNvPr id="0" name="图片 4212"/>
                      <p:cNvPicPr/>
                      <p:nvPr/>
                    </p:nvPicPr>
                    <p:blipFill>
                      <a:blip r:embed="rId3"/>
                      <a:stretch>
                        <a:fillRect/>
                      </a:stretch>
                    </p:blipFill>
                    <p:spPr>
                      <a:xfrm>
                        <a:off x="1646238" y="5049838"/>
                        <a:ext cx="406400" cy="279400"/>
                      </a:xfrm>
                      <a:prstGeom prst="rect">
                        <a:avLst/>
                      </a:prstGeom>
                      <a:noFill/>
                      <a:ln w="38100">
                        <a:noFill/>
                        <a:miter/>
                      </a:ln>
                    </p:spPr>
                  </p:pic>
                </p:oleObj>
              </mc:Fallback>
            </mc:AlternateContent>
          </a:graphicData>
        </a:graphic>
      </p:graphicFrame>
      <p:graphicFrame>
        <p:nvGraphicFramePr>
          <p:cNvPr id="26637" name="Object 13"/>
          <p:cNvGraphicFramePr>
            <a:graphicFrameLocks noChangeAspect="1"/>
          </p:cNvGraphicFramePr>
          <p:nvPr/>
        </p:nvGraphicFramePr>
        <p:xfrm>
          <a:off x="1947863" y="5538788"/>
          <a:ext cx="406400" cy="279400"/>
        </p:xfrm>
        <a:graphic>
          <a:graphicData uri="http://schemas.openxmlformats.org/presentationml/2006/ole">
            <mc:AlternateContent xmlns:mc="http://schemas.openxmlformats.org/markup-compatibility/2006">
              <mc:Choice xmlns:v="urn:schemas-microsoft-com:vml" Requires="v">
                <p:oleObj r:id="rId7" imgW="203200" imgH="139700" progId="Equation.DSMT4">
                  <p:embed/>
                </p:oleObj>
              </mc:Choice>
              <mc:Fallback>
                <p:oleObj r:id="rId7" imgW="203200" imgH="139700" progId="Equation.DSMT4">
                  <p:embed/>
                  <p:pic>
                    <p:nvPicPr>
                      <p:cNvPr id="0" name="图片 4209"/>
                      <p:cNvPicPr/>
                      <p:nvPr/>
                    </p:nvPicPr>
                    <p:blipFill>
                      <a:blip r:embed="rId3"/>
                      <a:stretch>
                        <a:fillRect/>
                      </a:stretch>
                    </p:blipFill>
                    <p:spPr>
                      <a:xfrm>
                        <a:off x="1947863" y="5538788"/>
                        <a:ext cx="406400" cy="279400"/>
                      </a:xfrm>
                      <a:prstGeom prst="rect">
                        <a:avLst/>
                      </a:prstGeom>
                      <a:noFill/>
                      <a:ln w="38100">
                        <a:noFill/>
                        <a:miter/>
                      </a:ln>
                    </p:spPr>
                  </p:pic>
                </p:oleObj>
              </mc:Fallback>
            </mc:AlternateContent>
          </a:graphicData>
        </a:graphic>
      </p:graphicFrame>
      <p:graphicFrame>
        <p:nvGraphicFramePr>
          <p:cNvPr id="26638" name="Object 14"/>
          <p:cNvGraphicFramePr>
            <a:graphicFrameLocks noChangeAspect="1"/>
          </p:cNvGraphicFramePr>
          <p:nvPr/>
        </p:nvGraphicFramePr>
        <p:xfrm>
          <a:off x="2279650" y="6029325"/>
          <a:ext cx="406400" cy="279400"/>
        </p:xfrm>
        <a:graphic>
          <a:graphicData uri="http://schemas.openxmlformats.org/presentationml/2006/ole">
            <mc:AlternateContent xmlns:mc="http://schemas.openxmlformats.org/markup-compatibility/2006">
              <mc:Choice xmlns:v="urn:schemas-microsoft-com:vml" Requires="v">
                <p:oleObj r:id="rId8" imgW="203200" imgH="139700" progId="Equation.DSMT4">
                  <p:embed/>
                </p:oleObj>
              </mc:Choice>
              <mc:Fallback>
                <p:oleObj r:id="rId8" imgW="203200" imgH="139700" progId="Equation.DSMT4">
                  <p:embed/>
                  <p:pic>
                    <p:nvPicPr>
                      <p:cNvPr id="0" name="图片 4213"/>
                      <p:cNvPicPr/>
                      <p:nvPr/>
                    </p:nvPicPr>
                    <p:blipFill>
                      <a:blip r:embed="rId3"/>
                      <a:stretch>
                        <a:fillRect/>
                      </a:stretch>
                    </p:blipFill>
                    <p:spPr>
                      <a:xfrm>
                        <a:off x="2279650" y="6029325"/>
                        <a:ext cx="406400" cy="2794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6630">
                                            <p:txEl>
                                              <p:pRg st="0" end="0"/>
                                            </p:txEl>
                                          </p:spTgt>
                                        </p:tgtEl>
                                        <p:attrNameLst>
                                          <p:attrName>style.visibility</p:attrName>
                                        </p:attrNameLst>
                                      </p:cBhvr>
                                      <p:to>
                                        <p:strVal val="visible"/>
                                      </p:to>
                                    </p:set>
                                    <p:animEffect transition="in" filter="slide(fromBottom)">
                                      <p:cBhvr>
                                        <p:cTn id="7" dur="500"/>
                                        <p:tgtEl>
                                          <p:spTgt spid="266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6630">
                                            <p:txEl>
                                              <p:pRg st="1" end="1"/>
                                            </p:txEl>
                                          </p:spTgt>
                                        </p:tgtEl>
                                        <p:attrNameLst>
                                          <p:attrName>style.visibility</p:attrName>
                                        </p:attrNameLst>
                                      </p:cBhvr>
                                      <p:to>
                                        <p:strVal val="visible"/>
                                      </p:to>
                                    </p:set>
                                    <p:animEffect transition="in" filter="slide(fromBottom)">
                                      <p:cBhvr>
                                        <p:cTn id="12" dur="500"/>
                                        <p:tgtEl>
                                          <p:spTgt spid="266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6630">
                                            <p:txEl>
                                              <p:pRg st="2" end="2"/>
                                            </p:txEl>
                                          </p:spTgt>
                                        </p:tgtEl>
                                        <p:attrNameLst>
                                          <p:attrName>style.visibility</p:attrName>
                                        </p:attrNameLst>
                                      </p:cBhvr>
                                      <p:to>
                                        <p:strVal val="visible"/>
                                      </p:to>
                                    </p:set>
                                    <p:animEffect transition="in" filter="slide(fromBottom)">
                                      <p:cBhvr>
                                        <p:cTn id="17" dur="500"/>
                                        <p:tgtEl>
                                          <p:spTgt spid="266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6630">
                                            <p:txEl>
                                              <p:pRg st="3" end="3"/>
                                            </p:txEl>
                                          </p:spTgt>
                                        </p:tgtEl>
                                        <p:attrNameLst>
                                          <p:attrName>style.visibility</p:attrName>
                                        </p:attrNameLst>
                                      </p:cBhvr>
                                      <p:to>
                                        <p:strVal val="visible"/>
                                      </p:to>
                                    </p:set>
                                    <p:animEffect transition="in" filter="slide(fromBottom)">
                                      <p:cBhvr>
                                        <p:cTn id="22" dur="500"/>
                                        <p:tgtEl>
                                          <p:spTgt spid="266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631">
                                            <p:txEl>
                                              <p:pRg st="0" end="0"/>
                                            </p:txEl>
                                          </p:spTgt>
                                        </p:tgtEl>
                                        <p:attrNameLst>
                                          <p:attrName>style.visibility</p:attrName>
                                        </p:attrNameLst>
                                      </p:cBhvr>
                                      <p:to>
                                        <p:strVal val="visible"/>
                                      </p:to>
                                    </p:set>
                                    <p:animEffect transition="in" filter="blinds(horizontal)">
                                      <p:cBhvr>
                                        <p:cTn id="27" dur="500"/>
                                        <p:tgtEl>
                                          <p:spTgt spid="2663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6631">
                                            <p:txEl>
                                              <p:pRg st="1" end="1"/>
                                            </p:txEl>
                                          </p:spTgt>
                                        </p:tgtEl>
                                        <p:attrNameLst>
                                          <p:attrName>style.visibility</p:attrName>
                                        </p:attrNameLst>
                                      </p:cBhvr>
                                      <p:to>
                                        <p:strVal val="visible"/>
                                      </p:to>
                                    </p:set>
                                    <p:animEffect transition="in" filter="blinds(horizontal)">
                                      <p:cBhvr>
                                        <p:cTn id="32" dur="500"/>
                                        <p:tgtEl>
                                          <p:spTgt spid="26631">
                                            <p:txEl>
                                              <p:pRg st="1" end="1"/>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26632"/>
                                        </p:tgtEl>
                                        <p:attrNameLst>
                                          <p:attrName>style.visibility</p:attrName>
                                        </p:attrNameLst>
                                      </p:cBhvr>
                                      <p:to>
                                        <p:strVal val="visible"/>
                                      </p:to>
                                    </p:set>
                                    <p:animEffect transition="in" filter="blinds(horizontal)">
                                      <p:cBhvr>
                                        <p:cTn id="35" dur="500"/>
                                        <p:tgtEl>
                                          <p:spTgt spid="26632"/>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6631">
                                            <p:txEl>
                                              <p:pRg st="2" end="2"/>
                                            </p:txEl>
                                          </p:spTgt>
                                        </p:tgtEl>
                                        <p:attrNameLst>
                                          <p:attrName>style.visibility</p:attrName>
                                        </p:attrNameLst>
                                      </p:cBhvr>
                                      <p:to>
                                        <p:strVal val="visible"/>
                                      </p:to>
                                    </p:set>
                                    <p:animEffect transition="in" filter="blinds(horizontal)">
                                      <p:cBhvr>
                                        <p:cTn id="40" dur="500"/>
                                        <p:tgtEl>
                                          <p:spTgt spid="26631">
                                            <p:txEl>
                                              <p:pRg st="2" end="2"/>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26633"/>
                                        </p:tgtEl>
                                        <p:attrNameLst>
                                          <p:attrName>style.visibility</p:attrName>
                                        </p:attrNameLst>
                                      </p:cBhvr>
                                      <p:to>
                                        <p:strVal val="visible"/>
                                      </p:to>
                                    </p:set>
                                    <p:animEffect transition="in" filter="blinds(horizontal)">
                                      <p:cBhvr>
                                        <p:cTn id="43" dur="500"/>
                                        <p:tgtEl>
                                          <p:spTgt spid="26633"/>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6631">
                                            <p:txEl>
                                              <p:pRg st="3" end="3"/>
                                            </p:txEl>
                                          </p:spTgt>
                                        </p:tgtEl>
                                        <p:attrNameLst>
                                          <p:attrName>style.visibility</p:attrName>
                                        </p:attrNameLst>
                                      </p:cBhvr>
                                      <p:to>
                                        <p:strVal val="visible"/>
                                      </p:to>
                                    </p:set>
                                    <p:animEffect transition="in" filter="blinds(horizontal)">
                                      <p:cBhvr>
                                        <p:cTn id="48" dur="500"/>
                                        <p:tgtEl>
                                          <p:spTgt spid="26631">
                                            <p:txEl>
                                              <p:pRg st="3" end="3"/>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26635"/>
                                        </p:tgtEl>
                                        <p:attrNameLst>
                                          <p:attrName>style.visibility</p:attrName>
                                        </p:attrNameLst>
                                      </p:cBhvr>
                                      <p:to>
                                        <p:strVal val="visible"/>
                                      </p:to>
                                    </p:set>
                                    <p:animEffect transition="in" filter="blinds(horizontal)">
                                      <p:cBhvr>
                                        <p:cTn id="51" dur="500"/>
                                        <p:tgtEl>
                                          <p:spTgt spid="26635"/>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26631">
                                            <p:txEl>
                                              <p:pRg st="4" end="4"/>
                                            </p:txEl>
                                          </p:spTgt>
                                        </p:tgtEl>
                                        <p:attrNameLst>
                                          <p:attrName>style.visibility</p:attrName>
                                        </p:attrNameLst>
                                      </p:cBhvr>
                                      <p:to>
                                        <p:strVal val="visible"/>
                                      </p:to>
                                    </p:set>
                                    <p:animEffect transition="in" filter="blinds(horizontal)">
                                      <p:cBhvr>
                                        <p:cTn id="56" dur="500"/>
                                        <p:tgtEl>
                                          <p:spTgt spid="26631">
                                            <p:txEl>
                                              <p:pRg st="4" end="4"/>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26631">
                                            <p:txEl>
                                              <p:pRg st="5" end="5"/>
                                            </p:txEl>
                                          </p:spTgt>
                                        </p:tgtEl>
                                        <p:attrNameLst>
                                          <p:attrName>style.visibility</p:attrName>
                                        </p:attrNameLst>
                                      </p:cBhvr>
                                      <p:to>
                                        <p:strVal val="visible"/>
                                      </p:to>
                                    </p:set>
                                    <p:animEffect transition="in" filter="blinds(horizontal)">
                                      <p:cBhvr>
                                        <p:cTn id="61" dur="500"/>
                                        <p:tgtEl>
                                          <p:spTgt spid="26631">
                                            <p:txEl>
                                              <p:pRg st="5" end="5"/>
                                            </p:txEl>
                                          </p:spTgt>
                                        </p:tgtEl>
                                      </p:cBhvr>
                                    </p:animEffect>
                                  </p:childTnLst>
                                </p:cTn>
                              </p:par>
                              <p:par>
                                <p:cTn id="62" presetID="3" presetClass="entr" presetSubtype="10" fill="hold" nodeType="withEffect">
                                  <p:stCondLst>
                                    <p:cond delay="0"/>
                                  </p:stCondLst>
                                  <p:childTnLst>
                                    <p:set>
                                      <p:cBhvr>
                                        <p:cTn id="63" dur="1" fill="hold">
                                          <p:stCondLst>
                                            <p:cond delay="0"/>
                                          </p:stCondLst>
                                        </p:cTn>
                                        <p:tgtEl>
                                          <p:spTgt spid="26636"/>
                                        </p:tgtEl>
                                        <p:attrNameLst>
                                          <p:attrName>style.visibility</p:attrName>
                                        </p:attrNameLst>
                                      </p:cBhvr>
                                      <p:to>
                                        <p:strVal val="visible"/>
                                      </p:to>
                                    </p:set>
                                    <p:animEffect transition="in" filter="blinds(horizontal)">
                                      <p:cBhvr>
                                        <p:cTn id="64" dur="500"/>
                                        <p:tgtEl>
                                          <p:spTgt spid="26636"/>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26631">
                                            <p:txEl>
                                              <p:pRg st="6" end="6"/>
                                            </p:txEl>
                                          </p:spTgt>
                                        </p:tgtEl>
                                        <p:attrNameLst>
                                          <p:attrName>style.visibility</p:attrName>
                                        </p:attrNameLst>
                                      </p:cBhvr>
                                      <p:to>
                                        <p:strVal val="visible"/>
                                      </p:to>
                                    </p:set>
                                    <p:animEffect transition="in" filter="blinds(horizontal)">
                                      <p:cBhvr>
                                        <p:cTn id="69" dur="500"/>
                                        <p:tgtEl>
                                          <p:spTgt spid="26631">
                                            <p:txEl>
                                              <p:pRg st="6" end="6"/>
                                            </p:txEl>
                                          </p:spTgt>
                                        </p:tgtEl>
                                      </p:cBhvr>
                                    </p:animEffect>
                                  </p:childTnLst>
                                </p:cTn>
                              </p:par>
                              <p:par>
                                <p:cTn id="70" presetID="3" presetClass="entr" presetSubtype="10" fill="hold" nodeType="withEffect">
                                  <p:stCondLst>
                                    <p:cond delay="0"/>
                                  </p:stCondLst>
                                  <p:childTnLst>
                                    <p:set>
                                      <p:cBhvr>
                                        <p:cTn id="71" dur="1" fill="hold">
                                          <p:stCondLst>
                                            <p:cond delay="0"/>
                                          </p:stCondLst>
                                        </p:cTn>
                                        <p:tgtEl>
                                          <p:spTgt spid="26637"/>
                                        </p:tgtEl>
                                        <p:attrNameLst>
                                          <p:attrName>style.visibility</p:attrName>
                                        </p:attrNameLst>
                                      </p:cBhvr>
                                      <p:to>
                                        <p:strVal val="visible"/>
                                      </p:to>
                                    </p:set>
                                    <p:animEffect transition="in" filter="blinds(horizontal)">
                                      <p:cBhvr>
                                        <p:cTn id="72" dur="500"/>
                                        <p:tgtEl>
                                          <p:spTgt spid="26637"/>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6631">
                                            <p:txEl>
                                              <p:pRg st="7" end="7"/>
                                            </p:txEl>
                                          </p:spTgt>
                                        </p:tgtEl>
                                        <p:attrNameLst>
                                          <p:attrName>style.visibility</p:attrName>
                                        </p:attrNameLst>
                                      </p:cBhvr>
                                      <p:to>
                                        <p:strVal val="visible"/>
                                      </p:to>
                                    </p:set>
                                    <p:animEffect transition="in" filter="blinds(horizontal)">
                                      <p:cBhvr>
                                        <p:cTn id="77" dur="500"/>
                                        <p:tgtEl>
                                          <p:spTgt spid="26631">
                                            <p:txEl>
                                              <p:pRg st="7" end="7"/>
                                            </p:txEl>
                                          </p:spTgt>
                                        </p:tgtEl>
                                      </p:cBhvr>
                                    </p:animEffect>
                                  </p:childTnLst>
                                </p:cTn>
                              </p:par>
                              <p:par>
                                <p:cTn id="78" presetID="3" presetClass="entr" presetSubtype="10" fill="hold" nodeType="withEffect">
                                  <p:stCondLst>
                                    <p:cond delay="0"/>
                                  </p:stCondLst>
                                  <p:childTnLst>
                                    <p:set>
                                      <p:cBhvr>
                                        <p:cTn id="79" dur="1" fill="hold">
                                          <p:stCondLst>
                                            <p:cond delay="0"/>
                                          </p:stCondLst>
                                        </p:cTn>
                                        <p:tgtEl>
                                          <p:spTgt spid="26638"/>
                                        </p:tgtEl>
                                        <p:attrNameLst>
                                          <p:attrName>style.visibility</p:attrName>
                                        </p:attrNameLst>
                                      </p:cBhvr>
                                      <p:to>
                                        <p:strVal val="visible"/>
                                      </p:to>
                                    </p:set>
                                    <p:animEffect transition="in" filter="blinds(horizontal)">
                                      <p:cBhvr>
                                        <p:cTn id="80" dur="500"/>
                                        <p:tgtEl>
                                          <p:spTgt spid="266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build="p"/>
      <p:bldP spid="2663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4"/>
          <p:cNvSpPr/>
          <p:nvPr/>
        </p:nvSpPr>
        <p:spPr>
          <a:xfrm>
            <a:off x="457200" y="533400"/>
            <a:ext cx="8229600" cy="5662295"/>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证明：</a:t>
            </a:r>
            <a:r>
              <a:rPr lang="zh-CN" altLang="en-US" sz="2400" b="1" dirty="0">
                <a:solidFill>
                  <a:srgbClr val="000000"/>
                </a:solidFill>
                <a:latin typeface="Times New Roman" panose="02020603050405020304" pitchFamily="18" charset="0"/>
                <a:ea typeface="楷体_GB2312"/>
              </a:rPr>
              <a:t>设</a:t>
            </a:r>
            <a:r>
              <a:rPr lang="zh-CN" altLang="en-US" sz="2400" b="1" dirty="0">
                <a:solidFill>
                  <a:srgbClr val="0000FF"/>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 </a:t>
            </a:r>
            <a:r>
              <a:rPr lang="zh-CN" altLang="en-US" sz="2400" b="1" dirty="0">
                <a:solidFill>
                  <a:srgbClr val="000000"/>
                </a:solidFill>
                <a:latin typeface="Times New Roman" panose="02020603050405020304" pitchFamily="18" charset="0"/>
                <a:ea typeface="楷体_GB2312"/>
              </a:rPr>
              <a:t>，为叙述方便，不妨设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的</a:t>
            </a:r>
            <a:r>
              <a:rPr lang="zh-CN" altLang="en-US" sz="2400" b="1" dirty="0">
                <a:solidFill>
                  <a:srgbClr val="FF0000"/>
                </a:solidFill>
                <a:latin typeface="Times New Roman" panose="02020603050405020304" pitchFamily="18" charset="0"/>
                <a:ea typeface="楷体_GB2312"/>
              </a:rPr>
              <a:t>行最</a:t>
            </a:r>
          </a:p>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FF0000"/>
                </a:solidFill>
                <a:latin typeface="Times New Roman" panose="02020603050405020304" pitchFamily="18" charset="0"/>
                <a:ea typeface="楷体_GB2312"/>
              </a:rPr>
              <a:t>简形矩阵</a:t>
            </a:r>
            <a:r>
              <a:rPr lang="zh-CN" altLang="en-US" sz="2400" b="1" dirty="0">
                <a:solidFill>
                  <a:srgbClr val="000000"/>
                </a:solidFill>
                <a:latin typeface="Times New Roman" panose="02020603050405020304" pitchFamily="18" charset="0"/>
                <a:ea typeface="楷体_GB2312"/>
              </a:rPr>
              <a:t>为</a:t>
            </a:r>
          </a:p>
          <a:p>
            <a:pPr marL="609600" indent="-609600">
              <a:lnSpc>
                <a:spcPct val="110000"/>
              </a:lnSpc>
              <a:spcBef>
                <a:spcPct val="20000"/>
              </a:spcBef>
              <a:buClr>
                <a:srgbClr val="00007D"/>
              </a:buClr>
              <a:buSzPct val="75000"/>
              <a:buFont typeface="Wingdings" panose="05000000000000000000" pitchFamily="2" charset="2"/>
            </a:pPr>
            <a:endParaRPr lang="zh-CN" altLang="en-US" sz="2400" b="1" dirty="0">
              <a:solidFill>
                <a:srgbClr val="000000"/>
              </a:solidFill>
              <a:latin typeface="Times New Roman" panose="02020603050405020304" pitchFamily="18" charset="0"/>
              <a:ea typeface="楷体_GB2312"/>
            </a:endParaRPr>
          </a:p>
          <a:p>
            <a:pPr marL="609600" indent="-609600">
              <a:lnSpc>
                <a:spcPct val="110000"/>
              </a:lnSpc>
              <a:spcBef>
                <a:spcPct val="20000"/>
              </a:spcBef>
              <a:buClr>
                <a:srgbClr val="00007D"/>
              </a:buClr>
              <a:buSzPct val="75000"/>
              <a:buFont typeface="Wingdings" panose="05000000000000000000" pitchFamily="2" charset="2"/>
            </a:pPr>
            <a:endParaRPr lang="zh-CN" altLang="en-US" sz="2400" b="1" dirty="0">
              <a:solidFill>
                <a:srgbClr val="000000"/>
              </a:solidFill>
              <a:latin typeface="Times New Roman" panose="02020603050405020304" pitchFamily="18" charset="0"/>
              <a:ea typeface="楷体_GB2312"/>
            </a:endParaRPr>
          </a:p>
          <a:p>
            <a:pPr marL="609600" indent="-609600">
              <a:lnSpc>
                <a:spcPct val="110000"/>
              </a:lnSpc>
              <a:spcBef>
                <a:spcPct val="20000"/>
              </a:spcBef>
              <a:buClr>
                <a:srgbClr val="00007D"/>
              </a:buClr>
              <a:buSzPct val="75000"/>
              <a:buFont typeface="Wingdings" panose="05000000000000000000" pitchFamily="2" charset="2"/>
            </a:pPr>
            <a:endParaRPr lang="zh-CN" altLang="en-US" sz="2400" b="1" dirty="0">
              <a:solidFill>
                <a:srgbClr val="000000"/>
              </a:solidFill>
              <a:latin typeface="Times New Roman" panose="02020603050405020304" pitchFamily="18" charset="0"/>
              <a:ea typeface="楷体_GB2312"/>
            </a:endParaRPr>
          </a:p>
          <a:p>
            <a:pPr marL="609600" indent="-609600">
              <a:lnSpc>
                <a:spcPct val="110000"/>
              </a:lnSpc>
              <a:spcBef>
                <a:spcPct val="20000"/>
              </a:spcBef>
              <a:buClr>
                <a:srgbClr val="00007D"/>
              </a:buClr>
              <a:buSzPct val="75000"/>
              <a:buFont typeface="Wingdings" panose="05000000000000000000" pitchFamily="2" charset="2"/>
            </a:pPr>
            <a:endParaRPr lang="zh-CN" altLang="en-US" sz="2400" b="1" dirty="0">
              <a:solidFill>
                <a:srgbClr val="000000"/>
              </a:solidFill>
              <a:latin typeface="Times New Roman" panose="02020603050405020304" pitchFamily="18" charset="0"/>
              <a:ea typeface="楷体_GB2312"/>
            </a:endParaRPr>
          </a:p>
          <a:p>
            <a:pPr marL="609600" indent="-609600">
              <a:lnSpc>
                <a:spcPct val="110000"/>
              </a:lnSpc>
              <a:spcBef>
                <a:spcPct val="20000"/>
              </a:spcBef>
              <a:buClr>
                <a:srgbClr val="00007D"/>
              </a:buClr>
              <a:buSzPct val="75000"/>
              <a:buFont typeface="Wingdings" panose="05000000000000000000" pitchFamily="2" charset="2"/>
            </a:pPr>
            <a:endParaRPr lang="zh-CN" altLang="en-US" sz="2400" b="1" dirty="0">
              <a:solidFill>
                <a:srgbClr val="000000"/>
              </a:solidFill>
              <a:latin typeface="Times New Roman" panose="02020603050405020304" pitchFamily="18" charset="0"/>
              <a:ea typeface="楷体_GB2312"/>
            </a:endParaRPr>
          </a:p>
          <a:p>
            <a:pPr marL="609600" indent="-609600">
              <a:lnSpc>
                <a:spcPct val="110000"/>
              </a:lnSpc>
              <a:spcBef>
                <a:spcPct val="20000"/>
              </a:spcBef>
              <a:buClr>
                <a:srgbClr val="00007D"/>
              </a:buClr>
              <a:buSzPct val="75000"/>
              <a:buFont typeface="Wingdings" panose="05000000000000000000" pitchFamily="2" charset="2"/>
            </a:pPr>
            <a:endParaRPr lang="zh-CN" altLang="en-US" sz="2400" b="1" dirty="0">
              <a:solidFill>
                <a:srgbClr val="000000"/>
              </a:solidFill>
              <a:latin typeface="Times New Roman" panose="02020603050405020304" pitchFamily="18" charset="0"/>
              <a:ea typeface="楷体_GB2312"/>
            </a:endParaRPr>
          </a:p>
          <a:p>
            <a:pPr marL="609600" indent="-609600">
              <a:lnSpc>
                <a:spcPct val="110000"/>
              </a:lnSpc>
              <a:spcBef>
                <a:spcPct val="20000"/>
              </a:spcBef>
              <a:buClr>
                <a:srgbClr val="00007D"/>
              </a:buClr>
              <a:buSzPct val="75000"/>
              <a:buFont typeface="Wingdings" panose="05000000000000000000" pitchFamily="2" charset="2"/>
            </a:pPr>
            <a:endParaRPr lang="zh-CN" altLang="en-US" sz="2400" b="1" dirty="0">
              <a:solidFill>
                <a:srgbClr val="0000FF"/>
              </a:solidFill>
              <a:latin typeface="Times New Roman" panose="02020603050405020304" pitchFamily="18" charset="0"/>
              <a:ea typeface="楷体_GB2312"/>
            </a:endParaRPr>
          </a:p>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第一步：</a:t>
            </a:r>
            <a:r>
              <a:rPr lang="zh-CN" altLang="en-US" sz="2400" b="1" dirty="0">
                <a:solidFill>
                  <a:srgbClr val="000000"/>
                </a:solidFill>
                <a:latin typeface="Times New Roman" panose="02020603050405020304" pitchFamily="18" charset="0"/>
                <a:ea typeface="楷体_GB2312"/>
              </a:rPr>
              <a:t>往证</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无解．</a:t>
            </a:r>
          </a:p>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若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，即 </a:t>
            </a:r>
            <a:r>
              <a:rPr lang="en-US" altLang="zh-CN" sz="2400" b="1" i="1" dirty="0">
                <a:solidFill>
                  <a:srgbClr val="FF0000"/>
                </a:solidFill>
                <a:latin typeface="Times New Roman" panose="02020603050405020304" pitchFamily="18" charset="0"/>
                <a:ea typeface="楷体_GB2312"/>
              </a:rPr>
              <a:t>R</a:t>
            </a:r>
            <a:r>
              <a:rPr lang="en-US" altLang="zh-CN" sz="2400" b="1" dirty="0">
                <a:solidFill>
                  <a:srgbClr val="FF0000"/>
                </a:solidFill>
                <a:latin typeface="Times New Roman" panose="02020603050405020304" pitchFamily="18" charset="0"/>
                <a:ea typeface="楷体_GB2312"/>
              </a:rPr>
              <a:t>(</a:t>
            </a:r>
            <a:r>
              <a:rPr lang="en-US" altLang="zh-CN" sz="2400" b="1" i="1" dirty="0">
                <a:solidFill>
                  <a:srgbClr val="FF0000"/>
                </a:solidFill>
                <a:latin typeface="Times New Roman" panose="02020603050405020304" pitchFamily="18" charset="0"/>
                <a:ea typeface="楷体_GB2312"/>
              </a:rPr>
              <a:t>A</a:t>
            </a:r>
            <a:r>
              <a:rPr lang="en-US" altLang="zh-CN" sz="2400" b="1" dirty="0">
                <a:solidFill>
                  <a:srgbClr val="FF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b</a:t>
            </a:r>
            <a:r>
              <a:rPr lang="en-US" altLang="zh-CN" sz="2400" b="1" dirty="0">
                <a:solidFill>
                  <a:srgbClr val="FF0000"/>
                </a:solidFill>
                <a:latin typeface="Times New Roman" panose="02020603050405020304" pitchFamily="18" charset="0"/>
                <a:ea typeface="楷体_GB2312"/>
              </a:rPr>
              <a:t>) = </a:t>
            </a:r>
            <a:r>
              <a:rPr lang="en-US" altLang="zh-CN" sz="2400" b="1" i="1" dirty="0">
                <a:solidFill>
                  <a:srgbClr val="FF0000"/>
                </a:solidFill>
                <a:latin typeface="Times New Roman" panose="02020603050405020304" pitchFamily="18" charset="0"/>
                <a:ea typeface="楷体_GB2312"/>
              </a:rPr>
              <a:t>R</a:t>
            </a:r>
            <a:r>
              <a:rPr lang="en-US" altLang="zh-CN" sz="2400" b="1" dirty="0">
                <a:solidFill>
                  <a:srgbClr val="FF0000"/>
                </a:solidFill>
                <a:latin typeface="Times New Roman" panose="02020603050405020304" pitchFamily="18" charset="0"/>
                <a:ea typeface="楷体_GB2312"/>
              </a:rPr>
              <a:t>(</a:t>
            </a:r>
            <a:r>
              <a:rPr lang="en-US" altLang="zh-CN" sz="2400" b="1" i="1" dirty="0">
                <a:solidFill>
                  <a:srgbClr val="FF0000"/>
                </a:solidFill>
                <a:latin typeface="Times New Roman" panose="02020603050405020304" pitchFamily="18" charset="0"/>
                <a:ea typeface="楷体_GB2312"/>
              </a:rPr>
              <a:t>A</a:t>
            </a:r>
            <a:r>
              <a:rPr lang="en-US" altLang="zh-CN" sz="2400" b="1" dirty="0">
                <a:solidFill>
                  <a:srgbClr val="FF0000"/>
                </a:solidFill>
                <a:latin typeface="Times New Roman" panose="02020603050405020304" pitchFamily="18" charset="0"/>
                <a:ea typeface="楷体_GB2312"/>
              </a:rPr>
              <a:t>)</a:t>
            </a:r>
            <a:r>
              <a:rPr lang="en-US" altLang="en-US" sz="2400" b="1" dirty="0">
                <a:solidFill>
                  <a:srgbClr val="FF0000"/>
                </a:solidFill>
                <a:latin typeface="Times New Roman" panose="02020603050405020304" pitchFamily="18" charset="0"/>
                <a:ea typeface="楷体_GB2312"/>
              </a:rPr>
              <a:t>＋</a:t>
            </a:r>
            <a:r>
              <a:rPr lang="en-US" altLang="zh-CN" sz="2400" b="1" dirty="0">
                <a:solidFill>
                  <a:srgbClr val="FF0000"/>
                </a:solidFill>
                <a:latin typeface="Times New Roman" panose="02020603050405020304" pitchFamily="18" charset="0"/>
                <a:ea typeface="楷体_GB2312"/>
              </a:rPr>
              <a:t>1</a:t>
            </a:r>
            <a:r>
              <a:rPr lang="zh-CN" altLang="en-US" sz="2400" b="1" dirty="0">
                <a:solidFill>
                  <a:srgbClr val="000000"/>
                </a:solidFill>
                <a:latin typeface="Times New Roman" panose="02020603050405020304" pitchFamily="18" charset="0"/>
                <a:ea typeface="楷体_GB2312"/>
              </a:rPr>
              <a:t>，则 </a:t>
            </a:r>
            <a:r>
              <a:rPr lang="en-US" altLang="zh-CN" sz="2400" b="1" i="1" dirty="0">
                <a:solidFill>
                  <a:srgbClr val="000000"/>
                </a:solidFill>
                <a:latin typeface="Times New Roman" panose="02020603050405020304" pitchFamily="18" charset="0"/>
                <a:ea typeface="楷体_GB2312"/>
              </a:rPr>
              <a:t>d</a:t>
            </a:r>
            <a:r>
              <a:rPr lang="en-US" altLang="zh-CN" sz="2400" b="1" i="1" baseline="-25000" dirty="0">
                <a:solidFill>
                  <a:srgbClr val="000000"/>
                </a:solidFill>
                <a:latin typeface="Times New Roman" panose="02020603050405020304" pitchFamily="18" charset="0"/>
                <a:ea typeface="楷体_GB2312"/>
              </a:rPr>
              <a:t>r</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 1 </a:t>
            </a:r>
            <a:r>
              <a:rPr lang="zh-CN" altLang="en-US" sz="2400" b="1" dirty="0">
                <a:solidFill>
                  <a:srgbClr val="000000"/>
                </a:solidFill>
                <a:latin typeface="Times New Roman" panose="02020603050405020304" pitchFamily="18" charset="0"/>
                <a:ea typeface="楷体_GB2312"/>
              </a:rPr>
              <a:t>．</a:t>
            </a:r>
          </a:p>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于是 第 </a:t>
            </a:r>
            <a:r>
              <a:rPr lang="en-US" altLang="zh-CN" sz="2400" b="1" i="1" dirty="0">
                <a:solidFill>
                  <a:srgbClr val="000000"/>
                </a:solidFill>
                <a:latin typeface="Times New Roman" panose="02020603050405020304" pitchFamily="18" charset="0"/>
                <a:ea typeface="楷体_GB2312"/>
              </a:rPr>
              <a:t>r </a:t>
            </a:r>
            <a:r>
              <a:rPr lang="en-US" altLang="zh-CN" sz="2400" b="1" dirty="0">
                <a:solidFill>
                  <a:srgbClr val="000000"/>
                </a:solidFill>
                <a:latin typeface="Times New Roman" panose="02020603050405020304" pitchFamily="18" charset="0"/>
                <a:ea typeface="楷体_GB2312"/>
              </a:rPr>
              <a:t>+1 </a:t>
            </a:r>
            <a:r>
              <a:rPr lang="zh-CN" altLang="en-US" sz="2400" b="1" dirty="0">
                <a:solidFill>
                  <a:srgbClr val="000000"/>
                </a:solidFill>
                <a:latin typeface="Times New Roman" panose="02020603050405020304" pitchFamily="18" charset="0"/>
                <a:ea typeface="楷体_GB2312"/>
              </a:rPr>
              <a:t>行对应矛盾方程 </a:t>
            </a:r>
            <a:r>
              <a:rPr lang="en-US" altLang="zh-CN" sz="2400" b="1" dirty="0">
                <a:solidFill>
                  <a:srgbClr val="000000"/>
                </a:solidFill>
                <a:latin typeface="Times New Roman" panose="02020603050405020304" pitchFamily="18" charset="0"/>
                <a:ea typeface="楷体_GB2312"/>
              </a:rPr>
              <a:t>0 = 1</a:t>
            </a:r>
            <a:r>
              <a:rPr lang="zh-CN" altLang="en-US" sz="2400" b="1" dirty="0">
                <a:solidFill>
                  <a:srgbClr val="000000"/>
                </a:solidFill>
                <a:latin typeface="Times New Roman" panose="02020603050405020304" pitchFamily="18" charset="0"/>
                <a:ea typeface="楷体_GB2312"/>
              </a:rPr>
              <a:t>，故原线性方程组无解．</a:t>
            </a:r>
          </a:p>
        </p:txBody>
      </p:sp>
      <p:graphicFrame>
        <p:nvGraphicFramePr>
          <p:cNvPr id="27653" name="Object 5"/>
          <p:cNvGraphicFramePr>
            <a:graphicFrameLocks noChangeAspect="1"/>
          </p:cNvGraphicFramePr>
          <p:nvPr/>
        </p:nvGraphicFramePr>
        <p:xfrm>
          <a:off x="561975" y="1455738"/>
          <a:ext cx="4572000" cy="2801937"/>
        </p:xfrm>
        <a:graphic>
          <a:graphicData uri="http://schemas.openxmlformats.org/presentationml/2006/ole">
            <mc:AlternateContent xmlns:mc="http://schemas.openxmlformats.org/markup-compatibility/2006">
              <mc:Choice xmlns:v="urn:schemas-microsoft-com:vml" Requires="v">
                <p:oleObj r:id="rId2" imgW="3048000" imgH="1866900" progId="Equation.DSMT4">
                  <p:embed/>
                </p:oleObj>
              </mc:Choice>
              <mc:Fallback>
                <p:oleObj r:id="rId2" imgW="3048000" imgH="1866900" progId="Equation.DSMT4">
                  <p:embed/>
                  <p:pic>
                    <p:nvPicPr>
                      <p:cNvPr id="0" name="图片 4215"/>
                      <p:cNvPicPr/>
                      <p:nvPr/>
                    </p:nvPicPr>
                    <p:blipFill>
                      <a:blip r:embed="rId3"/>
                      <a:stretch>
                        <a:fillRect/>
                      </a:stretch>
                    </p:blipFill>
                    <p:spPr>
                      <a:xfrm>
                        <a:off x="561975" y="1455738"/>
                        <a:ext cx="4572000" cy="2801937"/>
                      </a:xfrm>
                      <a:prstGeom prst="rect">
                        <a:avLst/>
                      </a:prstGeom>
                      <a:noFill/>
                      <a:ln w="38100">
                        <a:noFill/>
                        <a:miter/>
                      </a:ln>
                    </p:spPr>
                  </p:pic>
                </p:oleObj>
              </mc:Fallback>
            </mc:AlternateContent>
          </a:graphicData>
        </a:graphic>
      </p:graphicFrame>
      <p:graphicFrame>
        <p:nvGraphicFramePr>
          <p:cNvPr id="27656" name="Object 8"/>
          <p:cNvGraphicFramePr>
            <a:graphicFrameLocks noChangeAspect="1"/>
          </p:cNvGraphicFramePr>
          <p:nvPr/>
        </p:nvGraphicFramePr>
        <p:xfrm>
          <a:off x="4427538" y="4826000"/>
          <a:ext cx="406400" cy="279400"/>
        </p:xfrm>
        <a:graphic>
          <a:graphicData uri="http://schemas.openxmlformats.org/presentationml/2006/ole">
            <mc:AlternateContent xmlns:mc="http://schemas.openxmlformats.org/markup-compatibility/2006">
              <mc:Choice xmlns:v="urn:schemas-microsoft-com:vml" Requires="v">
                <p:oleObj r:id="rId4" imgW="203200" imgH="139700" progId="Equation.DSMT4">
                  <p:embed/>
                </p:oleObj>
              </mc:Choice>
              <mc:Fallback>
                <p:oleObj r:id="rId4" imgW="203200" imgH="139700" progId="Equation.DSMT4">
                  <p:embed/>
                  <p:pic>
                    <p:nvPicPr>
                      <p:cNvPr id="0" name="图片 4219"/>
                      <p:cNvPicPr/>
                      <p:nvPr/>
                    </p:nvPicPr>
                    <p:blipFill>
                      <a:blip r:embed="rId5"/>
                      <a:stretch>
                        <a:fillRect/>
                      </a:stretch>
                    </p:blipFill>
                    <p:spPr>
                      <a:xfrm>
                        <a:off x="4427538" y="4826000"/>
                        <a:ext cx="406400" cy="279400"/>
                      </a:xfrm>
                      <a:prstGeom prst="rect">
                        <a:avLst/>
                      </a:prstGeom>
                      <a:noFill/>
                      <a:ln w="38100">
                        <a:noFill/>
                        <a:miter/>
                      </a:ln>
                    </p:spPr>
                  </p:pic>
                </p:oleObj>
              </mc:Fallback>
            </mc:AlternateContent>
          </a:graphicData>
        </a:graphic>
      </p:graphicFrame>
      <p:grpSp>
        <p:nvGrpSpPr>
          <p:cNvPr id="2" name="Group 20"/>
          <p:cNvGrpSpPr/>
          <p:nvPr/>
        </p:nvGrpSpPr>
        <p:grpSpPr>
          <a:xfrm>
            <a:off x="1014413" y="1800225"/>
            <a:ext cx="3521075" cy="1420813"/>
            <a:chOff x="1882" y="1032"/>
            <a:chExt cx="2218" cy="895"/>
          </a:xfrm>
        </p:grpSpPr>
        <p:sp>
          <p:nvSpPr>
            <p:cNvPr id="896012" name="Line 9"/>
            <p:cNvSpPr/>
            <p:nvPr/>
          </p:nvSpPr>
          <p:spPr>
            <a:xfrm>
              <a:off x="1882" y="1044"/>
              <a:ext cx="182" cy="0"/>
            </a:xfrm>
            <a:prstGeom prst="line">
              <a:avLst/>
            </a:prstGeom>
            <a:ln w="28575" cap="flat" cmpd="sng">
              <a:solidFill>
                <a:srgbClr val="0000FF"/>
              </a:solidFill>
              <a:prstDash val="solid"/>
              <a:headEnd type="none" w="med" len="med"/>
              <a:tailEnd type="none" w="med" len="med"/>
            </a:ln>
          </p:spPr>
        </p:sp>
        <p:sp>
          <p:nvSpPr>
            <p:cNvPr id="896013" name="Line 10"/>
            <p:cNvSpPr/>
            <p:nvPr/>
          </p:nvSpPr>
          <p:spPr>
            <a:xfrm>
              <a:off x="2064" y="1032"/>
              <a:ext cx="0" cy="227"/>
            </a:xfrm>
            <a:prstGeom prst="line">
              <a:avLst/>
            </a:prstGeom>
            <a:ln w="28575" cap="flat" cmpd="sng">
              <a:solidFill>
                <a:srgbClr val="0000FF"/>
              </a:solidFill>
              <a:prstDash val="solid"/>
              <a:headEnd type="none" w="med" len="med"/>
              <a:tailEnd type="none" w="med" len="med"/>
            </a:ln>
          </p:spPr>
        </p:sp>
        <p:sp>
          <p:nvSpPr>
            <p:cNvPr id="896014" name="Line 11"/>
            <p:cNvSpPr/>
            <p:nvPr/>
          </p:nvSpPr>
          <p:spPr>
            <a:xfrm>
              <a:off x="2057" y="1253"/>
              <a:ext cx="182" cy="0"/>
            </a:xfrm>
            <a:prstGeom prst="line">
              <a:avLst/>
            </a:prstGeom>
            <a:ln w="28575" cap="flat" cmpd="sng">
              <a:solidFill>
                <a:srgbClr val="0000FF"/>
              </a:solidFill>
              <a:prstDash val="solid"/>
              <a:headEnd type="none" w="med" len="med"/>
              <a:tailEnd type="none" w="med" len="med"/>
            </a:ln>
          </p:spPr>
        </p:sp>
        <p:sp>
          <p:nvSpPr>
            <p:cNvPr id="896015" name="Line 13"/>
            <p:cNvSpPr/>
            <p:nvPr/>
          </p:nvSpPr>
          <p:spPr>
            <a:xfrm>
              <a:off x="2251" y="1241"/>
              <a:ext cx="0" cy="227"/>
            </a:xfrm>
            <a:prstGeom prst="line">
              <a:avLst/>
            </a:prstGeom>
            <a:ln w="28575" cap="flat" cmpd="sng">
              <a:solidFill>
                <a:srgbClr val="0000FF"/>
              </a:solidFill>
              <a:prstDash val="sysDot"/>
              <a:headEnd type="none" w="med" len="med"/>
              <a:tailEnd type="none" w="med" len="med"/>
            </a:ln>
          </p:spPr>
        </p:sp>
        <p:sp>
          <p:nvSpPr>
            <p:cNvPr id="896016" name="Line 14"/>
            <p:cNvSpPr/>
            <p:nvPr/>
          </p:nvSpPr>
          <p:spPr>
            <a:xfrm>
              <a:off x="2244" y="1462"/>
              <a:ext cx="295" cy="0"/>
            </a:xfrm>
            <a:prstGeom prst="line">
              <a:avLst/>
            </a:prstGeom>
            <a:ln w="28575" cap="flat" cmpd="sng">
              <a:solidFill>
                <a:srgbClr val="0000FF"/>
              </a:solidFill>
              <a:prstDash val="sysDot"/>
              <a:headEnd type="none" w="med" len="med"/>
              <a:tailEnd type="none" w="med" len="med"/>
            </a:ln>
          </p:spPr>
        </p:sp>
        <p:sp>
          <p:nvSpPr>
            <p:cNvPr id="896017" name="Line 16"/>
            <p:cNvSpPr/>
            <p:nvPr/>
          </p:nvSpPr>
          <p:spPr>
            <a:xfrm>
              <a:off x="2530" y="1485"/>
              <a:ext cx="0" cy="227"/>
            </a:xfrm>
            <a:prstGeom prst="line">
              <a:avLst/>
            </a:prstGeom>
            <a:ln w="28575" cap="flat" cmpd="sng">
              <a:solidFill>
                <a:srgbClr val="0000FF"/>
              </a:solidFill>
              <a:prstDash val="solid"/>
              <a:headEnd type="none" w="med" len="med"/>
              <a:tailEnd type="none" w="med" len="med"/>
            </a:ln>
          </p:spPr>
        </p:sp>
        <p:sp>
          <p:nvSpPr>
            <p:cNvPr id="896018" name="Line 17"/>
            <p:cNvSpPr/>
            <p:nvPr/>
          </p:nvSpPr>
          <p:spPr>
            <a:xfrm>
              <a:off x="2523" y="1706"/>
              <a:ext cx="1247" cy="0"/>
            </a:xfrm>
            <a:prstGeom prst="line">
              <a:avLst/>
            </a:prstGeom>
            <a:ln w="28575" cap="flat" cmpd="sng">
              <a:solidFill>
                <a:srgbClr val="0000FF"/>
              </a:solidFill>
              <a:prstDash val="solid"/>
              <a:headEnd type="none" w="med" len="med"/>
              <a:tailEnd type="none" w="med" len="med"/>
            </a:ln>
          </p:spPr>
        </p:sp>
        <p:sp>
          <p:nvSpPr>
            <p:cNvPr id="896019" name="Line 18"/>
            <p:cNvSpPr/>
            <p:nvPr/>
          </p:nvSpPr>
          <p:spPr>
            <a:xfrm>
              <a:off x="3767" y="1700"/>
              <a:ext cx="0" cy="227"/>
            </a:xfrm>
            <a:prstGeom prst="line">
              <a:avLst/>
            </a:prstGeom>
            <a:ln w="28575" cap="flat" cmpd="sng">
              <a:solidFill>
                <a:srgbClr val="0000FF"/>
              </a:solidFill>
              <a:prstDash val="solid"/>
              <a:headEnd type="none" w="med" len="med"/>
              <a:tailEnd type="none" w="med" len="med"/>
            </a:ln>
          </p:spPr>
        </p:sp>
        <p:sp>
          <p:nvSpPr>
            <p:cNvPr id="896020" name="Line 19"/>
            <p:cNvSpPr/>
            <p:nvPr/>
          </p:nvSpPr>
          <p:spPr>
            <a:xfrm>
              <a:off x="3760" y="1921"/>
              <a:ext cx="340" cy="0"/>
            </a:xfrm>
            <a:prstGeom prst="line">
              <a:avLst/>
            </a:prstGeom>
            <a:ln w="28575" cap="flat" cmpd="sng">
              <a:solidFill>
                <a:srgbClr val="0000FF"/>
              </a:solidFill>
              <a:prstDash val="solid"/>
              <a:headEnd type="none" w="med" len="med"/>
              <a:tailEnd type="none" w="med" len="med"/>
            </a:ln>
          </p:spPr>
        </p:sp>
      </p:grpSp>
      <p:sp>
        <p:nvSpPr>
          <p:cNvPr id="27670" name="AutoShape 22"/>
          <p:cNvSpPr/>
          <p:nvPr/>
        </p:nvSpPr>
        <p:spPr>
          <a:xfrm>
            <a:off x="5003800" y="3068638"/>
            <a:ext cx="3914775" cy="525462"/>
          </a:xfrm>
          <a:prstGeom prst="roundRect">
            <a:avLst>
              <a:gd name="adj" fmla="val 16667"/>
            </a:avLst>
          </a:prstGeom>
          <a:noFill/>
          <a:ln w="28575" cap="flat" cmpd="sng">
            <a:solidFill>
              <a:schemeClr val="hlink"/>
            </a:solidFill>
            <a:prstDash val="solid"/>
            <a:headEnd type="none" w="med" len="med"/>
            <a:tailEnd type="none" w="med" len="med"/>
          </a:ln>
        </p:spPr>
        <p:txBody>
          <a:bodyPr wrap="none">
            <a:spAutoFit/>
          </a:bodyPr>
          <a:lstStyle/>
          <a:p>
            <a:r>
              <a:rPr lang="en-US" altLang="zh-CN" sz="2400" b="1" i="1" dirty="0">
                <a:solidFill>
                  <a:srgbClr val="FF0000"/>
                </a:solidFill>
                <a:latin typeface="Times New Roman" panose="02020603050405020304" pitchFamily="18" charset="0"/>
                <a:ea typeface="楷体_GB2312"/>
              </a:rPr>
              <a:t>R</a:t>
            </a:r>
            <a:r>
              <a:rPr lang="en-US" altLang="zh-CN" sz="2400" b="1" dirty="0">
                <a:solidFill>
                  <a:srgbClr val="FF0000"/>
                </a:solidFill>
                <a:latin typeface="Times New Roman" panose="02020603050405020304" pitchFamily="18" charset="0"/>
                <a:ea typeface="楷体_GB2312"/>
              </a:rPr>
              <a:t>(</a:t>
            </a:r>
            <a:r>
              <a:rPr lang="en-US" altLang="zh-CN" sz="2400" b="1" i="1" dirty="0">
                <a:solidFill>
                  <a:srgbClr val="FF0000"/>
                </a:solidFill>
                <a:latin typeface="Times New Roman" panose="02020603050405020304" pitchFamily="18" charset="0"/>
                <a:ea typeface="楷体_GB2312"/>
              </a:rPr>
              <a:t>A</a:t>
            </a:r>
            <a:r>
              <a:rPr lang="en-US" altLang="zh-CN" sz="2400" b="1" dirty="0">
                <a:solidFill>
                  <a:srgbClr val="FF0000"/>
                </a:solidFill>
                <a:latin typeface="Times New Roman" panose="02020603050405020304" pitchFamily="18" charset="0"/>
                <a:ea typeface="楷体_GB2312"/>
              </a:rPr>
              <a:t>)</a:t>
            </a:r>
            <a:r>
              <a:rPr lang="zh-CN" altLang="en-US" sz="2400" b="1" dirty="0">
                <a:solidFill>
                  <a:srgbClr val="FF0000"/>
                </a:solidFill>
                <a:latin typeface="Times New Roman" panose="02020603050405020304" pitchFamily="18" charset="0"/>
                <a:ea typeface="楷体_GB2312"/>
              </a:rPr>
              <a:t> </a:t>
            </a:r>
            <a:r>
              <a:rPr lang="en-US" altLang="zh-CN" sz="2400" b="1" dirty="0">
                <a:solidFill>
                  <a:srgbClr val="FF0000"/>
                </a:solidFill>
                <a:latin typeface="Times New Roman" panose="02020603050405020304" pitchFamily="18" charset="0"/>
                <a:ea typeface="楷体_GB2312"/>
              </a:rPr>
              <a:t>≤</a:t>
            </a:r>
            <a:r>
              <a:rPr lang="zh-CN" altLang="en-US" sz="2400" b="1" dirty="0">
                <a:solidFill>
                  <a:srgbClr val="FF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R</a:t>
            </a:r>
            <a:r>
              <a:rPr lang="en-US" altLang="zh-CN" sz="2400" b="1" dirty="0">
                <a:solidFill>
                  <a:srgbClr val="FF0000"/>
                </a:solidFill>
                <a:latin typeface="Times New Roman" panose="02020603050405020304" pitchFamily="18" charset="0"/>
                <a:ea typeface="楷体_GB2312"/>
              </a:rPr>
              <a:t>(</a:t>
            </a:r>
            <a:r>
              <a:rPr lang="en-US" altLang="zh-CN" sz="2400" b="1" i="1" dirty="0">
                <a:solidFill>
                  <a:srgbClr val="FF0000"/>
                </a:solidFill>
                <a:latin typeface="Times New Roman" panose="02020603050405020304" pitchFamily="18" charset="0"/>
                <a:ea typeface="楷体_GB2312"/>
              </a:rPr>
              <a:t>A</a:t>
            </a:r>
            <a:r>
              <a:rPr lang="en-US" altLang="zh-CN" sz="2400" b="1" dirty="0">
                <a:solidFill>
                  <a:srgbClr val="FF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b</a:t>
            </a:r>
            <a:r>
              <a:rPr lang="en-US" altLang="zh-CN" sz="2400" b="1" dirty="0">
                <a:solidFill>
                  <a:srgbClr val="FF0000"/>
                </a:solidFill>
                <a:latin typeface="Times New Roman" panose="02020603050405020304" pitchFamily="18" charset="0"/>
                <a:ea typeface="楷体_GB2312"/>
              </a:rPr>
              <a:t>)</a:t>
            </a:r>
            <a:r>
              <a:rPr lang="zh-CN" altLang="en-US" sz="2400" b="1" dirty="0">
                <a:solidFill>
                  <a:srgbClr val="FF0000"/>
                </a:solidFill>
                <a:latin typeface="Times New Roman" panose="02020603050405020304" pitchFamily="18" charset="0"/>
                <a:ea typeface="楷体_GB2312"/>
              </a:rPr>
              <a:t> </a:t>
            </a:r>
            <a:r>
              <a:rPr lang="en-US" altLang="zh-CN" sz="2400" b="1" dirty="0">
                <a:solidFill>
                  <a:srgbClr val="FF0000"/>
                </a:solidFill>
                <a:latin typeface="Times New Roman" panose="02020603050405020304" pitchFamily="18" charset="0"/>
                <a:ea typeface="楷体_GB2312"/>
              </a:rPr>
              <a:t>≤</a:t>
            </a:r>
            <a:r>
              <a:rPr lang="zh-CN" altLang="en-US" sz="2400" b="1" dirty="0">
                <a:solidFill>
                  <a:srgbClr val="FF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R</a:t>
            </a:r>
            <a:r>
              <a:rPr lang="en-US" altLang="zh-CN" sz="2400" b="1" dirty="0">
                <a:solidFill>
                  <a:srgbClr val="FF0000"/>
                </a:solidFill>
                <a:latin typeface="Times New Roman" panose="02020603050405020304" pitchFamily="18" charset="0"/>
                <a:ea typeface="楷体_GB2312"/>
              </a:rPr>
              <a:t>(</a:t>
            </a:r>
            <a:r>
              <a:rPr lang="en-US" altLang="zh-CN" sz="2400" b="1" i="1" dirty="0">
                <a:solidFill>
                  <a:srgbClr val="FF0000"/>
                </a:solidFill>
                <a:latin typeface="Times New Roman" panose="02020603050405020304" pitchFamily="18" charset="0"/>
                <a:ea typeface="楷体_GB2312"/>
              </a:rPr>
              <a:t>A</a:t>
            </a:r>
            <a:r>
              <a:rPr lang="en-US" altLang="zh-CN" sz="2400" b="1" dirty="0">
                <a:solidFill>
                  <a:srgbClr val="FF0000"/>
                </a:solidFill>
                <a:latin typeface="Times New Roman" panose="02020603050405020304" pitchFamily="18" charset="0"/>
                <a:ea typeface="楷体_GB2312"/>
              </a:rPr>
              <a:t>)</a:t>
            </a:r>
            <a:r>
              <a:rPr lang="en-US" altLang="en-US" sz="2400" b="1" dirty="0">
                <a:solidFill>
                  <a:srgbClr val="FF0000"/>
                </a:solidFill>
                <a:latin typeface="Times New Roman" panose="02020603050405020304" pitchFamily="18" charset="0"/>
                <a:ea typeface="楷体_GB2312"/>
              </a:rPr>
              <a:t>＋</a:t>
            </a:r>
            <a:r>
              <a:rPr lang="en-US" altLang="zh-CN" sz="2400" b="1" dirty="0">
                <a:solidFill>
                  <a:srgbClr val="FF0000"/>
                </a:solidFill>
                <a:latin typeface="Times New Roman" panose="02020603050405020304" pitchFamily="18" charset="0"/>
                <a:ea typeface="楷体_GB2312"/>
              </a:rPr>
              <a:t>1  </a:t>
            </a:r>
          </a:p>
        </p:txBody>
      </p:sp>
      <p:sp>
        <p:nvSpPr>
          <p:cNvPr id="27671" name="AutoShape 23"/>
          <p:cNvSpPr/>
          <p:nvPr/>
        </p:nvSpPr>
        <p:spPr>
          <a:xfrm rot="-5400000">
            <a:off x="1573213" y="3787775"/>
            <a:ext cx="179387" cy="1008063"/>
          </a:xfrm>
          <a:prstGeom prst="leftBrace">
            <a:avLst>
              <a:gd name="adj1" fmla="val 46829"/>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27672" name="Text Box 24"/>
          <p:cNvSpPr txBox="1"/>
          <p:nvPr/>
        </p:nvSpPr>
        <p:spPr>
          <a:xfrm>
            <a:off x="911860" y="4292600"/>
            <a:ext cx="1366520" cy="367030"/>
          </a:xfrm>
          <a:prstGeom prst="rect">
            <a:avLst/>
          </a:prstGeom>
          <a:noFill/>
          <a:ln w="9525">
            <a:noFill/>
          </a:ln>
        </p:spPr>
        <p:txBody>
          <a:bodyPr/>
          <a:lstStyle/>
          <a:p>
            <a:pPr algn="ctr"/>
            <a:r>
              <a:rPr lang="zh-CN" altLang="en-US" b="1" dirty="0">
                <a:solidFill>
                  <a:srgbClr val="000000"/>
                </a:solidFill>
                <a:latin typeface="Times New Roman" panose="02020603050405020304" pitchFamily="18" charset="0"/>
                <a:ea typeface="楷体_GB2312"/>
              </a:rPr>
              <a:t>前 </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列  </a:t>
            </a:r>
          </a:p>
        </p:txBody>
      </p:sp>
      <p:sp>
        <p:nvSpPr>
          <p:cNvPr id="27673" name="AutoShape 25"/>
          <p:cNvSpPr/>
          <p:nvPr/>
        </p:nvSpPr>
        <p:spPr>
          <a:xfrm rot="-5400000">
            <a:off x="3041650" y="3787775"/>
            <a:ext cx="179388" cy="1008063"/>
          </a:xfrm>
          <a:prstGeom prst="leftBrace">
            <a:avLst>
              <a:gd name="adj1" fmla="val 46828"/>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27674" name="Text Box 26"/>
          <p:cNvSpPr txBox="1"/>
          <p:nvPr/>
        </p:nvSpPr>
        <p:spPr>
          <a:xfrm>
            <a:off x="2443480" y="4292600"/>
            <a:ext cx="1984375" cy="367030"/>
          </a:xfrm>
          <a:prstGeom prst="rect">
            <a:avLst/>
          </a:prstGeom>
          <a:noFill/>
          <a:ln w="9525">
            <a:noFill/>
          </a:ln>
        </p:spPr>
        <p:txBody>
          <a:bodyPr/>
          <a:lstStyle/>
          <a:p>
            <a:pPr algn="ctr"/>
            <a:r>
              <a:rPr lang="zh-CN" altLang="en-US" b="1" dirty="0">
                <a:solidFill>
                  <a:srgbClr val="000000"/>
                </a:solidFill>
                <a:latin typeface="Times New Roman" panose="02020603050405020304" pitchFamily="18" charset="0"/>
                <a:ea typeface="楷体_GB2312"/>
              </a:rPr>
              <a:t>后 </a:t>
            </a:r>
            <a:r>
              <a:rPr lang="en-US" altLang="zh-CN" b="1" i="1" dirty="0">
                <a:solidFill>
                  <a:srgbClr val="000000"/>
                </a:solidFill>
                <a:latin typeface="Times New Roman" panose="02020603050405020304" pitchFamily="18" charset="0"/>
                <a:ea typeface="楷体_GB2312"/>
              </a:rPr>
              <a:t>n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列  </a:t>
            </a:r>
          </a:p>
        </p:txBody>
      </p:sp>
      <p:cxnSp>
        <p:nvCxnSpPr>
          <p:cNvPr id="23" name="直接连接符 22"/>
          <p:cNvCxnSpPr/>
          <p:nvPr/>
        </p:nvCxnSpPr>
        <p:spPr>
          <a:xfrm rot="5400000">
            <a:off x="2631281" y="2829719"/>
            <a:ext cx="2714625" cy="1588"/>
          </a:xfrm>
          <a:prstGeom prst="line">
            <a:avLst/>
          </a:prstGeom>
          <a:ln w="28575">
            <a:solidFill>
              <a:srgbClr val="33CC3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type="lt">
                                    <p:tmAbs val="100"/>
                                  </p:iterate>
                                  <p:childTnLst>
                                    <p:set>
                                      <p:cBhvr>
                                        <p:cTn id="6" dur="1" fill="hold">
                                          <p:stCondLst>
                                            <p:cond delay="0"/>
                                          </p:stCondLst>
                                        </p:cTn>
                                        <p:tgtEl>
                                          <p:spTgt spid="276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100"/>
                                  </p:iterate>
                                  <p:childTnLst>
                                    <p:set>
                                      <p:cBhvr>
                                        <p:cTn id="10" dur="1" fill="hold">
                                          <p:stCondLst>
                                            <p:cond delay="0"/>
                                          </p:stCondLst>
                                        </p:cTn>
                                        <p:tgtEl>
                                          <p:spTgt spid="276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100"/>
                                  </p:iterate>
                                  <p:childTnLst>
                                    <p:set>
                                      <p:cBhvr>
                                        <p:cTn id="14" dur="1" fill="hold">
                                          <p:stCondLst>
                                            <p:cond delay="0"/>
                                          </p:stCondLst>
                                        </p:cTn>
                                        <p:tgtEl>
                                          <p:spTgt spid="27652">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100"/>
                                  </p:iterate>
                                  <p:childTnLst>
                                    <p:set>
                                      <p:cBhvr>
                                        <p:cTn id="18" dur="1" fill="hold">
                                          <p:stCondLst>
                                            <p:cond delay="0"/>
                                          </p:stCondLst>
                                        </p:cTn>
                                        <p:tgtEl>
                                          <p:spTgt spid="27652">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100"/>
                                  </p:iterate>
                                  <p:childTnLst>
                                    <p:set>
                                      <p:cBhvr>
                                        <p:cTn id="22" dur="1" fill="hold">
                                          <p:stCondLst>
                                            <p:cond delay="0"/>
                                          </p:stCondLst>
                                        </p:cTn>
                                        <p:tgtEl>
                                          <p:spTgt spid="27652">
                                            <p:txEl>
                                              <p:pRg st="11" end="11"/>
                                            </p:txEl>
                                          </p:spTgt>
                                        </p:tgtEl>
                                        <p:attrNameLst>
                                          <p:attrName>style.visibility</p:attrName>
                                        </p:attrNameLst>
                                      </p:cBhvr>
                                      <p:to>
                                        <p:strVal val="visible"/>
                                      </p:to>
                                    </p:set>
                                  </p:childTnLst>
                                </p:cTn>
                              </p:par>
                            </p:childTnLst>
                          </p:cTn>
                        </p:par>
                        <p:par>
                          <p:cTn id="23" fill="hold">
                            <p:stCondLst>
                              <p:cond delay="2601"/>
                            </p:stCondLst>
                            <p:childTnLst>
                              <p:par>
                                <p:cTn id="24" presetID="4" presetClass="entr" presetSubtype="16" fill="hold" nodeType="afterEffect">
                                  <p:stCondLst>
                                    <p:cond delay="0"/>
                                  </p:stCondLst>
                                  <p:childTnLst>
                                    <p:set>
                                      <p:cBhvr>
                                        <p:cTn id="25" dur="1" fill="hold">
                                          <p:stCondLst>
                                            <p:cond delay="0"/>
                                          </p:stCondLst>
                                        </p:cTn>
                                        <p:tgtEl>
                                          <p:spTgt spid="27653"/>
                                        </p:tgtEl>
                                        <p:attrNameLst>
                                          <p:attrName>style.visibility</p:attrName>
                                        </p:attrNameLst>
                                      </p:cBhvr>
                                      <p:to>
                                        <p:strVal val="visible"/>
                                      </p:to>
                                    </p:set>
                                    <p:animEffect transition="in" filter="box(in)">
                                      <p:cBhvr>
                                        <p:cTn id="26" dur="500"/>
                                        <p:tgtEl>
                                          <p:spTgt spid="27653"/>
                                        </p:tgtEl>
                                      </p:cBhvr>
                                    </p:animEffect>
                                  </p:childTnLst>
                                </p:cTn>
                              </p:par>
                            </p:childTnLst>
                          </p:cTn>
                        </p:par>
                        <p:par>
                          <p:cTn id="27" fill="hold">
                            <p:stCondLst>
                              <p:cond delay="3101"/>
                            </p:stCondLst>
                            <p:childTnLst>
                              <p:par>
                                <p:cTn id="28" presetID="4" presetClass="entr" presetSubtype="16" fill="hold" grpId="0" nodeType="afterEffect">
                                  <p:stCondLst>
                                    <p:cond delay="0"/>
                                  </p:stCondLst>
                                  <p:childTnLst>
                                    <p:set>
                                      <p:cBhvr>
                                        <p:cTn id="29" dur="1" fill="hold">
                                          <p:stCondLst>
                                            <p:cond delay="0"/>
                                          </p:stCondLst>
                                        </p:cTn>
                                        <p:tgtEl>
                                          <p:spTgt spid="27671"/>
                                        </p:tgtEl>
                                        <p:attrNameLst>
                                          <p:attrName>style.visibility</p:attrName>
                                        </p:attrNameLst>
                                      </p:cBhvr>
                                      <p:to>
                                        <p:strVal val="visible"/>
                                      </p:to>
                                    </p:set>
                                    <p:animEffect transition="in" filter="box(in)">
                                      <p:cBhvr>
                                        <p:cTn id="30" dur="500"/>
                                        <p:tgtEl>
                                          <p:spTgt spid="27671"/>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27673"/>
                                        </p:tgtEl>
                                        <p:attrNameLst>
                                          <p:attrName>style.visibility</p:attrName>
                                        </p:attrNameLst>
                                      </p:cBhvr>
                                      <p:to>
                                        <p:strVal val="visible"/>
                                      </p:to>
                                    </p:set>
                                    <p:animEffect transition="in" filter="box(in)">
                                      <p:cBhvr>
                                        <p:cTn id="33" dur="500"/>
                                        <p:tgtEl>
                                          <p:spTgt spid="27673"/>
                                        </p:tgtEl>
                                      </p:cBhvr>
                                    </p:animEffect>
                                  </p:childTnLst>
                                </p:cTn>
                              </p:par>
                              <p:par>
                                <p:cTn id="34" presetID="12" presetClass="entr" presetSubtype="4" fill="hold" grpId="0" nodeType="withEffect">
                                  <p:stCondLst>
                                    <p:cond delay="0"/>
                                  </p:stCondLst>
                                  <p:childTnLst>
                                    <p:set>
                                      <p:cBhvr>
                                        <p:cTn id="35" dur="1" fill="hold">
                                          <p:stCondLst>
                                            <p:cond delay="0"/>
                                          </p:stCondLst>
                                        </p:cTn>
                                        <p:tgtEl>
                                          <p:spTgt spid="27672"/>
                                        </p:tgtEl>
                                        <p:attrNameLst>
                                          <p:attrName>style.visibility</p:attrName>
                                        </p:attrNameLst>
                                      </p:cBhvr>
                                      <p:to>
                                        <p:strVal val="visible"/>
                                      </p:to>
                                    </p:set>
                                    <p:animEffect transition="in" filter="slide(fromBottom)">
                                      <p:cBhvr>
                                        <p:cTn id="36" dur="500"/>
                                        <p:tgtEl>
                                          <p:spTgt spid="27672"/>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27674"/>
                                        </p:tgtEl>
                                        <p:attrNameLst>
                                          <p:attrName>style.visibility</p:attrName>
                                        </p:attrNameLst>
                                      </p:cBhvr>
                                      <p:to>
                                        <p:strVal val="visible"/>
                                      </p:to>
                                    </p:set>
                                    <p:animEffect transition="in" filter="slide(fromBottom)">
                                      <p:cBhvr>
                                        <p:cTn id="39" dur="500"/>
                                        <p:tgtEl>
                                          <p:spTgt spid="27674"/>
                                        </p:tgtEl>
                                      </p:cBhvr>
                                    </p:animEffect>
                                  </p:childTnLst>
                                </p:cTn>
                              </p:par>
                              <p:par>
                                <p:cTn id="40" presetID="3" presetClass="entr" presetSubtype="10" fill="hold" nodeType="withEffect">
                                  <p:stCondLst>
                                    <p:cond delay="0"/>
                                  </p:stCondLst>
                                  <p:childTnLst>
                                    <p:set>
                                      <p:cBhvr>
                                        <p:cTn id="41" dur="1" fill="hold">
                                          <p:stCondLst>
                                            <p:cond delay="0"/>
                                          </p:stCondLst>
                                        </p:cTn>
                                        <p:tgtEl>
                                          <p:spTgt spid="27656"/>
                                        </p:tgtEl>
                                        <p:attrNameLst>
                                          <p:attrName>style.visibility</p:attrName>
                                        </p:attrNameLst>
                                      </p:cBhvr>
                                      <p:to>
                                        <p:strVal val="visible"/>
                                      </p:to>
                                    </p:set>
                                    <p:animEffect transition="in" filter="blinds(horizontal)">
                                      <p:cBhvr>
                                        <p:cTn id="42" dur="500"/>
                                        <p:tgtEl>
                                          <p:spTgt spid="27656"/>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27670"/>
                                        </p:tgtEl>
                                        <p:attrNameLst>
                                          <p:attrName>style.visibility</p:attrName>
                                        </p:attrNameLst>
                                      </p:cBhvr>
                                      <p:to>
                                        <p:strVal val="visible"/>
                                      </p:to>
                                    </p:set>
                                    <p:animEffect transition="in" filter="box(in)">
                                      <p:cBhvr>
                                        <p:cTn id="47" dur="500"/>
                                        <p:tgtEl>
                                          <p:spTgt spid="27670"/>
                                        </p:tgtEl>
                                      </p:cBhvr>
                                    </p:animEffect>
                                  </p:childTnLst>
                                </p:cTn>
                              </p:par>
                              <p:par>
                                <p:cTn id="48" presetID="18" presetClass="entr" presetSubtype="6" fill="hold" nodeType="withEffect">
                                  <p:stCondLst>
                                    <p:cond delay="0"/>
                                  </p:stCondLst>
                                  <p:iterate type="lt">
                                    <p:tmPct val="0"/>
                                  </p:iterate>
                                  <p:childTnLst>
                                    <p:set>
                                      <p:cBhvr>
                                        <p:cTn id="49" dur="1" fill="hold">
                                          <p:stCondLst>
                                            <p:cond delay="0"/>
                                          </p:stCondLst>
                                        </p:cTn>
                                        <p:tgtEl>
                                          <p:spTgt spid="2"/>
                                        </p:tgtEl>
                                        <p:attrNameLst>
                                          <p:attrName>style.visibility</p:attrName>
                                        </p:attrNameLst>
                                      </p:cBhvr>
                                      <p:to>
                                        <p:strVal val="visible"/>
                                      </p:to>
                                    </p:set>
                                    <p:animEffect transition="in" filter="strips(downRight)">
                                      <p:cBhvr>
                                        <p:cTn id="50" dur="500"/>
                                        <p:tgtEl>
                                          <p:spTgt spid="2"/>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xit" presetSubtype="0" fill="hold" nodeType="clickEffect">
                                  <p:stCondLst>
                                    <p:cond delay="0"/>
                                  </p:stCondLst>
                                  <p:iterate type="lt">
                                    <p:tmPct val="5000"/>
                                  </p:iterate>
                                  <p:childTnLst>
                                    <p:anim calcmode="lin" valueType="num">
                                      <p:cBhvr>
                                        <p:cTn id="54" dur="1000"/>
                                        <p:tgtEl>
                                          <p:spTgt spid="2"/>
                                        </p:tgtEl>
                                        <p:attrNameLst>
                                          <p:attrName>ppt_w</p:attrName>
                                        </p:attrNameLst>
                                      </p:cBhvr>
                                      <p:tavLst>
                                        <p:tav tm="0">
                                          <p:val>
                                            <p:strVal val="ppt_w"/>
                                          </p:val>
                                        </p:tav>
                                        <p:tav tm="100000">
                                          <p:val>
                                            <p:fltVal val="0"/>
                                          </p:val>
                                        </p:tav>
                                      </p:tavLst>
                                    </p:anim>
                                    <p:anim calcmode="lin" valueType="num">
                                      <p:cBhvr>
                                        <p:cTn id="55" dur="1000"/>
                                        <p:tgtEl>
                                          <p:spTgt spid="2"/>
                                        </p:tgtEl>
                                        <p:attrNameLst>
                                          <p:attrName>ppt_h</p:attrName>
                                        </p:attrNameLst>
                                      </p:cBhvr>
                                      <p:tavLst>
                                        <p:tav tm="0">
                                          <p:val>
                                            <p:strVal val="ppt_h"/>
                                          </p:val>
                                        </p:tav>
                                        <p:tav tm="100000">
                                          <p:val>
                                            <p:fltVal val="0"/>
                                          </p:val>
                                        </p:tav>
                                      </p:tavLst>
                                    </p:anim>
                                    <p:anim calcmode="lin" valueType="num">
                                      <p:cBhvr>
                                        <p:cTn id="56" dur="1000"/>
                                        <p:tgtEl>
                                          <p:spTgt spid="2"/>
                                        </p:tgtEl>
                                        <p:attrNameLst>
                                          <p:attrName>style.rotation</p:attrName>
                                        </p:attrNameLst>
                                      </p:cBhvr>
                                      <p:tavLst>
                                        <p:tav tm="0">
                                          <p:val>
                                            <p:fltVal val="0"/>
                                          </p:val>
                                        </p:tav>
                                        <p:tav tm="100000">
                                          <p:val>
                                            <p:fltVal val="90"/>
                                          </p:val>
                                        </p:tav>
                                      </p:tavLst>
                                    </p:anim>
                                    <p:animEffect transition="out" filter="fade">
                                      <p:cBhvr>
                                        <p:cTn id="57" dur="1000"/>
                                        <p:tgtEl>
                                          <p:spTgt spid="2"/>
                                        </p:tgtEl>
                                      </p:cBhvr>
                                    </p:animEffect>
                                    <p:set>
                                      <p:cBhvr>
                                        <p:cTn id="58" dur="1" fill="hold">
                                          <p:stCondLst>
                                            <p:cond delay="999"/>
                                          </p:stCondLst>
                                        </p:cTn>
                                        <p:tgtEl>
                                          <p:spTgt spid="2"/>
                                        </p:tgtEl>
                                        <p:attrNameLst>
                                          <p:attrName>style.visibility</p:attrName>
                                        </p:attrNameLst>
                                      </p:cBhvr>
                                      <p:to>
                                        <p:strVal val="hidden"/>
                                      </p:to>
                                    </p:set>
                                  </p:childTnLst>
                                </p:cTn>
                              </p:par>
                            </p:childTnLst>
                          </p:cTn>
                        </p:par>
                        <p:par>
                          <p:cTn id="59" fill="hold">
                            <p:stCondLst>
                              <p:cond delay="1000"/>
                            </p:stCondLst>
                            <p:childTnLst>
                              <p:par>
                                <p:cTn id="60" presetID="22" presetClass="entr" presetSubtype="1" fill="hold" nodeType="after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up)">
                                      <p:cBhvr>
                                        <p:cTn id="6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build="p"/>
      <p:bldP spid="27670" grpId="0" bldLvl="0" animBg="1"/>
      <p:bldP spid="27671" grpId="0" bldLvl="0" animBg="1"/>
      <p:bldP spid="27672" grpId="0"/>
      <p:bldP spid="27673" grpId="0" bldLvl="0" animBg="1"/>
      <p:bldP spid="2767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34"/>
          <p:cNvSpPr/>
          <p:nvPr/>
        </p:nvSpPr>
        <p:spPr>
          <a:xfrm>
            <a:off x="2373313" y="433388"/>
            <a:ext cx="1512887" cy="2665412"/>
          </a:xfrm>
          <a:prstGeom prst="rect">
            <a:avLst/>
          </a:prstGeom>
          <a:solidFill>
            <a:schemeClr val="folHlink"/>
          </a:solidFill>
          <a:ln w="28575">
            <a:noFill/>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28704" name="Text Box 32"/>
          <p:cNvSpPr txBox="1"/>
          <p:nvPr/>
        </p:nvSpPr>
        <p:spPr>
          <a:xfrm>
            <a:off x="1101725" y="3284855"/>
            <a:ext cx="1349375" cy="366395"/>
          </a:xfrm>
          <a:prstGeom prst="rect">
            <a:avLst/>
          </a:prstGeom>
          <a:noFill/>
          <a:ln w="9525">
            <a:noFill/>
          </a:ln>
        </p:spPr>
        <p:txBody>
          <a:bodyPr/>
          <a:lstStyle/>
          <a:p>
            <a:pPr algn="ctr"/>
            <a:r>
              <a:rPr lang="zh-CN" altLang="en-US" b="1" dirty="0">
                <a:solidFill>
                  <a:srgbClr val="000000"/>
                </a:solidFill>
                <a:latin typeface="Times New Roman" panose="02020603050405020304" pitchFamily="18" charset="0"/>
                <a:ea typeface="楷体_GB2312"/>
              </a:rPr>
              <a:t>前 </a:t>
            </a:r>
            <a:r>
              <a:rPr lang="en-US" altLang="zh-CN" b="1" i="1" dirty="0">
                <a:solidFill>
                  <a:srgbClr val="FF0000"/>
                </a:solidFill>
                <a:latin typeface="Times New Roman" panose="02020603050405020304" pitchFamily="18" charset="0"/>
                <a:ea typeface="楷体_GB2312"/>
              </a:rPr>
              <a:t>n</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列</a:t>
            </a:r>
          </a:p>
        </p:txBody>
      </p:sp>
      <p:sp>
        <p:nvSpPr>
          <p:cNvPr id="28692" name="Text Box 20"/>
          <p:cNvSpPr txBox="1"/>
          <p:nvPr/>
        </p:nvSpPr>
        <p:spPr>
          <a:xfrm>
            <a:off x="1014730" y="3321050"/>
            <a:ext cx="1675130" cy="366395"/>
          </a:xfrm>
          <a:prstGeom prst="rect">
            <a:avLst/>
          </a:prstGeom>
          <a:noFill/>
          <a:ln w="9525">
            <a:noFill/>
          </a:ln>
        </p:spPr>
        <p:txBody>
          <a:bodyPr/>
          <a:lstStyle/>
          <a:p>
            <a:pPr algn="ctr"/>
            <a:r>
              <a:rPr lang="zh-CN" altLang="en-US" b="1" dirty="0">
                <a:solidFill>
                  <a:srgbClr val="000000"/>
                </a:solidFill>
                <a:latin typeface="Times New Roman" panose="02020603050405020304" pitchFamily="18" charset="0"/>
                <a:ea typeface="楷体_GB2312"/>
              </a:rPr>
              <a:t>前 </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列</a:t>
            </a:r>
          </a:p>
        </p:txBody>
      </p:sp>
      <p:graphicFrame>
        <p:nvGraphicFramePr>
          <p:cNvPr id="897029" name="Object 27"/>
          <p:cNvGraphicFramePr>
            <a:graphicFrameLocks noChangeAspect="1"/>
          </p:cNvGraphicFramePr>
          <p:nvPr/>
        </p:nvGraphicFramePr>
        <p:xfrm>
          <a:off x="566738" y="385763"/>
          <a:ext cx="1771650" cy="2763837"/>
        </p:xfrm>
        <a:graphic>
          <a:graphicData uri="http://schemas.openxmlformats.org/presentationml/2006/ole">
            <mc:AlternateContent xmlns:mc="http://schemas.openxmlformats.org/markup-compatibility/2006">
              <mc:Choice xmlns:v="urn:schemas-microsoft-com:vml" Requires="v">
                <p:oleObj r:id="rId2" imgW="1181100" imgH="1841500" progId="Equation.DSMT4">
                  <p:embed/>
                </p:oleObj>
              </mc:Choice>
              <mc:Fallback>
                <p:oleObj r:id="rId2" imgW="1181100" imgH="1841500" progId="Equation.DSMT4">
                  <p:embed/>
                  <p:pic>
                    <p:nvPicPr>
                      <p:cNvPr id="0" name="图片 4221"/>
                      <p:cNvPicPr/>
                      <p:nvPr/>
                    </p:nvPicPr>
                    <p:blipFill>
                      <a:blip r:embed="rId3"/>
                      <a:stretch>
                        <a:fillRect/>
                      </a:stretch>
                    </p:blipFill>
                    <p:spPr>
                      <a:xfrm>
                        <a:off x="566738" y="385763"/>
                        <a:ext cx="1771650" cy="2763837"/>
                      </a:xfrm>
                      <a:prstGeom prst="rect">
                        <a:avLst/>
                      </a:prstGeom>
                      <a:noFill/>
                      <a:ln w="38100">
                        <a:noFill/>
                        <a:miter/>
                      </a:ln>
                    </p:spPr>
                  </p:pic>
                </p:oleObj>
              </mc:Fallback>
            </mc:AlternateContent>
          </a:graphicData>
        </a:graphic>
      </p:graphicFrame>
      <p:graphicFrame>
        <p:nvGraphicFramePr>
          <p:cNvPr id="28701" name="Object 29"/>
          <p:cNvGraphicFramePr>
            <a:graphicFrameLocks noChangeAspect="1"/>
          </p:cNvGraphicFramePr>
          <p:nvPr/>
        </p:nvGraphicFramePr>
        <p:xfrm>
          <a:off x="4184650" y="385763"/>
          <a:ext cx="933450" cy="2801937"/>
        </p:xfrm>
        <a:graphic>
          <a:graphicData uri="http://schemas.openxmlformats.org/presentationml/2006/ole">
            <mc:AlternateContent xmlns:mc="http://schemas.openxmlformats.org/markup-compatibility/2006">
              <mc:Choice xmlns:v="urn:schemas-microsoft-com:vml" Requires="v">
                <p:oleObj r:id="rId4" imgW="622300" imgH="1866900" progId="Equation.DSMT4">
                  <p:embed/>
                </p:oleObj>
              </mc:Choice>
              <mc:Fallback>
                <p:oleObj r:id="rId4" imgW="622300" imgH="1866900" progId="Equation.DSMT4">
                  <p:embed/>
                  <p:pic>
                    <p:nvPicPr>
                      <p:cNvPr id="0" name="图片 4223"/>
                      <p:cNvPicPr/>
                      <p:nvPr/>
                    </p:nvPicPr>
                    <p:blipFill>
                      <a:blip r:embed="rId5"/>
                      <a:stretch>
                        <a:fillRect/>
                      </a:stretch>
                    </p:blipFill>
                    <p:spPr>
                      <a:xfrm>
                        <a:off x="4184650" y="385763"/>
                        <a:ext cx="933450" cy="2801937"/>
                      </a:xfrm>
                      <a:prstGeom prst="rect">
                        <a:avLst/>
                      </a:prstGeom>
                      <a:noFill/>
                      <a:ln w="38100">
                        <a:noFill/>
                        <a:miter/>
                      </a:ln>
                    </p:spPr>
                  </p:pic>
                </p:oleObj>
              </mc:Fallback>
            </mc:AlternateContent>
          </a:graphicData>
        </a:graphic>
      </p:graphicFrame>
      <p:sp>
        <p:nvSpPr>
          <p:cNvPr id="28674" name="Rectangle 2"/>
          <p:cNvSpPr/>
          <p:nvPr/>
        </p:nvSpPr>
        <p:spPr>
          <a:xfrm>
            <a:off x="457200" y="3860800"/>
            <a:ext cx="8229600" cy="1458913"/>
          </a:xfrm>
          <a:prstGeom prst="rect">
            <a:avLst/>
          </a:prstGeom>
          <a:noFill/>
          <a:ln w="9525">
            <a:noFill/>
          </a:ln>
        </p:spPr>
        <p:txBody>
          <a:bodyPr>
            <a:spAutoFit/>
          </a:bodyPr>
          <a:lstStyle/>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第二步：</a:t>
            </a:r>
            <a:r>
              <a:rPr lang="zh-CN" altLang="en-US" sz="2400" b="1" dirty="0">
                <a:solidFill>
                  <a:srgbClr val="000000"/>
                </a:solidFill>
                <a:latin typeface="Times New Roman" panose="02020603050405020304" pitchFamily="18" charset="0"/>
                <a:ea typeface="楷体_GB2312"/>
              </a:rPr>
              <a:t>往证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唯一解．</a:t>
            </a:r>
          </a:p>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若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n</a:t>
            </a:r>
            <a:r>
              <a:rPr lang="zh-CN" altLang="en-US" sz="2400" b="1" dirty="0">
                <a:solidFill>
                  <a:srgbClr val="000000"/>
                </a:solidFill>
                <a:latin typeface="Times New Roman" panose="02020603050405020304" pitchFamily="18" charset="0"/>
                <a:ea typeface="楷体_GB2312"/>
              </a:rPr>
              <a:t>，</a:t>
            </a:r>
          </a:p>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故原线性方程组有唯一解．</a:t>
            </a:r>
          </a:p>
        </p:txBody>
      </p:sp>
      <p:graphicFrame>
        <p:nvGraphicFramePr>
          <p:cNvPr id="28676" name="Object 4"/>
          <p:cNvGraphicFramePr>
            <a:graphicFrameLocks noChangeAspect="1"/>
          </p:cNvGraphicFramePr>
          <p:nvPr/>
        </p:nvGraphicFramePr>
        <p:xfrm>
          <a:off x="5003800" y="4013200"/>
          <a:ext cx="406400" cy="279400"/>
        </p:xfrm>
        <a:graphic>
          <a:graphicData uri="http://schemas.openxmlformats.org/presentationml/2006/ole">
            <mc:AlternateContent xmlns:mc="http://schemas.openxmlformats.org/markup-compatibility/2006">
              <mc:Choice xmlns:v="urn:schemas-microsoft-com:vml" Requires="v">
                <p:oleObj r:id="rId6" imgW="203200" imgH="139700" progId="Equation.DSMT4">
                  <p:embed/>
                </p:oleObj>
              </mc:Choice>
              <mc:Fallback>
                <p:oleObj r:id="rId6" imgW="203200" imgH="139700" progId="Equation.DSMT4">
                  <p:embed/>
                  <p:pic>
                    <p:nvPicPr>
                      <p:cNvPr id="0" name="图片 4222"/>
                      <p:cNvPicPr/>
                      <p:nvPr/>
                    </p:nvPicPr>
                    <p:blipFill>
                      <a:blip r:embed="rId7"/>
                      <a:stretch>
                        <a:fillRect/>
                      </a:stretch>
                    </p:blipFill>
                    <p:spPr>
                      <a:xfrm>
                        <a:off x="5003800" y="4013200"/>
                        <a:ext cx="406400" cy="279400"/>
                      </a:xfrm>
                      <a:prstGeom prst="rect">
                        <a:avLst/>
                      </a:prstGeom>
                      <a:noFill/>
                      <a:ln w="38100">
                        <a:noFill/>
                        <a:miter/>
                      </a:ln>
                    </p:spPr>
                  </p:pic>
                </p:oleObj>
              </mc:Fallback>
            </mc:AlternateContent>
          </a:graphicData>
        </a:graphic>
      </p:graphicFrame>
      <p:grpSp>
        <p:nvGrpSpPr>
          <p:cNvPr id="2" name="Group 16"/>
          <p:cNvGrpSpPr/>
          <p:nvPr/>
        </p:nvGrpSpPr>
        <p:grpSpPr>
          <a:xfrm>
            <a:off x="1014413" y="730250"/>
            <a:ext cx="3536950" cy="1079500"/>
            <a:chOff x="639" y="460"/>
            <a:chExt cx="2228" cy="680"/>
          </a:xfrm>
        </p:grpSpPr>
        <p:sp>
          <p:nvSpPr>
            <p:cNvPr id="897066" name="Line 6"/>
            <p:cNvSpPr/>
            <p:nvPr/>
          </p:nvSpPr>
          <p:spPr>
            <a:xfrm>
              <a:off x="639" y="472"/>
              <a:ext cx="182" cy="0"/>
            </a:xfrm>
            <a:prstGeom prst="line">
              <a:avLst/>
            </a:prstGeom>
            <a:ln w="28575" cap="flat" cmpd="sng">
              <a:solidFill>
                <a:srgbClr val="FF0000"/>
              </a:solidFill>
              <a:prstDash val="solid"/>
              <a:headEnd type="none" w="med" len="med"/>
              <a:tailEnd type="none" w="med" len="med"/>
            </a:ln>
          </p:spPr>
        </p:sp>
        <p:sp>
          <p:nvSpPr>
            <p:cNvPr id="897067" name="Line 7"/>
            <p:cNvSpPr/>
            <p:nvPr/>
          </p:nvSpPr>
          <p:spPr>
            <a:xfrm>
              <a:off x="821" y="460"/>
              <a:ext cx="0" cy="227"/>
            </a:xfrm>
            <a:prstGeom prst="line">
              <a:avLst/>
            </a:prstGeom>
            <a:ln w="28575" cap="flat" cmpd="sng">
              <a:solidFill>
                <a:srgbClr val="FF0000"/>
              </a:solidFill>
              <a:prstDash val="solid"/>
              <a:headEnd type="none" w="med" len="med"/>
              <a:tailEnd type="none" w="med" len="med"/>
            </a:ln>
          </p:spPr>
        </p:sp>
        <p:sp>
          <p:nvSpPr>
            <p:cNvPr id="897068" name="Line 8"/>
            <p:cNvSpPr/>
            <p:nvPr/>
          </p:nvSpPr>
          <p:spPr>
            <a:xfrm>
              <a:off x="814" y="681"/>
              <a:ext cx="182" cy="0"/>
            </a:xfrm>
            <a:prstGeom prst="line">
              <a:avLst/>
            </a:prstGeom>
            <a:ln w="28575" cap="flat" cmpd="sng">
              <a:solidFill>
                <a:srgbClr val="FF0000"/>
              </a:solidFill>
              <a:prstDash val="solid"/>
              <a:headEnd type="none" w="med" len="med"/>
              <a:tailEnd type="none" w="med" len="med"/>
            </a:ln>
          </p:spPr>
        </p:sp>
        <p:sp>
          <p:nvSpPr>
            <p:cNvPr id="897069" name="Line 9"/>
            <p:cNvSpPr/>
            <p:nvPr/>
          </p:nvSpPr>
          <p:spPr>
            <a:xfrm>
              <a:off x="1008" y="669"/>
              <a:ext cx="0" cy="227"/>
            </a:xfrm>
            <a:prstGeom prst="line">
              <a:avLst/>
            </a:prstGeom>
            <a:ln w="28575" cap="flat" cmpd="sng">
              <a:solidFill>
                <a:srgbClr val="FF0000"/>
              </a:solidFill>
              <a:prstDash val="sysDot"/>
              <a:headEnd type="none" w="med" len="med"/>
              <a:tailEnd type="none" w="med" len="med"/>
            </a:ln>
          </p:spPr>
        </p:sp>
        <p:sp>
          <p:nvSpPr>
            <p:cNvPr id="897070" name="Line 10"/>
            <p:cNvSpPr/>
            <p:nvPr/>
          </p:nvSpPr>
          <p:spPr>
            <a:xfrm>
              <a:off x="1001" y="890"/>
              <a:ext cx="295" cy="0"/>
            </a:xfrm>
            <a:prstGeom prst="line">
              <a:avLst/>
            </a:prstGeom>
            <a:ln w="28575" cap="flat" cmpd="sng">
              <a:solidFill>
                <a:srgbClr val="FF0000"/>
              </a:solidFill>
              <a:prstDash val="sysDot"/>
              <a:headEnd type="none" w="med" len="med"/>
              <a:tailEnd type="none" w="med" len="med"/>
            </a:ln>
          </p:spPr>
        </p:sp>
        <p:sp>
          <p:nvSpPr>
            <p:cNvPr id="897071" name="Line 11"/>
            <p:cNvSpPr/>
            <p:nvPr/>
          </p:nvSpPr>
          <p:spPr>
            <a:xfrm>
              <a:off x="1287" y="913"/>
              <a:ext cx="0" cy="227"/>
            </a:xfrm>
            <a:prstGeom prst="line">
              <a:avLst/>
            </a:prstGeom>
            <a:ln w="28575" cap="flat" cmpd="sng">
              <a:solidFill>
                <a:srgbClr val="FF0000"/>
              </a:solidFill>
              <a:prstDash val="solid"/>
              <a:headEnd type="none" w="med" len="med"/>
              <a:tailEnd type="none" w="med" len="med"/>
            </a:ln>
          </p:spPr>
        </p:sp>
        <p:sp>
          <p:nvSpPr>
            <p:cNvPr id="897072" name="Line 12"/>
            <p:cNvSpPr/>
            <p:nvPr/>
          </p:nvSpPr>
          <p:spPr>
            <a:xfrm>
              <a:off x="1280" y="1134"/>
              <a:ext cx="1587" cy="0"/>
            </a:xfrm>
            <a:prstGeom prst="line">
              <a:avLst/>
            </a:prstGeom>
            <a:ln w="28575" cap="flat" cmpd="sng">
              <a:solidFill>
                <a:srgbClr val="FF0000"/>
              </a:solidFill>
              <a:prstDash val="solid"/>
              <a:headEnd type="none" w="med" len="med"/>
              <a:tailEnd type="none" w="med" len="med"/>
            </a:ln>
          </p:spPr>
        </p:sp>
      </p:grpSp>
      <p:sp>
        <p:nvSpPr>
          <p:cNvPr id="897034" name="AutoShape 19"/>
          <p:cNvSpPr/>
          <p:nvPr/>
        </p:nvSpPr>
        <p:spPr>
          <a:xfrm rot="-5400000">
            <a:off x="1573213" y="2727325"/>
            <a:ext cx="179387" cy="1008063"/>
          </a:xfrm>
          <a:prstGeom prst="leftBrace">
            <a:avLst>
              <a:gd name="adj1" fmla="val 46829"/>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28693" name="AutoShape 21"/>
          <p:cNvSpPr/>
          <p:nvPr/>
        </p:nvSpPr>
        <p:spPr>
          <a:xfrm rot="-5400000">
            <a:off x="3041650" y="2727325"/>
            <a:ext cx="179388" cy="1008063"/>
          </a:xfrm>
          <a:prstGeom prst="leftBrace">
            <a:avLst>
              <a:gd name="adj1" fmla="val 46828"/>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28694" name="Text Box 22"/>
          <p:cNvSpPr txBox="1"/>
          <p:nvPr/>
        </p:nvSpPr>
        <p:spPr>
          <a:xfrm>
            <a:off x="2443480" y="3284855"/>
            <a:ext cx="2092325" cy="366395"/>
          </a:xfrm>
          <a:prstGeom prst="rect">
            <a:avLst/>
          </a:prstGeom>
          <a:noFill/>
          <a:ln w="9525">
            <a:noFill/>
          </a:ln>
        </p:spPr>
        <p:txBody>
          <a:bodyPr/>
          <a:lstStyle/>
          <a:p>
            <a:pPr algn="ctr"/>
            <a:r>
              <a:rPr lang="zh-CN" altLang="en-US" b="1" dirty="0">
                <a:solidFill>
                  <a:srgbClr val="000000"/>
                </a:solidFill>
                <a:latin typeface="Times New Roman" panose="02020603050405020304" pitchFamily="18" charset="0"/>
                <a:ea typeface="楷体_GB2312"/>
              </a:rPr>
              <a:t>后 </a:t>
            </a:r>
            <a:r>
              <a:rPr lang="en-US" altLang="zh-CN" b="1" i="1" dirty="0">
                <a:solidFill>
                  <a:srgbClr val="000000"/>
                </a:solidFill>
                <a:latin typeface="Times New Roman" panose="02020603050405020304" pitchFamily="18" charset="0"/>
                <a:ea typeface="楷体_GB2312"/>
              </a:rPr>
              <a:t>n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列  </a:t>
            </a:r>
          </a:p>
        </p:txBody>
      </p:sp>
      <p:sp>
        <p:nvSpPr>
          <p:cNvPr id="28698" name="Rectangle 26"/>
          <p:cNvSpPr/>
          <p:nvPr/>
        </p:nvSpPr>
        <p:spPr>
          <a:xfrm>
            <a:off x="457200" y="4352925"/>
            <a:ext cx="8164513" cy="457200"/>
          </a:xfrm>
          <a:prstGeom prst="rect">
            <a:avLst/>
          </a:prstGeom>
          <a:noFill/>
          <a:ln w="9525">
            <a:noFill/>
          </a:ln>
        </p:spPr>
        <p:txBody>
          <a:bodyPr wrap="none"/>
          <a:lstStyle/>
          <a:p>
            <a:r>
              <a:rPr lang="zh-CN" altLang="en-US" sz="2400" b="1" dirty="0">
                <a:solidFill>
                  <a:srgbClr val="000000"/>
                </a:solidFill>
                <a:latin typeface="Times New Roman" panose="02020603050405020304" pitchFamily="18" charset="0"/>
                <a:ea typeface="楷体_GB2312"/>
              </a:rPr>
              <a:t>                                         则 </a:t>
            </a:r>
            <a:r>
              <a:rPr lang="en-US" altLang="zh-CN" sz="2400" b="1" i="1" dirty="0">
                <a:solidFill>
                  <a:srgbClr val="000000"/>
                </a:solidFill>
                <a:latin typeface="Times New Roman" panose="02020603050405020304" pitchFamily="18" charset="0"/>
                <a:ea typeface="楷体_GB2312"/>
              </a:rPr>
              <a:t>d</a:t>
            </a:r>
            <a:r>
              <a:rPr lang="en-US" altLang="zh-CN" sz="2400" b="1" i="1" baseline="-25000" dirty="0">
                <a:solidFill>
                  <a:srgbClr val="000000"/>
                </a:solidFill>
                <a:latin typeface="Times New Roman" panose="02020603050405020304" pitchFamily="18" charset="0"/>
                <a:ea typeface="楷体_GB2312"/>
              </a:rPr>
              <a:t>r</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 0 </a:t>
            </a:r>
            <a:r>
              <a:rPr lang="zh-CN" altLang="en-US" sz="2400" b="1" dirty="0">
                <a:solidFill>
                  <a:srgbClr val="000000"/>
                </a:solidFill>
                <a:latin typeface="Times New Roman" panose="02020603050405020304" pitchFamily="18" charset="0"/>
                <a:ea typeface="楷体_GB2312"/>
              </a:rPr>
              <a:t>且 </a:t>
            </a:r>
            <a:r>
              <a:rPr lang="en-US" altLang="zh-CN" sz="2400" b="1" i="1" dirty="0">
                <a:solidFill>
                  <a:srgbClr val="FF0000"/>
                </a:solidFill>
                <a:latin typeface="Times New Roman" panose="02020603050405020304" pitchFamily="18" charset="0"/>
                <a:ea typeface="楷体_GB2312"/>
              </a:rPr>
              <a:t>r</a:t>
            </a:r>
            <a:r>
              <a:rPr lang="en-US" altLang="zh-CN" sz="2400" b="1" dirty="0">
                <a:solidFill>
                  <a:srgbClr val="FF0000"/>
                </a:solidFill>
                <a:latin typeface="Times New Roman" panose="02020603050405020304" pitchFamily="18" charset="0"/>
                <a:ea typeface="楷体_GB2312"/>
              </a:rPr>
              <a:t> = </a:t>
            </a:r>
            <a:r>
              <a:rPr lang="en-US" altLang="zh-CN" sz="2400" b="1" i="1" dirty="0">
                <a:solidFill>
                  <a:srgbClr val="FF0000"/>
                </a:solidFill>
                <a:latin typeface="Times New Roman" panose="02020603050405020304" pitchFamily="18" charset="0"/>
                <a:ea typeface="楷体_GB2312"/>
              </a:rPr>
              <a:t>n</a:t>
            </a:r>
            <a:r>
              <a:rPr lang="zh-CN" altLang="en-US" sz="2400" b="1" dirty="0">
                <a:solidFill>
                  <a:srgbClr val="000000"/>
                </a:solidFill>
                <a:latin typeface="Times New Roman" panose="02020603050405020304" pitchFamily="18" charset="0"/>
                <a:ea typeface="楷体_GB2312"/>
              </a:rPr>
              <a:t>，</a:t>
            </a:r>
            <a:endParaRPr lang="zh-CN" altLang="en-US" sz="2400" b="1" dirty="0">
              <a:solidFill>
                <a:srgbClr val="000000"/>
              </a:solidFill>
              <a:latin typeface="楷体_GB2312"/>
              <a:ea typeface="楷体_GB2312"/>
            </a:endParaRPr>
          </a:p>
        </p:txBody>
      </p:sp>
      <p:grpSp>
        <p:nvGrpSpPr>
          <p:cNvPr id="3" name="Group 33"/>
          <p:cNvGrpSpPr/>
          <p:nvPr/>
        </p:nvGrpSpPr>
        <p:grpSpPr>
          <a:xfrm>
            <a:off x="1014413" y="730250"/>
            <a:ext cx="3521075" cy="1420813"/>
            <a:chOff x="1882" y="1032"/>
            <a:chExt cx="2218" cy="895"/>
          </a:xfrm>
        </p:grpSpPr>
        <p:sp>
          <p:nvSpPr>
            <p:cNvPr id="897057" name="Line 34"/>
            <p:cNvSpPr/>
            <p:nvPr/>
          </p:nvSpPr>
          <p:spPr>
            <a:xfrm>
              <a:off x="1882" y="1044"/>
              <a:ext cx="182" cy="0"/>
            </a:xfrm>
            <a:prstGeom prst="line">
              <a:avLst/>
            </a:prstGeom>
            <a:ln w="28575" cap="flat" cmpd="sng">
              <a:solidFill>
                <a:srgbClr val="0000FF"/>
              </a:solidFill>
              <a:prstDash val="solid"/>
              <a:headEnd type="none" w="med" len="med"/>
              <a:tailEnd type="none" w="med" len="med"/>
            </a:ln>
          </p:spPr>
        </p:sp>
        <p:sp>
          <p:nvSpPr>
            <p:cNvPr id="897058" name="Line 35"/>
            <p:cNvSpPr/>
            <p:nvPr/>
          </p:nvSpPr>
          <p:spPr>
            <a:xfrm>
              <a:off x="2064" y="1032"/>
              <a:ext cx="0" cy="227"/>
            </a:xfrm>
            <a:prstGeom prst="line">
              <a:avLst/>
            </a:prstGeom>
            <a:ln w="28575" cap="flat" cmpd="sng">
              <a:solidFill>
                <a:srgbClr val="0000FF"/>
              </a:solidFill>
              <a:prstDash val="solid"/>
              <a:headEnd type="none" w="med" len="med"/>
              <a:tailEnd type="none" w="med" len="med"/>
            </a:ln>
          </p:spPr>
        </p:sp>
        <p:sp>
          <p:nvSpPr>
            <p:cNvPr id="897059" name="Line 36"/>
            <p:cNvSpPr/>
            <p:nvPr/>
          </p:nvSpPr>
          <p:spPr>
            <a:xfrm>
              <a:off x="2057" y="1253"/>
              <a:ext cx="182" cy="0"/>
            </a:xfrm>
            <a:prstGeom prst="line">
              <a:avLst/>
            </a:prstGeom>
            <a:ln w="28575" cap="flat" cmpd="sng">
              <a:solidFill>
                <a:srgbClr val="0000FF"/>
              </a:solidFill>
              <a:prstDash val="solid"/>
              <a:headEnd type="none" w="med" len="med"/>
              <a:tailEnd type="none" w="med" len="med"/>
            </a:ln>
          </p:spPr>
        </p:sp>
        <p:sp>
          <p:nvSpPr>
            <p:cNvPr id="897060" name="Line 37"/>
            <p:cNvSpPr/>
            <p:nvPr/>
          </p:nvSpPr>
          <p:spPr>
            <a:xfrm>
              <a:off x="2251" y="1241"/>
              <a:ext cx="0" cy="227"/>
            </a:xfrm>
            <a:prstGeom prst="line">
              <a:avLst/>
            </a:prstGeom>
            <a:ln w="28575" cap="flat" cmpd="sng">
              <a:solidFill>
                <a:srgbClr val="0000FF"/>
              </a:solidFill>
              <a:prstDash val="sysDot"/>
              <a:headEnd type="none" w="med" len="med"/>
              <a:tailEnd type="none" w="med" len="med"/>
            </a:ln>
          </p:spPr>
        </p:sp>
        <p:sp>
          <p:nvSpPr>
            <p:cNvPr id="897061" name="Line 38"/>
            <p:cNvSpPr/>
            <p:nvPr/>
          </p:nvSpPr>
          <p:spPr>
            <a:xfrm>
              <a:off x="2244" y="1462"/>
              <a:ext cx="295" cy="0"/>
            </a:xfrm>
            <a:prstGeom prst="line">
              <a:avLst/>
            </a:prstGeom>
            <a:ln w="28575" cap="flat" cmpd="sng">
              <a:solidFill>
                <a:srgbClr val="0000FF"/>
              </a:solidFill>
              <a:prstDash val="sysDot"/>
              <a:headEnd type="none" w="med" len="med"/>
              <a:tailEnd type="none" w="med" len="med"/>
            </a:ln>
          </p:spPr>
        </p:sp>
        <p:sp>
          <p:nvSpPr>
            <p:cNvPr id="897062" name="Line 39"/>
            <p:cNvSpPr/>
            <p:nvPr/>
          </p:nvSpPr>
          <p:spPr>
            <a:xfrm>
              <a:off x="2530" y="1485"/>
              <a:ext cx="0" cy="227"/>
            </a:xfrm>
            <a:prstGeom prst="line">
              <a:avLst/>
            </a:prstGeom>
            <a:ln w="28575" cap="flat" cmpd="sng">
              <a:solidFill>
                <a:srgbClr val="0000FF"/>
              </a:solidFill>
              <a:prstDash val="solid"/>
              <a:headEnd type="none" w="med" len="med"/>
              <a:tailEnd type="none" w="med" len="med"/>
            </a:ln>
          </p:spPr>
        </p:sp>
        <p:sp>
          <p:nvSpPr>
            <p:cNvPr id="897063" name="Line 40"/>
            <p:cNvSpPr/>
            <p:nvPr/>
          </p:nvSpPr>
          <p:spPr>
            <a:xfrm>
              <a:off x="2523" y="1706"/>
              <a:ext cx="1247" cy="0"/>
            </a:xfrm>
            <a:prstGeom prst="line">
              <a:avLst/>
            </a:prstGeom>
            <a:ln w="28575" cap="flat" cmpd="sng">
              <a:solidFill>
                <a:srgbClr val="0000FF"/>
              </a:solidFill>
              <a:prstDash val="solid"/>
              <a:headEnd type="none" w="med" len="med"/>
              <a:tailEnd type="none" w="med" len="med"/>
            </a:ln>
          </p:spPr>
        </p:sp>
        <p:sp>
          <p:nvSpPr>
            <p:cNvPr id="897064" name="Line 41"/>
            <p:cNvSpPr/>
            <p:nvPr/>
          </p:nvSpPr>
          <p:spPr>
            <a:xfrm>
              <a:off x="3767" y="1700"/>
              <a:ext cx="0" cy="227"/>
            </a:xfrm>
            <a:prstGeom prst="line">
              <a:avLst/>
            </a:prstGeom>
            <a:ln w="28575" cap="flat" cmpd="sng">
              <a:solidFill>
                <a:srgbClr val="0000FF"/>
              </a:solidFill>
              <a:prstDash val="solid"/>
              <a:headEnd type="none" w="med" len="med"/>
              <a:tailEnd type="none" w="med" len="med"/>
            </a:ln>
          </p:spPr>
        </p:sp>
        <p:sp>
          <p:nvSpPr>
            <p:cNvPr id="897065" name="Line 42"/>
            <p:cNvSpPr/>
            <p:nvPr/>
          </p:nvSpPr>
          <p:spPr>
            <a:xfrm>
              <a:off x="3760" y="1921"/>
              <a:ext cx="340" cy="0"/>
            </a:xfrm>
            <a:prstGeom prst="line">
              <a:avLst/>
            </a:prstGeom>
            <a:ln w="28575" cap="flat" cmpd="sng">
              <a:solidFill>
                <a:srgbClr val="0000FF"/>
              </a:solidFill>
              <a:prstDash val="solid"/>
              <a:headEnd type="none" w="med" len="med"/>
              <a:tailEnd type="none" w="med" len="med"/>
            </a:ln>
          </p:spPr>
        </p:sp>
      </p:grpSp>
      <p:grpSp>
        <p:nvGrpSpPr>
          <p:cNvPr id="4" name="Group 58"/>
          <p:cNvGrpSpPr/>
          <p:nvPr/>
        </p:nvGrpSpPr>
        <p:grpSpPr>
          <a:xfrm>
            <a:off x="1014413" y="730250"/>
            <a:ext cx="1779587" cy="1079500"/>
            <a:chOff x="639" y="460"/>
            <a:chExt cx="1121" cy="680"/>
          </a:xfrm>
        </p:grpSpPr>
        <p:sp>
          <p:nvSpPr>
            <p:cNvPr id="897050" name="Line 44"/>
            <p:cNvSpPr/>
            <p:nvPr/>
          </p:nvSpPr>
          <p:spPr>
            <a:xfrm>
              <a:off x="639" y="472"/>
              <a:ext cx="167" cy="0"/>
            </a:xfrm>
            <a:prstGeom prst="line">
              <a:avLst/>
            </a:prstGeom>
            <a:ln w="28575" cap="flat" cmpd="sng">
              <a:solidFill>
                <a:srgbClr val="FF0000"/>
              </a:solidFill>
              <a:prstDash val="solid"/>
              <a:headEnd type="none" w="med" len="med"/>
              <a:tailEnd type="none" w="med" len="med"/>
            </a:ln>
          </p:spPr>
        </p:sp>
        <p:sp>
          <p:nvSpPr>
            <p:cNvPr id="897051" name="Line 45"/>
            <p:cNvSpPr/>
            <p:nvPr/>
          </p:nvSpPr>
          <p:spPr>
            <a:xfrm>
              <a:off x="815" y="460"/>
              <a:ext cx="0" cy="227"/>
            </a:xfrm>
            <a:prstGeom prst="line">
              <a:avLst/>
            </a:prstGeom>
            <a:ln w="28575" cap="flat" cmpd="sng">
              <a:solidFill>
                <a:srgbClr val="FF0000"/>
              </a:solidFill>
              <a:prstDash val="solid"/>
              <a:headEnd type="none" w="med" len="med"/>
              <a:tailEnd type="none" w="med" len="med"/>
            </a:ln>
          </p:spPr>
        </p:sp>
        <p:sp>
          <p:nvSpPr>
            <p:cNvPr id="897052" name="Line 46"/>
            <p:cNvSpPr/>
            <p:nvPr/>
          </p:nvSpPr>
          <p:spPr>
            <a:xfrm>
              <a:off x="808" y="681"/>
              <a:ext cx="204" cy="0"/>
            </a:xfrm>
            <a:prstGeom prst="line">
              <a:avLst/>
            </a:prstGeom>
            <a:ln w="28575" cap="flat" cmpd="sng">
              <a:solidFill>
                <a:srgbClr val="FF0000"/>
              </a:solidFill>
              <a:prstDash val="solid"/>
              <a:headEnd type="none" w="med" len="med"/>
              <a:tailEnd type="none" w="med" len="med"/>
            </a:ln>
          </p:spPr>
        </p:sp>
        <p:sp>
          <p:nvSpPr>
            <p:cNvPr id="897053" name="Line 47"/>
            <p:cNvSpPr/>
            <p:nvPr/>
          </p:nvSpPr>
          <p:spPr>
            <a:xfrm>
              <a:off x="1004" y="669"/>
              <a:ext cx="0" cy="227"/>
            </a:xfrm>
            <a:prstGeom prst="line">
              <a:avLst/>
            </a:prstGeom>
            <a:ln w="28575" cap="flat" cmpd="sng">
              <a:solidFill>
                <a:srgbClr val="FF0000"/>
              </a:solidFill>
              <a:prstDash val="sysDot"/>
              <a:headEnd type="none" w="med" len="med"/>
              <a:tailEnd type="none" w="med" len="med"/>
            </a:ln>
          </p:spPr>
        </p:sp>
        <p:sp>
          <p:nvSpPr>
            <p:cNvPr id="897054" name="Line 48"/>
            <p:cNvSpPr/>
            <p:nvPr/>
          </p:nvSpPr>
          <p:spPr>
            <a:xfrm>
              <a:off x="989" y="890"/>
              <a:ext cx="317" cy="0"/>
            </a:xfrm>
            <a:prstGeom prst="line">
              <a:avLst/>
            </a:prstGeom>
            <a:ln w="28575" cap="flat" cmpd="sng">
              <a:solidFill>
                <a:srgbClr val="FF0000"/>
              </a:solidFill>
              <a:prstDash val="sysDot"/>
              <a:headEnd type="none" w="med" len="med"/>
              <a:tailEnd type="none" w="med" len="med"/>
            </a:ln>
          </p:spPr>
        </p:sp>
        <p:sp>
          <p:nvSpPr>
            <p:cNvPr id="897055" name="Line 49"/>
            <p:cNvSpPr/>
            <p:nvPr/>
          </p:nvSpPr>
          <p:spPr>
            <a:xfrm>
              <a:off x="1291" y="913"/>
              <a:ext cx="0" cy="227"/>
            </a:xfrm>
            <a:prstGeom prst="line">
              <a:avLst/>
            </a:prstGeom>
            <a:ln w="28575" cap="flat" cmpd="sng">
              <a:solidFill>
                <a:srgbClr val="FF0000"/>
              </a:solidFill>
              <a:prstDash val="solid"/>
              <a:headEnd type="none" w="med" len="med"/>
              <a:tailEnd type="none" w="med" len="med"/>
            </a:ln>
          </p:spPr>
        </p:sp>
        <p:sp>
          <p:nvSpPr>
            <p:cNvPr id="897056" name="Line 50"/>
            <p:cNvSpPr/>
            <p:nvPr/>
          </p:nvSpPr>
          <p:spPr>
            <a:xfrm>
              <a:off x="1284" y="1134"/>
              <a:ext cx="476" cy="0"/>
            </a:xfrm>
            <a:prstGeom prst="line">
              <a:avLst/>
            </a:prstGeom>
            <a:ln w="28575" cap="flat" cmpd="sng">
              <a:solidFill>
                <a:srgbClr val="FF0000"/>
              </a:solidFill>
              <a:prstDash val="solid"/>
              <a:headEnd type="none" w="med" len="med"/>
              <a:tailEnd type="none" w="med" len="med"/>
            </a:ln>
          </p:spPr>
        </p:sp>
      </p:grpSp>
      <p:sp>
        <p:nvSpPr>
          <p:cNvPr id="28725" name="Rectangle 53"/>
          <p:cNvSpPr/>
          <p:nvPr/>
        </p:nvSpPr>
        <p:spPr>
          <a:xfrm>
            <a:off x="5076825" y="457200"/>
            <a:ext cx="2484438" cy="396875"/>
          </a:xfrm>
          <a:prstGeom prst="rect">
            <a:avLst/>
          </a:prstGeom>
          <a:noFill/>
          <a:ln w="9525">
            <a:noFill/>
          </a:ln>
        </p:spPr>
        <p:txBody>
          <a:bodyPr wrap="none">
            <a:spAutoFit/>
          </a:bodyPr>
          <a:lstStyle/>
          <a:p>
            <a:r>
              <a:rPr lang="zh-CN" altLang="en-US" sz="2000" b="1" dirty="0">
                <a:solidFill>
                  <a:srgbClr val="000000"/>
                </a:solidFill>
                <a:latin typeface="Times New Roman" panose="02020603050405020304" pitchFamily="18" charset="0"/>
                <a:ea typeface="楷体_GB2312"/>
              </a:rPr>
              <a:t>对应的线性方程组为</a:t>
            </a:r>
          </a:p>
        </p:txBody>
      </p:sp>
      <p:graphicFrame>
        <p:nvGraphicFramePr>
          <p:cNvPr id="28726" name="Object 54"/>
          <p:cNvGraphicFramePr>
            <a:graphicFrameLocks noChangeAspect="1"/>
          </p:cNvGraphicFramePr>
          <p:nvPr/>
        </p:nvGraphicFramePr>
        <p:xfrm>
          <a:off x="5881688" y="1076325"/>
          <a:ext cx="1266825" cy="1876425"/>
        </p:xfrm>
        <a:graphic>
          <a:graphicData uri="http://schemas.openxmlformats.org/presentationml/2006/ole">
            <mc:AlternateContent xmlns:mc="http://schemas.openxmlformats.org/markup-compatibility/2006">
              <mc:Choice xmlns:v="urn:schemas-microsoft-com:vml" Requires="v">
                <p:oleObj r:id="rId8" imgW="635000" imgH="939165" progId="Equation.DSMT4">
                  <p:embed/>
                </p:oleObj>
              </mc:Choice>
              <mc:Fallback>
                <p:oleObj r:id="rId8" imgW="635000" imgH="939165" progId="Equation.DSMT4">
                  <p:embed/>
                  <p:pic>
                    <p:nvPicPr>
                      <p:cNvPr id="0" name="图片 4224"/>
                      <p:cNvPicPr/>
                      <p:nvPr/>
                    </p:nvPicPr>
                    <p:blipFill>
                      <a:blip r:embed="rId9"/>
                      <a:stretch>
                        <a:fillRect/>
                      </a:stretch>
                    </p:blipFill>
                    <p:spPr>
                      <a:xfrm>
                        <a:off x="5881688" y="1076325"/>
                        <a:ext cx="1266825" cy="1876425"/>
                      </a:xfrm>
                      <a:prstGeom prst="rect">
                        <a:avLst/>
                      </a:prstGeom>
                      <a:noFill/>
                      <a:ln w="38100">
                        <a:noFill/>
                        <a:miter/>
                      </a:ln>
                    </p:spPr>
                  </p:pic>
                </p:oleObj>
              </mc:Fallback>
            </mc:AlternateContent>
          </a:graphicData>
        </a:graphic>
      </p:graphicFrame>
      <p:graphicFrame>
        <p:nvGraphicFramePr>
          <p:cNvPr id="28727" name="Object 55"/>
          <p:cNvGraphicFramePr>
            <a:graphicFrameLocks noChangeAspect="1"/>
          </p:cNvGraphicFramePr>
          <p:nvPr/>
        </p:nvGraphicFramePr>
        <p:xfrm>
          <a:off x="4929188" y="504825"/>
          <a:ext cx="247650" cy="304800"/>
        </p:xfrm>
        <a:graphic>
          <a:graphicData uri="http://schemas.openxmlformats.org/presentationml/2006/ole">
            <mc:AlternateContent xmlns:mc="http://schemas.openxmlformats.org/markup-compatibility/2006">
              <mc:Choice xmlns:v="urn:schemas-microsoft-com:vml" Requires="v">
                <p:oleObj r:id="rId10" imgW="165100" imgH="203200" progId="Equation.DSMT4">
                  <p:embed/>
                </p:oleObj>
              </mc:Choice>
              <mc:Fallback>
                <p:oleObj r:id="rId10" imgW="165100" imgH="203200" progId="Equation.DSMT4">
                  <p:embed/>
                  <p:pic>
                    <p:nvPicPr>
                      <p:cNvPr id="0" name="图片 4227"/>
                      <p:cNvPicPr/>
                      <p:nvPr/>
                    </p:nvPicPr>
                    <p:blipFill>
                      <a:blip r:embed="rId11"/>
                      <a:stretch>
                        <a:fillRect/>
                      </a:stretch>
                    </p:blipFill>
                    <p:spPr>
                      <a:xfrm>
                        <a:off x="4929188" y="504825"/>
                        <a:ext cx="247650" cy="304800"/>
                      </a:xfrm>
                      <a:prstGeom prst="rect">
                        <a:avLst/>
                      </a:prstGeom>
                      <a:noFill/>
                      <a:ln w="38100">
                        <a:noFill/>
                        <a:miter/>
                      </a:ln>
                    </p:spPr>
                  </p:pic>
                </p:oleObj>
              </mc:Fallback>
            </mc:AlternateContent>
          </a:graphicData>
        </a:graphic>
      </p:graphicFrame>
      <p:sp>
        <p:nvSpPr>
          <p:cNvPr id="28696" name="Rectangle 24"/>
          <p:cNvSpPr/>
          <p:nvPr/>
        </p:nvSpPr>
        <p:spPr>
          <a:xfrm>
            <a:off x="457200" y="4352925"/>
            <a:ext cx="8164513" cy="457200"/>
          </a:xfrm>
          <a:prstGeom prst="rect">
            <a:avLst/>
          </a:prstGeom>
          <a:noFill/>
          <a:ln w="9525">
            <a:noFill/>
          </a:ln>
        </p:spPr>
        <p:txBody>
          <a:bodyPr wrap="none"/>
          <a:lstStyle/>
          <a:p>
            <a:r>
              <a:rPr lang="en-US" altLang="zh-CN" sz="2400" b="1" i="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从而 </a:t>
            </a:r>
            <a:r>
              <a:rPr lang="en-US" altLang="zh-CN" sz="2400" b="1" i="1" dirty="0">
                <a:solidFill>
                  <a:srgbClr val="000000"/>
                </a:solidFill>
                <a:latin typeface="Times New Roman" panose="02020603050405020304" pitchFamily="18" charset="0"/>
                <a:ea typeface="楷体_GB2312"/>
              </a:rPr>
              <a:t>b</a:t>
            </a:r>
            <a:r>
              <a:rPr lang="en-US" altLang="zh-CN" sz="2400" b="1" i="1" baseline="-25000" dirty="0">
                <a:solidFill>
                  <a:srgbClr val="000000"/>
                </a:solidFill>
                <a:latin typeface="Times New Roman" panose="02020603050405020304" pitchFamily="18" charset="0"/>
                <a:ea typeface="楷体_GB2312"/>
              </a:rPr>
              <a:t>ij</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都不出现</a:t>
            </a:r>
            <a:r>
              <a:rPr lang="en-US" altLang="zh-CN" sz="2400" b="1" dirty="0">
                <a:solidFill>
                  <a:srgbClr val="000000"/>
                </a:solidFill>
                <a:latin typeface="楷体_GB2312"/>
                <a:ea typeface="楷体_GB2312"/>
              </a:rPr>
              <a:t>.</a:t>
            </a:r>
          </a:p>
        </p:txBody>
      </p:sp>
      <p:graphicFrame>
        <p:nvGraphicFramePr>
          <p:cNvPr id="28733" name="Object 61"/>
          <p:cNvGraphicFramePr>
            <a:graphicFrameLocks noChangeAspect="1"/>
          </p:cNvGraphicFramePr>
          <p:nvPr/>
        </p:nvGraphicFramePr>
        <p:xfrm>
          <a:off x="2451100" y="433388"/>
          <a:ext cx="1447800" cy="2724150"/>
        </p:xfrm>
        <a:graphic>
          <a:graphicData uri="http://schemas.openxmlformats.org/presentationml/2006/ole">
            <mc:AlternateContent xmlns:mc="http://schemas.openxmlformats.org/markup-compatibility/2006">
              <mc:Choice xmlns:v="urn:schemas-microsoft-com:vml" Requires="v">
                <p:oleObj r:id="rId12" imgW="965200" imgH="1816100" progId="Equation.DSMT4">
                  <p:embed/>
                </p:oleObj>
              </mc:Choice>
              <mc:Fallback>
                <p:oleObj r:id="rId12" imgW="965200" imgH="1816100" progId="Equation.DSMT4">
                  <p:embed/>
                  <p:pic>
                    <p:nvPicPr>
                      <p:cNvPr id="0" name="图片 4226"/>
                      <p:cNvPicPr/>
                      <p:nvPr/>
                    </p:nvPicPr>
                    <p:blipFill>
                      <a:blip r:embed="rId13"/>
                      <a:stretch>
                        <a:fillRect/>
                      </a:stretch>
                    </p:blipFill>
                    <p:spPr>
                      <a:xfrm>
                        <a:off x="2451100" y="433388"/>
                        <a:ext cx="1447800" cy="2724150"/>
                      </a:xfrm>
                      <a:prstGeom prst="rect">
                        <a:avLst/>
                      </a:prstGeom>
                      <a:noFill/>
                      <a:ln w="38100">
                        <a:noFill/>
                        <a:miter/>
                      </a:ln>
                    </p:spPr>
                  </p:pic>
                </p:oleObj>
              </mc:Fallback>
            </mc:AlternateContent>
          </a:graphicData>
        </a:graphic>
      </p:graphicFrame>
      <p:graphicFrame>
        <p:nvGraphicFramePr>
          <p:cNvPr id="28734" name="Object 62"/>
          <p:cNvGraphicFramePr>
            <a:graphicFrameLocks noChangeAspect="1"/>
          </p:cNvGraphicFramePr>
          <p:nvPr/>
        </p:nvGraphicFramePr>
        <p:xfrm>
          <a:off x="4051300" y="395288"/>
          <a:ext cx="1066800" cy="2801937"/>
        </p:xfrm>
        <a:graphic>
          <a:graphicData uri="http://schemas.openxmlformats.org/presentationml/2006/ole">
            <mc:AlternateContent xmlns:mc="http://schemas.openxmlformats.org/markup-compatibility/2006">
              <mc:Choice xmlns:v="urn:schemas-microsoft-com:vml" Requires="v">
                <p:oleObj r:id="rId14" imgW="711200" imgH="1866900" progId="Equation.DSMT4">
                  <p:embed/>
                </p:oleObj>
              </mc:Choice>
              <mc:Fallback>
                <p:oleObj r:id="rId14" imgW="711200" imgH="1866900" progId="Equation.DSMT4">
                  <p:embed/>
                  <p:pic>
                    <p:nvPicPr>
                      <p:cNvPr id="0" name="图片 4225"/>
                      <p:cNvPicPr/>
                      <p:nvPr/>
                    </p:nvPicPr>
                    <p:blipFill>
                      <a:blip r:embed="rId15"/>
                      <a:stretch>
                        <a:fillRect/>
                      </a:stretch>
                    </p:blipFill>
                    <p:spPr>
                      <a:xfrm>
                        <a:off x="4051300" y="395288"/>
                        <a:ext cx="1066800" cy="2801937"/>
                      </a:xfrm>
                      <a:prstGeom prst="rect">
                        <a:avLst/>
                      </a:prstGeom>
                      <a:noFill/>
                      <a:ln w="38100">
                        <a:noFill/>
                        <a:miter/>
                      </a:ln>
                    </p:spPr>
                  </p:pic>
                </p:oleObj>
              </mc:Fallback>
            </mc:AlternateContent>
          </a:graphicData>
        </a:graphic>
      </p:graphicFrame>
      <p:sp>
        <p:nvSpPr>
          <p:cNvPr id="50" name="矩形 49"/>
          <p:cNvSpPr/>
          <p:nvPr/>
        </p:nvSpPr>
        <p:spPr>
          <a:xfrm>
            <a:off x="6099175" y="1143000"/>
            <a:ext cx="1000125" cy="428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n-lt"/>
              <a:ea typeface="+mn-ea"/>
              <a:cs typeface="+mn-cs"/>
            </a:endParaRPr>
          </a:p>
        </p:txBody>
      </p:sp>
      <p:sp>
        <p:nvSpPr>
          <p:cNvPr id="51" name="矩形 50"/>
          <p:cNvSpPr/>
          <p:nvPr/>
        </p:nvSpPr>
        <p:spPr>
          <a:xfrm>
            <a:off x="6099175" y="1571625"/>
            <a:ext cx="1000125" cy="428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n-lt"/>
              <a:ea typeface="+mn-ea"/>
              <a:cs typeface="+mn-cs"/>
            </a:endParaRPr>
          </a:p>
        </p:txBody>
      </p:sp>
      <p:sp>
        <p:nvSpPr>
          <p:cNvPr id="52" name="矩形 51"/>
          <p:cNvSpPr/>
          <p:nvPr/>
        </p:nvSpPr>
        <p:spPr>
          <a:xfrm>
            <a:off x="6099175" y="2000250"/>
            <a:ext cx="1000125" cy="428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n-lt"/>
              <a:ea typeface="+mn-ea"/>
              <a:cs typeface="+mn-cs"/>
            </a:endParaRPr>
          </a:p>
        </p:txBody>
      </p:sp>
      <p:sp>
        <p:nvSpPr>
          <p:cNvPr id="53" name="矩形 52"/>
          <p:cNvSpPr/>
          <p:nvPr/>
        </p:nvSpPr>
        <p:spPr>
          <a:xfrm>
            <a:off x="6099175" y="2428875"/>
            <a:ext cx="1000125" cy="428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animEffect transition="in" filter="blinds(horizontal)">
                                      <p:cBhvr>
                                        <p:cTn id="7" dur="500"/>
                                        <p:tgtEl>
                                          <p:spTgt spid="2867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8676"/>
                                        </p:tgtEl>
                                        <p:attrNameLst>
                                          <p:attrName>style.visibility</p:attrName>
                                        </p:attrNameLst>
                                      </p:cBhvr>
                                      <p:to>
                                        <p:strVal val="visible"/>
                                      </p:to>
                                    </p:set>
                                    <p:animEffect transition="in" filter="blinds(horizontal)">
                                      <p:cBhvr>
                                        <p:cTn id="10" dur="500"/>
                                        <p:tgtEl>
                                          <p:spTgt spid="2867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8674">
                                            <p:txEl>
                                              <p:pRg st="1" end="1"/>
                                            </p:txEl>
                                          </p:spTgt>
                                        </p:tgtEl>
                                        <p:attrNameLst>
                                          <p:attrName>style.visibility</p:attrName>
                                        </p:attrNameLst>
                                      </p:cBhvr>
                                      <p:to>
                                        <p:strVal val="visible"/>
                                      </p:to>
                                    </p:set>
                                    <p:animEffect transition="in" filter="wipe(left)">
                                      <p:cBhvr>
                                        <p:cTn id="15" dur="500"/>
                                        <p:tgtEl>
                                          <p:spTgt spid="2867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xit" presetSubtype="16" fill="hold" nodeType="clickEffect">
                                  <p:stCondLst>
                                    <p:cond delay="0"/>
                                  </p:stCondLst>
                                  <p:childTnLst>
                                    <p:animEffect transition="out" filter="box(in)">
                                      <p:cBhvr>
                                        <p:cTn id="19" dur="500"/>
                                        <p:tgtEl>
                                          <p:spTgt spid="3"/>
                                        </p:tgtEl>
                                      </p:cBhvr>
                                    </p:animEffect>
                                    <p:set>
                                      <p:cBhvr>
                                        <p:cTn id="20" dur="1" fill="hold">
                                          <p:stCondLst>
                                            <p:cond delay="499"/>
                                          </p:stCondLst>
                                        </p:cTn>
                                        <p:tgtEl>
                                          <p:spTgt spid="3"/>
                                        </p:tgtEl>
                                        <p:attrNameLst>
                                          <p:attrName>style.visibility</p:attrName>
                                        </p:attrNameLst>
                                      </p:cBhvr>
                                      <p:to>
                                        <p:strVal val="hidden"/>
                                      </p:to>
                                    </p:set>
                                  </p:childTnLst>
                                </p:cTn>
                              </p:par>
                            </p:childTnLst>
                          </p:cTn>
                        </p:par>
                        <p:par>
                          <p:cTn id="21" fill="hold">
                            <p:stCondLst>
                              <p:cond delay="500"/>
                            </p:stCondLst>
                            <p:childTnLst>
                              <p:par>
                                <p:cTn id="22" presetID="18" presetClass="entr" presetSubtype="6"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strips(downRight)">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8698"/>
                                        </p:tgtEl>
                                        <p:attrNameLst>
                                          <p:attrName>style.visibility</p:attrName>
                                        </p:attrNameLst>
                                      </p:cBhvr>
                                      <p:to>
                                        <p:strVal val="visible"/>
                                      </p:to>
                                    </p:set>
                                    <p:animEffect transition="in" filter="wipe(left)">
                                      <p:cBhvr>
                                        <p:cTn id="29" dur="500"/>
                                        <p:tgtEl>
                                          <p:spTgt spid="28698"/>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xit" presetSubtype="16" fill="hold" nodeType="clickEffect">
                                  <p:stCondLst>
                                    <p:cond delay="0"/>
                                  </p:stCondLst>
                                  <p:childTnLst>
                                    <p:animEffect transition="out" filter="box(in)">
                                      <p:cBhvr>
                                        <p:cTn id="33" dur="500"/>
                                        <p:tgtEl>
                                          <p:spTgt spid="28734"/>
                                        </p:tgtEl>
                                      </p:cBhvr>
                                    </p:animEffect>
                                    <p:set>
                                      <p:cBhvr>
                                        <p:cTn id="34" dur="1" fill="hold">
                                          <p:stCondLst>
                                            <p:cond delay="499"/>
                                          </p:stCondLst>
                                        </p:cTn>
                                        <p:tgtEl>
                                          <p:spTgt spid="28734"/>
                                        </p:tgtEl>
                                        <p:attrNameLst>
                                          <p:attrName>style.visibility</p:attrName>
                                        </p:attrNameLst>
                                      </p:cBhvr>
                                      <p:to>
                                        <p:strVal val="hidden"/>
                                      </p:to>
                                    </p:set>
                                  </p:childTnLst>
                                </p:cTn>
                              </p:par>
                            </p:childTnLst>
                          </p:cTn>
                        </p:par>
                        <p:par>
                          <p:cTn id="35" fill="hold">
                            <p:stCondLst>
                              <p:cond delay="500"/>
                            </p:stCondLst>
                            <p:childTnLst>
                              <p:par>
                                <p:cTn id="36" presetID="4" presetClass="entr" presetSubtype="16" fill="hold" nodeType="afterEffect">
                                  <p:stCondLst>
                                    <p:cond delay="0"/>
                                  </p:stCondLst>
                                  <p:childTnLst>
                                    <p:set>
                                      <p:cBhvr>
                                        <p:cTn id="37" dur="1" fill="hold">
                                          <p:stCondLst>
                                            <p:cond delay="0"/>
                                          </p:stCondLst>
                                        </p:cTn>
                                        <p:tgtEl>
                                          <p:spTgt spid="28701"/>
                                        </p:tgtEl>
                                        <p:attrNameLst>
                                          <p:attrName>style.visibility</p:attrName>
                                        </p:attrNameLst>
                                      </p:cBhvr>
                                      <p:to>
                                        <p:strVal val="visible"/>
                                      </p:to>
                                    </p:set>
                                    <p:animEffect transition="in" filter="box(in)">
                                      <p:cBhvr>
                                        <p:cTn id="38" dur="500"/>
                                        <p:tgtEl>
                                          <p:spTgt spid="28701"/>
                                        </p:tgtEl>
                                      </p:cBhvr>
                                    </p:animEffect>
                                  </p:childTnLst>
                                </p:cTn>
                              </p:par>
                            </p:childTnLst>
                          </p:cTn>
                        </p:par>
                      </p:childTnLst>
                    </p:cTn>
                  </p:par>
                  <p:par>
                    <p:cTn id="39" fill="hold">
                      <p:stCondLst>
                        <p:cond delay="indefinite"/>
                      </p:stCondLst>
                      <p:childTnLst>
                        <p:par>
                          <p:cTn id="40" fill="hold">
                            <p:stCondLst>
                              <p:cond delay="0"/>
                            </p:stCondLst>
                            <p:childTnLst>
                              <p:par>
                                <p:cTn id="41" presetID="29" presetClass="exit" presetSubtype="0" fill="hold" grpId="0" nodeType="clickEffect">
                                  <p:stCondLst>
                                    <p:cond delay="0"/>
                                  </p:stCondLst>
                                  <p:childTnLst>
                                    <p:anim calcmode="lin" valueType="num">
                                      <p:cBhvr>
                                        <p:cTn id="42" dur="1000"/>
                                        <p:tgtEl>
                                          <p:spTgt spid="28692"/>
                                        </p:tgtEl>
                                        <p:attrNameLst>
                                          <p:attrName>ppt_x</p:attrName>
                                        </p:attrNameLst>
                                      </p:cBhvr>
                                      <p:tavLst>
                                        <p:tav tm="0">
                                          <p:val>
                                            <p:strVal val="ppt_x"/>
                                          </p:val>
                                        </p:tav>
                                        <p:tav tm="100000">
                                          <p:val>
                                            <p:strVal val="ppt_x-.2"/>
                                          </p:val>
                                        </p:tav>
                                      </p:tavLst>
                                    </p:anim>
                                    <p:anim calcmode="lin" valueType="num">
                                      <p:cBhvr>
                                        <p:cTn id="43" dur="1000"/>
                                        <p:tgtEl>
                                          <p:spTgt spid="28692"/>
                                        </p:tgtEl>
                                        <p:attrNameLst>
                                          <p:attrName>ppt_y</p:attrName>
                                        </p:attrNameLst>
                                      </p:cBhvr>
                                      <p:tavLst>
                                        <p:tav tm="0">
                                          <p:val>
                                            <p:strVal val="ppt_y"/>
                                          </p:val>
                                        </p:tav>
                                        <p:tav tm="100000">
                                          <p:val>
                                            <p:strVal val="ppt_y"/>
                                          </p:val>
                                        </p:tav>
                                      </p:tavLst>
                                    </p:anim>
                                    <p:animEffect transition="out" filter="fade">
                                      <p:cBhvr>
                                        <p:cTn id="44" dur="1000"/>
                                        <p:tgtEl>
                                          <p:spTgt spid="28692"/>
                                        </p:tgtEl>
                                      </p:cBhvr>
                                    </p:animEffect>
                                    <p:set>
                                      <p:cBhvr>
                                        <p:cTn id="45" dur="1" fill="hold">
                                          <p:stCondLst>
                                            <p:cond delay="999"/>
                                          </p:stCondLst>
                                        </p:cTn>
                                        <p:tgtEl>
                                          <p:spTgt spid="28692"/>
                                        </p:tgtEl>
                                        <p:attrNameLst>
                                          <p:attrName>style.visibility</p:attrName>
                                        </p:attrNameLst>
                                      </p:cBhvr>
                                      <p:to>
                                        <p:strVal val="hidden"/>
                                      </p:to>
                                    </p:set>
                                  </p:childTnLst>
                                </p:cTn>
                              </p:par>
                            </p:childTnLst>
                          </p:cTn>
                        </p:par>
                        <p:par>
                          <p:cTn id="46" fill="hold">
                            <p:stCondLst>
                              <p:cond delay="1000"/>
                            </p:stCondLst>
                            <p:childTnLst>
                              <p:par>
                                <p:cTn id="47" presetID="12" presetClass="entr" presetSubtype="4" fill="hold" grpId="0" nodeType="afterEffect">
                                  <p:stCondLst>
                                    <p:cond delay="0"/>
                                  </p:stCondLst>
                                  <p:childTnLst>
                                    <p:set>
                                      <p:cBhvr>
                                        <p:cTn id="48" dur="1" fill="hold">
                                          <p:stCondLst>
                                            <p:cond delay="0"/>
                                          </p:stCondLst>
                                        </p:cTn>
                                        <p:tgtEl>
                                          <p:spTgt spid="28704"/>
                                        </p:tgtEl>
                                        <p:attrNameLst>
                                          <p:attrName>style.visibility</p:attrName>
                                        </p:attrNameLst>
                                      </p:cBhvr>
                                      <p:to>
                                        <p:strVal val="visible"/>
                                      </p:to>
                                    </p:set>
                                    <p:animEffect transition="in" filter="slide(fromBottom)">
                                      <p:cBhvr>
                                        <p:cTn id="49" dur="500"/>
                                        <p:tgtEl>
                                          <p:spTgt spid="28704"/>
                                        </p:tgtEl>
                                      </p:cBhvr>
                                    </p:animEffect>
                                  </p:childTnLst>
                                </p:cTn>
                              </p:par>
                            </p:childTnLst>
                          </p:cTn>
                        </p:par>
                      </p:childTnLst>
                    </p:cTn>
                  </p:par>
                  <p:par>
                    <p:cTn id="50" fill="hold">
                      <p:stCondLst>
                        <p:cond delay="indefinite"/>
                      </p:stCondLst>
                      <p:childTnLst>
                        <p:par>
                          <p:cTn id="51" fill="hold">
                            <p:stCondLst>
                              <p:cond delay="0"/>
                            </p:stCondLst>
                            <p:childTnLst>
                              <p:par>
                                <p:cTn id="52" presetID="20" presetClass="entr" presetSubtype="0" fill="hold" grpId="0" nodeType="clickEffect">
                                  <p:stCondLst>
                                    <p:cond delay="0"/>
                                  </p:stCondLst>
                                  <p:childTnLst>
                                    <p:set>
                                      <p:cBhvr>
                                        <p:cTn id="53" dur="1" fill="hold">
                                          <p:stCondLst>
                                            <p:cond delay="0"/>
                                          </p:stCondLst>
                                        </p:cTn>
                                        <p:tgtEl>
                                          <p:spTgt spid="45"/>
                                        </p:tgtEl>
                                        <p:attrNameLst>
                                          <p:attrName>style.visibility</p:attrName>
                                        </p:attrNameLst>
                                      </p:cBhvr>
                                      <p:to>
                                        <p:strVal val="visible"/>
                                      </p:to>
                                    </p:set>
                                    <p:animEffect transition="in" filter="wedge">
                                      <p:cBhvr>
                                        <p:cTn id="54" dur="1000"/>
                                        <p:tgtEl>
                                          <p:spTgt spid="4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8696"/>
                                        </p:tgtEl>
                                        <p:attrNameLst>
                                          <p:attrName>style.visibility</p:attrName>
                                        </p:attrNameLst>
                                      </p:cBhvr>
                                      <p:to>
                                        <p:strVal val="visible"/>
                                      </p:to>
                                    </p:set>
                                    <p:animEffect transition="in" filter="wipe(left)">
                                      <p:cBhvr>
                                        <p:cTn id="59" dur="500"/>
                                        <p:tgtEl>
                                          <p:spTgt spid="28696"/>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xit" presetSubtype="16" fill="hold" nodeType="clickEffect">
                                  <p:stCondLst>
                                    <p:cond delay="0"/>
                                  </p:stCondLst>
                                  <p:childTnLst>
                                    <p:animEffect transition="out" filter="box(in)">
                                      <p:cBhvr>
                                        <p:cTn id="63" dur="500"/>
                                        <p:tgtEl>
                                          <p:spTgt spid="2"/>
                                        </p:tgtEl>
                                      </p:cBhvr>
                                    </p:animEffect>
                                    <p:set>
                                      <p:cBhvr>
                                        <p:cTn id="64" dur="1" fill="hold">
                                          <p:stCondLst>
                                            <p:cond delay="499"/>
                                          </p:stCondLst>
                                        </p:cTn>
                                        <p:tgtEl>
                                          <p:spTgt spid="2"/>
                                        </p:tgtEl>
                                        <p:attrNameLst>
                                          <p:attrName>style.visibility</p:attrName>
                                        </p:attrNameLst>
                                      </p:cBhvr>
                                      <p:to>
                                        <p:strVal val="hidden"/>
                                      </p:to>
                                    </p:set>
                                  </p:childTnLst>
                                </p:cTn>
                              </p:par>
                              <p:par>
                                <p:cTn id="65" presetID="4" presetClass="exit" presetSubtype="16" fill="hold" grpId="0" nodeType="withEffect">
                                  <p:stCondLst>
                                    <p:cond delay="0"/>
                                  </p:stCondLst>
                                  <p:childTnLst>
                                    <p:animEffect transition="out" filter="box(in)">
                                      <p:cBhvr>
                                        <p:cTn id="66" dur="500"/>
                                        <p:tgtEl>
                                          <p:spTgt spid="28693"/>
                                        </p:tgtEl>
                                      </p:cBhvr>
                                    </p:animEffect>
                                    <p:set>
                                      <p:cBhvr>
                                        <p:cTn id="67" dur="1" fill="hold">
                                          <p:stCondLst>
                                            <p:cond delay="499"/>
                                          </p:stCondLst>
                                        </p:cTn>
                                        <p:tgtEl>
                                          <p:spTgt spid="28693"/>
                                        </p:tgtEl>
                                        <p:attrNameLst>
                                          <p:attrName>style.visibility</p:attrName>
                                        </p:attrNameLst>
                                      </p:cBhvr>
                                      <p:to>
                                        <p:strVal val="hidden"/>
                                      </p:to>
                                    </p:set>
                                  </p:childTnLst>
                                </p:cTn>
                              </p:par>
                              <p:par>
                                <p:cTn id="68" presetID="4" presetClass="exit" presetSubtype="16" fill="hold" grpId="0" nodeType="withEffect">
                                  <p:stCondLst>
                                    <p:cond delay="0"/>
                                  </p:stCondLst>
                                  <p:childTnLst>
                                    <p:animEffect transition="out" filter="box(in)">
                                      <p:cBhvr>
                                        <p:cTn id="69" dur="500"/>
                                        <p:tgtEl>
                                          <p:spTgt spid="28694"/>
                                        </p:tgtEl>
                                      </p:cBhvr>
                                    </p:animEffect>
                                    <p:set>
                                      <p:cBhvr>
                                        <p:cTn id="70" dur="1" fill="hold">
                                          <p:stCondLst>
                                            <p:cond delay="499"/>
                                          </p:stCondLst>
                                        </p:cTn>
                                        <p:tgtEl>
                                          <p:spTgt spid="28694"/>
                                        </p:tgtEl>
                                        <p:attrNameLst>
                                          <p:attrName>style.visibility</p:attrName>
                                        </p:attrNameLst>
                                      </p:cBhvr>
                                      <p:to>
                                        <p:strVal val="hidden"/>
                                      </p:to>
                                    </p:set>
                                  </p:childTnLst>
                                </p:cTn>
                              </p:par>
                              <p:par>
                                <p:cTn id="71" presetID="4" presetClass="exit" presetSubtype="16" fill="hold" grpId="1" nodeType="withEffect">
                                  <p:stCondLst>
                                    <p:cond delay="0"/>
                                  </p:stCondLst>
                                  <p:childTnLst>
                                    <p:animEffect transition="out" filter="box(in)">
                                      <p:cBhvr>
                                        <p:cTn id="72" dur="500"/>
                                        <p:tgtEl>
                                          <p:spTgt spid="45"/>
                                        </p:tgtEl>
                                      </p:cBhvr>
                                    </p:animEffect>
                                    <p:set>
                                      <p:cBhvr>
                                        <p:cTn id="73" dur="1" fill="hold">
                                          <p:stCondLst>
                                            <p:cond delay="499"/>
                                          </p:stCondLst>
                                        </p:cTn>
                                        <p:tgtEl>
                                          <p:spTgt spid="45"/>
                                        </p:tgtEl>
                                        <p:attrNameLst>
                                          <p:attrName>style.visibility</p:attrName>
                                        </p:attrNameLst>
                                      </p:cBhvr>
                                      <p:to>
                                        <p:strVal val="hidden"/>
                                      </p:to>
                                    </p:set>
                                  </p:childTnLst>
                                </p:cTn>
                              </p:par>
                              <p:par>
                                <p:cTn id="74" presetID="4" presetClass="exit" presetSubtype="16" fill="hold" nodeType="withEffect">
                                  <p:stCondLst>
                                    <p:cond delay="0"/>
                                  </p:stCondLst>
                                  <p:childTnLst>
                                    <p:animEffect transition="out" filter="box(in)">
                                      <p:cBhvr>
                                        <p:cTn id="75" dur="500"/>
                                        <p:tgtEl>
                                          <p:spTgt spid="28733"/>
                                        </p:tgtEl>
                                      </p:cBhvr>
                                    </p:animEffect>
                                    <p:set>
                                      <p:cBhvr>
                                        <p:cTn id="76" dur="1" fill="hold">
                                          <p:stCondLst>
                                            <p:cond delay="499"/>
                                          </p:stCondLst>
                                        </p:cTn>
                                        <p:tgtEl>
                                          <p:spTgt spid="28733"/>
                                        </p:tgtEl>
                                        <p:attrNameLst>
                                          <p:attrName>style.visibility</p:attrName>
                                        </p:attrNameLst>
                                      </p:cBhvr>
                                      <p:to>
                                        <p:strVal val="hidden"/>
                                      </p:to>
                                    </p:set>
                                  </p:childTnLst>
                                </p:cTn>
                              </p:par>
                            </p:childTnLst>
                          </p:cTn>
                        </p:par>
                        <p:par>
                          <p:cTn id="77" fill="hold">
                            <p:stCondLst>
                              <p:cond delay="500"/>
                            </p:stCondLst>
                            <p:childTnLst>
                              <p:par>
                                <p:cTn id="78" presetID="35" presetClass="path" presetSubtype="0" accel="50000" decel="50000" fill="hold" nodeType="afterEffect">
                                  <p:stCondLst>
                                    <p:cond delay="0"/>
                                  </p:stCondLst>
                                  <p:childTnLst>
                                    <p:animMotion origin="layout" path="M -0.01163 3.33333E-6 L -0.18177 0.00185 " pathEditMode="relative" rAng="0" ptsTypes="AA">
                                      <p:cBhvr>
                                        <p:cTn id="79" dur="2000" fill="hold"/>
                                        <p:tgtEl>
                                          <p:spTgt spid="28701"/>
                                        </p:tgtEl>
                                        <p:attrNameLst>
                                          <p:attrName>ppt_x</p:attrName>
                                          <p:attrName>ppt_y</p:attrName>
                                        </p:attrNameLst>
                                      </p:cBhvr>
                                      <p:rCtr x="-8500" y="100"/>
                                    </p:animMotion>
                                  </p:childTnLst>
                                </p:cTn>
                              </p:par>
                              <p:par>
                                <p:cTn id="80" presetID="18" presetClass="entr" presetSubtype="6" fill="hold" nodeType="withEffect">
                                  <p:stCondLst>
                                    <p:cond delay="0"/>
                                  </p:stCondLst>
                                  <p:childTnLst>
                                    <p:set>
                                      <p:cBhvr>
                                        <p:cTn id="81" dur="1" fill="hold">
                                          <p:stCondLst>
                                            <p:cond delay="0"/>
                                          </p:stCondLst>
                                        </p:cTn>
                                        <p:tgtEl>
                                          <p:spTgt spid="4"/>
                                        </p:tgtEl>
                                        <p:attrNameLst>
                                          <p:attrName>style.visibility</p:attrName>
                                        </p:attrNameLst>
                                      </p:cBhvr>
                                      <p:to>
                                        <p:strVal val="visible"/>
                                      </p:to>
                                    </p:set>
                                    <p:animEffect transition="in" filter="strips(downRight)">
                                      <p:cBhvr>
                                        <p:cTn id="82" dur="2000"/>
                                        <p:tgtEl>
                                          <p:spTgt spid="4"/>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8725"/>
                                        </p:tgtEl>
                                        <p:attrNameLst>
                                          <p:attrName>style.visibility</p:attrName>
                                        </p:attrNameLst>
                                      </p:cBhvr>
                                      <p:to>
                                        <p:strVal val="visible"/>
                                      </p:to>
                                    </p:set>
                                    <p:animEffect transition="in" filter="blinds(horizontal)">
                                      <p:cBhvr>
                                        <p:cTn id="87" dur="500"/>
                                        <p:tgtEl>
                                          <p:spTgt spid="28725"/>
                                        </p:tgtEl>
                                      </p:cBhvr>
                                    </p:animEffect>
                                  </p:childTnLst>
                                </p:cTn>
                              </p:par>
                              <p:par>
                                <p:cTn id="88" presetID="3" presetClass="entr" presetSubtype="10" fill="hold" nodeType="withEffect">
                                  <p:stCondLst>
                                    <p:cond delay="0"/>
                                  </p:stCondLst>
                                  <p:childTnLst>
                                    <p:set>
                                      <p:cBhvr>
                                        <p:cTn id="89" dur="1" fill="hold">
                                          <p:stCondLst>
                                            <p:cond delay="0"/>
                                          </p:stCondLst>
                                        </p:cTn>
                                        <p:tgtEl>
                                          <p:spTgt spid="28727"/>
                                        </p:tgtEl>
                                        <p:attrNameLst>
                                          <p:attrName>style.visibility</p:attrName>
                                        </p:attrNameLst>
                                      </p:cBhvr>
                                      <p:to>
                                        <p:strVal val="visible"/>
                                      </p:to>
                                    </p:set>
                                    <p:animEffect transition="in" filter="blinds(horizontal)">
                                      <p:cBhvr>
                                        <p:cTn id="90" dur="500"/>
                                        <p:tgtEl>
                                          <p:spTgt spid="28727"/>
                                        </p:tgtEl>
                                      </p:cBhvr>
                                    </p:animEffect>
                                  </p:childTnLst>
                                </p:cTn>
                              </p:par>
                            </p:childTnLst>
                          </p:cTn>
                        </p:par>
                        <p:par>
                          <p:cTn id="91" fill="hold">
                            <p:stCondLst>
                              <p:cond delay="500"/>
                            </p:stCondLst>
                            <p:childTnLst>
                              <p:par>
                                <p:cTn id="92" presetID="4" presetClass="entr" presetSubtype="16" fill="hold" nodeType="afterEffect">
                                  <p:stCondLst>
                                    <p:cond delay="0"/>
                                  </p:stCondLst>
                                  <p:childTnLst>
                                    <p:set>
                                      <p:cBhvr>
                                        <p:cTn id="93" dur="1" fill="hold">
                                          <p:stCondLst>
                                            <p:cond delay="0"/>
                                          </p:stCondLst>
                                        </p:cTn>
                                        <p:tgtEl>
                                          <p:spTgt spid="28726"/>
                                        </p:tgtEl>
                                        <p:attrNameLst>
                                          <p:attrName>style.visibility</p:attrName>
                                        </p:attrNameLst>
                                      </p:cBhvr>
                                      <p:to>
                                        <p:strVal val="visible"/>
                                      </p:to>
                                    </p:set>
                                    <p:animEffect transition="in" filter="box(in)">
                                      <p:cBhvr>
                                        <p:cTn id="94" dur="500"/>
                                        <p:tgtEl>
                                          <p:spTgt spid="28726"/>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xit" presetSubtype="8" fill="hold" grpId="0" nodeType="clickEffect">
                                  <p:stCondLst>
                                    <p:cond delay="0"/>
                                  </p:stCondLst>
                                  <p:childTnLst>
                                    <p:animEffect transition="out" filter="wipe(left)">
                                      <p:cBhvr>
                                        <p:cTn id="98" dur="500"/>
                                        <p:tgtEl>
                                          <p:spTgt spid="50"/>
                                        </p:tgtEl>
                                      </p:cBhvr>
                                    </p:animEffect>
                                    <p:set>
                                      <p:cBhvr>
                                        <p:cTn id="99" dur="1" fill="hold">
                                          <p:stCondLst>
                                            <p:cond delay="499"/>
                                          </p:stCondLst>
                                        </p:cTn>
                                        <p:tgtEl>
                                          <p:spTgt spid="50"/>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22" presetClass="exit" presetSubtype="8" fill="hold" grpId="0" nodeType="clickEffect">
                                  <p:stCondLst>
                                    <p:cond delay="0"/>
                                  </p:stCondLst>
                                  <p:childTnLst>
                                    <p:animEffect transition="out" filter="wipe(left)">
                                      <p:cBhvr>
                                        <p:cTn id="103" dur="500"/>
                                        <p:tgtEl>
                                          <p:spTgt spid="51"/>
                                        </p:tgtEl>
                                      </p:cBhvr>
                                    </p:animEffect>
                                    <p:set>
                                      <p:cBhvr>
                                        <p:cTn id="104" dur="1" fill="hold">
                                          <p:stCondLst>
                                            <p:cond delay="499"/>
                                          </p:stCondLst>
                                        </p:cTn>
                                        <p:tgtEl>
                                          <p:spTgt spid="51"/>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22" presetClass="exit" presetSubtype="8" fill="hold" grpId="0" nodeType="clickEffect">
                                  <p:stCondLst>
                                    <p:cond delay="0"/>
                                  </p:stCondLst>
                                  <p:childTnLst>
                                    <p:animEffect transition="out" filter="wipe(left)">
                                      <p:cBhvr>
                                        <p:cTn id="108" dur="500"/>
                                        <p:tgtEl>
                                          <p:spTgt spid="52"/>
                                        </p:tgtEl>
                                      </p:cBhvr>
                                    </p:animEffect>
                                    <p:set>
                                      <p:cBhvr>
                                        <p:cTn id="109" dur="1" fill="hold">
                                          <p:stCondLst>
                                            <p:cond delay="499"/>
                                          </p:stCondLst>
                                        </p:cTn>
                                        <p:tgtEl>
                                          <p:spTgt spid="52"/>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22" presetClass="exit" presetSubtype="8" fill="hold" grpId="0" nodeType="clickEffect">
                                  <p:stCondLst>
                                    <p:cond delay="0"/>
                                  </p:stCondLst>
                                  <p:childTnLst>
                                    <p:animEffect transition="out" filter="wipe(left)">
                                      <p:cBhvr>
                                        <p:cTn id="113" dur="500"/>
                                        <p:tgtEl>
                                          <p:spTgt spid="53"/>
                                        </p:tgtEl>
                                      </p:cBhvr>
                                    </p:animEffect>
                                    <p:set>
                                      <p:cBhvr>
                                        <p:cTn id="114" dur="1" fill="hold">
                                          <p:stCondLst>
                                            <p:cond delay="499"/>
                                          </p:stCondLst>
                                        </p:cTn>
                                        <p:tgtEl>
                                          <p:spTgt spid="53"/>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grpId="0" nodeType="clickEffect">
                                  <p:stCondLst>
                                    <p:cond delay="0"/>
                                  </p:stCondLst>
                                  <p:childTnLst>
                                    <p:set>
                                      <p:cBhvr>
                                        <p:cTn id="118" dur="1" fill="hold">
                                          <p:stCondLst>
                                            <p:cond delay="0"/>
                                          </p:stCondLst>
                                        </p:cTn>
                                        <p:tgtEl>
                                          <p:spTgt spid="28674">
                                            <p:txEl>
                                              <p:pRg st="2" end="2"/>
                                            </p:txEl>
                                          </p:spTgt>
                                        </p:tgtEl>
                                        <p:attrNameLst>
                                          <p:attrName>style.visibility</p:attrName>
                                        </p:attrNameLst>
                                      </p:cBhvr>
                                      <p:to>
                                        <p:strVal val="visible"/>
                                      </p:to>
                                    </p:set>
                                    <p:animEffect transition="in" filter="blinds(horizontal)">
                                      <p:cBhvr>
                                        <p:cTn id="119" dur="500"/>
                                        <p:tgtEl>
                                          <p:spTgt spid="2867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ldLvl="0" animBg="1"/>
      <p:bldP spid="45" grpId="1" bldLvl="0" animBg="1"/>
      <p:bldP spid="28704" grpId="0"/>
      <p:bldP spid="28692" grpId="0"/>
      <p:bldP spid="28674" grpId="0" build="p"/>
      <p:bldP spid="28693" grpId="0" bldLvl="0" animBg="1"/>
      <p:bldP spid="28694" grpId="0"/>
      <p:bldP spid="28698" grpId="0"/>
      <p:bldP spid="28725" grpId="0"/>
      <p:bldP spid="28696" grpId="0"/>
      <p:bldP spid="50" grpId="0" bldLvl="0" animBg="1"/>
      <p:bldP spid="51" grpId="0" bldLvl="0" animBg="1"/>
      <p:bldP spid="52" grpId="0" bldLvl="0" animBg="1"/>
      <p:bldP spid="53"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306" name="Rectangle 34"/>
          <p:cNvSpPr/>
          <p:nvPr/>
        </p:nvSpPr>
        <p:spPr>
          <a:xfrm>
            <a:off x="2095500" y="433388"/>
            <a:ext cx="1512888" cy="2665412"/>
          </a:xfrm>
          <a:prstGeom prst="rect">
            <a:avLst/>
          </a:prstGeom>
          <a:solidFill>
            <a:schemeClr val="folHlink"/>
          </a:solidFill>
          <a:ln w="28575">
            <a:noFill/>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54343" name="Rectangle 71"/>
          <p:cNvSpPr/>
          <p:nvPr/>
        </p:nvSpPr>
        <p:spPr>
          <a:xfrm>
            <a:off x="725488" y="1801813"/>
            <a:ext cx="3473450" cy="1295400"/>
          </a:xfrm>
          <a:prstGeom prst="rect">
            <a:avLst/>
          </a:prstGeom>
          <a:solidFill>
            <a:schemeClr val="folHlink"/>
          </a:solidFill>
          <a:ln w="28575">
            <a:noFill/>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54302" name="Text Box 30"/>
          <p:cNvSpPr txBox="1"/>
          <p:nvPr/>
        </p:nvSpPr>
        <p:spPr>
          <a:xfrm>
            <a:off x="869950" y="3284538"/>
            <a:ext cx="962025" cy="366712"/>
          </a:xfrm>
          <a:prstGeom prst="rect">
            <a:avLst/>
          </a:prstGeom>
          <a:noFill/>
          <a:ln w="9525">
            <a:noFill/>
          </a:ln>
        </p:spPr>
        <p:txBody>
          <a:bodyPr/>
          <a:lstStyle/>
          <a:p>
            <a:pPr algn="ctr"/>
            <a:r>
              <a:rPr lang="zh-CN" altLang="en-US" b="1" dirty="0">
                <a:solidFill>
                  <a:srgbClr val="000000"/>
                </a:solidFill>
                <a:latin typeface="Times New Roman" panose="02020603050405020304" pitchFamily="18" charset="0"/>
                <a:ea typeface="楷体_GB2312"/>
              </a:rPr>
              <a:t>前 </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列</a:t>
            </a:r>
          </a:p>
        </p:txBody>
      </p:sp>
      <p:graphicFrame>
        <p:nvGraphicFramePr>
          <p:cNvPr id="898053" name="Object 8"/>
          <p:cNvGraphicFramePr>
            <a:graphicFrameLocks noChangeAspect="1"/>
          </p:cNvGraphicFramePr>
          <p:nvPr/>
        </p:nvGraphicFramePr>
        <p:xfrm>
          <a:off x="2154238" y="404813"/>
          <a:ext cx="1447800" cy="2725737"/>
        </p:xfrm>
        <a:graphic>
          <a:graphicData uri="http://schemas.openxmlformats.org/presentationml/2006/ole">
            <mc:AlternateContent xmlns:mc="http://schemas.openxmlformats.org/markup-compatibility/2006">
              <mc:Choice xmlns:v="urn:schemas-microsoft-com:vml" Requires="v">
                <p:oleObj r:id="rId2" imgW="965200" imgH="1816100" progId="Equation.DSMT4">
                  <p:embed/>
                </p:oleObj>
              </mc:Choice>
              <mc:Fallback>
                <p:oleObj r:id="rId2" imgW="965200" imgH="1816100" progId="Equation.DSMT4">
                  <p:embed/>
                  <p:pic>
                    <p:nvPicPr>
                      <p:cNvPr id="0" name="图片 4229"/>
                      <p:cNvPicPr/>
                      <p:nvPr/>
                    </p:nvPicPr>
                    <p:blipFill>
                      <a:blip r:embed="rId3"/>
                      <a:stretch>
                        <a:fillRect/>
                      </a:stretch>
                    </p:blipFill>
                    <p:spPr>
                      <a:xfrm>
                        <a:off x="2154238" y="404813"/>
                        <a:ext cx="1447800" cy="2725737"/>
                      </a:xfrm>
                      <a:prstGeom prst="rect">
                        <a:avLst/>
                      </a:prstGeom>
                      <a:noFill/>
                      <a:ln w="38100">
                        <a:noFill/>
                        <a:miter/>
                      </a:ln>
                    </p:spPr>
                  </p:pic>
                </p:oleObj>
              </mc:Fallback>
            </mc:AlternateContent>
          </a:graphicData>
        </a:graphic>
      </p:graphicFrame>
      <p:graphicFrame>
        <p:nvGraphicFramePr>
          <p:cNvPr id="54307" name="Object 35"/>
          <p:cNvGraphicFramePr>
            <a:graphicFrameLocks noChangeAspect="1"/>
          </p:cNvGraphicFramePr>
          <p:nvPr/>
        </p:nvGraphicFramePr>
        <p:xfrm>
          <a:off x="3824288" y="385763"/>
          <a:ext cx="933450" cy="2801937"/>
        </p:xfrm>
        <a:graphic>
          <a:graphicData uri="http://schemas.openxmlformats.org/presentationml/2006/ole">
            <mc:AlternateContent xmlns:mc="http://schemas.openxmlformats.org/markup-compatibility/2006">
              <mc:Choice xmlns:v="urn:schemas-microsoft-com:vml" Requires="v">
                <p:oleObj r:id="rId4" imgW="622300" imgH="1866900" progId="Equation.DSMT4">
                  <p:embed/>
                </p:oleObj>
              </mc:Choice>
              <mc:Fallback>
                <p:oleObj r:id="rId4" imgW="622300" imgH="1866900" progId="Equation.DSMT4">
                  <p:embed/>
                  <p:pic>
                    <p:nvPicPr>
                      <p:cNvPr id="0" name="图片 4228"/>
                      <p:cNvPicPr/>
                      <p:nvPr/>
                    </p:nvPicPr>
                    <p:blipFill>
                      <a:blip r:embed="rId5"/>
                      <a:stretch>
                        <a:fillRect/>
                      </a:stretch>
                    </p:blipFill>
                    <p:spPr>
                      <a:xfrm>
                        <a:off x="3824288" y="385763"/>
                        <a:ext cx="933450" cy="2801937"/>
                      </a:xfrm>
                      <a:prstGeom prst="rect">
                        <a:avLst/>
                      </a:prstGeom>
                      <a:noFill/>
                      <a:ln w="38100">
                        <a:noFill/>
                        <a:miter/>
                      </a:ln>
                    </p:spPr>
                  </p:pic>
                </p:oleObj>
              </mc:Fallback>
            </mc:AlternateContent>
          </a:graphicData>
        </a:graphic>
      </p:graphicFrame>
      <p:grpSp>
        <p:nvGrpSpPr>
          <p:cNvPr id="2" name="Group 37"/>
          <p:cNvGrpSpPr/>
          <p:nvPr/>
        </p:nvGrpSpPr>
        <p:grpSpPr>
          <a:xfrm>
            <a:off x="698500" y="730250"/>
            <a:ext cx="3521075" cy="1420813"/>
            <a:chOff x="1882" y="1032"/>
            <a:chExt cx="2218" cy="895"/>
          </a:xfrm>
        </p:grpSpPr>
        <p:sp>
          <p:nvSpPr>
            <p:cNvPr id="898084" name="Line 38"/>
            <p:cNvSpPr/>
            <p:nvPr/>
          </p:nvSpPr>
          <p:spPr>
            <a:xfrm>
              <a:off x="1882" y="1044"/>
              <a:ext cx="182" cy="0"/>
            </a:xfrm>
            <a:prstGeom prst="line">
              <a:avLst/>
            </a:prstGeom>
            <a:ln w="28575" cap="flat" cmpd="sng">
              <a:solidFill>
                <a:srgbClr val="0000FF"/>
              </a:solidFill>
              <a:prstDash val="solid"/>
              <a:headEnd type="none" w="med" len="med"/>
              <a:tailEnd type="none" w="med" len="med"/>
            </a:ln>
          </p:spPr>
        </p:sp>
        <p:sp>
          <p:nvSpPr>
            <p:cNvPr id="898085" name="Line 39"/>
            <p:cNvSpPr/>
            <p:nvPr/>
          </p:nvSpPr>
          <p:spPr>
            <a:xfrm>
              <a:off x="2064" y="1032"/>
              <a:ext cx="0" cy="227"/>
            </a:xfrm>
            <a:prstGeom prst="line">
              <a:avLst/>
            </a:prstGeom>
            <a:ln w="28575" cap="flat" cmpd="sng">
              <a:solidFill>
                <a:srgbClr val="0000FF"/>
              </a:solidFill>
              <a:prstDash val="solid"/>
              <a:headEnd type="none" w="med" len="med"/>
              <a:tailEnd type="none" w="med" len="med"/>
            </a:ln>
          </p:spPr>
        </p:sp>
        <p:sp>
          <p:nvSpPr>
            <p:cNvPr id="898086" name="Line 40"/>
            <p:cNvSpPr/>
            <p:nvPr/>
          </p:nvSpPr>
          <p:spPr>
            <a:xfrm>
              <a:off x="2057" y="1253"/>
              <a:ext cx="182" cy="0"/>
            </a:xfrm>
            <a:prstGeom prst="line">
              <a:avLst/>
            </a:prstGeom>
            <a:ln w="28575" cap="flat" cmpd="sng">
              <a:solidFill>
                <a:srgbClr val="0000FF"/>
              </a:solidFill>
              <a:prstDash val="solid"/>
              <a:headEnd type="none" w="med" len="med"/>
              <a:tailEnd type="none" w="med" len="med"/>
            </a:ln>
          </p:spPr>
        </p:sp>
        <p:sp>
          <p:nvSpPr>
            <p:cNvPr id="898087" name="Line 41"/>
            <p:cNvSpPr/>
            <p:nvPr/>
          </p:nvSpPr>
          <p:spPr>
            <a:xfrm>
              <a:off x="2251" y="1241"/>
              <a:ext cx="0" cy="227"/>
            </a:xfrm>
            <a:prstGeom prst="line">
              <a:avLst/>
            </a:prstGeom>
            <a:ln w="28575" cap="flat" cmpd="sng">
              <a:solidFill>
                <a:srgbClr val="0000FF"/>
              </a:solidFill>
              <a:prstDash val="sysDot"/>
              <a:headEnd type="none" w="med" len="med"/>
              <a:tailEnd type="none" w="med" len="med"/>
            </a:ln>
          </p:spPr>
        </p:sp>
        <p:sp>
          <p:nvSpPr>
            <p:cNvPr id="898088" name="Line 42"/>
            <p:cNvSpPr/>
            <p:nvPr/>
          </p:nvSpPr>
          <p:spPr>
            <a:xfrm>
              <a:off x="2244" y="1462"/>
              <a:ext cx="295" cy="0"/>
            </a:xfrm>
            <a:prstGeom prst="line">
              <a:avLst/>
            </a:prstGeom>
            <a:ln w="28575" cap="flat" cmpd="sng">
              <a:solidFill>
                <a:srgbClr val="0000FF"/>
              </a:solidFill>
              <a:prstDash val="sysDot"/>
              <a:headEnd type="none" w="med" len="med"/>
              <a:tailEnd type="none" w="med" len="med"/>
            </a:ln>
          </p:spPr>
        </p:sp>
        <p:sp>
          <p:nvSpPr>
            <p:cNvPr id="898089" name="Line 43"/>
            <p:cNvSpPr/>
            <p:nvPr/>
          </p:nvSpPr>
          <p:spPr>
            <a:xfrm>
              <a:off x="2530" y="1485"/>
              <a:ext cx="0" cy="227"/>
            </a:xfrm>
            <a:prstGeom prst="line">
              <a:avLst/>
            </a:prstGeom>
            <a:ln w="28575" cap="flat" cmpd="sng">
              <a:solidFill>
                <a:srgbClr val="0000FF"/>
              </a:solidFill>
              <a:prstDash val="solid"/>
              <a:headEnd type="none" w="med" len="med"/>
              <a:tailEnd type="none" w="med" len="med"/>
            </a:ln>
          </p:spPr>
        </p:sp>
        <p:sp>
          <p:nvSpPr>
            <p:cNvPr id="898090" name="Line 44"/>
            <p:cNvSpPr/>
            <p:nvPr/>
          </p:nvSpPr>
          <p:spPr>
            <a:xfrm>
              <a:off x="2523" y="1706"/>
              <a:ext cx="1247" cy="0"/>
            </a:xfrm>
            <a:prstGeom prst="line">
              <a:avLst/>
            </a:prstGeom>
            <a:ln w="28575" cap="flat" cmpd="sng">
              <a:solidFill>
                <a:srgbClr val="0000FF"/>
              </a:solidFill>
              <a:prstDash val="solid"/>
              <a:headEnd type="none" w="med" len="med"/>
              <a:tailEnd type="none" w="med" len="med"/>
            </a:ln>
          </p:spPr>
        </p:sp>
        <p:sp>
          <p:nvSpPr>
            <p:cNvPr id="898091" name="Line 45"/>
            <p:cNvSpPr/>
            <p:nvPr/>
          </p:nvSpPr>
          <p:spPr>
            <a:xfrm>
              <a:off x="3767" y="1700"/>
              <a:ext cx="0" cy="227"/>
            </a:xfrm>
            <a:prstGeom prst="line">
              <a:avLst/>
            </a:prstGeom>
            <a:ln w="28575" cap="flat" cmpd="sng">
              <a:solidFill>
                <a:srgbClr val="0000FF"/>
              </a:solidFill>
              <a:prstDash val="solid"/>
              <a:headEnd type="none" w="med" len="med"/>
              <a:tailEnd type="none" w="med" len="med"/>
            </a:ln>
          </p:spPr>
        </p:sp>
        <p:sp>
          <p:nvSpPr>
            <p:cNvPr id="898092" name="Line 46"/>
            <p:cNvSpPr/>
            <p:nvPr/>
          </p:nvSpPr>
          <p:spPr>
            <a:xfrm>
              <a:off x="3760" y="1921"/>
              <a:ext cx="340" cy="0"/>
            </a:xfrm>
            <a:prstGeom prst="line">
              <a:avLst/>
            </a:prstGeom>
            <a:ln w="28575" cap="flat" cmpd="sng">
              <a:solidFill>
                <a:srgbClr val="0000FF"/>
              </a:solidFill>
              <a:prstDash val="solid"/>
              <a:headEnd type="none" w="med" len="med"/>
              <a:tailEnd type="none" w="med" len="med"/>
            </a:ln>
          </p:spPr>
        </p:sp>
      </p:grpSp>
      <p:graphicFrame>
        <p:nvGraphicFramePr>
          <p:cNvPr id="54281" name="Object 9"/>
          <p:cNvGraphicFramePr>
            <a:graphicFrameLocks noChangeAspect="1"/>
          </p:cNvGraphicFramePr>
          <p:nvPr/>
        </p:nvGraphicFramePr>
        <p:xfrm>
          <a:off x="3763963" y="395288"/>
          <a:ext cx="1066800" cy="2801937"/>
        </p:xfrm>
        <a:graphic>
          <a:graphicData uri="http://schemas.openxmlformats.org/presentationml/2006/ole">
            <mc:AlternateContent xmlns:mc="http://schemas.openxmlformats.org/markup-compatibility/2006">
              <mc:Choice xmlns:v="urn:schemas-microsoft-com:vml" Requires="v">
                <p:oleObj r:id="rId6" imgW="711200" imgH="1866900" progId="Equation.DSMT4">
                  <p:embed/>
                </p:oleObj>
              </mc:Choice>
              <mc:Fallback>
                <p:oleObj r:id="rId6" imgW="711200" imgH="1866900" progId="Equation.DSMT4">
                  <p:embed/>
                  <p:pic>
                    <p:nvPicPr>
                      <p:cNvPr id="0" name="图片 4232"/>
                      <p:cNvPicPr/>
                      <p:nvPr/>
                    </p:nvPicPr>
                    <p:blipFill>
                      <a:blip r:embed="rId7"/>
                      <a:stretch>
                        <a:fillRect/>
                      </a:stretch>
                    </p:blipFill>
                    <p:spPr>
                      <a:xfrm>
                        <a:off x="3763963" y="395288"/>
                        <a:ext cx="1066800" cy="2801937"/>
                      </a:xfrm>
                      <a:prstGeom prst="rect">
                        <a:avLst/>
                      </a:prstGeom>
                      <a:noFill/>
                      <a:ln w="38100">
                        <a:noFill/>
                        <a:miter/>
                      </a:ln>
                    </p:spPr>
                  </p:pic>
                </p:oleObj>
              </mc:Fallback>
            </mc:AlternateContent>
          </a:graphicData>
        </a:graphic>
      </p:graphicFrame>
      <p:sp>
        <p:nvSpPr>
          <p:cNvPr id="54337" name="Text Box 65"/>
          <p:cNvSpPr txBox="1"/>
          <p:nvPr/>
        </p:nvSpPr>
        <p:spPr>
          <a:xfrm>
            <a:off x="828675" y="3284538"/>
            <a:ext cx="1000125" cy="366712"/>
          </a:xfrm>
          <a:prstGeom prst="rect">
            <a:avLst/>
          </a:prstGeom>
          <a:noFill/>
          <a:ln w="9525">
            <a:noFill/>
          </a:ln>
        </p:spPr>
        <p:txBody>
          <a:bodyPr/>
          <a:lstStyle/>
          <a:p>
            <a:pPr algn="ctr"/>
            <a:r>
              <a:rPr lang="en-US" altLang="zh-CN" b="1" i="1" dirty="0">
                <a:solidFill>
                  <a:srgbClr val="FF0000"/>
                </a:solidFill>
                <a:latin typeface="Times New Roman" panose="02020603050405020304" pitchFamily="18" charset="0"/>
                <a:ea typeface="楷体_GB2312"/>
              </a:rPr>
              <a:t>n</a:t>
            </a:r>
            <a:r>
              <a:rPr lang="en-US" altLang="zh-CN" b="1" dirty="0">
                <a:solidFill>
                  <a:srgbClr val="000000"/>
                </a:solidFill>
                <a:latin typeface="Times New Roman" panose="02020603050405020304" pitchFamily="18" charset="0"/>
                <a:ea typeface="楷体_GB2312"/>
              </a:rPr>
              <a:t> </a:t>
            </a:r>
            <a:r>
              <a:rPr lang="zh-CN" altLang="en-US" b="1" dirty="0">
                <a:solidFill>
                  <a:srgbClr val="FF0000"/>
                </a:solidFill>
                <a:latin typeface="Times New Roman" panose="02020603050405020304" pitchFamily="18" charset="0"/>
                <a:ea typeface="楷体_GB2312"/>
              </a:rPr>
              <a:t>列</a:t>
            </a:r>
          </a:p>
        </p:txBody>
      </p:sp>
      <p:sp>
        <p:nvSpPr>
          <p:cNvPr id="54276" name="Rectangle 4"/>
          <p:cNvSpPr/>
          <p:nvPr/>
        </p:nvSpPr>
        <p:spPr>
          <a:xfrm>
            <a:off x="457200" y="3860800"/>
            <a:ext cx="8229600" cy="1443038"/>
          </a:xfrm>
          <a:prstGeom prst="rect">
            <a:avLst/>
          </a:prstGeom>
          <a:noFill/>
          <a:ln w="9525">
            <a:noFill/>
          </a:ln>
        </p:spPr>
        <p:txBody>
          <a:bodyPr>
            <a:spAutoFit/>
          </a:bodyPr>
          <a:lstStyle/>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第二步：</a:t>
            </a:r>
            <a:r>
              <a:rPr lang="zh-CN" altLang="en-US" sz="2400" b="1" dirty="0">
                <a:solidFill>
                  <a:srgbClr val="000000"/>
                </a:solidFill>
                <a:latin typeface="Times New Roman" panose="02020603050405020304" pitchFamily="18" charset="0"/>
                <a:ea typeface="楷体_GB2312"/>
              </a:rPr>
              <a:t>往证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唯一解．</a:t>
            </a:r>
          </a:p>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若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n</a:t>
            </a:r>
            <a:r>
              <a:rPr lang="zh-CN" altLang="en-US" sz="2400" b="1" dirty="0">
                <a:solidFill>
                  <a:srgbClr val="000000"/>
                </a:solidFill>
                <a:latin typeface="Times New Roman" panose="02020603050405020304" pitchFamily="18" charset="0"/>
                <a:ea typeface="楷体_GB2312"/>
              </a:rPr>
              <a:t>，</a:t>
            </a:r>
          </a:p>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故原线性方程组有唯一解．</a:t>
            </a:r>
          </a:p>
        </p:txBody>
      </p:sp>
      <p:sp>
        <p:nvSpPr>
          <p:cNvPr id="54301" name="Rectangle 29"/>
          <p:cNvSpPr/>
          <p:nvPr/>
        </p:nvSpPr>
        <p:spPr>
          <a:xfrm>
            <a:off x="457200" y="4357688"/>
            <a:ext cx="8164513" cy="457200"/>
          </a:xfrm>
          <a:prstGeom prst="rect">
            <a:avLst/>
          </a:prstGeom>
          <a:noFill/>
          <a:ln w="9525">
            <a:noFill/>
          </a:ln>
        </p:spPr>
        <p:txBody>
          <a:bodyPr wrap="none"/>
          <a:lstStyle/>
          <a:p>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则 </a:t>
            </a:r>
            <a:r>
              <a:rPr lang="en-US" altLang="zh-CN" sz="2400" b="1" i="1" dirty="0">
                <a:solidFill>
                  <a:srgbClr val="000000"/>
                </a:solidFill>
                <a:latin typeface="Times New Roman" panose="02020603050405020304" pitchFamily="18" charset="0"/>
                <a:ea typeface="楷体_GB2312"/>
              </a:rPr>
              <a:t>d</a:t>
            </a:r>
            <a:r>
              <a:rPr lang="en-US" altLang="zh-CN" sz="2400" b="1" i="1" baseline="-25000" dirty="0">
                <a:solidFill>
                  <a:srgbClr val="000000"/>
                </a:solidFill>
                <a:latin typeface="Times New Roman" panose="02020603050405020304" pitchFamily="18" charset="0"/>
                <a:ea typeface="楷体_GB2312"/>
              </a:rPr>
              <a:t>r</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 0 </a:t>
            </a:r>
            <a:r>
              <a:rPr lang="zh-CN" altLang="en-US" sz="2400" b="1" dirty="0">
                <a:solidFill>
                  <a:srgbClr val="000000"/>
                </a:solidFill>
                <a:latin typeface="Times New Roman" panose="02020603050405020304" pitchFamily="18" charset="0"/>
                <a:ea typeface="楷体_GB2312"/>
              </a:rPr>
              <a:t>且 </a:t>
            </a:r>
            <a:r>
              <a:rPr lang="en-US" altLang="zh-CN" sz="2400" b="1" i="1" dirty="0">
                <a:solidFill>
                  <a:srgbClr val="000000"/>
                </a:solidFill>
                <a:latin typeface="Times New Roman" panose="02020603050405020304" pitchFamily="18" charset="0"/>
                <a:ea typeface="楷体_GB2312"/>
              </a:rPr>
              <a:t>b</a:t>
            </a:r>
            <a:r>
              <a:rPr lang="en-US" altLang="zh-CN" sz="2400" b="1" i="1" baseline="-25000" dirty="0">
                <a:solidFill>
                  <a:srgbClr val="000000"/>
                </a:solidFill>
                <a:latin typeface="Times New Roman" panose="02020603050405020304" pitchFamily="18" charset="0"/>
                <a:ea typeface="楷体_GB2312"/>
              </a:rPr>
              <a:t>ij</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都不出现</a:t>
            </a:r>
            <a:r>
              <a:rPr lang="en-US" altLang="zh-CN" sz="2400" b="1" dirty="0">
                <a:solidFill>
                  <a:srgbClr val="000000"/>
                </a:solidFill>
                <a:latin typeface="楷体_GB2312"/>
                <a:ea typeface="楷体_GB2312"/>
              </a:rPr>
              <a:t>.</a:t>
            </a:r>
          </a:p>
        </p:txBody>
      </p:sp>
      <p:graphicFrame>
        <p:nvGraphicFramePr>
          <p:cNvPr id="54277" name="Object 5"/>
          <p:cNvGraphicFramePr>
            <a:graphicFrameLocks noChangeAspect="1"/>
          </p:cNvGraphicFramePr>
          <p:nvPr/>
        </p:nvGraphicFramePr>
        <p:xfrm>
          <a:off x="5003800" y="4013200"/>
          <a:ext cx="406400" cy="279400"/>
        </p:xfrm>
        <a:graphic>
          <a:graphicData uri="http://schemas.openxmlformats.org/presentationml/2006/ole">
            <mc:AlternateContent xmlns:mc="http://schemas.openxmlformats.org/markup-compatibility/2006">
              <mc:Choice xmlns:v="urn:schemas-microsoft-com:vml" Requires="v">
                <p:oleObj r:id="rId8" imgW="203200" imgH="139700" progId="Equation.DSMT4">
                  <p:embed/>
                </p:oleObj>
              </mc:Choice>
              <mc:Fallback>
                <p:oleObj r:id="rId8" imgW="203200" imgH="139700" progId="Equation.DSMT4">
                  <p:embed/>
                  <p:pic>
                    <p:nvPicPr>
                      <p:cNvPr id="0" name="图片 4231"/>
                      <p:cNvPicPr/>
                      <p:nvPr/>
                    </p:nvPicPr>
                    <p:blipFill>
                      <a:blip r:embed="rId9"/>
                      <a:stretch>
                        <a:fillRect/>
                      </a:stretch>
                    </p:blipFill>
                    <p:spPr>
                      <a:xfrm>
                        <a:off x="5003800" y="4013200"/>
                        <a:ext cx="406400" cy="279400"/>
                      </a:xfrm>
                      <a:prstGeom prst="rect">
                        <a:avLst/>
                      </a:prstGeom>
                      <a:noFill/>
                      <a:ln w="38100">
                        <a:noFill/>
                        <a:miter/>
                      </a:ln>
                    </p:spPr>
                  </p:pic>
                </p:oleObj>
              </mc:Fallback>
            </mc:AlternateContent>
          </a:graphicData>
        </a:graphic>
      </p:graphicFrame>
      <p:sp>
        <p:nvSpPr>
          <p:cNvPr id="54278" name="Rectangle 6"/>
          <p:cNvSpPr/>
          <p:nvPr/>
        </p:nvSpPr>
        <p:spPr>
          <a:xfrm>
            <a:off x="490538" y="4357688"/>
            <a:ext cx="8164512" cy="457200"/>
          </a:xfrm>
          <a:prstGeom prst="rect">
            <a:avLst/>
          </a:prstGeom>
          <a:noFill/>
          <a:ln w="9525">
            <a:noFill/>
          </a:ln>
        </p:spPr>
        <p:txBody>
          <a:bodyPr wrap="none"/>
          <a:lstStyle/>
          <a:p>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即 </a:t>
            </a:r>
            <a:r>
              <a:rPr lang="en-US" altLang="zh-CN" sz="2400" b="1" i="1" dirty="0">
                <a:solidFill>
                  <a:srgbClr val="FF0000"/>
                </a:solidFill>
                <a:latin typeface="Times New Roman" panose="02020603050405020304" pitchFamily="18" charset="0"/>
                <a:ea typeface="楷体_GB2312"/>
              </a:rPr>
              <a:t>r</a:t>
            </a:r>
            <a:r>
              <a:rPr lang="en-US" altLang="zh-CN" sz="2400" b="1" dirty="0">
                <a:solidFill>
                  <a:srgbClr val="FF0000"/>
                </a:solidFill>
                <a:latin typeface="Times New Roman" panose="02020603050405020304" pitchFamily="18" charset="0"/>
                <a:ea typeface="楷体_GB2312"/>
              </a:rPr>
              <a:t> = </a:t>
            </a:r>
            <a:r>
              <a:rPr lang="en-US" altLang="zh-CN" sz="2400" b="1" i="1" dirty="0">
                <a:solidFill>
                  <a:srgbClr val="FF0000"/>
                </a:solidFill>
                <a:latin typeface="Times New Roman" panose="02020603050405020304" pitchFamily="18" charset="0"/>
                <a:ea typeface="楷体_GB2312"/>
              </a:rPr>
              <a:t>n</a:t>
            </a:r>
            <a:r>
              <a:rPr lang="zh-CN" altLang="en-US" sz="2400" b="1" dirty="0">
                <a:solidFill>
                  <a:srgbClr val="000000"/>
                </a:solidFill>
                <a:latin typeface="Times New Roman" panose="02020603050405020304" pitchFamily="18" charset="0"/>
                <a:ea typeface="楷体_GB2312"/>
              </a:rPr>
              <a:t>，</a:t>
            </a:r>
            <a:endParaRPr lang="zh-CN" altLang="en-US" sz="2400" b="1" dirty="0">
              <a:solidFill>
                <a:srgbClr val="000000"/>
              </a:solidFill>
              <a:latin typeface="楷体_GB2312"/>
              <a:ea typeface="楷体_GB2312"/>
            </a:endParaRPr>
          </a:p>
        </p:txBody>
      </p:sp>
      <p:graphicFrame>
        <p:nvGraphicFramePr>
          <p:cNvPr id="898062" name="Object 7"/>
          <p:cNvGraphicFramePr>
            <a:graphicFrameLocks noChangeAspect="1"/>
          </p:cNvGraphicFramePr>
          <p:nvPr/>
        </p:nvGraphicFramePr>
        <p:xfrm>
          <a:off x="250825" y="385763"/>
          <a:ext cx="1771650" cy="2763837"/>
        </p:xfrm>
        <a:graphic>
          <a:graphicData uri="http://schemas.openxmlformats.org/presentationml/2006/ole">
            <mc:AlternateContent xmlns:mc="http://schemas.openxmlformats.org/markup-compatibility/2006">
              <mc:Choice xmlns:v="urn:schemas-microsoft-com:vml" Requires="v">
                <p:oleObj r:id="rId10" imgW="1181100" imgH="1841500" progId="Equation.DSMT4">
                  <p:embed/>
                </p:oleObj>
              </mc:Choice>
              <mc:Fallback>
                <p:oleObj r:id="rId10" imgW="1181100" imgH="1841500" progId="Equation.DSMT4">
                  <p:embed/>
                  <p:pic>
                    <p:nvPicPr>
                      <p:cNvPr id="0" name="图片 4230"/>
                      <p:cNvPicPr/>
                      <p:nvPr/>
                    </p:nvPicPr>
                    <p:blipFill>
                      <a:blip r:embed="rId11"/>
                      <a:stretch>
                        <a:fillRect/>
                      </a:stretch>
                    </p:blipFill>
                    <p:spPr>
                      <a:xfrm>
                        <a:off x="250825" y="385763"/>
                        <a:ext cx="1771650" cy="2763837"/>
                      </a:xfrm>
                      <a:prstGeom prst="rect">
                        <a:avLst/>
                      </a:prstGeom>
                      <a:noFill/>
                      <a:ln w="38100">
                        <a:noFill/>
                        <a:miter/>
                      </a:ln>
                    </p:spPr>
                  </p:pic>
                </p:oleObj>
              </mc:Fallback>
            </mc:AlternateContent>
          </a:graphicData>
        </a:graphic>
      </p:graphicFrame>
      <p:sp>
        <p:nvSpPr>
          <p:cNvPr id="898063" name="AutoShape 24"/>
          <p:cNvSpPr/>
          <p:nvPr/>
        </p:nvSpPr>
        <p:spPr>
          <a:xfrm>
            <a:off x="4500563" y="549275"/>
            <a:ext cx="176212" cy="1150938"/>
          </a:xfrm>
          <a:prstGeom prst="rightBrace">
            <a:avLst>
              <a:gd name="adj1" fmla="val 54429"/>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54297" name="Text Box 25"/>
          <p:cNvSpPr txBox="1"/>
          <p:nvPr/>
        </p:nvSpPr>
        <p:spPr>
          <a:xfrm>
            <a:off x="4710113" y="941388"/>
            <a:ext cx="844550" cy="366712"/>
          </a:xfrm>
          <a:prstGeom prst="rect">
            <a:avLst/>
          </a:prstGeom>
          <a:noFill/>
          <a:ln w="9525">
            <a:noFill/>
          </a:ln>
        </p:spPr>
        <p:txBody>
          <a:bodyPr wrap="none">
            <a:spAutoFit/>
          </a:bodyPr>
          <a:lstStyle/>
          <a:p>
            <a:pPr algn="ctr"/>
            <a:r>
              <a:rPr lang="zh-CN" altLang="en-US" b="1" dirty="0">
                <a:solidFill>
                  <a:srgbClr val="000000"/>
                </a:solidFill>
                <a:latin typeface="Times New Roman" panose="02020603050405020304" pitchFamily="18" charset="0"/>
                <a:ea typeface="楷体_GB2312"/>
              </a:rPr>
              <a:t>前</a:t>
            </a:r>
            <a:r>
              <a:rPr lang="zh-CN" altLang="en-US" b="1" i="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行</a:t>
            </a:r>
          </a:p>
        </p:txBody>
      </p:sp>
      <p:sp>
        <p:nvSpPr>
          <p:cNvPr id="898065" name="AutoShape 26"/>
          <p:cNvSpPr/>
          <p:nvPr/>
        </p:nvSpPr>
        <p:spPr>
          <a:xfrm>
            <a:off x="4500563" y="1901825"/>
            <a:ext cx="176212" cy="1150938"/>
          </a:xfrm>
          <a:prstGeom prst="rightBrace">
            <a:avLst>
              <a:gd name="adj1" fmla="val 54429"/>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54299" name="Text Box 27"/>
          <p:cNvSpPr txBox="1"/>
          <p:nvPr/>
        </p:nvSpPr>
        <p:spPr>
          <a:xfrm>
            <a:off x="4710113" y="2293938"/>
            <a:ext cx="1263650" cy="369887"/>
          </a:xfrm>
          <a:prstGeom prst="rect">
            <a:avLst/>
          </a:prstGeom>
          <a:noFill/>
          <a:ln w="9525">
            <a:noFill/>
          </a:ln>
        </p:spPr>
        <p:txBody>
          <a:bodyPr wrap="none">
            <a:spAutoFit/>
          </a:bodyPr>
          <a:lstStyle/>
          <a:p>
            <a:r>
              <a:rPr lang="zh-CN" altLang="en-US" b="1" dirty="0">
                <a:solidFill>
                  <a:srgbClr val="000000"/>
                </a:solidFill>
                <a:latin typeface="Times New Roman" panose="02020603050405020304" pitchFamily="18" charset="0"/>
                <a:ea typeface="楷体_GB2312"/>
              </a:rPr>
              <a:t>后</a:t>
            </a:r>
            <a:r>
              <a:rPr lang="zh-CN" altLang="en-US" b="1" i="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m</a:t>
            </a:r>
            <a:r>
              <a:rPr lang="en-US" altLang="en-US" b="1" dirty="0">
                <a:solidFill>
                  <a:srgbClr val="000000"/>
                </a:solidFill>
                <a:latin typeface="Arial" panose="020B0604020202020204" pitchFamily="34" charset="0"/>
                <a:ea typeface="宋体" panose="02010600030101010101" pitchFamily="2" charset="-122"/>
              </a:rPr>
              <a:t>－</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行</a:t>
            </a:r>
          </a:p>
        </p:txBody>
      </p:sp>
      <p:sp>
        <p:nvSpPr>
          <p:cNvPr id="898067" name="AutoShape 31"/>
          <p:cNvSpPr/>
          <p:nvPr/>
        </p:nvSpPr>
        <p:spPr>
          <a:xfrm rot="-5400000">
            <a:off x="1257300" y="2727325"/>
            <a:ext cx="179388" cy="1008063"/>
          </a:xfrm>
          <a:prstGeom prst="leftBrace">
            <a:avLst>
              <a:gd name="adj1" fmla="val 46828"/>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898068" name="AutoShape 32"/>
          <p:cNvSpPr/>
          <p:nvPr/>
        </p:nvSpPr>
        <p:spPr>
          <a:xfrm rot="-5400000">
            <a:off x="2725738" y="2727325"/>
            <a:ext cx="179387" cy="1008063"/>
          </a:xfrm>
          <a:prstGeom prst="leftBrace">
            <a:avLst>
              <a:gd name="adj1" fmla="val 46829"/>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grpSp>
        <p:nvGrpSpPr>
          <p:cNvPr id="3" name="Group 57"/>
          <p:cNvGrpSpPr/>
          <p:nvPr/>
        </p:nvGrpSpPr>
        <p:grpSpPr>
          <a:xfrm>
            <a:off x="684213" y="730250"/>
            <a:ext cx="3536950" cy="1079500"/>
            <a:chOff x="639" y="460"/>
            <a:chExt cx="2228" cy="680"/>
          </a:xfrm>
        </p:grpSpPr>
        <p:sp>
          <p:nvSpPr>
            <p:cNvPr id="898077" name="Line 58"/>
            <p:cNvSpPr/>
            <p:nvPr/>
          </p:nvSpPr>
          <p:spPr>
            <a:xfrm>
              <a:off x="639" y="472"/>
              <a:ext cx="182" cy="0"/>
            </a:xfrm>
            <a:prstGeom prst="line">
              <a:avLst/>
            </a:prstGeom>
            <a:ln w="28575" cap="flat" cmpd="sng">
              <a:solidFill>
                <a:srgbClr val="FF0000"/>
              </a:solidFill>
              <a:prstDash val="solid"/>
              <a:headEnd type="none" w="med" len="med"/>
              <a:tailEnd type="none" w="med" len="med"/>
            </a:ln>
          </p:spPr>
        </p:sp>
        <p:sp>
          <p:nvSpPr>
            <p:cNvPr id="898078" name="Line 59"/>
            <p:cNvSpPr/>
            <p:nvPr/>
          </p:nvSpPr>
          <p:spPr>
            <a:xfrm>
              <a:off x="821" y="460"/>
              <a:ext cx="0" cy="227"/>
            </a:xfrm>
            <a:prstGeom prst="line">
              <a:avLst/>
            </a:prstGeom>
            <a:ln w="28575" cap="flat" cmpd="sng">
              <a:solidFill>
                <a:srgbClr val="FF0000"/>
              </a:solidFill>
              <a:prstDash val="solid"/>
              <a:headEnd type="none" w="med" len="med"/>
              <a:tailEnd type="none" w="med" len="med"/>
            </a:ln>
          </p:spPr>
        </p:sp>
        <p:sp>
          <p:nvSpPr>
            <p:cNvPr id="898079" name="Line 60"/>
            <p:cNvSpPr/>
            <p:nvPr/>
          </p:nvSpPr>
          <p:spPr>
            <a:xfrm>
              <a:off x="814" y="681"/>
              <a:ext cx="182" cy="0"/>
            </a:xfrm>
            <a:prstGeom prst="line">
              <a:avLst/>
            </a:prstGeom>
            <a:ln w="28575" cap="flat" cmpd="sng">
              <a:solidFill>
                <a:srgbClr val="FF0000"/>
              </a:solidFill>
              <a:prstDash val="solid"/>
              <a:headEnd type="none" w="med" len="med"/>
              <a:tailEnd type="none" w="med" len="med"/>
            </a:ln>
          </p:spPr>
        </p:sp>
        <p:sp>
          <p:nvSpPr>
            <p:cNvPr id="898080" name="Line 61"/>
            <p:cNvSpPr/>
            <p:nvPr/>
          </p:nvSpPr>
          <p:spPr>
            <a:xfrm>
              <a:off x="1008" y="669"/>
              <a:ext cx="0" cy="227"/>
            </a:xfrm>
            <a:prstGeom prst="line">
              <a:avLst/>
            </a:prstGeom>
            <a:ln w="28575" cap="flat" cmpd="sng">
              <a:solidFill>
                <a:srgbClr val="FF0000"/>
              </a:solidFill>
              <a:prstDash val="sysDot"/>
              <a:headEnd type="none" w="med" len="med"/>
              <a:tailEnd type="none" w="med" len="med"/>
            </a:ln>
          </p:spPr>
        </p:sp>
        <p:sp>
          <p:nvSpPr>
            <p:cNvPr id="898081" name="Line 62"/>
            <p:cNvSpPr/>
            <p:nvPr/>
          </p:nvSpPr>
          <p:spPr>
            <a:xfrm>
              <a:off x="1001" y="890"/>
              <a:ext cx="295" cy="0"/>
            </a:xfrm>
            <a:prstGeom prst="line">
              <a:avLst/>
            </a:prstGeom>
            <a:ln w="28575" cap="flat" cmpd="sng">
              <a:solidFill>
                <a:srgbClr val="FF0000"/>
              </a:solidFill>
              <a:prstDash val="sysDot"/>
              <a:headEnd type="none" w="med" len="med"/>
              <a:tailEnd type="none" w="med" len="med"/>
            </a:ln>
          </p:spPr>
        </p:sp>
        <p:sp>
          <p:nvSpPr>
            <p:cNvPr id="898082" name="Line 63"/>
            <p:cNvSpPr/>
            <p:nvPr/>
          </p:nvSpPr>
          <p:spPr>
            <a:xfrm>
              <a:off x="1287" y="913"/>
              <a:ext cx="0" cy="227"/>
            </a:xfrm>
            <a:prstGeom prst="line">
              <a:avLst/>
            </a:prstGeom>
            <a:ln w="28575" cap="flat" cmpd="sng">
              <a:solidFill>
                <a:srgbClr val="FF0000"/>
              </a:solidFill>
              <a:prstDash val="solid"/>
              <a:headEnd type="none" w="med" len="med"/>
              <a:tailEnd type="none" w="med" len="med"/>
            </a:ln>
          </p:spPr>
        </p:sp>
        <p:sp>
          <p:nvSpPr>
            <p:cNvPr id="898083" name="Line 64"/>
            <p:cNvSpPr/>
            <p:nvPr/>
          </p:nvSpPr>
          <p:spPr>
            <a:xfrm>
              <a:off x="1280" y="1134"/>
              <a:ext cx="1587" cy="0"/>
            </a:xfrm>
            <a:prstGeom prst="line">
              <a:avLst/>
            </a:prstGeom>
            <a:ln w="28575" cap="flat" cmpd="sng">
              <a:solidFill>
                <a:srgbClr val="FF0000"/>
              </a:solidFill>
              <a:prstDash val="solid"/>
              <a:headEnd type="none" w="med" len="med"/>
              <a:tailEnd type="none" w="med" len="med"/>
            </a:ln>
          </p:spPr>
        </p:sp>
      </p:grpSp>
      <p:sp>
        <p:nvSpPr>
          <p:cNvPr id="898070" name="Text Box 33"/>
          <p:cNvSpPr txBox="1"/>
          <p:nvPr/>
        </p:nvSpPr>
        <p:spPr>
          <a:xfrm>
            <a:off x="2173605" y="3284855"/>
            <a:ext cx="1818640" cy="366395"/>
          </a:xfrm>
          <a:prstGeom prst="rect">
            <a:avLst/>
          </a:prstGeom>
          <a:noFill/>
          <a:ln w="9525">
            <a:noFill/>
          </a:ln>
        </p:spPr>
        <p:txBody>
          <a:bodyPr/>
          <a:lstStyle/>
          <a:p>
            <a:pPr algn="ctr"/>
            <a:r>
              <a:rPr lang="zh-CN" altLang="en-US" b="1" dirty="0">
                <a:solidFill>
                  <a:srgbClr val="000000"/>
                </a:solidFill>
                <a:latin typeface="Times New Roman" panose="02020603050405020304" pitchFamily="18" charset="0"/>
                <a:ea typeface="楷体_GB2312"/>
              </a:rPr>
              <a:t>后 </a:t>
            </a:r>
            <a:r>
              <a:rPr lang="en-US" altLang="zh-CN" b="1" i="1" dirty="0">
                <a:solidFill>
                  <a:srgbClr val="000000"/>
                </a:solidFill>
                <a:latin typeface="Times New Roman" panose="02020603050405020304" pitchFamily="18" charset="0"/>
                <a:ea typeface="楷体_GB2312"/>
              </a:rPr>
              <a:t>n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列  </a:t>
            </a:r>
          </a:p>
        </p:txBody>
      </p:sp>
      <p:sp>
        <p:nvSpPr>
          <p:cNvPr id="54338" name="Text Box 66"/>
          <p:cNvSpPr txBox="1"/>
          <p:nvPr/>
        </p:nvSpPr>
        <p:spPr>
          <a:xfrm>
            <a:off x="4833938" y="941388"/>
            <a:ext cx="596900" cy="366712"/>
          </a:xfrm>
          <a:prstGeom prst="rect">
            <a:avLst/>
          </a:prstGeom>
          <a:noFill/>
          <a:ln w="9525">
            <a:noFill/>
          </a:ln>
        </p:spPr>
        <p:txBody>
          <a:bodyPr wrap="none">
            <a:spAutoFit/>
          </a:bodyPr>
          <a:lstStyle/>
          <a:p>
            <a:pPr algn="ctr"/>
            <a:r>
              <a:rPr lang="en-US" altLang="zh-CN" b="1" i="1" dirty="0">
                <a:solidFill>
                  <a:srgbClr val="FF0000"/>
                </a:solidFill>
                <a:latin typeface="Times New Roman" panose="02020603050405020304" pitchFamily="18" charset="0"/>
                <a:ea typeface="楷体_GB2312"/>
              </a:rPr>
              <a:t>n</a:t>
            </a:r>
            <a:r>
              <a:rPr lang="en-US" altLang="zh-CN" b="1" dirty="0">
                <a:solidFill>
                  <a:srgbClr val="FF0000"/>
                </a:solidFill>
                <a:latin typeface="Times New Roman" panose="02020603050405020304" pitchFamily="18" charset="0"/>
                <a:ea typeface="楷体_GB2312"/>
              </a:rPr>
              <a:t> </a:t>
            </a:r>
            <a:r>
              <a:rPr lang="zh-CN" altLang="en-US" b="1" dirty="0">
                <a:solidFill>
                  <a:srgbClr val="FF0000"/>
                </a:solidFill>
                <a:latin typeface="Times New Roman" panose="02020603050405020304" pitchFamily="18" charset="0"/>
                <a:ea typeface="楷体_GB2312"/>
              </a:rPr>
              <a:t>行</a:t>
            </a:r>
          </a:p>
        </p:txBody>
      </p:sp>
      <p:graphicFrame>
        <p:nvGraphicFramePr>
          <p:cNvPr id="54340" name="Object 68"/>
          <p:cNvGraphicFramePr>
            <a:graphicFrameLocks noChangeAspect="1"/>
          </p:cNvGraphicFramePr>
          <p:nvPr/>
        </p:nvGraphicFramePr>
        <p:xfrm>
          <a:off x="6438900" y="404813"/>
          <a:ext cx="1924050" cy="1411287"/>
        </p:xfrm>
        <a:graphic>
          <a:graphicData uri="http://schemas.openxmlformats.org/presentationml/2006/ole">
            <mc:AlternateContent xmlns:mc="http://schemas.openxmlformats.org/markup-compatibility/2006">
              <mc:Choice xmlns:v="urn:schemas-microsoft-com:vml" Requires="v">
                <p:oleObj r:id="rId12" imgW="1282700" imgH="939800" progId="Equation.DSMT4">
                  <p:embed/>
                </p:oleObj>
              </mc:Choice>
              <mc:Fallback>
                <p:oleObj r:id="rId12" imgW="1282700" imgH="939800" progId="Equation.DSMT4">
                  <p:embed/>
                  <p:pic>
                    <p:nvPicPr>
                      <p:cNvPr id="0" name="图片 4238"/>
                      <p:cNvPicPr/>
                      <p:nvPr/>
                    </p:nvPicPr>
                    <p:blipFill>
                      <a:blip r:embed="rId13"/>
                      <a:stretch>
                        <a:fillRect/>
                      </a:stretch>
                    </p:blipFill>
                    <p:spPr>
                      <a:xfrm>
                        <a:off x="6438900" y="404813"/>
                        <a:ext cx="1924050" cy="1411287"/>
                      </a:xfrm>
                      <a:prstGeom prst="rect">
                        <a:avLst/>
                      </a:prstGeom>
                      <a:noFill/>
                      <a:ln w="38100">
                        <a:noFill/>
                        <a:miter/>
                      </a:ln>
                    </p:spPr>
                  </p:pic>
                </p:oleObj>
              </mc:Fallback>
            </mc:AlternateContent>
          </a:graphicData>
        </a:graphic>
      </p:graphicFrame>
      <p:sp>
        <p:nvSpPr>
          <p:cNvPr id="54341" name="Rectangle 69"/>
          <p:cNvSpPr/>
          <p:nvPr/>
        </p:nvSpPr>
        <p:spPr>
          <a:xfrm>
            <a:off x="5981700" y="1916113"/>
            <a:ext cx="2470150" cy="396875"/>
          </a:xfrm>
          <a:prstGeom prst="rect">
            <a:avLst/>
          </a:prstGeom>
          <a:noFill/>
          <a:ln w="9525">
            <a:noFill/>
          </a:ln>
        </p:spPr>
        <p:txBody>
          <a:bodyPr wrap="none">
            <a:spAutoFit/>
          </a:bodyPr>
          <a:lstStyle/>
          <a:p>
            <a:r>
              <a:rPr lang="zh-CN" altLang="en-US" sz="2000" b="1" dirty="0">
                <a:solidFill>
                  <a:srgbClr val="000000"/>
                </a:solidFill>
                <a:latin typeface="Times New Roman" panose="02020603050405020304" pitchFamily="18" charset="0"/>
                <a:ea typeface="楷体_GB2312"/>
              </a:rPr>
              <a:t>对应的线性方程组为</a:t>
            </a:r>
          </a:p>
        </p:txBody>
      </p:sp>
      <p:graphicFrame>
        <p:nvGraphicFramePr>
          <p:cNvPr id="54342" name="Object 70"/>
          <p:cNvGraphicFramePr>
            <a:graphicFrameLocks noChangeAspect="1"/>
          </p:cNvGraphicFramePr>
          <p:nvPr/>
        </p:nvGraphicFramePr>
        <p:xfrm>
          <a:off x="6742113" y="2395538"/>
          <a:ext cx="949325" cy="1406525"/>
        </p:xfrm>
        <a:graphic>
          <a:graphicData uri="http://schemas.openxmlformats.org/presentationml/2006/ole">
            <mc:AlternateContent xmlns:mc="http://schemas.openxmlformats.org/markup-compatibility/2006">
              <mc:Choice xmlns:v="urn:schemas-microsoft-com:vml" Requires="v">
                <p:oleObj r:id="rId14" imgW="635000" imgH="939165" progId="Equation.DSMT4">
                  <p:embed/>
                </p:oleObj>
              </mc:Choice>
              <mc:Fallback>
                <p:oleObj r:id="rId14" imgW="635000" imgH="939165" progId="Equation.DSMT4">
                  <p:embed/>
                  <p:pic>
                    <p:nvPicPr>
                      <p:cNvPr id="0" name="图片 4233"/>
                      <p:cNvPicPr/>
                      <p:nvPr/>
                    </p:nvPicPr>
                    <p:blipFill>
                      <a:blip r:embed="rId15"/>
                      <a:stretch>
                        <a:fillRect/>
                      </a:stretch>
                    </p:blipFill>
                    <p:spPr>
                      <a:xfrm>
                        <a:off x="6742113" y="2395538"/>
                        <a:ext cx="949325" cy="1406525"/>
                      </a:xfrm>
                      <a:prstGeom prst="rect">
                        <a:avLst/>
                      </a:prstGeom>
                      <a:noFill/>
                      <a:ln w="38100">
                        <a:noFill/>
                        <a:miter/>
                      </a:ln>
                    </p:spPr>
                  </p:pic>
                </p:oleObj>
              </mc:Fallback>
            </mc:AlternateContent>
          </a:graphicData>
        </a:graphic>
      </p:graphicFrame>
      <p:sp>
        <p:nvSpPr>
          <p:cNvPr id="45" name="Text Box 66"/>
          <p:cNvSpPr txBox="1"/>
          <p:nvPr/>
        </p:nvSpPr>
        <p:spPr>
          <a:xfrm>
            <a:off x="4710113" y="2293938"/>
            <a:ext cx="1301750" cy="369887"/>
          </a:xfrm>
          <a:prstGeom prst="rect">
            <a:avLst/>
          </a:prstGeom>
          <a:noFill/>
          <a:ln w="9525">
            <a:noFill/>
          </a:ln>
        </p:spPr>
        <p:txBody>
          <a:bodyPr wrap="none">
            <a:spAutoFit/>
          </a:bodyPr>
          <a:lstStyle/>
          <a:p>
            <a:r>
              <a:rPr lang="zh-CN" altLang="en-US" b="1" dirty="0">
                <a:solidFill>
                  <a:srgbClr val="FF0000"/>
                </a:solidFill>
                <a:latin typeface="Times New Roman" panose="02020603050405020304" pitchFamily="18" charset="0"/>
                <a:ea typeface="楷体_GB2312"/>
              </a:rPr>
              <a:t>后</a:t>
            </a:r>
            <a:r>
              <a:rPr lang="zh-CN" altLang="en-US" b="1" i="1" dirty="0">
                <a:solidFill>
                  <a:srgbClr val="FF0000"/>
                </a:solidFill>
                <a:latin typeface="Times New Roman" panose="02020603050405020304" pitchFamily="18" charset="0"/>
                <a:ea typeface="楷体_GB2312"/>
              </a:rPr>
              <a:t> </a:t>
            </a:r>
            <a:r>
              <a:rPr lang="en-US" altLang="zh-CN" b="1" i="1" dirty="0">
                <a:solidFill>
                  <a:srgbClr val="FF0000"/>
                </a:solidFill>
                <a:latin typeface="Times New Roman" panose="02020603050405020304" pitchFamily="18" charset="0"/>
                <a:ea typeface="楷体_GB2312"/>
              </a:rPr>
              <a:t>m</a:t>
            </a:r>
            <a:r>
              <a:rPr lang="en-US" altLang="en-US" b="1" dirty="0">
                <a:solidFill>
                  <a:srgbClr val="FF0000"/>
                </a:solidFill>
                <a:latin typeface="Arial" panose="020B0604020202020204" pitchFamily="34" charset="0"/>
                <a:ea typeface="宋体" panose="02010600030101010101" pitchFamily="2" charset="-122"/>
              </a:rPr>
              <a:t>－</a:t>
            </a:r>
            <a:r>
              <a:rPr lang="en-US" altLang="zh-CN" b="1" i="1" dirty="0">
                <a:solidFill>
                  <a:srgbClr val="FF0000"/>
                </a:solidFill>
                <a:latin typeface="Times New Roman" panose="02020603050405020304" pitchFamily="18" charset="0"/>
                <a:ea typeface="楷体_GB2312"/>
              </a:rPr>
              <a:t>n</a:t>
            </a:r>
            <a:r>
              <a:rPr lang="en-US" altLang="zh-CN" b="1" dirty="0">
                <a:solidFill>
                  <a:srgbClr val="FF0000"/>
                </a:solidFill>
                <a:latin typeface="Times New Roman" panose="02020603050405020304" pitchFamily="18" charset="0"/>
                <a:ea typeface="楷体_GB2312"/>
              </a:rPr>
              <a:t> </a:t>
            </a:r>
            <a:r>
              <a:rPr lang="zh-CN" altLang="en-US" b="1" dirty="0">
                <a:solidFill>
                  <a:srgbClr val="FF0000"/>
                </a:solidFill>
                <a:latin typeface="Times New Roman" panose="02020603050405020304" pitchFamily="18" charset="0"/>
                <a:ea typeface="楷体_GB2312"/>
              </a:rPr>
              <a:t>行</a:t>
            </a:r>
          </a:p>
        </p:txBody>
      </p:sp>
      <p:cxnSp>
        <p:nvCxnSpPr>
          <p:cNvPr id="47" name="直接连接符 46"/>
          <p:cNvCxnSpPr/>
          <p:nvPr/>
        </p:nvCxnSpPr>
        <p:spPr>
          <a:xfrm rot="5400000">
            <a:off x="7194550" y="1106488"/>
            <a:ext cx="1357313" cy="1588"/>
          </a:xfrm>
          <a:prstGeom prst="line">
            <a:avLst/>
          </a:prstGeom>
          <a:ln w="28575">
            <a:solidFill>
              <a:srgbClr val="33CC33"/>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4276">
                                            <p:txEl>
                                              <p:pRg st="0" end="0"/>
                                            </p:txEl>
                                          </p:spTgt>
                                        </p:tgtEl>
                                        <p:attrNameLst>
                                          <p:attrName>style.visibility</p:attrName>
                                        </p:attrNameLst>
                                      </p:cBhvr>
                                      <p:to>
                                        <p:strVal val="visible"/>
                                      </p:to>
                                    </p:set>
                                    <p:animEffect transition="in" filter="blinds(horizontal)">
                                      <p:cBhvr>
                                        <p:cTn id="7" dur="500"/>
                                        <p:tgtEl>
                                          <p:spTgt spid="5427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4277"/>
                                        </p:tgtEl>
                                        <p:attrNameLst>
                                          <p:attrName>style.visibility</p:attrName>
                                        </p:attrNameLst>
                                      </p:cBhvr>
                                      <p:to>
                                        <p:strVal val="visible"/>
                                      </p:to>
                                    </p:set>
                                    <p:animEffect transition="in" filter="blinds(horizontal)">
                                      <p:cBhvr>
                                        <p:cTn id="10" dur="500"/>
                                        <p:tgtEl>
                                          <p:spTgt spid="5427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4276">
                                            <p:txEl>
                                              <p:pRg st="1" end="1"/>
                                            </p:txEl>
                                          </p:spTgt>
                                        </p:tgtEl>
                                        <p:attrNameLst>
                                          <p:attrName>style.visibility</p:attrName>
                                        </p:attrNameLst>
                                      </p:cBhvr>
                                      <p:to>
                                        <p:strVal val="visible"/>
                                      </p:to>
                                    </p:set>
                                    <p:animEffect transition="in" filter="wipe(left)">
                                      <p:cBhvr>
                                        <p:cTn id="15" dur="500"/>
                                        <p:tgtEl>
                                          <p:spTgt spid="5427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4278"/>
                                        </p:tgtEl>
                                        <p:attrNameLst>
                                          <p:attrName>style.visibility</p:attrName>
                                        </p:attrNameLst>
                                      </p:cBhvr>
                                      <p:to>
                                        <p:strVal val="visible"/>
                                      </p:to>
                                    </p:set>
                                    <p:animEffect transition="in" filter="wipe(left)">
                                      <p:cBhvr>
                                        <p:cTn id="20" dur="500"/>
                                        <p:tgtEl>
                                          <p:spTgt spid="54278"/>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xit" presetSubtype="5" fill="hold" nodeType="clickEffect">
                                  <p:stCondLst>
                                    <p:cond delay="0"/>
                                  </p:stCondLst>
                                  <p:childTnLst>
                                    <p:animEffect transition="out" filter="blinds(vertical)">
                                      <p:cBhvr>
                                        <p:cTn id="24" dur="500"/>
                                        <p:tgtEl>
                                          <p:spTgt spid="54281"/>
                                        </p:tgtEl>
                                      </p:cBhvr>
                                    </p:animEffect>
                                    <p:set>
                                      <p:cBhvr>
                                        <p:cTn id="25" dur="1" fill="hold">
                                          <p:stCondLst>
                                            <p:cond delay="499"/>
                                          </p:stCondLst>
                                        </p:cTn>
                                        <p:tgtEl>
                                          <p:spTgt spid="54281"/>
                                        </p:tgtEl>
                                        <p:attrNameLst>
                                          <p:attrName>style.visibility</p:attrName>
                                        </p:attrNameLst>
                                      </p:cBhvr>
                                      <p:to>
                                        <p:strVal val="hidden"/>
                                      </p:to>
                                    </p:set>
                                  </p:childTnLst>
                                </p:cTn>
                              </p:par>
                            </p:childTnLst>
                          </p:cTn>
                        </p:par>
                        <p:par>
                          <p:cTn id="26" fill="hold">
                            <p:stCondLst>
                              <p:cond delay="500"/>
                            </p:stCondLst>
                            <p:childTnLst>
                              <p:par>
                                <p:cTn id="27" presetID="3" presetClass="entr" presetSubtype="5" fill="hold" nodeType="afterEffect">
                                  <p:stCondLst>
                                    <p:cond delay="0"/>
                                  </p:stCondLst>
                                  <p:childTnLst>
                                    <p:set>
                                      <p:cBhvr>
                                        <p:cTn id="28" dur="1" fill="hold">
                                          <p:stCondLst>
                                            <p:cond delay="0"/>
                                          </p:stCondLst>
                                        </p:cTn>
                                        <p:tgtEl>
                                          <p:spTgt spid="54307"/>
                                        </p:tgtEl>
                                        <p:attrNameLst>
                                          <p:attrName>style.visibility</p:attrName>
                                        </p:attrNameLst>
                                      </p:cBhvr>
                                      <p:to>
                                        <p:strVal val="visible"/>
                                      </p:to>
                                    </p:set>
                                    <p:animEffect transition="in" filter="blinds(vertical)">
                                      <p:cBhvr>
                                        <p:cTn id="29" dur="500"/>
                                        <p:tgtEl>
                                          <p:spTgt spid="54307"/>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xit" presetSubtype="16" fill="hold" nodeType="clickEffect">
                                  <p:stCondLst>
                                    <p:cond delay="0"/>
                                  </p:stCondLst>
                                  <p:childTnLst>
                                    <p:animEffect transition="out" filter="box(in)">
                                      <p:cBhvr>
                                        <p:cTn id="33" dur="500"/>
                                        <p:tgtEl>
                                          <p:spTgt spid="2"/>
                                        </p:tgtEl>
                                      </p:cBhvr>
                                    </p:animEffect>
                                    <p:set>
                                      <p:cBhvr>
                                        <p:cTn id="34" dur="1" fill="hold">
                                          <p:stCondLst>
                                            <p:cond delay="499"/>
                                          </p:stCondLst>
                                        </p:cTn>
                                        <p:tgtEl>
                                          <p:spTgt spid="2"/>
                                        </p:tgtEl>
                                        <p:attrNameLst>
                                          <p:attrName>style.visibility</p:attrName>
                                        </p:attrNameLst>
                                      </p:cBhvr>
                                      <p:to>
                                        <p:strVal val="hidden"/>
                                      </p:to>
                                    </p:set>
                                  </p:childTnLst>
                                </p:cTn>
                              </p:par>
                            </p:childTnLst>
                          </p:cTn>
                        </p:par>
                        <p:par>
                          <p:cTn id="35" fill="hold">
                            <p:stCondLst>
                              <p:cond delay="500"/>
                            </p:stCondLst>
                            <p:childTnLst>
                              <p:par>
                                <p:cTn id="36" presetID="18" presetClass="entr" presetSubtype="6"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strips(downRight)">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29" presetClass="exit" presetSubtype="0" fill="hold" grpId="0" nodeType="clickEffect">
                                  <p:stCondLst>
                                    <p:cond delay="0"/>
                                  </p:stCondLst>
                                  <p:childTnLst>
                                    <p:anim calcmode="lin" valueType="num">
                                      <p:cBhvr>
                                        <p:cTn id="42" dur="1000"/>
                                        <p:tgtEl>
                                          <p:spTgt spid="54302"/>
                                        </p:tgtEl>
                                        <p:attrNameLst>
                                          <p:attrName>ppt_x</p:attrName>
                                        </p:attrNameLst>
                                      </p:cBhvr>
                                      <p:tavLst>
                                        <p:tav tm="0">
                                          <p:val>
                                            <p:strVal val="ppt_x"/>
                                          </p:val>
                                        </p:tav>
                                        <p:tav tm="100000">
                                          <p:val>
                                            <p:strVal val="ppt_x-.2"/>
                                          </p:val>
                                        </p:tav>
                                      </p:tavLst>
                                    </p:anim>
                                    <p:anim calcmode="lin" valueType="num">
                                      <p:cBhvr>
                                        <p:cTn id="43" dur="1000"/>
                                        <p:tgtEl>
                                          <p:spTgt spid="54302"/>
                                        </p:tgtEl>
                                        <p:attrNameLst>
                                          <p:attrName>ppt_y</p:attrName>
                                        </p:attrNameLst>
                                      </p:cBhvr>
                                      <p:tavLst>
                                        <p:tav tm="0">
                                          <p:val>
                                            <p:strVal val="ppt_y"/>
                                          </p:val>
                                        </p:tav>
                                        <p:tav tm="100000">
                                          <p:val>
                                            <p:strVal val="ppt_y"/>
                                          </p:val>
                                        </p:tav>
                                      </p:tavLst>
                                    </p:anim>
                                    <p:animEffect transition="out" filter="fade">
                                      <p:cBhvr>
                                        <p:cTn id="44" dur="1000"/>
                                        <p:tgtEl>
                                          <p:spTgt spid="54302"/>
                                        </p:tgtEl>
                                      </p:cBhvr>
                                    </p:animEffect>
                                    <p:set>
                                      <p:cBhvr>
                                        <p:cTn id="45" dur="1" fill="hold">
                                          <p:stCondLst>
                                            <p:cond delay="999"/>
                                          </p:stCondLst>
                                        </p:cTn>
                                        <p:tgtEl>
                                          <p:spTgt spid="54302"/>
                                        </p:tgtEl>
                                        <p:attrNameLst>
                                          <p:attrName>style.visibility</p:attrName>
                                        </p:attrNameLst>
                                      </p:cBhvr>
                                      <p:to>
                                        <p:strVal val="hidden"/>
                                      </p:to>
                                    </p:set>
                                  </p:childTnLst>
                                </p:cTn>
                              </p:par>
                            </p:childTnLst>
                          </p:cTn>
                        </p:par>
                        <p:par>
                          <p:cTn id="46" fill="hold">
                            <p:stCondLst>
                              <p:cond delay="1000"/>
                            </p:stCondLst>
                            <p:childTnLst>
                              <p:par>
                                <p:cTn id="47" presetID="30" presetClass="entr" presetSubtype="0" fill="hold" nodeType="afterEffect">
                                  <p:stCondLst>
                                    <p:cond delay="0"/>
                                  </p:stCondLst>
                                  <p:childTnLst>
                                    <p:set>
                                      <p:cBhvr>
                                        <p:cTn id="48" dur="1" fill="hold">
                                          <p:stCondLst>
                                            <p:cond delay="0"/>
                                          </p:stCondLst>
                                        </p:cTn>
                                        <p:tgtEl>
                                          <p:spTgt spid="54337"/>
                                        </p:tgtEl>
                                        <p:attrNameLst>
                                          <p:attrName>style.visibility</p:attrName>
                                        </p:attrNameLst>
                                      </p:cBhvr>
                                      <p:to>
                                        <p:strVal val="visible"/>
                                      </p:to>
                                    </p:set>
                                    <p:animEffect transition="in" filter="fade">
                                      <p:cBhvr>
                                        <p:cTn id="49" dur="800" decel="100000"/>
                                        <p:tgtEl>
                                          <p:spTgt spid="54337"/>
                                        </p:tgtEl>
                                      </p:cBhvr>
                                    </p:animEffect>
                                    <p:anim calcmode="lin" valueType="num">
                                      <p:cBhvr>
                                        <p:cTn id="50" dur="800" decel="100000" fill="hold"/>
                                        <p:tgtEl>
                                          <p:spTgt spid="54337"/>
                                        </p:tgtEl>
                                        <p:attrNameLst>
                                          <p:attrName>style.rotation</p:attrName>
                                        </p:attrNameLst>
                                      </p:cBhvr>
                                      <p:tavLst>
                                        <p:tav tm="0">
                                          <p:val>
                                            <p:fltVal val="-90"/>
                                          </p:val>
                                        </p:tav>
                                        <p:tav tm="100000">
                                          <p:val>
                                            <p:fltVal val="0"/>
                                          </p:val>
                                        </p:tav>
                                      </p:tavLst>
                                    </p:anim>
                                    <p:anim calcmode="lin" valueType="num">
                                      <p:cBhvr>
                                        <p:cTn id="51" dur="800" decel="100000" fill="hold"/>
                                        <p:tgtEl>
                                          <p:spTgt spid="54337"/>
                                        </p:tgtEl>
                                        <p:attrNameLst>
                                          <p:attrName>ppt_x</p:attrName>
                                        </p:attrNameLst>
                                      </p:cBhvr>
                                      <p:tavLst>
                                        <p:tav tm="0">
                                          <p:val>
                                            <p:strVal val="#ppt_x+0.4"/>
                                          </p:val>
                                        </p:tav>
                                        <p:tav tm="100000">
                                          <p:val>
                                            <p:strVal val="#ppt_x-0.05"/>
                                          </p:val>
                                        </p:tav>
                                      </p:tavLst>
                                    </p:anim>
                                    <p:anim calcmode="lin" valueType="num">
                                      <p:cBhvr>
                                        <p:cTn id="52" dur="800" decel="100000" fill="hold"/>
                                        <p:tgtEl>
                                          <p:spTgt spid="54337"/>
                                        </p:tgtEl>
                                        <p:attrNameLst>
                                          <p:attrName>ppt_y</p:attrName>
                                        </p:attrNameLst>
                                      </p:cBhvr>
                                      <p:tavLst>
                                        <p:tav tm="0">
                                          <p:val>
                                            <p:strVal val="#ppt_y-0.4"/>
                                          </p:val>
                                        </p:tav>
                                        <p:tav tm="100000">
                                          <p:val>
                                            <p:strVal val="#ppt_y+0.1"/>
                                          </p:val>
                                        </p:tav>
                                      </p:tavLst>
                                    </p:anim>
                                    <p:anim calcmode="lin" valueType="num">
                                      <p:cBhvr>
                                        <p:cTn id="53" dur="200" accel="100000" fill="hold">
                                          <p:stCondLst>
                                            <p:cond delay="800"/>
                                          </p:stCondLst>
                                        </p:cTn>
                                        <p:tgtEl>
                                          <p:spTgt spid="54337"/>
                                        </p:tgtEl>
                                        <p:attrNameLst>
                                          <p:attrName>ppt_x</p:attrName>
                                        </p:attrNameLst>
                                      </p:cBhvr>
                                      <p:tavLst>
                                        <p:tav tm="0">
                                          <p:val>
                                            <p:strVal val="#ppt_x-0.05"/>
                                          </p:val>
                                        </p:tav>
                                        <p:tav tm="100000">
                                          <p:val>
                                            <p:strVal val="#ppt_x"/>
                                          </p:val>
                                        </p:tav>
                                      </p:tavLst>
                                    </p:anim>
                                    <p:anim calcmode="lin" valueType="num">
                                      <p:cBhvr>
                                        <p:cTn id="54" dur="200" accel="100000" fill="hold">
                                          <p:stCondLst>
                                            <p:cond delay="800"/>
                                          </p:stCondLst>
                                        </p:cTn>
                                        <p:tgtEl>
                                          <p:spTgt spid="54337"/>
                                        </p:tgtEl>
                                        <p:attrNameLst>
                                          <p:attrName>ppt_y</p:attrName>
                                        </p:attrNameLst>
                                      </p:cBhvr>
                                      <p:tavLst>
                                        <p:tav tm="0">
                                          <p:val>
                                            <p:strVal val="#ppt_y+0.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0" presetClass="entr" presetSubtype="0" fill="hold" grpId="0" nodeType="clickEffect">
                                  <p:stCondLst>
                                    <p:cond delay="0"/>
                                  </p:stCondLst>
                                  <p:childTnLst>
                                    <p:set>
                                      <p:cBhvr>
                                        <p:cTn id="58" dur="1" fill="hold">
                                          <p:stCondLst>
                                            <p:cond delay="0"/>
                                          </p:stCondLst>
                                        </p:cTn>
                                        <p:tgtEl>
                                          <p:spTgt spid="54306"/>
                                        </p:tgtEl>
                                        <p:attrNameLst>
                                          <p:attrName>style.visibility</p:attrName>
                                        </p:attrNameLst>
                                      </p:cBhvr>
                                      <p:to>
                                        <p:strVal val="visible"/>
                                      </p:to>
                                    </p:set>
                                    <p:animEffect transition="in" filter="wedge">
                                      <p:cBhvr>
                                        <p:cTn id="59" dur="1000"/>
                                        <p:tgtEl>
                                          <p:spTgt spid="5430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54301"/>
                                        </p:tgtEl>
                                        <p:attrNameLst>
                                          <p:attrName>style.visibility</p:attrName>
                                        </p:attrNameLst>
                                      </p:cBhvr>
                                      <p:to>
                                        <p:strVal val="visible"/>
                                      </p:to>
                                    </p:set>
                                    <p:animEffect transition="in" filter="wipe(left)">
                                      <p:cBhvr>
                                        <p:cTn id="64" dur="500"/>
                                        <p:tgtEl>
                                          <p:spTgt spid="54301"/>
                                        </p:tgtEl>
                                      </p:cBhvr>
                                    </p:animEffect>
                                  </p:childTnLst>
                                </p:cTn>
                              </p:par>
                            </p:childTnLst>
                          </p:cTn>
                        </p:par>
                      </p:childTnLst>
                    </p:cTn>
                  </p:par>
                  <p:par>
                    <p:cTn id="65" fill="hold">
                      <p:stCondLst>
                        <p:cond delay="indefinite"/>
                      </p:stCondLst>
                      <p:childTnLst>
                        <p:par>
                          <p:cTn id="66" fill="hold">
                            <p:stCondLst>
                              <p:cond delay="0"/>
                            </p:stCondLst>
                            <p:childTnLst>
                              <p:par>
                                <p:cTn id="67" presetID="29" presetClass="exit" presetSubtype="0" fill="hold" grpId="0" nodeType="clickEffect">
                                  <p:stCondLst>
                                    <p:cond delay="0"/>
                                  </p:stCondLst>
                                  <p:childTnLst>
                                    <p:anim calcmode="lin" valueType="num">
                                      <p:cBhvr>
                                        <p:cTn id="68" dur="1000"/>
                                        <p:tgtEl>
                                          <p:spTgt spid="54297"/>
                                        </p:tgtEl>
                                        <p:attrNameLst>
                                          <p:attrName>ppt_x</p:attrName>
                                        </p:attrNameLst>
                                      </p:cBhvr>
                                      <p:tavLst>
                                        <p:tav tm="0">
                                          <p:val>
                                            <p:strVal val="ppt_x"/>
                                          </p:val>
                                        </p:tav>
                                        <p:tav tm="100000">
                                          <p:val>
                                            <p:strVal val="ppt_x-.2"/>
                                          </p:val>
                                        </p:tav>
                                      </p:tavLst>
                                    </p:anim>
                                    <p:anim calcmode="lin" valueType="num">
                                      <p:cBhvr>
                                        <p:cTn id="69" dur="1000"/>
                                        <p:tgtEl>
                                          <p:spTgt spid="54297"/>
                                        </p:tgtEl>
                                        <p:attrNameLst>
                                          <p:attrName>ppt_y</p:attrName>
                                        </p:attrNameLst>
                                      </p:cBhvr>
                                      <p:tavLst>
                                        <p:tav tm="0">
                                          <p:val>
                                            <p:strVal val="ppt_y"/>
                                          </p:val>
                                        </p:tav>
                                        <p:tav tm="100000">
                                          <p:val>
                                            <p:strVal val="ppt_y"/>
                                          </p:val>
                                        </p:tav>
                                      </p:tavLst>
                                    </p:anim>
                                    <p:animEffect transition="out" filter="fade">
                                      <p:cBhvr>
                                        <p:cTn id="70" dur="1000"/>
                                        <p:tgtEl>
                                          <p:spTgt spid="54297"/>
                                        </p:tgtEl>
                                      </p:cBhvr>
                                    </p:animEffect>
                                    <p:set>
                                      <p:cBhvr>
                                        <p:cTn id="71" dur="1" fill="hold">
                                          <p:stCondLst>
                                            <p:cond delay="999"/>
                                          </p:stCondLst>
                                        </p:cTn>
                                        <p:tgtEl>
                                          <p:spTgt spid="54297"/>
                                        </p:tgtEl>
                                        <p:attrNameLst>
                                          <p:attrName>style.visibility</p:attrName>
                                        </p:attrNameLst>
                                      </p:cBhvr>
                                      <p:to>
                                        <p:strVal val="hidden"/>
                                      </p:to>
                                    </p:set>
                                  </p:childTnLst>
                                </p:cTn>
                              </p:par>
                            </p:childTnLst>
                          </p:cTn>
                        </p:par>
                        <p:par>
                          <p:cTn id="72" fill="hold">
                            <p:stCondLst>
                              <p:cond delay="1000"/>
                            </p:stCondLst>
                            <p:childTnLst>
                              <p:par>
                                <p:cTn id="73" presetID="30" presetClass="entr" presetSubtype="0" fill="hold" grpId="0" nodeType="afterEffect">
                                  <p:stCondLst>
                                    <p:cond delay="0"/>
                                  </p:stCondLst>
                                  <p:childTnLst>
                                    <p:set>
                                      <p:cBhvr>
                                        <p:cTn id="74" dur="1" fill="hold">
                                          <p:stCondLst>
                                            <p:cond delay="0"/>
                                          </p:stCondLst>
                                        </p:cTn>
                                        <p:tgtEl>
                                          <p:spTgt spid="54338"/>
                                        </p:tgtEl>
                                        <p:attrNameLst>
                                          <p:attrName>style.visibility</p:attrName>
                                        </p:attrNameLst>
                                      </p:cBhvr>
                                      <p:to>
                                        <p:strVal val="visible"/>
                                      </p:to>
                                    </p:set>
                                    <p:animEffect transition="in" filter="fade">
                                      <p:cBhvr>
                                        <p:cTn id="75" dur="800" decel="100000"/>
                                        <p:tgtEl>
                                          <p:spTgt spid="54338"/>
                                        </p:tgtEl>
                                      </p:cBhvr>
                                    </p:animEffect>
                                    <p:anim calcmode="lin" valueType="num">
                                      <p:cBhvr>
                                        <p:cTn id="76" dur="800" decel="100000" fill="hold"/>
                                        <p:tgtEl>
                                          <p:spTgt spid="54338"/>
                                        </p:tgtEl>
                                        <p:attrNameLst>
                                          <p:attrName>style.rotation</p:attrName>
                                        </p:attrNameLst>
                                      </p:cBhvr>
                                      <p:tavLst>
                                        <p:tav tm="0">
                                          <p:val>
                                            <p:fltVal val="-90"/>
                                          </p:val>
                                        </p:tav>
                                        <p:tav tm="100000">
                                          <p:val>
                                            <p:fltVal val="0"/>
                                          </p:val>
                                        </p:tav>
                                      </p:tavLst>
                                    </p:anim>
                                    <p:anim calcmode="lin" valueType="num">
                                      <p:cBhvr>
                                        <p:cTn id="77" dur="800" decel="100000" fill="hold"/>
                                        <p:tgtEl>
                                          <p:spTgt spid="54338"/>
                                        </p:tgtEl>
                                        <p:attrNameLst>
                                          <p:attrName>ppt_x</p:attrName>
                                        </p:attrNameLst>
                                      </p:cBhvr>
                                      <p:tavLst>
                                        <p:tav tm="0">
                                          <p:val>
                                            <p:strVal val="#ppt_x+0.4"/>
                                          </p:val>
                                        </p:tav>
                                        <p:tav tm="100000">
                                          <p:val>
                                            <p:strVal val="#ppt_x-0.05"/>
                                          </p:val>
                                        </p:tav>
                                      </p:tavLst>
                                    </p:anim>
                                    <p:anim calcmode="lin" valueType="num">
                                      <p:cBhvr>
                                        <p:cTn id="78" dur="800" decel="100000" fill="hold"/>
                                        <p:tgtEl>
                                          <p:spTgt spid="54338"/>
                                        </p:tgtEl>
                                        <p:attrNameLst>
                                          <p:attrName>ppt_y</p:attrName>
                                        </p:attrNameLst>
                                      </p:cBhvr>
                                      <p:tavLst>
                                        <p:tav tm="0">
                                          <p:val>
                                            <p:strVal val="#ppt_y-0.4"/>
                                          </p:val>
                                        </p:tav>
                                        <p:tav tm="100000">
                                          <p:val>
                                            <p:strVal val="#ppt_y+0.1"/>
                                          </p:val>
                                        </p:tav>
                                      </p:tavLst>
                                    </p:anim>
                                    <p:anim calcmode="lin" valueType="num">
                                      <p:cBhvr>
                                        <p:cTn id="79" dur="200" accel="100000" fill="hold">
                                          <p:stCondLst>
                                            <p:cond delay="800"/>
                                          </p:stCondLst>
                                        </p:cTn>
                                        <p:tgtEl>
                                          <p:spTgt spid="54338"/>
                                        </p:tgtEl>
                                        <p:attrNameLst>
                                          <p:attrName>ppt_x</p:attrName>
                                        </p:attrNameLst>
                                      </p:cBhvr>
                                      <p:tavLst>
                                        <p:tav tm="0">
                                          <p:val>
                                            <p:strVal val="#ppt_x-0.05"/>
                                          </p:val>
                                        </p:tav>
                                        <p:tav tm="100000">
                                          <p:val>
                                            <p:strVal val="#ppt_x"/>
                                          </p:val>
                                        </p:tav>
                                      </p:tavLst>
                                    </p:anim>
                                    <p:anim calcmode="lin" valueType="num">
                                      <p:cBhvr>
                                        <p:cTn id="80" dur="200" accel="100000" fill="hold">
                                          <p:stCondLst>
                                            <p:cond delay="800"/>
                                          </p:stCondLst>
                                        </p:cTn>
                                        <p:tgtEl>
                                          <p:spTgt spid="54338"/>
                                        </p:tgtEl>
                                        <p:attrNameLst>
                                          <p:attrName>ppt_y</p:attrName>
                                        </p:attrNameLst>
                                      </p:cBhvr>
                                      <p:tavLst>
                                        <p:tav tm="0">
                                          <p:val>
                                            <p:strVal val="#ppt_y+0.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9" presetClass="exit" presetSubtype="0" fill="hold" grpId="0" nodeType="clickEffect">
                                  <p:stCondLst>
                                    <p:cond delay="0"/>
                                  </p:stCondLst>
                                  <p:childTnLst>
                                    <p:anim calcmode="lin" valueType="num">
                                      <p:cBhvr>
                                        <p:cTn id="84" dur="1000"/>
                                        <p:tgtEl>
                                          <p:spTgt spid="54299"/>
                                        </p:tgtEl>
                                        <p:attrNameLst>
                                          <p:attrName>ppt_x</p:attrName>
                                        </p:attrNameLst>
                                      </p:cBhvr>
                                      <p:tavLst>
                                        <p:tav tm="0">
                                          <p:val>
                                            <p:strVal val="ppt_x"/>
                                          </p:val>
                                        </p:tav>
                                        <p:tav tm="100000">
                                          <p:val>
                                            <p:strVal val="ppt_x-.2"/>
                                          </p:val>
                                        </p:tav>
                                      </p:tavLst>
                                    </p:anim>
                                    <p:anim calcmode="lin" valueType="num">
                                      <p:cBhvr>
                                        <p:cTn id="85" dur="1000"/>
                                        <p:tgtEl>
                                          <p:spTgt spid="54299"/>
                                        </p:tgtEl>
                                        <p:attrNameLst>
                                          <p:attrName>ppt_y</p:attrName>
                                        </p:attrNameLst>
                                      </p:cBhvr>
                                      <p:tavLst>
                                        <p:tav tm="0">
                                          <p:val>
                                            <p:strVal val="ppt_y"/>
                                          </p:val>
                                        </p:tav>
                                        <p:tav tm="100000">
                                          <p:val>
                                            <p:strVal val="ppt_y"/>
                                          </p:val>
                                        </p:tav>
                                      </p:tavLst>
                                    </p:anim>
                                    <p:animEffect transition="out" filter="fade">
                                      <p:cBhvr>
                                        <p:cTn id="86" dur="1000"/>
                                        <p:tgtEl>
                                          <p:spTgt spid="54299"/>
                                        </p:tgtEl>
                                      </p:cBhvr>
                                    </p:animEffect>
                                    <p:set>
                                      <p:cBhvr>
                                        <p:cTn id="87" dur="1" fill="hold">
                                          <p:stCondLst>
                                            <p:cond delay="999"/>
                                          </p:stCondLst>
                                        </p:cTn>
                                        <p:tgtEl>
                                          <p:spTgt spid="54299"/>
                                        </p:tgtEl>
                                        <p:attrNameLst>
                                          <p:attrName>style.visibility</p:attrName>
                                        </p:attrNameLst>
                                      </p:cBhvr>
                                      <p:to>
                                        <p:strVal val="hidden"/>
                                      </p:to>
                                    </p:set>
                                  </p:childTnLst>
                                </p:cTn>
                              </p:par>
                            </p:childTnLst>
                          </p:cTn>
                        </p:par>
                        <p:par>
                          <p:cTn id="88" fill="hold">
                            <p:stCondLst>
                              <p:cond delay="1000"/>
                            </p:stCondLst>
                            <p:childTnLst>
                              <p:par>
                                <p:cTn id="89" presetID="30" presetClass="entr" presetSubtype="0" fill="hold" grpId="0" nodeType="after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800" decel="100000"/>
                                        <p:tgtEl>
                                          <p:spTgt spid="45"/>
                                        </p:tgtEl>
                                      </p:cBhvr>
                                    </p:animEffect>
                                    <p:anim calcmode="lin" valueType="num">
                                      <p:cBhvr>
                                        <p:cTn id="92" dur="800" decel="100000" fill="hold"/>
                                        <p:tgtEl>
                                          <p:spTgt spid="45"/>
                                        </p:tgtEl>
                                        <p:attrNameLst>
                                          <p:attrName>style.rotation</p:attrName>
                                        </p:attrNameLst>
                                      </p:cBhvr>
                                      <p:tavLst>
                                        <p:tav tm="0">
                                          <p:val>
                                            <p:fltVal val="-90"/>
                                          </p:val>
                                        </p:tav>
                                        <p:tav tm="100000">
                                          <p:val>
                                            <p:fltVal val="0"/>
                                          </p:val>
                                        </p:tav>
                                      </p:tavLst>
                                    </p:anim>
                                    <p:anim calcmode="lin" valueType="num">
                                      <p:cBhvr>
                                        <p:cTn id="93" dur="800" decel="100000" fill="hold"/>
                                        <p:tgtEl>
                                          <p:spTgt spid="45"/>
                                        </p:tgtEl>
                                        <p:attrNameLst>
                                          <p:attrName>ppt_x</p:attrName>
                                        </p:attrNameLst>
                                      </p:cBhvr>
                                      <p:tavLst>
                                        <p:tav tm="0">
                                          <p:val>
                                            <p:strVal val="#ppt_x+0.4"/>
                                          </p:val>
                                        </p:tav>
                                        <p:tav tm="100000">
                                          <p:val>
                                            <p:strVal val="#ppt_x-0.05"/>
                                          </p:val>
                                        </p:tav>
                                      </p:tavLst>
                                    </p:anim>
                                    <p:anim calcmode="lin" valueType="num">
                                      <p:cBhvr>
                                        <p:cTn id="94" dur="800" decel="100000" fill="hold"/>
                                        <p:tgtEl>
                                          <p:spTgt spid="45"/>
                                        </p:tgtEl>
                                        <p:attrNameLst>
                                          <p:attrName>ppt_y</p:attrName>
                                        </p:attrNameLst>
                                      </p:cBhvr>
                                      <p:tavLst>
                                        <p:tav tm="0">
                                          <p:val>
                                            <p:strVal val="#ppt_y-0.4"/>
                                          </p:val>
                                        </p:tav>
                                        <p:tav tm="100000">
                                          <p:val>
                                            <p:strVal val="#ppt_y+0.1"/>
                                          </p:val>
                                        </p:tav>
                                      </p:tavLst>
                                    </p:anim>
                                    <p:anim calcmode="lin" valueType="num">
                                      <p:cBhvr>
                                        <p:cTn id="95" dur="200" accel="100000" fill="hold">
                                          <p:stCondLst>
                                            <p:cond delay="800"/>
                                          </p:stCondLst>
                                        </p:cTn>
                                        <p:tgtEl>
                                          <p:spTgt spid="45"/>
                                        </p:tgtEl>
                                        <p:attrNameLst>
                                          <p:attrName>ppt_x</p:attrName>
                                        </p:attrNameLst>
                                      </p:cBhvr>
                                      <p:tavLst>
                                        <p:tav tm="0">
                                          <p:val>
                                            <p:strVal val="#ppt_x-0.05"/>
                                          </p:val>
                                        </p:tav>
                                        <p:tav tm="100000">
                                          <p:val>
                                            <p:strVal val="#ppt_x"/>
                                          </p:val>
                                        </p:tav>
                                      </p:tavLst>
                                    </p:anim>
                                    <p:anim calcmode="lin" valueType="num">
                                      <p:cBhvr>
                                        <p:cTn id="96" dur="200" accel="100000" fill="hold">
                                          <p:stCondLst>
                                            <p:cond delay="800"/>
                                          </p:stCondLst>
                                        </p:cTn>
                                        <p:tgtEl>
                                          <p:spTgt spid="45"/>
                                        </p:tgtEl>
                                        <p:attrNameLst>
                                          <p:attrName>ppt_y</p:attrName>
                                        </p:attrNameLst>
                                      </p:cBhvr>
                                      <p:tavLst>
                                        <p:tav tm="0">
                                          <p:val>
                                            <p:strVal val="#ppt_y+0.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0" presetClass="entr" presetSubtype="0" fill="hold" grpId="0" nodeType="clickEffect">
                                  <p:stCondLst>
                                    <p:cond delay="0"/>
                                  </p:stCondLst>
                                  <p:childTnLst>
                                    <p:set>
                                      <p:cBhvr>
                                        <p:cTn id="100" dur="1" fill="hold">
                                          <p:stCondLst>
                                            <p:cond delay="0"/>
                                          </p:stCondLst>
                                        </p:cTn>
                                        <p:tgtEl>
                                          <p:spTgt spid="54343"/>
                                        </p:tgtEl>
                                        <p:attrNameLst>
                                          <p:attrName>style.visibility</p:attrName>
                                        </p:attrNameLst>
                                      </p:cBhvr>
                                      <p:to>
                                        <p:strVal val="visible"/>
                                      </p:to>
                                    </p:set>
                                    <p:animEffect transition="in" filter="wedge">
                                      <p:cBhvr>
                                        <p:cTn id="101" dur="1000"/>
                                        <p:tgtEl>
                                          <p:spTgt spid="54343"/>
                                        </p:tgtEl>
                                      </p:cBhvr>
                                    </p:animEffect>
                                  </p:childTnLst>
                                </p:cTn>
                              </p:par>
                            </p:childTnLst>
                          </p:cTn>
                        </p:par>
                      </p:childTnLst>
                    </p:cTn>
                  </p:par>
                  <p:par>
                    <p:cTn id="102" fill="hold">
                      <p:stCondLst>
                        <p:cond delay="indefinite"/>
                      </p:stCondLst>
                      <p:childTnLst>
                        <p:par>
                          <p:cTn id="103" fill="hold">
                            <p:stCondLst>
                              <p:cond delay="0"/>
                            </p:stCondLst>
                            <p:childTnLst>
                              <p:par>
                                <p:cTn id="104" presetID="4" presetClass="entr" presetSubtype="16" fill="hold" nodeType="clickEffect">
                                  <p:stCondLst>
                                    <p:cond delay="0"/>
                                  </p:stCondLst>
                                  <p:childTnLst>
                                    <p:set>
                                      <p:cBhvr>
                                        <p:cTn id="105" dur="1" fill="hold">
                                          <p:stCondLst>
                                            <p:cond delay="0"/>
                                          </p:stCondLst>
                                        </p:cTn>
                                        <p:tgtEl>
                                          <p:spTgt spid="54340"/>
                                        </p:tgtEl>
                                        <p:attrNameLst>
                                          <p:attrName>style.visibility</p:attrName>
                                        </p:attrNameLst>
                                      </p:cBhvr>
                                      <p:to>
                                        <p:strVal val="visible"/>
                                      </p:to>
                                    </p:set>
                                    <p:animEffect transition="in" filter="box(in)">
                                      <p:cBhvr>
                                        <p:cTn id="106" dur="500"/>
                                        <p:tgtEl>
                                          <p:spTgt spid="54340"/>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nodeType="click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wipe(up)">
                                      <p:cBhvr>
                                        <p:cTn id="111" dur="500"/>
                                        <p:tgtEl>
                                          <p:spTgt spid="47"/>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grpId="0" nodeType="clickEffect">
                                  <p:stCondLst>
                                    <p:cond delay="0"/>
                                  </p:stCondLst>
                                  <p:childTnLst>
                                    <p:set>
                                      <p:cBhvr>
                                        <p:cTn id="115" dur="1" fill="hold">
                                          <p:stCondLst>
                                            <p:cond delay="0"/>
                                          </p:stCondLst>
                                        </p:cTn>
                                        <p:tgtEl>
                                          <p:spTgt spid="54341"/>
                                        </p:tgtEl>
                                        <p:attrNameLst>
                                          <p:attrName>style.visibility</p:attrName>
                                        </p:attrNameLst>
                                      </p:cBhvr>
                                      <p:to>
                                        <p:strVal val="visible"/>
                                      </p:to>
                                    </p:set>
                                    <p:animEffect transition="in" filter="blinds(horizontal)">
                                      <p:cBhvr>
                                        <p:cTn id="116" dur="500"/>
                                        <p:tgtEl>
                                          <p:spTgt spid="54341"/>
                                        </p:tgtEl>
                                      </p:cBhvr>
                                    </p:animEffect>
                                  </p:childTnLst>
                                </p:cTn>
                              </p:par>
                            </p:childTnLst>
                          </p:cTn>
                        </p:par>
                        <p:par>
                          <p:cTn id="117" fill="hold">
                            <p:stCondLst>
                              <p:cond delay="500"/>
                            </p:stCondLst>
                            <p:childTnLst>
                              <p:par>
                                <p:cTn id="118" presetID="4" presetClass="entr" presetSubtype="16" fill="hold" nodeType="afterEffect">
                                  <p:stCondLst>
                                    <p:cond delay="0"/>
                                  </p:stCondLst>
                                  <p:childTnLst>
                                    <p:set>
                                      <p:cBhvr>
                                        <p:cTn id="119" dur="1" fill="hold">
                                          <p:stCondLst>
                                            <p:cond delay="0"/>
                                          </p:stCondLst>
                                        </p:cTn>
                                        <p:tgtEl>
                                          <p:spTgt spid="54342"/>
                                        </p:tgtEl>
                                        <p:attrNameLst>
                                          <p:attrName>style.visibility</p:attrName>
                                        </p:attrNameLst>
                                      </p:cBhvr>
                                      <p:to>
                                        <p:strVal val="visible"/>
                                      </p:to>
                                    </p:set>
                                    <p:animEffect transition="in" filter="box(in)">
                                      <p:cBhvr>
                                        <p:cTn id="120" dur="500"/>
                                        <p:tgtEl>
                                          <p:spTgt spid="54342"/>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54276">
                                            <p:txEl>
                                              <p:pRg st="2" end="2"/>
                                            </p:txEl>
                                          </p:spTgt>
                                        </p:tgtEl>
                                        <p:attrNameLst>
                                          <p:attrName>style.visibility</p:attrName>
                                        </p:attrNameLst>
                                      </p:cBhvr>
                                      <p:to>
                                        <p:strVal val="visible"/>
                                      </p:to>
                                    </p:set>
                                    <p:animEffect transition="in" filter="blinds(horizontal)">
                                      <p:cBhvr>
                                        <p:cTn id="125" dur="500"/>
                                        <p:tgtEl>
                                          <p:spTgt spid="5427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06" grpId="0" bldLvl="0" animBg="1"/>
      <p:bldP spid="54343" grpId="0" bldLvl="0" animBg="1"/>
      <p:bldP spid="54302" grpId="0"/>
      <p:bldP spid="54276" grpId="0" build="p"/>
      <p:bldP spid="54301" grpId="0"/>
      <p:bldP spid="54278" grpId="0"/>
      <p:bldP spid="54297" grpId="0"/>
      <p:bldP spid="54299" grpId="0"/>
      <p:bldP spid="54338" grpId="0"/>
      <p:bldP spid="54341" grpId="0"/>
      <p:bldP spid="4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5"/>
          <p:cNvSpPr/>
          <p:nvPr/>
        </p:nvSpPr>
        <p:spPr>
          <a:xfrm>
            <a:off x="457200" y="3860800"/>
            <a:ext cx="8229600" cy="1458913"/>
          </a:xfrm>
          <a:prstGeom prst="rect">
            <a:avLst/>
          </a:prstGeom>
          <a:noFill/>
          <a:ln w="9525">
            <a:noFill/>
          </a:ln>
        </p:spPr>
        <p:txBody>
          <a:bodyPr>
            <a:spAutoFit/>
          </a:bodyPr>
          <a:lstStyle/>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第三步：</a:t>
            </a:r>
            <a:r>
              <a:rPr lang="zh-CN" altLang="en-US" sz="2400" b="1" dirty="0">
                <a:solidFill>
                  <a:srgbClr val="000000"/>
                </a:solidFill>
                <a:latin typeface="Times New Roman" panose="02020603050405020304" pitchFamily="18" charset="0"/>
                <a:ea typeface="楷体_GB2312"/>
              </a:rPr>
              <a:t>往证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无穷多解</a:t>
            </a:r>
            <a:r>
              <a:rPr lang="zh-CN" altLang="en-US" sz="2400" b="1" i="1" dirty="0">
                <a:solidFill>
                  <a:srgbClr val="000000"/>
                </a:solidFill>
                <a:latin typeface="Times New Roman" panose="02020603050405020304" pitchFamily="18" charset="0"/>
                <a:ea typeface="楷体_GB2312"/>
              </a:rPr>
              <a:t>．</a:t>
            </a:r>
            <a:endParaRPr lang="zh-CN" altLang="en-US" sz="2400" b="1" dirty="0">
              <a:solidFill>
                <a:srgbClr val="000000"/>
              </a:solidFill>
              <a:latin typeface="Times New Roman" panose="02020603050405020304" pitchFamily="18" charset="0"/>
              <a:ea typeface="楷体_GB2312"/>
            </a:endParaRPr>
          </a:p>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若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a:t>
            </a:r>
            <a:endParaRPr lang="en-US" altLang="zh-CN" sz="2400" b="1" dirty="0">
              <a:solidFill>
                <a:srgbClr val="000000"/>
              </a:solidFill>
              <a:latin typeface="Times New Roman" panose="02020603050405020304" pitchFamily="18" charset="0"/>
              <a:ea typeface="楷体_GB2312"/>
            </a:endParaRPr>
          </a:p>
          <a:p>
            <a:pPr marL="609600" indent="-609600">
              <a:lnSpc>
                <a:spcPct val="110000"/>
              </a:lnSpc>
              <a:spcBef>
                <a:spcPct val="20000"/>
              </a:spcBef>
              <a:buClr>
                <a:srgbClr val="00007D"/>
              </a:buClr>
              <a:buSzPct val="75000"/>
            </a:pPr>
            <a:r>
              <a:rPr lang="zh-CN" altLang="en-US" sz="2400" b="1" dirty="0">
                <a:solidFill>
                  <a:srgbClr val="000000"/>
                </a:solidFill>
                <a:latin typeface="Times New Roman" panose="02020603050405020304" pitchFamily="18" charset="0"/>
                <a:ea typeface="楷体_GB2312"/>
              </a:rPr>
              <a:t>     对应的线性方程组为</a:t>
            </a:r>
          </a:p>
        </p:txBody>
      </p:sp>
      <p:graphicFrame>
        <p:nvGraphicFramePr>
          <p:cNvPr id="32774" name="Object 6"/>
          <p:cNvGraphicFramePr>
            <a:graphicFrameLocks noChangeAspect="1"/>
          </p:cNvGraphicFramePr>
          <p:nvPr/>
        </p:nvGraphicFramePr>
        <p:xfrm>
          <a:off x="5003800" y="4013200"/>
          <a:ext cx="406400" cy="279400"/>
        </p:xfrm>
        <a:graphic>
          <a:graphicData uri="http://schemas.openxmlformats.org/presentationml/2006/ole">
            <mc:AlternateContent xmlns:mc="http://schemas.openxmlformats.org/markup-compatibility/2006">
              <mc:Choice xmlns:v="urn:schemas-microsoft-com:vml" Requires="v">
                <p:oleObj r:id="rId2" imgW="203200" imgH="139700" progId="Equation.DSMT4">
                  <p:embed/>
                </p:oleObj>
              </mc:Choice>
              <mc:Fallback>
                <p:oleObj r:id="rId2" imgW="203200" imgH="139700" progId="Equation.DSMT4">
                  <p:embed/>
                  <p:pic>
                    <p:nvPicPr>
                      <p:cNvPr id="0" name="图片 4234"/>
                      <p:cNvPicPr/>
                      <p:nvPr/>
                    </p:nvPicPr>
                    <p:blipFill>
                      <a:blip r:embed="rId3"/>
                      <a:stretch>
                        <a:fillRect/>
                      </a:stretch>
                    </p:blipFill>
                    <p:spPr>
                      <a:xfrm>
                        <a:off x="5003800" y="4013200"/>
                        <a:ext cx="406400" cy="279400"/>
                      </a:xfrm>
                      <a:prstGeom prst="rect">
                        <a:avLst/>
                      </a:prstGeom>
                      <a:noFill/>
                      <a:ln w="38100">
                        <a:noFill/>
                        <a:miter/>
                      </a:ln>
                    </p:spPr>
                  </p:pic>
                </p:oleObj>
              </mc:Fallback>
            </mc:AlternateContent>
          </a:graphicData>
        </a:graphic>
      </p:graphicFrame>
      <p:grpSp>
        <p:nvGrpSpPr>
          <p:cNvPr id="2" name="Group 7"/>
          <p:cNvGrpSpPr/>
          <p:nvPr/>
        </p:nvGrpSpPr>
        <p:grpSpPr>
          <a:xfrm>
            <a:off x="1014413" y="730250"/>
            <a:ext cx="3536950" cy="1079500"/>
            <a:chOff x="639" y="460"/>
            <a:chExt cx="2228" cy="680"/>
          </a:xfrm>
        </p:grpSpPr>
        <p:sp>
          <p:nvSpPr>
            <p:cNvPr id="899090" name="Line 8"/>
            <p:cNvSpPr/>
            <p:nvPr/>
          </p:nvSpPr>
          <p:spPr>
            <a:xfrm>
              <a:off x="639" y="472"/>
              <a:ext cx="182" cy="0"/>
            </a:xfrm>
            <a:prstGeom prst="line">
              <a:avLst/>
            </a:prstGeom>
            <a:ln w="28575" cap="flat" cmpd="sng">
              <a:solidFill>
                <a:srgbClr val="0000FF"/>
              </a:solidFill>
              <a:prstDash val="solid"/>
              <a:headEnd type="none" w="med" len="med"/>
              <a:tailEnd type="none" w="med" len="med"/>
            </a:ln>
          </p:spPr>
        </p:sp>
        <p:sp>
          <p:nvSpPr>
            <p:cNvPr id="899091" name="Line 9"/>
            <p:cNvSpPr/>
            <p:nvPr/>
          </p:nvSpPr>
          <p:spPr>
            <a:xfrm>
              <a:off x="821" y="460"/>
              <a:ext cx="0" cy="227"/>
            </a:xfrm>
            <a:prstGeom prst="line">
              <a:avLst/>
            </a:prstGeom>
            <a:ln w="28575" cap="flat" cmpd="sng">
              <a:solidFill>
                <a:srgbClr val="0000FF"/>
              </a:solidFill>
              <a:prstDash val="solid"/>
              <a:headEnd type="none" w="med" len="med"/>
              <a:tailEnd type="none" w="med" len="med"/>
            </a:ln>
          </p:spPr>
        </p:sp>
        <p:sp>
          <p:nvSpPr>
            <p:cNvPr id="899092" name="Line 10"/>
            <p:cNvSpPr/>
            <p:nvPr/>
          </p:nvSpPr>
          <p:spPr>
            <a:xfrm>
              <a:off x="814" y="681"/>
              <a:ext cx="182" cy="0"/>
            </a:xfrm>
            <a:prstGeom prst="line">
              <a:avLst/>
            </a:prstGeom>
            <a:ln w="28575" cap="flat" cmpd="sng">
              <a:solidFill>
                <a:srgbClr val="0000FF"/>
              </a:solidFill>
              <a:prstDash val="solid"/>
              <a:headEnd type="none" w="med" len="med"/>
              <a:tailEnd type="none" w="med" len="med"/>
            </a:ln>
          </p:spPr>
        </p:sp>
        <p:sp>
          <p:nvSpPr>
            <p:cNvPr id="899093" name="Line 11"/>
            <p:cNvSpPr/>
            <p:nvPr/>
          </p:nvSpPr>
          <p:spPr>
            <a:xfrm>
              <a:off x="1008" y="669"/>
              <a:ext cx="0" cy="227"/>
            </a:xfrm>
            <a:prstGeom prst="line">
              <a:avLst/>
            </a:prstGeom>
            <a:ln w="28575" cap="flat" cmpd="sng">
              <a:solidFill>
                <a:srgbClr val="0000FF"/>
              </a:solidFill>
              <a:prstDash val="sysDot"/>
              <a:headEnd type="none" w="med" len="med"/>
              <a:tailEnd type="none" w="med" len="med"/>
            </a:ln>
          </p:spPr>
        </p:sp>
        <p:sp>
          <p:nvSpPr>
            <p:cNvPr id="899094" name="Line 12"/>
            <p:cNvSpPr/>
            <p:nvPr/>
          </p:nvSpPr>
          <p:spPr>
            <a:xfrm>
              <a:off x="1001" y="890"/>
              <a:ext cx="295" cy="0"/>
            </a:xfrm>
            <a:prstGeom prst="line">
              <a:avLst/>
            </a:prstGeom>
            <a:ln w="28575" cap="flat" cmpd="sng">
              <a:solidFill>
                <a:srgbClr val="0000FF"/>
              </a:solidFill>
              <a:prstDash val="sysDot"/>
              <a:headEnd type="none" w="med" len="med"/>
              <a:tailEnd type="none" w="med" len="med"/>
            </a:ln>
          </p:spPr>
        </p:sp>
        <p:sp>
          <p:nvSpPr>
            <p:cNvPr id="899095" name="Line 13"/>
            <p:cNvSpPr/>
            <p:nvPr/>
          </p:nvSpPr>
          <p:spPr>
            <a:xfrm>
              <a:off x="1287" y="913"/>
              <a:ext cx="0" cy="227"/>
            </a:xfrm>
            <a:prstGeom prst="line">
              <a:avLst/>
            </a:prstGeom>
            <a:ln w="28575" cap="flat" cmpd="sng">
              <a:solidFill>
                <a:srgbClr val="0000FF"/>
              </a:solidFill>
              <a:prstDash val="solid"/>
              <a:headEnd type="none" w="med" len="med"/>
              <a:tailEnd type="none" w="med" len="med"/>
            </a:ln>
          </p:spPr>
        </p:sp>
        <p:sp>
          <p:nvSpPr>
            <p:cNvPr id="899096" name="Line 14"/>
            <p:cNvSpPr/>
            <p:nvPr/>
          </p:nvSpPr>
          <p:spPr>
            <a:xfrm>
              <a:off x="1280" y="1134"/>
              <a:ext cx="1587" cy="0"/>
            </a:xfrm>
            <a:prstGeom prst="line">
              <a:avLst/>
            </a:prstGeom>
            <a:ln w="28575" cap="flat" cmpd="sng">
              <a:solidFill>
                <a:srgbClr val="0000FF"/>
              </a:solidFill>
              <a:prstDash val="solid"/>
              <a:headEnd type="none" w="med" len="med"/>
              <a:tailEnd type="none" w="med" len="med"/>
            </a:ln>
          </p:spPr>
        </p:sp>
      </p:grpSp>
      <p:sp>
        <p:nvSpPr>
          <p:cNvPr id="899077" name="AutoShape 15"/>
          <p:cNvSpPr/>
          <p:nvPr/>
        </p:nvSpPr>
        <p:spPr>
          <a:xfrm rot="-5400000">
            <a:off x="1573213" y="2727325"/>
            <a:ext cx="179387" cy="1008063"/>
          </a:xfrm>
          <a:prstGeom prst="leftBrace">
            <a:avLst>
              <a:gd name="adj1" fmla="val 46829"/>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899078" name="Text Box 16"/>
          <p:cNvSpPr txBox="1"/>
          <p:nvPr/>
        </p:nvSpPr>
        <p:spPr>
          <a:xfrm>
            <a:off x="1196975" y="3284538"/>
            <a:ext cx="904875" cy="366712"/>
          </a:xfrm>
          <a:prstGeom prst="rect">
            <a:avLst/>
          </a:prstGeom>
          <a:noFill/>
          <a:ln w="9525">
            <a:noFill/>
          </a:ln>
        </p:spPr>
        <p:txBody>
          <a:bodyPr/>
          <a:lstStyle/>
          <a:p>
            <a:pPr algn="ctr"/>
            <a:r>
              <a:rPr lang="zh-CN" altLang="en-US" b="1" dirty="0">
                <a:solidFill>
                  <a:srgbClr val="000000"/>
                </a:solidFill>
                <a:latin typeface="Times New Roman" panose="02020603050405020304" pitchFamily="18" charset="0"/>
                <a:ea typeface="楷体_GB2312"/>
              </a:rPr>
              <a:t>前 </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列 </a:t>
            </a:r>
          </a:p>
        </p:txBody>
      </p:sp>
      <p:sp>
        <p:nvSpPr>
          <p:cNvPr id="899079" name="AutoShape 17"/>
          <p:cNvSpPr/>
          <p:nvPr/>
        </p:nvSpPr>
        <p:spPr>
          <a:xfrm rot="-5400000">
            <a:off x="3041650" y="2727325"/>
            <a:ext cx="179388" cy="1008063"/>
          </a:xfrm>
          <a:prstGeom prst="leftBrace">
            <a:avLst>
              <a:gd name="adj1" fmla="val 46828"/>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32786" name="Rectangle 18"/>
          <p:cNvSpPr/>
          <p:nvPr/>
        </p:nvSpPr>
        <p:spPr>
          <a:xfrm>
            <a:off x="457200" y="4411663"/>
            <a:ext cx="8164513" cy="457200"/>
          </a:xfrm>
          <a:prstGeom prst="rect">
            <a:avLst/>
          </a:prstGeom>
          <a:noFill/>
          <a:ln w="9525">
            <a:noFill/>
          </a:ln>
        </p:spPr>
        <p:txBody>
          <a:bodyPr wrap="none"/>
          <a:lstStyle/>
          <a:p>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则 </a:t>
            </a:r>
            <a:r>
              <a:rPr lang="en-US" altLang="zh-CN" sz="2400" b="1" i="1" dirty="0">
                <a:solidFill>
                  <a:srgbClr val="000000"/>
                </a:solidFill>
                <a:latin typeface="Times New Roman" panose="02020603050405020304" pitchFamily="18" charset="0"/>
                <a:ea typeface="楷体_GB2312"/>
              </a:rPr>
              <a:t>d</a:t>
            </a:r>
            <a:r>
              <a:rPr lang="en-US" altLang="zh-CN" sz="2400" b="1" i="1" baseline="-25000" dirty="0">
                <a:solidFill>
                  <a:srgbClr val="000000"/>
                </a:solidFill>
                <a:latin typeface="Times New Roman" panose="02020603050405020304" pitchFamily="18" charset="0"/>
                <a:ea typeface="楷体_GB2312"/>
              </a:rPr>
              <a:t>r</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 0 </a:t>
            </a:r>
            <a:r>
              <a:rPr lang="en-US" altLang="zh-CN" sz="2400" b="1" dirty="0">
                <a:solidFill>
                  <a:srgbClr val="000000"/>
                </a:solidFill>
                <a:latin typeface="楷体_GB2312"/>
                <a:ea typeface="楷体_GB2312"/>
              </a:rPr>
              <a:t>.</a:t>
            </a:r>
          </a:p>
        </p:txBody>
      </p:sp>
      <p:sp>
        <p:nvSpPr>
          <p:cNvPr id="899081" name="Text Box 19"/>
          <p:cNvSpPr txBox="1"/>
          <p:nvPr/>
        </p:nvSpPr>
        <p:spPr>
          <a:xfrm>
            <a:off x="2500313" y="3284538"/>
            <a:ext cx="1222375" cy="366712"/>
          </a:xfrm>
          <a:prstGeom prst="rect">
            <a:avLst/>
          </a:prstGeom>
          <a:noFill/>
          <a:ln w="9525">
            <a:noFill/>
          </a:ln>
        </p:spPr>
        <p:txBody>
          <a:bodyPr/>
          <a:lstStyle/>
          <a:p>
            <a:pPr algn="ctr"/>
            <a:r>
              <a:rPr lang="zh-CN" altLang="en-US" b="1" dirty="0">
                <a:solidFill>
                  <a:srgbClr val="000000"/>
                </a:solidFill>
                <a:latin typeface="Times New Roman" panose="02020603050405020304" pitchFamily="18" charset="0"/>
                <a:ea typeface="楷体_GB2312"/>
              </a:rPr>
              <a:t>后 </a:t>
            </a:r>
            <a:r>
              <a:rPr lang="en-US" altLang="zh-CN" b="1" i="1" dirty="0">
                <a:solidFill>
                  <a:srgbClr val="000000"/>
                </a:solidFill>
                <a:latin typeface="Times New Roman" panose="02020603050405020304" pitchFamily="18" charset="0"/>
                <a:ea typeface="楷体_GB2312"/>
              </a:rPr>
              <a:t>n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列 </a:t>
            </a:r>
          </a:p>
        </p:txBody>
      </p:sp>
      <p:sp>
        <p:nvSpPr>
          <p:cNvPr id="32788" name="Rectangle 20"/>
          <p:cNvSpPr/>
          <p:nvPr/>
        </p:nvSpPr>
        <p:spPr>
          <a:xfrm>
            <a:off x="490538" y="4411663"/>
            <a:ext cx="8164512" cy="457200"/>
          </a:xfrm>
          <a:prstGeom prst="rect">
            <a:avLst/>
          </a:prstGeom>
          <a:noFill/>
          <a:ln w="9525">
            <a:noFill/>
          </a:ln>
        </p:spPr>
        <p:txBody>
          <a:bodyPr/>
          <a:lstStyle/>
          <a:p>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即 </a:t>
            </a:r>
            <a:r>
              <a:rPr lang="en-US" altLang="zh-CN" sz="2400" b="1" i="1" dirty="0">
                <a:solidFill>
                  <a:srgbClr val="FF0000"/>
                </a:solidFill>
                <a:latin typeface="Times New Roman" panose="02020603050405020304" pitchFamily="18" charset="0"/>
                <a:ea typeface="楷体_GB2312"/>
              </a:rPr>
              <a:t>r</a:t>
            </a:r>
            <a:r>
              <a:rPr lang="en-US" altLang="zh-CN" sz="2400" b="1" dirty="0">
                <a:solidFill>
                  <a:srgbClr val="FF0000"/>
                </a:solidFill>
                <a:latin typeface="Times New Roman" panose="02020603050405020304" pitchFamily="18" charset="0"/>
                <a:ea typeface="楷体_GB2312"/>
              </a:rPr>
              <a:t> &lt; </a:t>
            </a:r>
            <a:r>
              <a:rPr lang="en-US" altLang="zh-CN" sz="2400" b="1" i="1" dirty="0">
                <a:solidFill>
                  <a:srgbClr val="FF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   </a:t>
            </a:r>
            <a:endParaRPr lang="zh-CN" altLang="en-US" sz="2400" b="1" dirty="0">
              <a:solidFill>
                <a:srgbClr val="000000"/>
              </a:solidFill>
              <a:latin typeface="楷体_GB2312"/>
              <a:ea typeface="楷体_GB2312"/>
            </a:endParaRPr>
          </a:p>
        </p:txBody>
      </p:sp>
      <p:graphicFrame>
        <p:nvGraphicFramePr>
          <p:cNvPr id="899083" name="Object 42"/>
          <p:cNvGraphicFramePr>
            <a:graphicFrameLocks noChangeAspect="1"/>
          </p:cNvGraphicFramePr>
          <p:nvPr/>
        </p:nvGraphicFramePr>
        <p:xfrm>
          <a:off x="561975" y="404813"/>
          <a:ext cx="4572000" cy="2801937"/>
        </p:xfrm>
        <a:graphic>
          <a:graphicData uri="http://schemas.openxmlformats.org/presentationml/2006/ole">
            <mc:AlternateContent xmlns:mc="http://schemas.openxmlformats.org/markup-compatibility/2006">
              <mc:Choice xmlns:v="urn:schemas-microsoft-com:vml" Requires="v">
                <p:oleObj r:id="rId4" imgW="3048000" imgH="1866900" progId="Equation.DSMT4">
                  <p:embed/>
                </p:oleObj>
              </mc:Choice>
              <mc:Fallback>
                <p:oleObj r:id="rId4" imgW="3048000" imgH="1866900" progId="Equation.DSMT4">
                  <p:embed/>
                  <p:pic>
                    <p:nvPicPr>
                      <p:cNvPr id="0" name="图片 4235"/>
                      <p:cNvPicPr/>
                      <p:nvPr/>
                    </p:nvPicPr>
                    <p:blipFill>
                      <a:blip r:embed="rId5"/>
                      <a:stretch>
                        <a:fillRect/>
                      </a:stretch>
                    </p:blipFill>
                    <p:spPr>
                      <a:xfrm>
                        <a:off x="561975" y="404813"/>
                        <a:ext cx="4572000" cy="2801937"/>
                      </a:xfrm>
                      <a:prstGeom prst="rect">
                        <a:avLst/>
                      </a:prstGeom>
                      <a:noFill/>
                      <a:ln w="38100">
                        <a:noFill/>
                        <a:miter/>
                      </a:ln>
                    </p:spPr>
                  </p:pic>
                </p:oleObj>
              </mc:Fallback>
            </mc:AlternateContent>
          </a:graphicData>
        </a:graphic>
      </p:graphicFrame>
      <p:graphicFrame>
        <p:nvGraphicFramePr>
          <p:cNvPr id="32816" name="Object 48"/>
          <p:cNvGraphicFramePr>
            <a:graphicFrameLocks noChangeAspect="1"/>
          </p:cNvGraphicFramePr>
          <p:nvPr/>
        </p:nvGraphicFramePr>
        <p:xfrm>
          <a:off x="4000500" y="4967288"/>
          <a:ext cx="4602163" cy="1709737"/>
        </p:xfrm>
        <a:graphic>
          <a:graphicData uri="http://schemas.openxmlformats.org/presentationml/2006/ole">
            <mc:AlternateContent xmlns:mc="http://schemas.openxmlformats.org/markup-compatibility/2006">
              <mc:Choice xmlns:v="urn:schemas-microsoft-com:vml" Requires="v">
                <p:oleObj r:id="rId6" imgW="2565400" imgH="952500" progId="Equation.DSMT4">
                  <p:embed/>
                </p:oleObj>
              </mc:Choice>
              <mc:Fallback>
                <p:oleObj r:id="rId6" imgW="2565400" imgH="952500" progId="Equation.DSMT4">
                  <p:embed/>
                  <p:pic>
                    <p:nvPicPr>
                      <p:cNvPr id="0" name="图片 4236"/>
                      <p:cNvPicPr/>
                      <p:nvPr/>
                    </p:nvPicPr>
                    <p:blipFill>
                      <a:blip r:embed="rId7"/>
                      <a:stretch>
                        <a:fillRect/>
                      </a:stretch>
                    </p:blipFill>
                    <p:spPr>
                      <a:xfrm>
                        <a:off x="4000500" y="4967288"/>
                        <a:ext cx="4602163" cy="1709737"/>
                      </a:xfrm>
                      <a:prstGeom prst="rect">
                        <a:avLst/>
                      </a:prstGeom>
                      <a:noFill/>
                      <a:ln w="38100">
                        <a:noFill/>
                        <a:miter/>
                      </a:ln>
                    </p:spPr>
                  </p:pic>
                </p:oleObj>
              </mc:Fallback>
            </mc:AlternateContent>
          </a:graphicData>
        </a:graphic>
      </p:graphicFrame>
      <p:graphicFrame>
        <p:nvGraphicFramePr>
          <p:cNvPr id="32817" name="Object 49"/>
          <p:cNvGraphicFramePr>
            <a:graphicFrameLocks noChangeAspect="1"/>
          </p:cNvGraphicFramePr>
          <p:nvPr/>
        </p:nvGraphicFramePr>
        <p:xfrm>
          <a:off x="571500" y="4786313"/>
          <a:ext cx="331788" cy="407987"/>
        </p:xfrm>
        <a:graphic>
          <a:graphicData uri="http://schemas.openxmlformats.org/presentationml/2006/ole">
            <mc:AlternateContent xmlns:mc="http://schemas.openxmlformats.org/markup-compatibility/2006">
              <mc:Choice xmlns:v="urn:schemas-microsoft-com:vml" Requires="v">
                <p:oleObj r:id="rId8" imgW="165100" imgH="203200" progId="Equation.DSMT4">
                  <p:embed/>
                </p:oleObj>
              </mc:Choice>
              <mc:Fallback>
                <p:oleObj r:id="rId8" imgW="165100" imgH="203200" progId="Equation.DSMT4">
                  <p:embed/>
                  <p:pic>
                    <p:nvPicPr>
                      <p:cNvPr id="0" name="图片 4237"/>
                      <p:cNvPicPr/>
                      <p:nvPr/>
                    </p:nvPicPr>
                    <p:blipFill>
                      <a:blip r:embed="rId9"/>
                      <a:stretch>
                        <a:fillRect/>
                      </a:stretch>
                    </p:blipFill>
                    <p:spPr>
                      <a:xfrm>
                        <a:off x="571500" y="4786313"/>
                        <a:ext cx="331788" cy="407987"/>
                      </a:xfrm>
                      <a:prstGeom prst="rect">
                        <a:avLst/>
                      </a:prstGeom>
                      <a:noFill/>
                      <a:ln w="38100">
                        <a:noFill/>
                        <a:miter/>
                      </a:ln>
                    </p:spPr>
                  </p:pic>
                </p:oleObj>
              </mc:Fallback>
            </mc:AlternateContent>
          </a:graphicData>
        </a:graphic>
      </p:graphicFrame>
      <p:sp>
        <p:nvSpPr>
          <p:cNvPr id="24" name="矩形 23"/>
          <p:cNvSpPr/>
          <p:nvPr/>
        </p:nvSpPr>
        <p:spPr>
          <a:xfrm>
            <a:off x="4214813" y="5000625"/>
            <a:ext cx="4572000" cy="428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n-lt"/>
              <a:ea typeface="+mn-ea"/>
              <a:cs typeface="+mn-cs"/>
            </a:endParaRPr>
          </a:p>
        </p:txBody>
      </p:sp>
      <p:sp>
        <p:nvSpPr>
          <p:cNvPr id="25" name="矩形 24"/>
          <p:cNvSpPr/>
          <p:nvPr/>
        </p:nvSpPr>
        <p:spPr>
          <a:xfrm>
            <a:off x="4214813" y="5429250"/>
            <a:ext cx="4572000" cy="428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n-lt"/>
              <a:ea typeface="+mn-ea"/>
              <a:cs typeface="+mn-cs"/>
            </a:endParaRPr>
          </a:p>
        </p:txBody>
      </p:sp>
      <p:sp>
        <p:nvSpPr>
          <p:cNvPr id="26" name="矩形 25"/>
          <p:cNvSpPr/>
          <p:nvPr/>
        </p:nvSpPr>
        <p:spPr>
          <a:xfrm>
            <a:off x="4214813" y="5857875"/>
            <a:ext cx="4572000" cy="428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n-lt"/>
              <a:ea typeface="+mn-ea"/>
              <a:cs typeface="+mn-cs"/>
            </a:endParaRPr>
          </a:p>
        </p:txBody>
      </p:sp>
      <p:sp>
        <p:nvSpPr>
          <p:cNvPr id="27" name="矩形 26"/>
          <p:cNvSpPr/>
          <p:nvPr/>
        </p:nvSpPr>
        <p:spPr>
          <a:xfrm>
            <a:off x="4214813" y="6286500"/>
            <a:ext cx="4572000" cy="428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animEffect transition="in" filter="blinds(horizontal)">
                                      <p:cBhvr>
                                        <p:cTn id="7" dur="500"/>
                                        <p:tgtEl>
                                          <p:spTgt spid="3277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2774"/>
                                        </p:tgtEl>
                                        <p:attrNameLst>
                                          <p:attrName>style.visibility</p:attrName>
                                        </p:attrNameLst>
                                      </p:cBhvr>
                                      <p:to>
                                        <p:strVal val="visible"/>
                                      </p:to>
                                    </p:set>
                                    <p:animEffect transition="in" filter="blinds(horizontal)">
                                      <p:cBhvr>
                                        <p:cTn id="10" dur="500"/>
                                        <p:tgtEl>
                                          <p:spTgt spid="3277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2773">
                                            <p:txEl>
                                              <p:pRg st="1" end="1"/>
                                            </p:txEl>
                                          </p:spTgt>
                                        </p:tgtEl>
                                        <p:attrNameLst>
                                          <p:attrName>style.visibility</p:attrName>
                                        </p:attrNameLst>
                                      </p:cBhvr>
                                      <p:to>
                                        <p:strVal val="visible"/>
                                      </p:to>
                                    </p:set>
                                    <p:animEffect transition="in" filter="wipe(left)">
                                      <p:cBhvr>
                                        <p:cTn id="15" dur="500"/>
                                        <p:tgtEl>
                                          <p:spTgt spid="3277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2788"/>
                                        </p:tgtEl>
                                        <p:attrNameLst>
                                          <p:attrName>style.visibility</p:attrName>
                                        </p:attrNameLst>
                                      </p:cBhvr>
                                      <p:to>
                                        <p:strVal val="visible"/>
                                      </p:to>
                                    </p:set>
                                    <p:animEffect transition="in" filter="wipe(left)">
                                      <p:cBhvr>
                                        <p:cTn id="20" dur="500"/>
                                        <p:tgtEl>
                                          <p:spTgt spid="32788"/>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strips(downRight)">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2786"/>
                                        </p:tgtEl>
                                        <p:attrNameLst>
                                          <p:attrName>style.visibility</p:attrName>
                                        </p:attrNameLst>
                                      </p:cBhvr>
                                      <p:to>
                                        <p:strVal val="visible"/>
                                      </p:to>
                                    </p:set>
                                    <p:animEffect transition="in" filter="wipe(left)">
                                      <p:cBhvr>
                                        <p:cTn id="30" dur="500"/>
                                        <p:tgtEl>
                                          <p:spTgt spid="3278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2817"/>
                                        </p:tgtEl>
                                        <p:attrNameLst>
                                          <p:attrName>style.visibility</p:attrName>
                                        </p:attrNameLst>
                                      </p:cBhvr>
                                      <p:to>
                                        <p:strVal val="visible"/>
                                      </p:to>
                                    </p:set>
                                    <p:animEffect transition="in" filter="blinds(horizontal)">
                                      <p:cBhvr>
                                        <p:cTn id="35" dur="500"/>
                                        <p:tgtEl>
                                          <p:spTgt spid="32817"/>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2773">
                                            <p:txEl>
                                              <p:pRg st="2" end="2"/>
                                            </p:txEl>
                                          </p:spTgt>
                                        </p:tgtEl>
                                        <p:attrNameLst>
                                          <p:attrName>style.visibility</p:attrName>
                                        </p:attrNameLst>
                                      </p:cBhvr>
                                      <p:to>
                                        <p:strVal val="visible"/>
                                      </p:to>
                                    </p:set>
                                    <p:animEffect transition="in" filter="blinds(horizontal)">
                                      <p:cBhvr>
                                        <p:cTn id="38" dur="500"/>
                                        <p:tgtEl>
                                          <p:spTgt spid="32773">
                                            <p:txEl>
                                              <p:pRg st="2" end="2"/>
                                            </p:txEl>
                                          </p:spTgt>
                                        </p:tgtEl>
                                      </p:cBhvr>
                                    </p:animEffect>
                                  </p:childTnLst>
                                </p:cTn>
                              </p:par>
                            </p:childTnLst>
                          </p:cTn>
                        </p:par>
                        <p:par>
                          <p:cTn id="39" fill="hold">
                            <p:stCondLst>
                              <p:cond delay="500"/>
                            </p:stCondLst>
                            <p:childTnLst>
                              <p:par>
                                <p:cTn id="40" presetID="4" presetClass="entr" presetSubtype="16" fill="hold" nodeType="afterEffect">
                                  <p:stCondLst>
                                    <p:cond delay="0"/>
                                  </p:stCondLst>
                                  <p:childTnLst>
                                    <p:set>
                                      <p:cBhvr>
                                        <p:cTn id="41" dur="1" fill="hold">
                                          <p:stCondLst>
                                            <p:cond delay="0"/>
                                          </p:stCondLst>
                                        </p:cTn>
                                        <p:tgtEl>
                                          <p:spTgt spid="32816"/>
                                        </p:tgtEl>
                                        <p:attrNameLst>
                                          <p:attrName>style.visibility</p:attrName>
                                        </p:attrNameLst>
                                      </p:cBhvr>
                                      <p:to>
                                        <p:strVal val="visible"/>
                                      </p:to>
                                    </p:set>
                                    <p:animEffect transition="in" filter="box(in)">
                                      <p:cBhvr>
                                        <p:cTn id="42" dur="500"/>
                                        <p:tgtEl>
                                          <p:spTgt spid="328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xit" presetSubtype="8" fill="hold" grpId="0" nodeType="clickEffect">
                                  <p:stCondLst>
                                    <p:cond delay="0"/>
                                  </p:stCondLst>
                                  <p:childTnLst>
                                    <p:animEffect transition="out" filter="wipe(left)">
                                      <p:cBhvr>
                                        <p:cTn id="46" dur="500"/>
                                        <p:tgtEl>
                                          <p:spTgt spid="24"/>
                                        </p:tgtEl>
                                      </p:cBhvr>
                                    </p:animEffect>
                                    <p:set>
                                      <p:cBhvr>
                                        <p:cTn id="47" dur="1" fill="hold">
                                          <p:stCondLst>
                                            <p:cond delay="499"/>
                                          </p:stCondLst>
                                        </p:cTn>
                                        <p:tgtEl>
                                          <p:spTgt spid="24"/>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8" fill="hold" grpId="0" nodeType="clickEffect">
                                  <p:stCondLst>
                                    <p:cond delay="0"/>
                                  </p:stCondLst>
                                  <p:childTnLst>
                                    <p:animEffect transition="out" filter="wipe(left)">
                                      <p:cBhvr>
                                        <p:cTn id="51" dur="500"/>
                                        <p:tgtEl>
                                          <p:spTgt spid="25"/>
                                        </p:tgtEl>
                                      </p:cBhvr>
                                    </p:animEffect>
                                    <p:set>
                                      <p:cBhvr>
                                        <p:cTn id="52" dur="1" fill="hold">
                                          <p:stCondLst>
                                            <p:cond delay="499"/>
                                          </p:stCondLst>
                                        </p:cTn>
                                        <p:tgtEl>
                                          <p:spTgt spid="25"/>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xit" presetSubtype="8" fill="hold" grpId="0" nodeType="clickEffect">
                                  <p:stCondLst>
                                    <p:cond delay="0"/>
                                  </p:stCondLst>
                                  <p:childTnLst>
                                    <p:animEffect transition="out" filter="wipe(left)">
                                      <p:cBhvr>
                                        <p:cTn id="56" dur="500"/>
                                        <p:tgtEl>
                                          <p:spTgt spid="26"/>
                                        </p:tgtEl>
                                      </p:cBhvr>
                                    </p:animEffect>
                                    <p:set>
                                      <p:cBhvr>
                                        <p:cTn id="57" dur="1" fill="hold">
                                          <p:stCondLst>
                                            <p:cond delay="499"/>
                                          </p:stCondLst>
                                        </p:cTn>
                                        <p:tgtEl>
                                          <p:spTgt spid="26"/>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xit" presetSubtype="8" fill="hold" grpId="0" nodeType="clickEffect">
                                  <p:stCondLst>
                                    <p:cond delay="0"/>
                                  </p:stCondLst>
                                  <p:childTnLst>
                                    <p:animEffect transition="out" filter="wipe(left)">
                                      <p:cBhvr>
                                        <p:cTn id="61" dur="500"/>
                                        <p:tgtEl>
                                          <p:spTgt spid="27"/>
                                        </p:tgtEl>
                                      </p:cBhvr>
                                    </p:animEffect>
                                    <p:set>
                                      <p:cBhvr>
                                        <p:cTn id="62" dur="1" fill="hold">
                                          <p:stCondLst>
                                            <p:cond delay="4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build="p"/>
      <p:bldP spid="32786" grpId="0"/>
      <p:bldP spid="32788" grpId="0"/>
      <p:bldP spid="24" grpId="0" bldLvl="0" animBg="1"/>
      <p:bldP spid="25" grpId="0" bldLvl="0" animBg="1"/>
      <p:bldP spid="26" grpId="0" bldLvl="0" animBg="1"/>
      <p:bldP spid="27"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0098" name="Object 4"/>
          <p:cNvGraphicFramePr>
            <a:graphicFrameLocks noChangeAspect="1"/>
          </p:cNvGraphicFramePr>
          <p:nvPr/>
        </p:nvGraphicFramePr>
        <p:xfrm>
          <a:off x="2646363" y="404813"/>
          <a:ext cx="3846512" cy="1425575"/>
        </p:xfrm>
        <a:graphic>
          <a:graphicData uri="http://schemas.openxmlformats.org/presentationml/2006/ole">
            <mc:AlternateContent xmlns:mc="http://schemas.openxmlformats.org/markup-compatibility/2006">
              <mc:Choice xmlns:v="urn:schemas-microsoft-com:vml" Requires="v">
                <p:oleObj r:id="rId2" imgW="2565400" imgH="952500" progId="Equation.DSMT4">
                  <p:embed/>
                </p:oleObj>
              </mc:Choice>
              <mc:Fallback>
                <p:oleObj r:id="rId2" imgW="2565400" imgH="952500" progId="Equation.DSMT4">
                  <p:embed/>
                  <p:pic>
                    <p:nvPicPr>
                      <p:cNvPr id="0" name="图片 4242"/>
                      <p:cNvPicPr/>
                      <p:nvPr/>
                    </p:nvPicPr>
                    <p:blipFill>
                      <a:blip r:embed="rId3"/>
                      <a:stretch>
                        <a:fillRect/>
                      </a:stretch>
                    </p:blipFill>
                    <p:spPr>
                      <a:xfrm>
                        <a:off x="2646363" y="404813"/>
                        <a:ext cx="3846512" cy="1425575"/>
                      </a:xfrm>
                      <a:prstGeom prst="rect">
                        <a:avLst/>
                      </a:prstGeom>
                      <a:noFill/>
                      <a:ln w="38100">
                        <a:noFill/>
                        <a:miter/>
                      </a:ln>
                    </p:spPr>
                  </p:pic>
                </p:oleObj>
              </mc:Fallback>
            </mc:AlternateContent>
          </a:graphicData>
        </a:graphic>
      </p:graphicFrame>
      <p:graphicFrame>
        <p:nvGraphicFramePr>
          <p:cNvPr id="34821" name="Object 5"/>
          <p:cNvGraphicFramePr>
            <a:graphicFrameLocks noChangeAspect="1"/>
          </p:cNvGraphicFramePr>
          <p:nvPr/>
        </p:nvGraphicFramePr>
        <p:xfrm>
          <a:off x="2981325" y="2470150"/>
          <a:ext cx="3198813" cy="1425575"/>
        </p:xfrm>
        <a:graphic>
          <a:graphicData uri="http://schemas.openxmlformats.org/presentationml/2006/ole">
            <mc:AlternateContent xmlns:mc="http://schemas.openxmlformats.org/markup-compatibility/2006">
              <mc:Choice xmlns:v="urn:schemas-microsoft-com:vml" Requires="v">
                <p:oleObj r:id="rId4" imgW="2133600" imgH="952500" progId="Equation.DSMT4">
                  <p:embed/>
                </p:oleObj>
              </mc:Choice>
              <mc:Fallback>
                <p:oleObj r:id="rId4" imgW="2133600" imgH="952500" progId="Equation.DSMT4">
                  <p:embed/>
                  <p:pic>
                    <p:nvPicPr>
                      <p:cNvPr id="0" name="图片 4240"/>
                      <p:cNvPicPr/>
                      <p:nvPr/>
                    </p:nvPicPr>
                    <p:blipFill>
                      <a:blip r:embed="rId5"/>
                      <a:stretch>
                        <a:fillRect/>
                      </a:stretch>
                    </p:blipFill>
                    <p:spPr>
                      <a:xfrm>
                        <a:off x="2981325" y="2470150"/>
                        <a:ext cx="3198813" cy="1425575"/>
                      </a:xfrm>
                      <a:prstGeom prst="rect">
                        <a:avLst/>
                      </a:prstGeom>
                      <a:noFill/>
                      <a:ln w="38100">
                        <a:noFill/>
                        <a:miter/>
                      </a:ln>
                    </p:spPr>
                  </p:pic>
                </p:oleObj>
              </mc:Fallback>
            </mc:AlternateContent>
          </a:graphicData>
        </a:graphic>
      </p:graphicFrame>
      <p:sp>
        <p:nvSpPr>
          <p:cNvPr id="34822" name="Rectangle 6"/>
          <p:cNvSpPr/>
          <p:nvPr/>
        </p:nvSpPr>
        <p:spPr>
          <a:xfrm>
            <a:off x="490538" y="1920875"/>
            <a:ext cx="4187825" cy="457200"/>
          </a:xfrm>
          <a:prstGeom prst="rect">
            <a:avLst/>
          </a:prstGeom>
          <a:noFill/>
          <a:ln w="9525">
            <a:noFill/>
          </a:ln>
        </p:spPr>
        <p:txBody>
          <a:bodyPr wrap="none">
            <a:spAutoFit/>
          </a:bodyPr>
          <a:lstStyle/>
          <a:p>
            <a:r>
              <a:rPr lang="zh-CN" altLang="en-US" sz="2400" b="1" dirty="0">
                <a:solidFill>
                  <a:srgbClr val="000000"/>
                </a:solidFill>
                <a:latin typeface="Times New Roman" panose="02020603050405020304" pitchFamily="18" charset="0"/>
                <a:ea typeface="楷体_GB2312"/>
              </a:rPr>
              <a:t>令 </a:t>
            </a:r>
            <a:r>
              <a:rPr lang="en-US" altLang="zh-CN" sz="2400" b="1" i="1" dirty="0">
                <a:solidFill>
                  <a:srgbClr val="000000"/>
                </a:solidFill>
                <a:latin typeface="Times New Roman" panose="02020603050405020304" pitchFamily="18" charset="0"/>
                <a:ea typeface="楷体_GB2312"/>
              </a:rPr>
              <a:t>x</a:t>
            </a:r>
            <a:r>
              <a:rPr lang="en-US" altLang="zh-CN" sz="2400" b="1" i="1" baseline="-25000" dirty="0">
                <a:solidFill>
                  <a:srgbClr val="000000"/>
                </a:solidFill>
                <a:latin typeface="Times New Roman" panose="02020603050405020304" pitchFamily="18" charset="0"/>
                <a:ea typeface="楷体_GB2312"/>
              </a:rPr>
              <a:t>r</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x</a:t>
            </a:r>
            <a:r>
              <a:rPr lang="en-US" altLang="zh-CN" sz="2400" b="1" i="1" baseline="-25000" dirty="0">
                <a:solidFill>
                  <a:srgbClr val="000000"/>
                </a:solidFill>
                <a:latin typeface="Times New Roman" panose="02020603050405020304" pitchFamily="18" charset="0"/>
                <a:ea typeface="楷体_GB2312"/>
              </a:rPr>
              <a:t>n</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作自由变量，则 </a:t>
            </a:r>
          </a:p>
        </p:txBody>
      </p:sp>
      <p:sp>
        <p:nvSpPr>
          <p:cNvPr id="34823" name="Rectangle 7"/>
          <p:cNvSpPr/>
          <p:nvPr/>
        </p:nvSpPr>
        <p:spPr>
          <a:xfrm>
            <a:off x="490538" y="3987800"/>
            <a:ext cx="5611812" cy="457200"/>
          </a:xfrm>
          <a:prstGeom prst="rect">
            <a:avLst/>
          </a:prstGeom>
          <a:noFill/>
          <a:ln w="9525">
            <a:noFill/>
          </a:ln>
        </p:spPr>
        <p:txBody>
          <a:bodyPr wrap="none">
            <a:spAutoFit/>
          </a:bodyPr>
          <a:lstStyle/>
          <a:p>
            <a:r>
              <a:rPr lang="zh-CN" altLang="en-US" sz="2400" b="1" dirty="0">
                <a:solidFill>
                  <a:srgbClr val="000000"/>
                </a:solidFill>
                <a:latin typeface="Times New Roman" panose="02020603050405020304" pitchFamily="18" charset="0"/>
                <a:ea typeface="楷体_GB2312"/>
              </a:rPr>
              <a:t>再令 </a:t>
            </a:r>
            <a:r>
              <a:rPr lang="en-US" altLang="zh-CN" sz="2400" b="1" i="1" dirty="0">
                <a:solidFill>
                  <a:srgbClr val="000000"/>
                </a:solidFill>
                <a:latin typeface="Times New Roman" panose="02020603050405020304" pitchFamily="18" charset="0"/>
                <a:ea typeface="楷体_GB2312"/>
              </a:rPr>
              <a:t>x</a:t>
            </a:r>
            <a:r>
              <a:rPr lang="en-US" altLang="zh-CN" sz="2400" b="1" i="1" baseline="-25000" dirty="0">
                <a:solidFill>
                  <a:srgbClr val="000000"/>
                </a:solidFill>
                <a:latin typeface="Times New Roman" panose="02020603050405020304" pitchFamily="18" charset="0"/>
                <a:ea typeface="楷体_GB2312"/>
              </a:rPr>
              <a:t>r</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c</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x</a:t>
            </a:r>
            <a:r>
              <a:rPr lang="en-US" altLang="zh-CN" sz="2400" b="1" i="1" baseline="-25000" dirty="0">
                <a:solidFill>
                  <a:srgbClr val="000000"/>
                </a:solidFill>
                <a:latin typeface="Times New Roman" panose="02020603050405020304" pitchFamily="18" charset="0"/>
                <a:ea typeface="楷体_GB2312"/>
              </a:rPr>
              <a:t>r</a:t>
            </a:r>
            <a:r>
              <a:rPr lang="en-US" altLang="zh-CN" sz="2400" b="1" baseline="-25000" dirty="0">
                <a:solidFill>
                  <a:srgbClr val="000000"/>
                </a:solidFill>
                <a:latin typeface="Times New Roman" panose="02020603050405020304" pitchFamily="18" charset="0"/>
                <a:ea typeface="楷体_GB2312"/>
              </a:rPr>
              <a:t>+2</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c</a:t>
            </a:r>
            <a:r>
              <a:rPr lang="en-US" altLang="zh-CN" sz="2400" b="1" baseline="-25000" dirty="0">
                <a:solidFill>
                  <a:srgbClr val="000000"/>
                </a:solidFill>
                <a:latin typeface="Times New Roman" panose="02020603050405020304" pitchFamily="18" charset="0"/>
                <a:ea typeface="楷体_GB2312"/>
              </a:rPr>
              <a:t>2</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x</a:t>
            </a:r>
            <a:r>
              <a:rPr lang="en-US" altLang="zh-CN" sz="2400" b="1" i="1" baseline="-25000" dirty="0">
                <a:solidFill>
                  <a:srgbClr val="000000"/>
                </a:solidFill>
                <a:latin typeface="Times New Roman" panose="02020603050405020304" pitchFamily="18" charset="0"/>
                <a:ea typeface="楷体_GB2312"/>
              </a:rPr>
              <a:t>n</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c</a:t>
            </a:r>
            <a:r>
              <a:rPr lang="en-US" altLang="zh-CN" sz="2400" b="1" i="1" baseline="-25000" dirty="0">
                <a:solidFill>
                  <a:srgbClr val="000000"/>
                </a:solidFill>
                <a:latin typeface="Times New Roman" panose="02020603050405020304" pitchFamily="18" charset="0"/>
                <a:ea typeface="楷体_GB2312"/>
              </a:rPr>
              <a:t>n-r</a:t>
            </a:r>
            <a:r>
              <a:rPr lang="en-US" altLang="zh-CN" sz="2400" b="1" baseline="-25000"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，则 </a:t>
            </a:r>
          </a:p>
        </p:txBody>
      </p:sp>
      <p:graphicFrame>
        <p:nvGraphicFramePr>
          <p:cNvPr id="34824" name="Object 8"/>
          <p:cNvGraphicFramePr>
            <a:graphicFrameLocks noChangeAspect="1"/>
          </p:cNvGraphicFramePr>
          <p:nvPr/>
        </p:nvGraphicFramePr>
        <p:xfrm>
          <a:off x="993775" y="4537075"/>
          <a:ext cx="3541713" cy="2090738"/>
        </p:xfrm>
        <a:graphic>
          <a:graphicData uri="http://schemas.openxmlformats.org/presentationml/2006/ole">
            <mc:AlternateContent xmlns:mc="http://schemas.openxmlformats.org/markup-compatibility/2006">
              <mc:Choice xmlns:v="urn:schemas-microsoft-com:vml" Requires="v">
                <p:oleObj r:id="rId6" imgW="2362200" imgH="1397000" progId="Equation.DSMT4">
                  <p:embed/>
                </p:oleObj>
              </mc:Choice>
              <mc:Fallback>
                <p:oleObj r:id="rId6" imgW="2362200" imgH="1397000" progId="Equation.DSMT4">
                  <p:embed/>
                  <p:pic>
                    <p:nvPicPr>
                      <p:cNvPr id="0" name="图片 4241"/>
                      <p:cNvPicPr/>
                      <p:nvPr/>
                    </p:nvPicPr>
                    <p:blipFill>
                      <a:blip r:embed="rId7"/>
                      <a:stretch>
                        <a:fillRect/>
                      </a:stretch>
                    </p:blipFill>
                    <p:spPr>
                      <a:xfrm>
                        <a:off x="993775" y="4537075"/>
                        <a:ext cx="3541713" cy="2090738"/>
                      </a:xfrm>
                      <a:prstGeom prst="rect">
                        <a:avLst/>
                      </a:prstGeom>
                      <a:noFill/>
                      <a:ln w="38100">
                        <a:noFill/>
                        <a:miter/>
                      </a:ln>
                    </p:spPr>
                  </p:pic>
                </p:oleObj>
              </mc:Fallback>
            </mc:AlternateContent>
          </a:graphicData>
        </a:graphic>
      </p:graphicFrame>
      <p:graphicFrame>
        <p:nvGraphicFramePr>
          <p:cNvPr id="34825" name="Object 9"/>
          <p:cNvGraphicFramePr>
            <a:graphicFrameLocks noChangeAspect="1"/>
          </p:cNvGraphicFramePr>
          <p:nvPr/>
        </p:nvGraphicFramePr>
        <p:xfrm>
          <a:off x="4529138" y="4546600"/>
          <a:ext cx="3579812" cy="2071688"/>
        </p:xfrm>
        <a:graphic>
          <a:graphicData uri="http://schemas.openxmlformats.org/presentationml/2006/ole">
            <mc:AlternateContent xmlns:mc="http://schemas.openxmlformats.org/markup-compatibility/2006">
              <mc:Choice xmlns:v="urn:schemas-microsoft-com:vml" Requires="v">
                <p:oleObj r:id="rId8" imgW="2387600" imgH="1384300" progId="Equation.DSMT4">
                  <p:embed/>
                </p:oleObj>
              </mc:Choice>
              <mc:Fallback>
                <p:oleObj r:id="rId8" imgW="2387600" imgH="1384300" progId="Equation.DSMT4">
                  <p:embed/>
                  <p:pic>
                    <p:nvPicPr>
                      <p:cNvPr id="0" name="图片 4244"/>
                      <p:cNvPicPr/>
                      <p:nvPr/>
                    </p:nvPicPr>
                    <p:blipFill>
                      <a:blip r:embed="rId9"/>
                      <a:stretch>
                        <a:fillRect/>
                      </a:stretch>
                    </p:blipFill>
                    <p:spPr>
                      <a:xfrm>
                        <a:off x="4529138" y="4546600"/>
                        <a:ext cx="3579812" cy="2071688"/>
                      </a:xfrm>
                      <a:prstGeom prst="rect">
                        <a:avLst/>
                      </a:prstGeom>
                      <a:noFill/>
                      <a:ln w="38100">
                        <a:noFill/>
                        <a:miter/>
                      </a:ln>
                    </p:spPr>
                  </p:pic>
                </p:oleObj>
              </mc:Fallback>
            </mc:AlternateContent>
          </a:graphicData>
        </a:graphic>
      </p:graphicFrame>
      <p:sp>
        <p:nvSpPr>
          <p:cNvPr id="34826" name="AutoShape 10"/>
          <p:cNvSpPr/>
          <p:nvPr/>
        </p:nvSpPr>
        <p:spPr>
          <a:xfrm>
            <a:off x="6804025" y="3141663"/>
            <a:ext cx="2232025" cy="1079500"/>
          </a:xfrm>
          <a:prstGeom prst="cloudCallout">
            <a:avLst>
              <a:gd name="adj1" fmla="val -56755"/>
              <a:gd name="adj2" fmla="val 75296"/>
            </a:avLst>
          </a:prstGeom>
          <a:solidFill>
            <a:schemeClr val="folHlink"/>
          </a:solidFill>
          <a:ln w="9525" cap="flat" cmpd="sng">
            <a:solidFill>
              <a:schemeClr val="tx1"/>
            </a:solidFill>
            <a:prstDash val="solid"/>
            <a:headEnd type="none" w="med" len="med"/>
            <a:tailEnd type="none" w="med" len="med"/>
          </a:ln>
        </p:spPr>
        <p:txBody>
          <a:bodyPr anchor="ctr" anchorCtr="0"/>
          <a:lstStyle/>
          <a:p>
            <a:pPr algn="ctr"/>
            <a:r>
              <a:rPr lang="zh-CN" altLang="en-US" b="1" dirty="0">
                <a:solidFill>
                  <a:srgbClr val="000000"/>
                </a:solidFill>
                <a:latin typeface="Arial" panose="020B0604020202020204" pitchFamily="34" charset="0"/>
                <a:ea typeface="楷体_GB2312"/>
              </a:rPr>
              <a:t>线性方程组的通解</a:t>
            </a:r>
          </a:p>
        </p:txBody>
      </p:sp>
      <p:sp>
        <p:nvSpPr>
          <p:cNvPr id="8202" name="Rectangle 10"/>
          <p:cNvSpPr/>
          <p:nvPr/>
        </p:nvSpPr>
        <p:spPr>
          <a:xfrm>
            <a:off x="2484438" y="4076700"/>
            <a:ext cx="1295400" cy="360363"/>
          </a:xfrm>
          <a:prstGeom prst="rect">
            <a:avLst/>
          </a:prstGeom>
          <a:solidFill>
            <a:schemeClr val="bg1"/>
          </a:solidFill>
          <a:ln w="9525">
            <a:noFill/>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8203" name="Rectangle 11"/>
          <p:cNvSpPr/>
          <p:nvPr/>
        </p:nvSpPr>
        <p:spPr>
          <a:xfrm>
            <a:off x="3762375" y="4076700"/>
            <a:ext cx="2217738" cy="360363"/>
          </a:xfrm>
          <a:prstGeom prst="rect">
            <a:avLst/>
          </a:prstGeom>
          <a:solidFill>
            <a:schemeClr val="bg1"/>
          </a:solidFill>
          <a:ln w="9525">
            <a:noFill/>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4822"/>
                                        </p:tgtEl>
                                        <p:attrNameLst>
                                          <p:attrName>style.visibility</p:attrName>
                                        </p:attrNameLst>
                                      </p:cBhvr>
                                      <p:to>
                                        <p:strVal val="visible"/>
                                      </p:to>
                                    </p:set>
                                    <p:animEffect transition="in" filter="slide(fromBottom)">
                                      <p:cBhvr>
                                        <p:cTn id="7" dur="500"/>
                                        <p:tgtEl>
                                          <p:spTgt spid="3482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4821"/>
                                        </p:tgtEl>
                                        <p:attrNameLst>
                                          <p:attrName>style.visibility</p:attrName>
                                        </p:attrNameLst>
                                      </p:cBhvr>
                                      <p:to>
                                        <p:strVal val="visible"/>
                                      </p:to>
                                    </p:set>
                                    <p:animEffect transition="in" filter="box(in)">
                                      <p:cBhvr>
                                        <p:cTn id="12" dur="500"/>
                                        <p:tgtEl>
                                          <p:spTgt spid="348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23"/>
                                        </p:tgtEl>
                                        <p:attrNameLst>
                                          <p:attrName>style.visibility</p:attrName>
                                        </p:attrNameLst>
                                      </p:cBhvr>
                                      <p:to>
                                        <p:strVal val="visible"/>
                                      </p:to>
                                    </p:set>
                                    <p:animEffect transition="in" filter="wipe(left)">
                                      <p:cBhvr>
                                        <p:cTn id="17" dur="500"/>
                                        <p:tgtEl>
                                          <p:spTgt spid="348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500"/>
                                        <p:tgtEl>
                                          <p:spTgt spid="8202"/>
                                        </p:tgtEl>
                                      </p:cBhvr>
                                    </p:animEffect>
                                    <p:set>
                                      <p:cBhvr>
                                        <p:cTn id="22" dur="1" fill="hold">
                                          <p:stCondLst>
                                            <p:cond delay="499"/>
                                          </p:stCondLst>
                                        </p:cTn>
                                        <p:tgtEl>
                                          <p:spTgt spid="820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500"/>
                                        <p:tgtEl>
                                          <p:spTgt spid="8203"/>
                                        </p:tgtEl>
                                      </p:cBhvr>
                                    </p:animEffect>
                                    <p:set>
                                      <p:cBhvr>
                                        <p:cTn id="27" dur="1" fill="hold">
                                          <p:stCondLst>
                                            <p:cond delay="499"/>
                                          </p:stCondLst>
                                        </p:cTn>
                                        <p:tgtEl>
                                          <p:spTgt spid="820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4824"/>
                                        </p:tgtEl>
                                        <p:attrNameLst>
                                          <p:attrName>style.visibility</p:attrName>
                                        </p:attrNameLst>
                                      </p:cBhvr>
                                      <p:to>
                                        <p:strVal val="visible"/>
                                      </p:to>
                                    </p:set>
                                    <p:animEffect transition="in" filter="box(in)">
                                      <p:cBhvr>
                                        <p:cTn id="32" dur="500"/>
                                        <p:tgtEl>
                                          <p:spTgt spid="34824"/>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34825"/>
                                        </p:tgtEl>
                                        <p:attrNameLst>
                                          <p:attrName>style.visibility</p:attrName>
                                        </p:attrNameLst>
                                      </p:cBhvr>
                                      <p:to>
                                        <p:strVal val="visible"/>
                                      </p:to>
                                    </p:set>
                                    <p:animEffect transition="in" filter="box(in)">
                                      <p:cBhvr>
                                        <p:cTn id="37" dur="500"/>
                                        <p:tgtEl>
                                          <p:spTgt spid="34825"/>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34826"/>
                                        </p:tgtEl>
                                        <p:attrNameLst>
                                          <p:attrName>style.visibility</p:attrName>
                                        </p:attrNameLst>
                                      </p:cBhvr>
                                      <p:to>
                                        <p:strVal val="visible"/>
                                      </p:to>
                                    </p:set>
                                    <p:anim calcmode="lin" valueType="num">
                                      <p:cBhvr additive="base">
                                        <p:cTn id="42" dur="500" fill="hold"/>
                                        <p:tgtEl>
                                          <p:spTgt spid="34826"/>
                                        </p:tgtEl>
                                        <p:attrNameLst>
                                          <p:attrName>ppt_x</p:attrName>
                                        </p:attrNameLst>
                                      </p:cBhvr>
                                      <p:tavLst>
                                        <p:tav tm="0">
                                          <p:val>
                                            <p:strVal val="1+#ppt_w/2"/>
                                          </p:val>
                                        </p:tav>
                                        <p:tav tm="100000">
                                          <p:val>
                                            <p:strVal val="#ppt_x"/>
                                          </p:val>
                                        </p:tav>
                                      </p:tavLst>
                                    </p:anim>
                                    <p:anim calcmode="lin" valueType="num">
                                      <p:cBhvr additive="base">
                                        <p:cTn id="43" dur="500" fill="hold"/>
                                        <p:tgtEl>
                                          <p:spTgt spid="348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p:bldP spid="34823" grpId="0"/>
      <p:bldP spid="34826" grpId="0" bldLvl="0" animBg="1"/>
      <p:bldP spid="8202" grpId="0" bldLvl="0" animBg="1"/>
      <p:bldP spid="8203"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434" name="Rectangle 6"/>
          <p:cNvSpPr/>
          <p:nvPr/>
        </p:nvSpPr>
        <p:spPr>
          <a:xfrm>
            <a:off x="457200" y="533400"/>
            <a:ext cx="8229600" cy="1824990"/>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buNone/>
            </a:pPr>
            <a:r>
              <a:rPr lang="zh-CN" altLang="en-US" sz="2400" b="1" dirty="0">
                <a:solidFill>
                  <a:srgbClr val="FF3300"/>
                </a:solidFill>
                <a:latin typeface="Times New Roman" panose="02020603050405020304" pitchFamily="18" charset="0"/>
                <a:ea typeface="楷体_GB2312"/>
              </a:rPr>
              <a:t>定理</a:t>
            </a:r>
            <a:r>
              <a:rPr lang="en-US" altLang="zh-CN" sz="2400" b="1" dirty="0">
                <a:solidFill>
                  <a:srgbClr val="FF3300"/>
                </a:solidFill>
                <a:latin typeface="Times New Roman" panose="02020603050405020304" pitchFamily="18" charset="0"/>
                <a:ea typeface="楷体_GB2312"/>
              </a:rPr>
              <a:t>3.1.1</a:t>
            </a:r>
            <a:r>
              <a:rPr lang="zh-CN" altLang="en-US" sz="2400" b="1" dirty="0">
                <a:solidFill>
                  <a:srgbClr val="0000FF"/>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n</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元线性方程组 </a:t>
            </a:r>
            <a:r>
              <a:rPr lang="en-US" altLang="zh-CN" sz="2400" b="1" i="1" dirty="0">
                <a:solidFill>
                  <a:srgbClr val="000000"/>
                </a:solidFill>
                <a:latin typeface="Times New Roman" panose="02020603050405020304" pitchFamily="18" charset="0"/>
                <a:ea typeface="楷体_GB2312"/>
              </a:rPr>
              <a:t>AX</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b</a:t>
            </a:r>
          </a:p>
          <a:p>
            <a:pPr marL="609600" indent="-609600">
              <a:lnSpc>
                <a:spcPct val="110000"/>
              </a:lnSpc>
              <a:spcBef>
                <a:spcPct val="20000"/>
              </a:spcBef>
              <a:buClr>
                <a:srgbClr val="000000"/>
              </a:buClr>
              <a:buFont typeface="Wingdings" panose="05000000000000000000" pitchFamily="2" charset="2"/>
              <a:buAutoNum type="circleNumDbPlain"/>
            </a:pPr>
            <a:r>
              <a:rPr lang="zh-CN" altLang="en-US" sz="2400" b="1" dirty="0">
                <a:solidFill>
                  <a:srgbClr val="000000"/>
                </a:solidFill>
                <a:latin typeface="Times New Roman" panose="02020603050405020304" pitchFamily="18" charset="0"/>
                <a:ea typeface="楷体_GB2312"/>
              </a:rPr>
              <a:t>无解的充分必要条件是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a:t>
            </a:r>
          </a:p>
          <a:p>
            <a:pPr marL="609600" indent="-609600">
              <a:lnSpc>
                <a:spcPct val="110000"/>
              </a:lnSpc>
              <a:spcBef>
                <a:spcPct val="20000"/>
              </a:spcBef>
              <a:buClr>
                <a:srgbClr val="000000"/>
              </a:buClr>
              <a:buFont typeface="Wingdings" panose="05000000000000000000" pitchFamily="2" charset="2"/>
              <a:buAutoNum type="circleNumDbPlain"/>
            </a:pPr>
            <a:r>
              <a:rPr lang="zh-CN" altLang="en-US" sz="2400" b="1" dirty="0">
                <a:solidFill>
                  <a:srgbClr val="000000"/>
                </a:solidFill>
                <a:latin typeface="Times New Roman" panose="02020603050405020304" pitchFamily="18" charset="0"/>
                <a:ea typeface="楷体_GB2312"/>
              </a:rPr>
              <a:t>有唯一解的充分必要条件是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a:t>
            </a:r>
          </a:p>
          <a:p>
            <a:pPr marL="609600" indent="-609600">
              <a:lnSpc>
                <a:spcPct val="110000"/>
              </a:lnSpc>
              <a:spcBef>
                <a:spcPct val="20000"/>
              </a:spcBef>
              <a:buClr>
                <a:srgbClr val="000000"/>
              </a:buClr>
              <a:buFont typeface="Wingdings" panose="05000000000000000000" pitchFamily="2" charset="2"/>
              <a:buAutoNum type="circleNumDbPlain"/>
            </a:pPr>
            <a:r>
              <a:rPr lang="zh-CN" altLang="en-US" sz="2400" b="1" dirty="0">
                <a:solidFill>
                  <a:srgbClr val="000000"/>
                </a:solidFill>
                <a:latin typeface="Times New Roman" panose="02020603050405020304" pitchFamily="18" charset="0"/>
                <a:ea typeface="楷体_GB2312"/>
              </a:rPr>
              <a:t>有无限多解的充分必要条件是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a:t>
            </a:r>
          </a:p>
        </p:txBody>
      </p:sp>
      <p:sp>
        <p:nvSpPr>
          <p:cNvPr id="44039" name="Rectangle 7"/>
          <p:cNvSpPr/>
          <p:nvPr/>
        </p:nvSpPr>
        <p:spPr>
          <a:xfrm>
            <a:off x="457200" y="2500313"/>
            <a:ext cx="8229600" cy="968375"/>
          </a:xfrm>
          <a:prstGeom prst="rect">
            <a:avLst/>
          </a:prstGeom>
          <a:noFill/>
          <a:ln w="9525">
            <a:noFill/>
          </a:ln>
        </p:spPr>
        <p:txBody>
          <a:bodyPr>
            <a:spAutoFit/>
          </a:bodyPr>
          <a:lstStyle/>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分析：</a:t>
            </a:r>
            <a:r>
              <a:rPr lang="zh-CN" altLang="en-US" sz="2400" b="1" dirty="0">
                <a:solidFill>
                  <a:srgbClr val="000000"/>
                </a:solidFill>
                <a:latin typeface="Times New Roman" panose="02020603050405020304" pitchFamily="18" charset="0"/>
                <a:ea typeface="楷体_GB2312"/>
              </a:rPr>
              <a:t>因为对于 </a:t>
            </a:r>
            <a:r>
              <a:rPr lang="en-US" altLang="zh-CN" sz="2400" b="1" i="1" dirty="0">
                <a:solidFill>
                  <a:srgbClr val="FF0000"/>
                </a:solidFill>
                <a:latin typeface="Times New Roman" panose="02020603050405020304" pitchFamily="18" charset="0"/>
                <a:ea typeface="楷体_GB2312"/>
              </a:rPr>
              <a:t>AX </a:t>
            </a:r>
            <a:r>
              <a:rPr lang="en-US" altLang="zh-CN" sz="2400" b="1" dirty="0">
                <a:solidFill>
                  <a:srgbClr val="FF0000"/>
                </a:solidFill>
                <a:latin typeface="Times New Roman" panose="02020603050405020304" pitchFamily="18" charset="0"/>
                <a:ea typeface="楷体_GB2312"/>
              </a:rPr>
              <a:t>= 0</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必有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0) =</a:t>
            </a:r>
            <a:r>
              <a:rPr lang="en-US" altLang="zh-CN" sz="2400" b="1" dirty="0">
                <a:solidFill>
                  <a:srgbClr val="0000FF"/>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，所以可从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p>
          <a:p>
            <a:pPr marL="609600" indent="-609600">
              <a:lnSpc>
                <a:spcPct val="110000"/>
              </a:lnSpc>
              <a:spcBef>
                <a:spcPct val="20000"/>
              </a:spcBef>
              <a:buClr>
                <a:srgbClr val="00007D"/>
              </a:buClr>
              <a:buSzPct val="75000"/>
              <a:buFont typeface="Wingdings" panose="05000000000000000000" pitchFamily="2" charset="2"/>
            </a:pP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判断齐次线性方程组的解的情况．</a:t>
            </a:r>
          </a:p>
        </p:txBody>
      </p:sp>
      <p:sp>
        <p:nvSpPr>
          <p:cNvPr id="44040" name="Rectangle 8"/>
          <p:cNvSpPr/>
          <p:nvPr/>
        </p:nvSpPr>
        <p:spPr>
          <a:xfrm>
            <a:off x="457200" y="3629025"/>
            <a:ext cx="8229600" cy="1898015"/>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FF3300"/>
                </a:solidFill>
                <a:latin typeface="Times New Roman" panose="02020603050405020304" pitchFamily="18" charset="0"/>
                <a:ea typeface="楷体_GB2312"/>
              </a:rPr>
              <a:t>推论</a:t>
            </a:r>
            <a:r>
              <a:rPr lang="en-US" altLang="zh-CN" sz="2400" b="1" dirty="0">
                <a:solidFill>
                  <a:srgbClr val="FF3300"/>
                </a:solidFill>
                <a:latin typeface="Times New Roman" panose="02020603050405020304" pitchFamily="18" charset="0"/>
                <a:ea typeface="楷体_GB2312"/>
              </a:rPr>
              <a:t>3.1.2-3</a:t>
            </a:r>
            <a:r>
              <a:rPr lang="zh-CN" altLang="en-US" sz="2400" b="1" dirty="0">
                <a:solidFill>
                  <a:srgbClr val="0000FF"/>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n</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元齐次线性方程组 </a:t>
            </a:r>
            <a:r>
              <a:rPr lang="en-US" altLang="zh-CN" sz="2400" b="1" i="1" dirty="0">
                <a:solidFill>
                  <a:srgbClr val="FF0000"/>
                </a:solidFill>
                <a:latin typeface="Times New Roman" panose="02020603050405020304" pitchFamily="18" charset="0"/>
                <a:ea typeface="楷体_GB2312"/>
              </a:rPr>
              <a:t>AX</a:t>
            </a:r>
            <a:r>
              <a:rPr lang="en-US" altLang="zh-CN" sz="2400" b="1" dirty="0">
                <a:solidFill>
                  <a:srgbClr val="FF0000"/>
                </a:solidFill>
                <a:latin typeface="Times New Roman" panose="02020603050405020304" pitchFamily="18" charset="0"/>
                <a:ea typeface="楷体_GB2312"/>
              </a:rPr>
              <a:t> = 0 </a:t>
            </a:r>
            <a:r>
              <a:rPr lang="zh-CN" altLang="en-US" sz="2400" b="1" dirty="0">
                <a:solidFill>
                  <a:srgbClr val="000000"/>
                </a:solidFill>
                <a:latin typeface="Times New Roman" panose="02020603050405020304" pitchFamily="18" charset="0"/>
                <a:ea typeface="楷体_GB2312"/>
              </a:rPr>
              <a:t>有非零解的充分必要条件</a:t>
            </a:r>
          </a:p>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是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楷体_GB2312"/>
                <a:ea typeface="楷体_GB2312"/>
              </a:rPr>
              <a:t>．只有零解的充要条件是</a:t>
            </a:r>
            <a:r>
              <a:rPr lang="zh-CN" altLang="en-US" sz="2400" dirty="0">
                <a:solidFill>
                  <a:srgbClr val="000000"/>
                </a:solidFill>
                <a:ea typeface="楷体_GB2312"/>
                <a:sym typeface="+mn-ea"/>
              </a:rPr>
              <a:t> </a:t>
            </a:r>
            <a:r>
              <a:rPr lang="en-US" altLang="zh-CN" sz="2400" i="1" dirty="0">
                <a:solidFill>
                  <a:srgbClr val="000000"/>
                </a:solidFill>
                <a:ea typeface="楷体_GB2312"/>
                <a:sym typeface="+mn-ea"/>
              </a:rPr>
              <a:t>R</a:t>
            </a:r>
            <a:r>
              <a:rPr lang="en-US" altLang="zh-CN" sz="2400" dirty="0">
                <a:solidFill>
                  <a:srgbClr val="000000"/>
                </a:solidFill>
                <a:ea typeface="楷体_GB2312"/>
                <a:sym typeface="+mn-ea"/>
              </a:rPr>
              <a:t>(</a:t>
            </a:r>
            <a:r>
              <a:rPr lang="en-US" altLang="zh-CN" sz="2400" i="1" dirty="0">
                <a:solidFill>
                  <a:srgbClr val="000000"/>
                </a:solidFill>
                <a:ea typeface="楷体_GB2312"/>
                <a:sym typeface="+mn-ea"/>
              </a:rPr>
              <a:t>A</a:t>
            </a:r>
            <a:r>
              <a:rPr lang="en-US" altLang="zh-CN" sz="2400" dirty="0">
                <a:solidFill>
                  <a:srgbClr val="000000"/>
                </a:solidFill>
                <a:ea typeface="楷体_GB2312"/>
                <a:sym typeface="+mn-ea"/>
              </a:rPr>
              <a:t>) =</a:t>
            </a:r>
            <a:r>
              <a:rPr lang="en-US" altLang="zh-CN" sz="2400" i="1" dirty="0">
                <a:solidFill>
                  <a:srgbClr val="000000"/>
                </a:solidFill>
                <a:ea typeface="楷体_GB2312"/>
                <a:sym typeface="+mn-ea"/>
              </a:rPr>
              <a:t>n.</a:t>
            </a:r>
            <a:r>
              <a:rPr lang="zh-CN" altLang="en-US" sz="2400" dirty="0">
                <a:solidFill>
                  <a:srgbClr val="000000"/>
                </a:solidFill>
                <a:ea typeface="楷体_GB2312"/>
                <a:sym typeface="+mn-ea"/>
              </a:rPr>
              <a:t>特别地</a:t>
            </a:r>
            <a:r>
              <a:rPr lang="en-US" altLang="zh-CN" sz="2400" i="1" dirty="0">
                <a:solidFill>
                  <a:srgbClr val="000000"/>
                </a:solidFill>
                <a:ea typeface="楷体_GB2312"/>
                <a:sym typeface="+mn-ea"/>
              </a:rPr>
              <a:t>A</a:t>
            </a:r>
            <a:r>
              <a:rPr lang="zh-CN" altLang="en-US" sz="2400" dirty="0">
                <a:solidFill>
                  <a:srgbClr val="000000"/>
                </a:solidFill>
                <a:ea typeface="楷体_GB2312"/>
                <a:sym typeface="+mn-ea"/>
              </a:rPr>
              <a:t>为方</a:t>
            </a:r>
          </a:p>
          <a:p>
            <a:pPr marL="609600" indent="-609600">
              <a:lnSpc>
                <a:spcPct val="80000"/>
              </a:lnSpc>
              <a:spcBef>
                <a:spcPct val="20000"/>
              </a:spcBef>
              <a:buClr>
                <a:srgbClr val="00007D"/>
              </a:buClr>
              <a:buSzPct val="75000"/>
              <a:buFont typeface="Wingdings" panose="05000000000000000000" pitchFamily="2" charset="2"/>
            </a:pPr>
            <a:r>
              <a:rPr lang="zh-CN" altLang="en-US" sz="2400" dirty="0">
                <a:solidFill>
                  <a:srgbClr val="000000"/>
                </a:solidFill>
                <a:ea typeface="楷体_GB2312"/>
                <a:sym typeface="+mn-ea"/>
              </a:rPr>
              <a:t>阵时，有非零解的充分必要条件是</a:t>
            </a:r>
            <a:r>
              <a:rPr lang="en-US" altLang="zh-CN" sz="2400" dirty="0">
                <a:solidFill>
                  <a:srgbClr val="000000"/>
                </a:solidFill>
                <a:ea typeface="楷体_GB2312"/>
                <a:sym typeface="+mn-ea"/>
              </a:rPr>
              <a:t>|</a:t>
            </a:r>
            <a:r>
              <a:rPr lang="en-US" altLang="zh-CN" sz="2400" i="1" dirty="0">
                <a:solidFill>
                  <a:srgbClr val="000000"/>
                </a:solidFill>
                <a:ea typeface="楷体_GB2312"/>
                <a:sym typeface="+mn-ea"/>
              </a:rPr>
              <a:t>A</a:t>
            </a:r>
            <a:r>
              <a:rPr lang="en-US" altLang="zh-CN" sz="2400" dirty="0">
                <a:solidFill>
                  <a:srgbClr val="000000"/>
                </a:solidFill>
                <a:ea typeface="楷体_GB2312"/>
                <a:sym typeface="+mn-ea"/>
              </a:rPr>
              <a:t>|=0</a:t>
            </a:r>
            <a:r>
              <a:rPr lang="zh-CN" altLang="en-US" sz="2400" dirty="0">
                <a:solidFill>
                  <a:srgbClr val="000000"/>
                </a:solidFill>
                <a:ea typeface="楷体_GB2312"/>
                <a:sym typeface="+mn-ea"/>
              </a:rPr>
              <a:t>，只有零解的充分必</a:t>
            </a:r>
          </a:p>
          <a:p>
            <a:pPr marL="609600" indent="-609600">
              <a:lnSpc>
                <a:spcPct val="80000"/>
              </a:lnSpc>
              <a:spcBef>
                <a:spcPct val="20000"/>
              </a:spcBef>
              <a:buClr>
                <a:srgbClr val="00007D"/>
              </a:buClr>
              <a:buSzPct val="75000"/>
              <a:buFont typeface="Wingdings" panose="05000000000000000000" pitchFamily="2" charset="2"/>
            </a:pPr>
            <a:r>
              <a:rPr lang="zh-CN" altLang="en-US" sz="2400" dirty="0">
                <a:solidFill>
                  <a:srgbClr val="000000"/>
                </a:solidFill>
                <a:ea typeface="楷体_GB2312"/>
                <a:sym typeface="+mn-ea"/>
              </a:rPr>
              <a:t>要条件是</a:t>
            </a:r>
            <a:r>
              <a:rPr lang="en-US" altLang="zh-CN" sz="2400" dirty="0">
                <a:solidFill>
                  <a:srgbClr val="000000"/>
                </a:solidFill>
                <a:ea typeface="楷体_GB2312"/>
                <a:sym typeface="+mn-ea"/>
              </a:rPr>
              <a:t>|</a:t>
            </a:r>
            <a:r>
              <a:rPr lang="en-US" altLang="zh-CN" sz="2400" i="1" dirty="0">
                <a:solidFill>
                  <a:srgbClr val="000000"/>
                </a:solidFill>
                <a:ea typeface="楷体_GB2312"/>
                <a:sym typeface="+mn-ea"/>
              </a:rPr>
              <a:t>A</a:t>
            </a:r>
            <a:r>
              <a:rPr lang="en-US" altLang="zh-CN" sz="2400" dirty="0">
                <a:solidFill>
                  <a:srgbClr val="000000"/>
                </a:solidFill>
                <a:ea typeface="楷体_GB2312"/>
                <a:sym typeface="+mn-ea"/>
              </a:rPr>
              <a:t>|</a:t>
            </a:r>
            <a:r>
              <a:rPr lang="en-US" altLang="zh-CN" sz="2400" i="1" dirty="0">
                <a:solidFill>
                  <a:srgbClr val="000000"/>
                </a:solidFill>
                <a:ea typeface="楷体_GB2312"/>
                <a:sym typeface="+mn-ea"/>
              </a:rPr>
              <a:t>≠</a:t>
            </a:r>
            <a:r>
              <a:rPr lang="en-US" altLang="zh-CN" sz="2400" dirty="0">
                <a:solidFill>
                  <a:srgbClr val="000000"/>
                </a:solidFill>
                <a:ea typeface="楷体_GB2312"/>
                <a:sym typeface="+mn-ea"/>
              </a:rPr>
              <a:t>0.</a:t>
            </a:r>
            <a:endParaRPr lang="zh-CN" altLang="en-US" sz="2400" b="1" dirty="0">
              <a:solidFill>
                <a:srgbClr val="000000"/>
              </a:solidFill>
              <a:latin typeface="楷体_GB2312"/>
              <a:ea typeface="楷体_GB231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100"/>
                                  </p:iterate>
                                  <p:childTnLst>
                                    <p:set>
                                      <p:cBhvr>
                                        <p:cTn id="6" dur="1" fill="hold">
                                          <p:stCondLst>
                                            <p:cond delay="0"/>
                                          </p:stCondLst>
                                        </p:cTn>
                                        <p:tgtEl>
                                          <p:spTgt spid="44039">
                                            <p:txEl>
                                              <p:pRg st="0" end="0"/>
                                            </p:txEl>
                                          </p:spTgt>
                                        </p:tgtEl>
                                        <p:attrNameLst>
                                          <p:attrName>style.visibility</p:attrName>
                                        </p:attrNameLst>
                                      </p:cBhvr>
                                      <p:to>
                                        <p:strVal val="visible"/>
                                      </p:to>
                                    </p:set>
                                  </p:childTnLst>
                                </p:cTn>
                              </p:par>
                            </p:childTnLst>
                          </p:cTn>
                        </p:par>
                        <p:par>
                          <p:cTn id="7" fill="hold">
                            <p:stCondLst>
                              <p:cond delay="4400"/>
                            </p:stCondLst>
                            <p:childTnLst>
                              <p:par>
                                <p:cTn id="8" presetID="1" presetClass="entr" presetSubtype="0" fill="hold" grpId="0" nodeType="afterEffect">
                                  <p:stCondLst>
                                    <p:cond delay="0"/>
                                  </p:stCondLst>
                                  <p:iterate type="lt">
                                    <p:tmAbs val="100"/>
                                  </p:iterate>
                                  <p:childTnLst>
                                    <p:set>
                                      <p:cBhvr>
                                        <p:cTn id="9" dur="1" fill="hold">
                                          <p:stCondLst>
                                            <p:cond delay="0"/>
                                          </p:stCondLst>
                                        </p:cTn>
                                        <p:tgtEl>
                                          <p:spTgt spid="44039">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44040"/>
                                        </p:tgtEl>
                                        <p:attrNameLst>
                                          <p:attrName>style.visibility</p:attrName>
                                        </p:attrNameLst>
                                      </p:cBhvr>
                                      <p:to>
                                        <p:strVal val="visible"/>
                                      </p:to>
                                    </p:set>
                                    <p:animEffect transition="in" filter="slide(fromBottom)">
                                      <p:cBhvr>
                                        <p:cTn id="14" dur="500"/>
                                        <p:tgtEl>
                                          <p:spTgt spid="44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9" grpId="0" build="p"/>
      <p:bldP spid="4404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17"/>
          <p:cNvSpPr/>
          <p:nvPr/>
        </p:nvSpPr>
        <p:spPr>
          <a:xfrm>
            <a:off x="457200" y="533400"/>
            <a:ext cx="8229600" cy="386080"/>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FF3300"/>
                </a:solidFill>
                <a:latin typeface="Times New Roman" panose="02020603050405020304" pitchFamily="18" charset="0"/>
                <a:ea typeface="楷体_GB2312"/>
              </a:rPr>
              <a:t>例</a:t>
            </a:r>
            <a:r>
              <a:rPr lang="en-US" altLang="zh-CN" sz="2400" b="1" dirty="0">
                <a:solidFill>
                  <a:srgbClr val="FF3300"/>
                </a:solidFill>
                <a:latin typeface="Times New Roman" panose="02020603050405020304" pitchFamily="18" charset="0"/>
                <a:ea typeface="楷体_GB2312"/>
              </a:rPr>
              <a:t>3.1.2</a:t>
            </a:r>
            <a:r>
              <a:rPr lang="zh-CN" altLang="en-US" sz="2400" b="1" dirty="0">
                <a:solidFill>
                  <a:srgbClr val="0000FF"/>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求解非齐次线性方程组</a:t>
            </a:r>
          </a:p>
        </p:txBody>
      </p:sp>
      <p:graphicFrame>
        <p:nvGraphicFramePr>
          <p:cNvPr id="901123" name="Object 18"/>
          <p:cNvGraphicFramePr>
            <a:graphicFrameLocks noChangeAspect="1"/>
          </p:cNvGraphicFramePr>
          <p:nvPr/>
        </p:nvGraphicFramePr>
        <p:xfrm>
          <a:off x="3276124" y="1052513"/>
          <a:ext cx="2569210" cy="1424940"/>
        </p:xfrm>
        <a:graphic>
          <a:graphicData uri="http://schemas.openxmlformats.org/presentationml/2006/ole">
            <mc:AlternateContent xmlns:mc="http://schemas.openxmlformats.org/markup-compatibility/2006">
              <mc:Choice xmlns:v="urn:schemas-microsoft-com:vml" Requires="v">
                <p:oleObj r:id="rId2" imgW="1282700" imgH="711200" progId="Equation.DSMT4">
                  <p:embed/>
                </p:oleObj>
              </mc:Choice>
              <mc:Fallback>
                <p:oleObj r:id="rId2" imgW="1282700" imgH="711200" progId="Equation.DSMT4">
                  <p:embed/>
                  <p:pic>
                    <p:nvPicPr>
                      <p:cNvPr id="0" name="图片 4245"/>
                      <p:cNvPicPr/>
                      <p:nvPr/>
                    </p:nvPicPr>
                    <p:blipFill>
                      <a:blip r:embed="rId3"/>
                      <a:stretch>
                        <a:fillRect/>
                      </a:stretch>
                    </p:blipFill>
                    <p:spPr>
                      <a:xfrm>
                        <a:off x="3276124" y="1052513"/>
                        <a:ext cx="2569210" cy="1424940"/>
                      </a:xfrm>
                      <a:prstGeom prst="rect">
                        <a:avLst/>
                      </a:prstGeom>
                      <a:noFill/>
                      <a:ln w="38100">
                        <a:noFill/>
                        <a:miter/>
                      </a:ln>
                    </p:spPr>
                  </p:pic>
                </p:oleObj>
              </mc:Fallback>
            </mc:AlternateContent>
          </a:graphicData>
        </a:graphic>
      </p:graphicFrame>
      <p:sp>
        <p:nvSpPr>
          <p:cNvPr id="29720" name="Rectangle 24"/>
          <p:cNvSpPr/>
          <p:nvPr/>
        </p:nvSpPr>
        <p:spPr>
          <a:xfrm>
            <a:off x="395605" y="5805170"/>
            <a:ext cx="8229600" cy="497205"/>
          </a:xfrm>
          <a:prstGeom prst="rect">
            <a:avLst/>
          </a:prstGeom>
          <a:noFill/>
          <a:ln w="9525">
            <a:noFill/>
          </a:ln>
        </p:spPr>
        <p:txBody>
          <a:bodyPr>
            <a:spAutoFit/>
          </a:bodyPr>
          <a:lstStyle/>
          <a:p>
            <a:pPr marL="609600" indent="-609600">
              <a:lnSpc>
                <a:spcPct val="110000"/>
              </a:lnSpc>
              <a:spcBef>
                <a:spcPct val="20000"/>
              </a:spcBef>
              <a:buClr>
                <a:srgbClr val="00007D"/>
              </a:buClr>
              <a:buSzPct val="75000"/>
              <a:buFont typeface="Wingdings" panose="05000000000000000000" pitchFamily="2" charset="2"/>
            </a:pP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 3 </a:t>
            </a:r>
            <a:r>
              <a:rPr lang="zh-CN" altLang="en-US" sz="2400" b="1" dirty="0">
                <a:solidFill>
                  <a:srgbClr val="000000"/>
                </a:solidFill>
                <a:latin typeface="Times New Roman" panose="02020603050405020304" pitchFamily="18" charset="0"/>
                <a:ea typeface="楷体_GB2312"/>
              </a:rPr>
              <a:t>，故原线性方程组有唯一解</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a:t>
            </a:r>
          </a:p>
        </p:txBody>
      </p:sp>
      <p:grpSp>
        <p:nvGrpSpPr>
          <p:cNvPr id="7" name="组合 6"/>
          <p:cNvGrpSpPr/>
          <p:nvPr/>
        </p:nvGrpSpPr>
        <p:grpSpPr>
          <a:xfrm>
            <a:off x="6628765" y="3465195"/>
            <a:ext cx="1524635" cy="926465"/>
            <a:chOff x="9531" y="1601"/>
            <a:chExt cx="2401" cy="1459"/>
          </a:xfrm>
        </p:grpSpPr>
        <p:sp>
          <p:nvSpPr>
            <p:cNvPr id="901129" name="Line 35"/>
            <p:cNvSpPr>
              <a:spLocks noChangeAspect="1"/>
            </p:cNvSpPr>
            <p:nvPr/>
          </p:nvSpPr>
          <p:spPr>
            <a:xfrm>
              <a:off x="9531" y="1601"/>
              <a:ext cx="617" cy="0"/>
            </a:xfrm>
            <a:prstGeom prst="line">
              <a:avLst/>
            </a:prstGeom>
            <a:ln w="28575" cap="flat" cmpd="sng">
              <a:solidFill>
                <a:srgbClr val="0000FF"/>
              </a:solidFill>
              <a:prstDash val="solid"/>
              <a:headEnd type="none" w="med" len="med"/>
              <a:tailEnd type="none" w="med" len="med"/>
            </a:ln>
          </p:spPr>
        </p:sp>
        <p:sp>
          <p:nvSpPr>
            <p:cNvPr id="901130" name="Line 36"/>
            <p:cNvSpPr>
              <a:spLocks noChangeAspect="1"/>
            </p:cNvSpPr>
            <p:nvPr/>
          </p:nvSpPr>
          <p:spPr>
            <a:xfrm>
              <a:off x="10148" y="1618"/>
              <a:ext cx="0" cy="720"/>
            </a:xfrm>
            <a:prstGeom prst="line">
              <a:avLst/>
            </a:prstGeom>
            <a:ln w="28575" cap="flat" cmpd="sng">
              <a:solidFill>
                <a:srgbClr val="0000FF"/>
              </a:solidFill>
              <a:prstDash val="solid"/>
              <a:headEnd type="none" w="med" len="med"/>
              <a:tailEnd type="none" w="med" len="med"/>
            </a:ln>
          </p:spPr>
        </p:sp>
        <p:sp>
          <p:nvSpPr>
            <p:cNvPr id="901131" name="Line 37"/>
            <p:cNvSpPr>
              <a:spLocks noChangeAspect="1"/>
            </p:cNvSpPr>
            <p:nvPr/>
          </p:nvSpPr>
          <p:spPr>
            <a:xfrm>
              <a:off x="10148" y="2338"/>
              <a:ext cx="690" cy="1"/>
            </a:xfrm>
            <a:prstGeom prst="line">
              <a:avLst/>
            </a:prstGeom>
            <a:ln w="28575" cap="flat" cmpd="sng">
              <a:solidFill>
                <a:srgbClr val="0000FF"/>
              </a:solidFill>
              <a:prstDash val="solid"/>
              <a:headEnd type="none" w="med" len="med"/>
              <a:tailEnd type="none" w="med" len="med"/>
            </a:ln>
          </p:spPr>
        </p:sp>
        <p:sp>
          <p:nvSpPr>
            <p:cNvPr id="901132" name="Line 38"/>
            <p:cNvSpPr>
              <a:spLocks noChangeAspect="1"/>
            </p:cNvSpPr>
            <p:nvPr/>
          </p:nvSpPr>
          <p:spPr>
            <a:xfrm>
              <a:off x="10838" y="2339"/>
              <a:ext cx="1" cy="720"/>
            </a:xfrm>
            <a:prstGeom prst="line">
              <a:avLst/>
            </a:prstGeom>
            <a:ln w="28575" cap="flat" cmpd="sng">
              <a:solidFill>
                <a:srgbClr val="0000FF"/>
              </a:solidFill>
              <a:prstDash val="solid"/>
              <a:headEnd type="none" w="med" len="med"/>
              <a:tailEnd type="none" w="med" len="med"/>
            </a:ln>
          </p:spPr>
        </p:sp>
        <p:sp>
          <p:nvSpPr>
            <p:cNvPr id="901133" name="Line 39"/>
            <p:cNvSpPr>
              <a:spLocks noChangeAspect="1"/>
            </p:cNvSpPr>
            <p:nvPr/>
          </p:nvSpPr>
          <p:spPr>
            <a:xfrm>
              <a:off x="10838" y="3060"/>
              <a:ext cx="1094" cy="1"/>
            </a:xfrm>
            <a:prstGeom prst="line">
              <a:avLst/>
            </a:prstGeom>
            <a:ln w="28575" cap="flat" cmpd="sng">
              <a:solidFill>
                <a:srgbClr val="0000FF"/>
              </a:solidFill>
              <a:prstDash val="solid"/>
              <a:headEnd type="none" w="med" len="med"/>
              <a:tailEnd type="none" w="med" len="med"/>
            </a:ln>
          </p:spPr>
        </p:sp>
      </p:grpSp>
      <p:sp>
        <p:nvSpPr>
          <p:cNvPr id="29737" name="AutoShape 41">
            <a:hlinkClick r:id="rId4" action="ppaction://hlinksldjump"/>
          </p:cNvPr>
          <p:cNvSpPr/>
          <p:nvPr/>
        </p:nvSpPr>
        <p:spPr>
          <a:xfrm>
            <a:off x="8382000" y="6172200"/>
            <a:ext cx="509588" cy="509588"/>
          </a:xfrm>
          <a:prstGeom prst="actionButtonInformation">
            <a:avLst/>
          </a:prstGeom>
          <a:solidFill>
            <a:schemeClr val="folHlink"/>
          </a:solidFill>
          <a:ln w="9525">
            <a:noFill/>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grpSp>
        <p:nvGrpSpPr>
          <p:cNvPr id="6" name="组合 5"/>
          <p:cNvGrpSpPr/>
          <p:nvPr/>
        </p:nvGrpSpPr>
        <p:grpSpPr>
          <a:xfrm>
            <a:off x="467360" y="2649855"/>
            <a:ext cx="8229600" cy="445135"/>
            <a:chOff x="736" y="4173"/>
            <a:chExt cx="12960" cy="701"/>
          </a:xfrm>
        </p:grpSpPr>
        <p:sp>
          <p:nvSpPr>
            <p:cNvPr id="29716" name="Rectangle 20"/>
            <p:cNvSpPr/>
            <p:nvPr/>
          </p:nvSpPr>
          <p:spPr>
            <a:xfrm>
              <a:off x="736" y="4266"/>
              <a:ext cx="12960" cy="608"/>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解：</a:t>
              </a:r>
              <a:r>
                <a:rPr lang="zh-CN" altLang="en-US" sz="2400" b="1" dirty="0">
                  <a:solidFill>
                    <a:srgbClr val="000000"/>
                  </a:solidFill>
                  <a:latin typeface="Times New Roman" panose="02020603050405020304" pitchFamily="18" charset="0"/>
                  <a:ea typeface="楷体_GB2312"/>
                </a:rPr>
                <a:t>对增广矩阵</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进行初等行变换</a:t>
              </a:r>
            </a:p>
          </p:txBody>
        </p:sp>
        <p:graphicFrame>
          <p:nvGraphicFramePr>
            <p:cNvPr id="9" name="对象 8"/>
            <p:cNvGraphicFramePr/>
            <p:nvPr/>
          </p:nvGraphicFramePr>
          <p:xfrm>
            <a:off x="4252" y="4173"/>
            <a:ext cx="464" cy="580"/>
          </p:xfrm>
          <a:graphic>
            <a:graphicData uri="http://schemas.openxmlformats.org/presentationml/2006/ole">
              <mc:AlternateContent xmlns:mc="http://schemas.openxmlformats.org/markup-compatibility/2006">
                <mc:Choice xmlns:v="urn:schemas-microsoft-com:vml" Requires="v">
                  <p:oleObj r:id="rId5" imgW="292100" imgH="368300" progId="Equation.DSMT4">
                    <p:embed/>
                  </p:oleObj>
                </mc:Choice>
                <mc:Fallback>
                  <p:oleObj r:id="rId5" imgW="292100" imgH="368300" progId="Equation.DSMT4">
                    <p:embed/>
                    <p:pic>
                      <p:nvPicPr>
                        <p:cNvPr id="0" name="图片 3707"/>
                        <p:cNvPicPr/>
                        <p:nvPr/>
                      </p:nvPicPr>
                      <p:blipFill>
                        <a:blip r:embed="rId6"/>
                        <a:stretch>
                          <a:fillRect/>
                        </a:stretch>
                      </p:blipFill>
                      <p:spPr>
                        <a:xfrm>
                          <a:off x="4252" y="4173"/>
                          <a:ext cx="464" cy="580"/>
                        </a:xfrm>
                        <a:prstGeom prst="rect">
                          <a:avLst/>
                        </a:prstGeom>
                        <a:noFill/>
                        <a:ln w="38100">
                          <a:noFill/>
                          <a:miter/>
                        </a:ln>
                      </p:spPr>
                    </p:pic>
                  </p:oleObj>
                </mc:Fallback>
              </mc:AlternateContent>
            </a:graphicData>
          </a:graphic>
        </p:graphicFrame>
      </p:grpSp>
      <p:graphicFrame>
        <p:nvGraphicFramePr>
          <p:cNvPr id="2" name="对象 -2147480095"/>
          <p:cNvGraphicFramePr>
            <a:graphicFrameLocks noChangeAspect="1"/>
          </p:cNvGraphicFramePr>
          <p:nvPr/>
        </p:nvGraphicFramePr>
        <p:xfrm>
          <a:off x="6732270" y="5229225"/>
          <a:ext cx="1088390" cy="1482090"/>
        </p:xfrm>
        <a:graphic>
          <a:graphicData uri="http://schemas.openxmlformats.org/presentationml/2006/ole">
            <mc:AlternateContent xmlns:mc="http://schemas.openxmlformats.org/markup-compatibility/2006">
              <mc:Choice xmlns:v="urn:schemas-microsoft-com:vml" Requires="v">
                <p:oleObj r:id="rId7" imgW="520700" imgH="711200" progId="Equation.3">
                  <p:embed/>
                </p:oleObj>
              </mc:Choice>
              <mc:Fallback>
                <p:oleObj r:id="rId7" imgW="520700" imgH="711200" progId="Equation.3">
                  <p:embed/>
                  <p:pic>
                    <p:nvPicPr>
                      <p:cNvPr id="0" name="图片 7"/>
                      <p:cNvPicPr/>
                      <p:nvPr/>
                    </p:nvPicPr>
                    <p:blipFill>
                      <a:blip r:embed="rId8"/>
                      <a:stretch>
                        <a:fillRect/>
                      </a:stretch>
                    </p:blipFill>
                    <p:spPr>
                      <a:xfrm>
                        <a:off x="6732270" y="5229225"/>
                        <a:ext cx="1088390" cy="1482090"/>
                      </a:xfrm>
                      <a:prstGeom prst="rect">
                        <a:avLst/>
                      </a:prstGeom>
                      <a:noFill/>
                      <a:ln w="38100">
                        <a:noFill/>
                        <a:miter/>
                      </a:ln>
                    </p:spPr>
                  </p:pic>
                </p:oleObj>
              </mc:Fallback>
            </mc:AlternateContent>
          </a:graphicData>
        </a:graphic>
      </p:graphicFrame>
      <p:grpSp>
        <p:nvGrpSpPr>
          <p:cNvPr id="13" name="组合 12"/>
          <p:cNvGrpSpPr/>
          <p:nvPr/>
        </p:nvGrpSpPr>
        <p:grpSpPr>
          <a:xfrm>
            <a:off x="611184" y="3068955"/>
            <a:ext cx="7989226" cy="2613025"/>
            <a:chOff x="895" y="4901"/>
            <a:chExt cx="8746" cy="4115"/>
          </a:xfrm>
        </p:grpSpPr>
        <p:graphicFrame>
          <p:nvGraphicFramePr>
            <p:cNvPr id="3" name="对象 -2147480097"/>
            <p:cNvGraphicFramePr>
              <a:graphicFrameLocks noChangeAspect="1"/>
            </p:cNvGraphicFramePr>
            <p:nvPr/>
          </p:nvGraphicFramePr>
          <p:xfrm>
            <a:off x="895" y="4901"/>
            <a:ext cx="8746" cy="4115"/>
          </p:xfrm>
          <a:graphic>
            <a:graphicData uri="http://schemas.openxmlformats.org/presentationml/2006/ole">
              <mc:AlternateContent xmlns:mc="http://schemas.openxmlformats.org/markup-compatibility/2006">
                <mc:Choice xmlns:v="urn:schemas-microsoft-com:vml" Requires="v">
                  <p:oleObj r:id="rId9" imgW="5092700" imgH="1422400" progId="Equation.DSMT4">
                    <p:embed/>
                  </p:oleObj>
                </mc:Choice>
                <mc:Fallback>
                  <p:oleObj r:id="rId9" imgW="5092700" imgH="1422400" progId="Equation.DSMT4">
                    <p:embed/>
                    <p:pic>
                      <p:nvPicPr>
                        <p:cNvPr id="0" name="图片 2"/>
                        <p:cNvPicPr/>
                        <p:nvPr/>
                      </p:nvPicPr>
                      <p:blipFill>
                        <a:blip r:embed="rId10"/>
                        <a:stretch>
                          <a:fillRect/>
                        </a:stretch>
                      </p:blipFill>
                      <p:spPr>
                        <a:xfrm>
                          <a:off x="895" y="4901"/>
                          <a:ext cx="8746" cy="4115"/>
                        </a:xfrm>
                        <a:prstGeom prst="rect">
                          <a:avLst/>
                        </a:prstGeom>
                        <a:noFill/>
                        <a:ln w="38100">
                          <a:noFill/>
                          <a:miter/>
                        </a:ln>
                      </p:spPr>
                    </p:pic>
                  </p:oleObj>
                </mc:Fallback>
              </mc:AlternateContent>
            </a:graphicData>
          </a:graphic>
        </p:graphicFrame>
        <p:sp>
          <p:nvSpPr>
            <p:cNvPr id="33857" name="Oval 65"/>
            <p:cNvSpPr/>
            <p:nvPr/>
          </p:nvSpPr>
          <p:spPr>
            <a:xfrm>
              <a:off x="4665" y="6983"/>
              <a:ext cx="444" cy="570"/>
            </a:xfrm>
            <a:prstGeom prst="ellipse">
              <a:avLst/>
            </a:prstGeom>
            <a:noFill/>
            <a:ln w="28575" cap="flat" cmpd="sng">
              <a:solidFill>
                <a:srgbClr val="0000FF"/>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11" name="Oval 65"/>
            <p:cNvSpPr/>
            <p:nvPr/>
          </p:nvSpPr>
          <p:spPr>
            <a:xfrm flipH="1">
              <a:off x="5073" y="7641"/>
              <a:ext cx="399" cy="570"/>
            </a:xfrm>
            <a:prstGeom prst="ellipse">
              <a:avLst/>
            </a:prstGeom>
            <a:noFill/>
            <a:ln w="28575" cap="flat" cmpd="sng">
              <a:solidFill>
                <a:srgbClr val="0000FF"/>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12" name="Oval 65"/>
            <p:cNvSpPr/>
            <p:nvPr/>
          </p:nvSpPr>
          <p:spPr>
            <a:xfrm>
              <a:off x="5389" y="8299"/>
              <a:ext cx="467" cy="570"/>
            </a:xfrm>
            <a:prstGeom prst="ellipse">
              <a:avLst/>
            </a:prstGeom>
            <a:noFill/>
            <a:ln w="28575" cap="flat" cmpd="sng">
              <a:solidFill>
                <a:srgbClr val="0000FF"/>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17"/>
          <p:cNvSpPr/>
          <p:nvPr/>
        </p:nvSpPr>
        <p:spPr>
          <a:xfrm>
            <a:off x="457200" y="533400"/>
            <a:ext cx="8229600" cy="386080"/>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FF3300"/>
                </a:solidFill>
                <a:latin typeface="Times New Roman" panose="02020603050405020304" pitchFamily="18" charset="0"/>
                <a:ea typeface="楷体_GB2312"/>
              </a:rPr>
              <a:t>例</a:t>
            </a:r>
            <a:r>
              <a:rPr lang="en-US" altLang="zh-CN" sz="2400" b="1" dirty="0">
                <a:solidFill>
                  <a:srgbClr val="FF3300"/>
                </a:solidFill>
                <a:latin typeface="Times New Roman" panose="02020603050405020304" pitchFamily="18" charset="0"/>
                <a:ea typeface="楷体_GB2312"/>
              </a:rPr>
              <a:t>3.1.3</a:t>
            </a:r>
            <a:r>
              <a:rPr lang="zh-CN" altLang="en-US" sz="2400" b="1" dirty="0">
                <a:solidFill>
                  <a:srgbClr val="0000FF"/>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求解线性方程组</a:t>
            </a:r>
          </a:p>
        </p:txBody>
      </p:sp>
      <p:graphicFrame>
        <p:nvGraphicFramePr>
          <p:cNvPr id="901123" name="Object 18"/>
          <p:cNvGraphicFramePr>
            <a:graphicFrameLocks noChangeAspect="1"/>
          </p:cNvGraphicFramePr>
          <p:nvPr/>
        </p:nvGraphicFramePr>
        <p:xfrm>
          <a:off x="2843372" y="1052513"/>
          <a:ext cx="3434715" cy="1424940"/>
        </p:xfrm>
        <a:graphic>
          <a:graphicData uri="http://schemas.openxmlformats.org/presentationml/2006/ole">
            <mc:AlternateContent xmlns:mc="http://schemas.openxmlformats.org/markup-compatibility/2006">
              <mc:Choice xmlns:v="urn:schemas-microsoft-com:vml" Requires="v">
                <p:oleObj r:id="rId2" imgW="1714500" imgH="711200" progId="Equation.DSMT4">
                  <p:embed/>
                </p:oleObj>
              </mc:Choice>
              <mc:Fallback>
                <p:oleObj r:id="rId2" imgW="1714500" imgH="711200" progId="Equation.DSMT4">
                  <p:embed/>
                  <p:pic>
                    <p:nvPicPr>
                      <p:cNvPr id="0" name="图片 4245"/>
                      <p:cNvPicPr/>
                      <p:nvPr/>
                    </p:nvPicPr>
                    <p:blipFill>
                      <a:blip r:embed="rId3"/>
                      <a:stretch>
                        <a:fillRect/>
                      </a:stretch>
                    </p:blipFill>
                    <p:spPr>
                      <a:xfrm>
                        <a:off x="2843372" y="1052513"/>
                        <a:ext cx="3434715" cy="1424940"/>
                      </a:xfrm>
                      <a:prstGeom prst="rect">
                        <a:avLst/>
                      </a:prstGeom>
                      <a:noFill/>
                      <a:ln w="38100">
                        <a:noFill/>
                        <a:miter/>
                      </a:ln>
                    </p:spPr>
                  </p:pic>
                </p:oleObj>
              </mc:Fallback>
            </mc:AlternateContent>
          </a:graphicData>
        </a:graphic>
      </p:graphicFrame>
      <p:sp>
        <p:nvSpPr>
          <p:cNvPr id="29720" name="Rectangle 24"/>
          <p:cNvSpPr/>
          <p:nvPr/>
        </p:nvSpPr>
        <p:spPr>
          <a:xfrm>
            <a:off x="457200" y="6093460"/>
            <a:ext cx="8229600" cy="497205"/>
          </a:xfrm>
          <a:prstGeom prst="rect">
            <a:avLst/>
          </a:prstGeom>
          <a:noFill/>
          <a:ln w="9525">
            <a:noFill/>
          </a:ln>
        </p:spPr>
        <p:txBody>
          <a:bodyPr>
            <a:spAutoFit/>
          </a:bodyPr>
          <a:lstStyle/>
          <a:p>
            <a:pPr marL="609600" indent="-609600">
              <a:lnSpc>
                <a:spcPct val="110000"/>
              </a:lnSpc>
              <a:spcBef>
                <a:spcPct val="20000"/>
              </a:spcBef>
              <a:buClr>
                <a:srgbClr val="00007D"/>
              </a:buClr>
              <a:buSzPct val="75000"/>
              <a:buFont typeface="Wingdings" panose="05000000000000000000" pitchFamily="2" charset="2"/>
            </a:pP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 2&lt;4 </a:t>
            </a:r>
            <a:r>
              <a:rPr lang="zh-CN" altLang="en-US" sz="2400" b="1" dirty="0">
                <a:solidFill>
                  <a:srgbClr val="000000"/>
                </a:solidFill>
                <a:latin typeface="Times New Roman" panose="02020603050405020304" pitchFamily="18" charset="0"/>
                <a:ea typeface="楷体_GB2312"/>
              </a:rPr>
              <a:t>，故原线性方程组有无穷多解</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a:t>
            </a:r>
          </a:p>
        </p:txBody>
      </p:sp>
      <p:grpSp>
        <p:nvGrpSpPr>
          <p:cNvPr id="6" name="组合 5"/>
          <p:cNvGrpSpPr/>
          <p:nvPr/>
        </p:nvGrpSpPr>
        <p:grpSpPr>
          <a:xfrm>
            <a:off x="467360" y="2649855"/>
            <a:ext cx="8229600" cy="445135"/>
            <a:chOff x="736" y="4173"/>
            <a:chExt cx="12960" cy="701"/>
          </a:xfrm>
        </p:grpSpPr>
        <p:sp>
          <p:nvSpPr>
            <p:cNvPr id="29716" name="Rectangle 20"/>
            <p:cNvSpPr/>
            <p:nvPr/>
          </p:nvSpPr>
          <p:spPr>
            <a:xfrm>
              <a:off x="736" y="4266"/>
              <a:ext cx="12960" cy="608"/>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解：</a:t>
              </a:r>
              <a:r>
                <a:rPr lang="zh-CN" altLang="en-US" sz="2400" b="1" dirty="0">
                  <a:solidFill>
                    <a:srgbClr val="000000"/>
                  </a:solidFill>
                  <a:latin typeface="Times New Roman" panose="02020603050405020304" pitchFamily="18" charset="0"/>
                  <a:ea typeface="楷体_GB2312"/>
                </a:rPr>
                <a:t>对增广矩阵</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进行初等行变换</a:t>
              </a:r>
            </a:p>
          </p:txBody>
        </p:sp>
        <p:graphicFrame>
          <p:nvGraphicFramePr>
            <p:cNvPr id="9" name="对象 8"/>
            <p:cNvGraphicFramePr/>
            <p:nvPr/>
          </p:nvGraphicFramePr>
          <p:xfrm>
            <a:off x="4252" y="4173"/>
            <a:ext cx="464" cy="580"/>
          </p:xfrm>
          <a:graphic>
            <a:graphicData uri="http://schemas.openxmlformats.org/presentationml/2006/ole">
              <mc:AlternateContent xmlns:mc="http://schemas.openxmlformats.org/markup-compatibility/2006">
                <mc:Choice xmlns:v="urn:schemas-microsoft-com:vml" Requires="v">
                  <p:oleObj r:id="rId4" imgW="292100" imgH="368300" progId="Equation.DSMT4">
                    <p:embed/>
                  </p:oleObj>
                </mc:Choice>
                <mc:Fallback>
                  <p:oleObj r:id="rId4" imgW="292100" imgH="368300" progId="Equation.DSMT4">
                    <p:embed/>
                    <p:pic>
                      <p:nvPicPr>
                        <p:cNvPr id="0" name="图片 3707"/>
                        <p:cNvPicPr/>
                        <p:nvPr/>
                      </p:nvPicPr>
                      <p:blipFill>
                        <a:blip r:embed="rId5"/>
                        <a:stretch>
                          <a:fillRect/>
                        </a:stretch>
                      </p:blipFill>
                      <p:spPr>
                        <a:xfrm>
                          <a:off x="4252" y="4173"/>
                          <a:ext cx="464" cy="580"/>
                        </a:xfrm>
                        <a:prstGeom prst="rect">
                          <a:avLst/>
                        </a:prstGeom>
                        <a:noFill/>
                        <a:ln w="38100">
                          <a:noFill/>
                          <a:miter/>
                        </a:ln>
                      </p:spPr>
                    </p:pic>
                  </p:oleObj>
                </mc:Fallback>
              </mc:AlternateContent>
            </a:graphicData>
          </a:graphic>
        </p:graphicFrame>
      </p:grpSp>
      <p:graphicFrame>
        <p:nvGraphicFramePr>
          <p:cNvPr id="2" name="对象 -2147480092"/>
          <p:cNvGraphicFramePr>
            <a:graphicFrameLocks noChangeAspect="1"/>
          </p:cNvGraphicFramePr>
          <p:nvPr/>
        </p:nvGraphicFramePr>
        <p:xfrm>
          <a:off x="755650" y="3284855"/>
          <a:ext cx="6121400" cy="2947670"/>
        </p:xfrm>
        <a:graphic>
          <a:graphicData uri="http://schemas.openxmlformats.org/presentationml/2006/ole">
            <mc:AlternateContent xmlns:mc="http://schemas.openxmlformats.org/markup-compatibility/2006">
              <mc:Choice xmlns:v="urn:schemas-microsoft-com:vml" Requires="v">
                <p:oleObj r:id="rId6" imgW="4063365" imgH="1955800" progId="Equation.3">
                  <p:embed/>
                </p:oleObj>
              </mc:Choice>
              <mc:Fallback>
                <p:oleObj r:id="rId6" imgW="4063365" imgH="1955800" progId="Equation.3">
                  <p:embed/>
                  <p:pic>
                    <p:nvPicPr>
                      <p:cNvPr id="0" name="图片 3075"/>
                      <p:cNvPicPr/>
                      <p:nvPr/>
                    </p:nvPicPr>
                    <p:blipFill>
                      <a:blip r:embed="rId7"/>
                      <a:stretch>
                        <a:fillRect/>
                      </a:stretch>
                    </p:blipFill>
                    <p:spPr>
                      <a:xfrm>
                        <a:off x="755650" y="3284855"/>
                        <a:ext cx="6121400" cy="294767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20">
                                            <p:txEl>
                                              <p:pRg st="0" end="0"/>
                                            </p:txEl>
                                          </p:spTgt>
                                        </p:tgtEl>
                                        <p:attrNameLst>
                                          <p:attrName>style.visibility</p:attrName>
                                        </p:attrNameLst>
                                      </p:cBhvr>
                                      <p:to>
                                        <p:strVal val="visible"/>
                                      </p:to>
                                    </p:set>
                                    <p:animEffect transition="in" filter="wipe(left)">
                                      <p:cBhvr>
                                        <p:cTn id="7" dur="500"/>
                                        <p:tgtEl>
                                          <p:spTgt spid="297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1" nodeType="clickEffect">
                                  <p:stCondLst>
                                    <p:cond delay="0"/>
                                  </p:stCondLst>
                                  <p:childTnLst>
                                    <p:set>
                                      <p:cBhvr>
                                        <p:cTn id="21" dur="1" fill="hold">
                                          <p:stCondLst>
                                            <p:cond delay="0"/>
                                          </p:stCondLst>
                                        </p:cTn>
                                        <p:tgtEl>
                                          <p:spTgt spid="29720">
                                            <p:txEl>
                                              <p:pRg st="0" end="0"/>
                                            </p:txEl>
                                          </p:spTgt>
                                        </p:tgtEl>
                                        <p:attrNameLst>
                                          <p:attrName>style.visibility</p:attrName>
                                        </p:attrNameLst>
                                      </p:cBhvr>
                                      <p:to>
                                        <p:strVal val="visible"/>
                                      </p:to>
                                    </p:set>
                                    <p:animEffect transition="in" filter="wipe(down)">
                                      <p:cBhvr>
                                        <p:cTn id="22" dur="500"/>
                                        <p:tgtEl>
                                          <p:spTgt spid="297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20" grpId="0" build="p"/>
      <p:bldP spid="29720" grpId="1" build="allAtOnce" bldLvl="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854" name="Object 62"/>
          <p:cNvGraphicFramePr>
            <a:graphicFrameLocks noChangeAspect="1"/>
          </p:cNvGraphicFramePr>
          <p:nvPr/>
        </p:nvGraphicFramePr>
        <p:xfrm>
          <a:off x="3635693" y="2780348"/>
          <a:ext cx="2089150" cy="2597150"/>
        </p:xfrm>
        <a:graphic>
          <a:graphicData uri="http://schemas.openxmlformats.org/presentationml/2006/ole">
            <mc:AlternateContent xmlns:mc="http://schemas.openxmlformats.org/markup-compatibility/2006">
              <mc:Choice xmlns:v="urn:schemas-microsoft-com:vml" Requires="v">
                <p:oleObj r:id="rId2" imgW="1041400" imgH="1295400" progId="Equation.DSMT4">
                  <p:embed/>
                </p:oleObj>
              </mc:Choice>
              <mc:Fallback>
                <p:oleObj r:id="rId2" imgW="1041400" imgH="1295400" progId="Equation.DSMT4">
                  <p:embed/>
                  <p:pic>
                    <p:nvPicPr>
                      <p:cNvPr id="0" name="图片 4255"/>
                      <p:cNvPicPr/>
                      <p:nvPr/>
                    </p:nvPicPr>
                    <p:blipFill>
                      <a:blip r:embed="rId3"/>
                      <a:stretch>
                        <a:fillRect/>
                      </a:stretch>
                    </p:blipFill>
                    <p:spPr>
                      <a:xfrm>
                        <a:off x="3635693" y="2780348"/>
                        <a:ext cx="2089150" cy="2597150"/>
                      </a:xfrm>
                      <a:prstGeom prst="rect">
                        <a:avLst/>
                      </a:prstGeom>
                      <a:noFill/>
                      <a:ln w="38100">
                        <a:noFill/>
                        <a:miter/>
                      </a:ln>
                    </p:spPr>
                  </p:pic>
                </p:oleObj>
              </mc:Fallback>
            </mc:AlternateContent>
          </a:graphicData>
        </a:graphic>
      </p:graphicFrame>
      <p:sp>
        <p:nvSpPr>
          <p:cNvPr id="2" name="Rectangle 29"/>
          <p:cNvSpPr/>
          <p:nvPr/>
        </p:nvSpPr>
        <p:spPr>
          <a:xfrm>
            <a:off x="467360" y="476885"/>
            <a:ext cx="8229600" cy="6443345"/>
          </a:xfrm>
          <a:prstGeom prst="rect">
            <a:avLst/>
          </a:prstGeom>
          <a:noFill/>
          <a:ln w="9525">
            <a:noFill/>
          </a:ln>
        </p:spPr>
        <p:txBody>
          <a:bodyPr>
            <a:noAutofit/>
          </a:bodyPr>
          <a:lstStyle/>
          <a:p>
            <a:pPr marL="609600" indent="-609600">
              <a:lnSpc>
                <a:spcPct val="80000"/>
              </a:lnSpc>
              <a:spcBef>
                <a:spcPct val="20000"/>
              </a:spcBef>
              <a:buClr>
                <a:srgbClr val="00007D"/>
              </a:buClr>
              <a:buSzPct val="75000"/>
              <a:buFont typeface="Wingdings" panose="05000000000000000000" pitchFamily="2" charset="2"/>
            </a:pPr>
            <a:endParaRPr lang="zh-CN" altLang="en-US" sz="2400" b="1" dirty="0">
              <a:solidFill>
                <a:srgbClr val="000000"/>
              </a:solidFill>
              <a:latin typeface="Times New Roman" panose="02020603050405020304" pitchFamily="18" charset="0"/>
              <a:ea typeface="楷体_GB2312"/>
            </a:endParaRPr>
          </a:p>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即得与原方程组同解的方程组</a:t>
            </a:r>
          </a:p>
          <a:p>
            <a:pPr marL="609600" indent="-609600">
              <a:lnSpc>
                <a:spcPct val="80000"/>
              </a:lnSpc>
              <a:spcBef>
                <a:spcPct val="20000"/>
              </a:spcBef>
              <a:buClr>
                <a:srgbClr val="00007D"/>
              </a:buClr>
              <a:buSzPct val="75000"/>
              <a:buFont typeface="Wingdings" panose="05000000000000000000" pitchFamily="2" charset="2"/>
            </a:pPr>
            <a:endParaRPr lang="zh-CN" altLang="en-US" sz="2400" b="1" dirty="0">
              <a:solidFill>
                <a:srgbClr val="000000"/>
              </a:solidFill>
              <a:latin typeface="Times New Roman" panose="02020603050405020304" pitchFamily="18" charset="0"/>
              <a:ea typeface="楷体_GB2312"/>
            </a:endParaRPr>
          </a:p>
          <a:p>
            <a:pPr marL="609600" indent="-609600">
              <a:lnSpc>
                <a:spcPct val="80000"/>
              </a:lnSpc>
              <a:spcBef>
                <a:spcPct val="20000"/>
              </a:spcBef>
              <a:buClr>
                <a:srgbClr val="00007D"/>
              </a:buClr>
              <a:buSzPct val="75000"/>
              <a:buFont typeface="Wingdings" panose="05000000000000000000" pitchFamily="2" charset="2"/>
            </a:pPr>
            <a:endParaRPr lang="zh-CN" altLang="en-US" sz="2400" b="1" dirty="0">
              <a:solidFill>
                <a:srgbClr val="000000"/>
              </a:solidFill>
              <a:latin typeface="Times New Roman" panose="02020603050405020304" pitchFamily="18" charset="0"/>
              <a:ea typeface="楷体_GB2312"/>
            </a:endParaRPr>
          </a:p>
          <a:p>
            <a:pPr marL="609600" indent="-609600">
              <a:lnSpc>
                <a:spcPct val="80000"/>
              </a:lnSpc>
              <a:spcBef>
                <a:spcPct val="20000"/>
              </a:spcBef>
              <a:buClr>
                <a:srgbClr val="00007D"/>
              </a:buClr>
              <a:buSzPct val="75000"/>
              <a:buFont typeface="Wingdings" panose="05000000000000000000" pitchFamily="2" charset="2"/>
            </a:pPr>
            <a:endParaRPr lang="zh-CN" altLang="en-US" sz="2400" b="1" dirty="0">
              <a:solidFill>
                <a:srgbClr val="000000"/>
              </a:solidFill>
              <a:latin typeface="Times New Roman" panose="02020603050405020304" pitchFamily="18" charset="0"/>
              <a:ea typeface="楷体_GB2312"/>
            </a:endParaRPr>
          </a:p>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选 </a:t>
            </a:r>
            <a:r>
              <a:rPr lang="en-US" altLang="zh-CN" sz="2400" b="1" i="1" dirty="0">
                <a:solidFill>
                  <a:srgbClr val="000000"/>
                </a:solidFill>
                <a:latin typeface="Times New Roman" panose="02020603050405020304" pitchFamily="18" charset="0"/>
                <a:ea typeface="楷体_GB2312"/>
              </a:rPr>
              <a:t>x</a:t>
            </a:r>
            <a:r>
              <a:rPr lang="en-US" altLang="zh-CN" sz="2400" b="1" baseline="-25000" dirty="0">
                <a:solidFill>
                  <a:srgbClr val="000000"/>
                </a:solidFill>
                <a:latin typeface="Times New Roman" panose="02020603050405020304" pitchFamily="18" charset="0"/>
                <a:ea typeface="楷体_GB2312"/>
              </a:rPr>
              <a:t>2</a:t>
            </a:r>
            <a:r>
              <a:rPr lang="en-US" altLang="zh-CN" sz="2400" b="1" dirty="0">
                <a:solidFill>
                  <a:srgbClr val="000000"/>
                </a:solidFill>
                <a:latin typeface="Times New Roman" panose="02020603050405020304" pitchFamily="18" charset="0"/>
                <a:ea typeface="楷体_GB2312"/>
              </a:rPr>
              <a:t> , </a:t>
            </a:r>
            <a:r>
              <a:rPr lang="en-US" altLang="zh-CN" sz="2400" i="1" dirty="0">
                <a:solidFill>
                  <a:srgbClr val="000000"/>
                </a:solidFill>
                <a:ea typeface="楷体_GB2312"/>
                <a:sym typeface="+mn-ea"/>
              </a:rPr>
              <a:t>x</a:t>
            </a:r>
            <a:r>
              <a:rPr lang="en-US" altLang="zh-CN" sz="2400" baseline="-25000" dirty="0">
                <a:solidFill>
                  <a:srgbClr val="000000"/>
                </a:solidFill>
                <a:ea typeface="楷体_GB2312"/>
                <a:sym typeface="+mn-ea"/>
              </a:rPr>
              <a:t>4</a:t>
            </a:r>
            <a:r>
              <a:rPr lang="en-US" altLang="zh-CN" sz="2400" dirty="0">
                <a:solidFill>
                  <a:srgbClr val="000000"/>
                </a:solidFill>
                <a:ea typeface="楷体_GB2312"/>
                <a:sym typeface="+mn-ea"/>
              </a:rPr>
              <a:t> </a:t>
            </a:r>
            <a:r>
              <a:rPr lang="zh-CN" altLang="en-US" sz="2400" b="1" dirty="0">
                <a:solidFill>
                  <a:srgbClr val="000000"/>
                </a:solidFill>
                <a:latin typeface="Times New Roman" panose="02020603050405020304" pitchFamily="18" charset="0"/>
                <a:ea typeface="楷体_GB2312"/>
              </a:rPr>
              <a:t>做自由变量，</a:t>
            </a:r>
            <a:r>
              <a:rPr lang="zh-CN" altLang="en-US" sz="2400" dirty="0">
                <a:solidFill>
                  <a:srgbClr val="000000"/>
                </a:solidFill>
                <a:ea typeface="楷体_GB2312"/>
                <a:sym typeface="+mn-ea"/>
              </a:rPr>
              <a:t>令</a:t>
            </a:r>
            <a:r>
              <a:rPr lang="en-US" altLang="zh-CN" sz="2400" dirty="0">
                <a:solidFill>
                  <a:srgbClr val="000000"/>
                </a:solidFill>
                <a:ea typeface="楷体_GB2312"/>
                <a:sym typeface="+mn-ea"/>
              </a:rPr>
              <a:t>                       </a:t>
            </a:r>
            <a:r>
              <a:rPr lang="zh-CN" altLang="en-US" sz="2400" b="1" dirty="0">
                <a:solidFill>
                  <a:srgbClr val="000000"/>
                </a:solidFill>
                <a:latin typeface="Times New Roman" panose="02020603050405020304" pitchFamily="18" charset="0"/>
                <a:ea typeface="楷体_GB2312"/>
              </a:rPr>
              <a:t>则</a:t>
            </a:r>
          </a:p>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a:t>
            </a:r>
          </a:p>
          <a:p>
            <a:pPr marL="609600" indent="-609600">
              <a:lnSpc>
                <a:spcPct val="80000"/>
              </a:lnSpc>
              <a:spcBef>
                <a:spcPct val="20000"/>
              </a:spcBef>
              <a:buClr>
                <a:srgbClr val="00007D"/>
              </a:buClr>
              <a:buSzPct val="75000"/>
              <a:buFont typeface="Wingdings" panose="05000000000000000000" pitchFamily="2" charset="2"/>
            </a:pPr>
            <a:endParaRPr lang="zh-CN" altLang="en-US" sz="2400" b="1" dirty="0">
              <a:solidFill>
                <a:srgbClr val="000000"/>
              </a:solidFill>
              <a:latin typeface="Times New Roman" panose="02020603050405020304" pitchFamily="18" charset="0"/>
              <a:ea typeface="楷体_GB2312"/>
            </a:endParaRPr>
          </a:p>
          <a:p>
            <a:pPr marL="609600" indent="-609600">
              <a:lnSpc>
                <a:spcPct val="80000"/>
              </a:lnSpc>
              <a:spcBef>
                <a:spcPct val="20000"/>
              </a:spcBef>
              <a:buClr>
                <a:srgbClr val="00007D"/>
              </a:buClr>
              <a:buSzPct val="75000"/>
              <a:buFont typeface="Wingdings" panose="05000000000000000000" pitchFamily="2" charset="2"/>
            </a:pPr>
            <a:endParaRPr lang="zh-CN" altLang="en-US" sz="2400" b="1" dirty="0">
              <a:solidFill>
                <a:srgbClr val="000000"/>
              </a:solidFill>
              <a:latin typeface="Times New Roman" panose="02020603050405020304" pitchFamily="18" charset="0"/>
              <a:ea typeface="楷体_GB2312"/>
            </a:endParaRPr>
          </a:p>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方程组的通解可表示为                                  其中</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为任意</a:t>
            </a:r>
          </a:p>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常数  ．</a:t>
            </a:r>
          </a:p>
          <a:p>
            <a:pPr marL="609600" indent="-609600">
              <a:lnSpc>
                <a:spcPct val="80000"/>
              </a:lnSpc>
              <a:spcBef>
                <a:spcPct val="20000"/>
              </a:spcBef>
              <a:buClr>
                <a:srgbClr val="00007D"/>
              </a:buClr>
              <a:buSzPct val="75000"/>
              <a:buFont typeface="Wingdings" panose="05000000000000000000" pitchFamily="2" charset="2"/>
            </a:pPr>
            <a:endParaRPr lang="en-US" altLang="zh-CN" sz="2400" b="1" baseline="-25000" dirty="0">
              <a:solidFill>
                <a:srgbClr val="000000"/>
              </a:solidFill>
              <a:latin typeface="Times New Roman" panose="02020603050405020304" pitchFamily="18" charset="0"/>
              <a:ea typeface="楷体_GB2312"/>
            </a:endParaRPr>
          </a:p>
        </p:txBody>
      </p:sp>
      <p:graphicFrame>
        <p:nvGraphicFramePr>
          <p:cNvPr id="3" name="Object 61"/>
          <p:cNvGraphicFramePr>
            <a:graphicFrameLocks noChangeAspect="1"/>
          </p:cNvGraphicFramePr>
          <p:nvPr/>
        </p:nvGraphicFramePr>
        <p:xfrm>
          <a:off x="5004276" y="260033"/>
          <a:ext cx="2162810" cy="1680210"/>
        </p:xfrm>
        <a:graphic>
          <a:graphicData uri="http://schemas.openxmlformats.org/presentationml/2006/ole">
            <mc:AlternateContent xmlns:mc="http://schemas.openxmlformats.org/markup-compatibility/2006">
              <mc:Choice xmlns:v="urn:schemas-microsoft-com:vml" Requires="v">
                <p:oleObj r:id="rId4" imgW="1079500" imgH="838200" progId="Equation.DSMT4">
                  <p:embed/>
                </p:oleObj>
              </mc:Choice>
              <mc:Fallback>
                <p:oleObj r:id="rId4" imgW="1079500" imgH="838200" progId="Equation.DSMT4">
                  <p:embed/>
                  <p:pic>
                    <p:nvPicPr>
                      <p:cNvPr id="0" name="图片 4251"/>
                      <p:cNvPicPr/>
                      <p:nvPr/>
                    </p:nvPicPr>
                    <p:blipFill>
                      <a:blip r:embed="rId5"/>
                      <a:stretch>
                        <a:fillRect/>
                      </a:stretch>
                    </p:blipFill>
                    <p:spPr>
                      <a:xfrm>
                        <a:off x="5004276" y="260033"/>
                        <a:ext cx="2162810" cy="1680210"/>
                      </a:xfrm>
                      <a:prstGeom prst="rect">
                        <a:avLst/>
                      </a:prstGeom>
                      <a:noFill/>
                      <a:ln w="38100">
                        <a:noFill/>
                        <a:miter/>
                      </a:ln>
                    </p:spPr>
                  </p:pic>
                </p:oleObj>
              </mc:Fallback>
            </mc:AlternateContent>
          </a:graphicData>
        </a:graphic>
      </p:graphicFrame>
      <p:graphicFrame>
        <p:nvGraphicFramePr>
          <p:cNvPr id="5" name="对象 -2147480088"/>
          <p:cNvGraphicFramePr/>
          <p:nvPr/>
        </p:nvGraphicFramePr>
        <p:xfrm>
          <a:off x="3923665" y="2204720"/>
          <a:ext cx="1664970" cy="491490"/>
        </p:xfrm>
        <a:graphic>
          <a:graphicData uri="http://schemas.openxmlformats.org/presentationml/2006/ole">
            <mc:AlternateContent xmlns:mc="http://schemas.openxmlformats.org/markup-compatibility/2006">
              <mc:Choice xmlns:v="urn:schemas-microsoft-com:vml" Requires="v">
                <p:oleObj r:id="rId6" imgW="939800" imgH="228600" progId="Equation.DSMT4">
                  <p:embed/>
                </p:oleObj>
              </mc:Choice>
              <mc:Fallback>
                <p:oleObj r:id="rId6" imgW="939800" imgH="228600" progId="Equation.DSMT4">
                  <p:embed/>
                  <p:pic>
                    <p:nvPicPr>
                      <p:cNvPr id="0" name="图片 3075"/>
                      <p:cNvPicPr/>
                      <p:nvPr/>
                    </p:nvPicPr>
                    <p:blipFill>
                      <a:blip r:embed="rId7"/>
                      <a:stretch>
                        <a:fillRect/>
                      </a:stretch>
                    </p:blipFill>
                    <p:spPr>
                      <a:xfrm>
                        <a:off x="3923665" y="2204720"/>
                        <a:ext cx="1664970" cy="491490"/>
                      </a:xfrm>
                      <a:prstGeom prst="rect">
                        <a:avLst/>
                      </a:prstGeom>
                      <a:noFill/>
                      <a:ln w="38100">
                        <a:noFill/>
                        <a:miter/>
                      </a:ln>
                    </p:spPr>
                  </p:pic>
                </p:oleObj>
              </mc:Fallback>
            </mc:AlternateContent>
          </a:graphicData>
        </a:graphic>
      </p:graphicFrame>
      <p:graphicFrame>
        <p:nvGraphicFramePr>
          <p:cNvPr id="6" name="对象 -2147480088"/>
          <p:cNvGraphicFramePr/>
          <p:nvPr/>
        </p:nvGraphicFramePr>
        <p:xfrm>
          <a:off x="6806565" y="3644900"/>
          <a:ext cx="652780" cy="491490"/>
        </p:xfrm>
        <a:graphic>
          <a:graphicData uri="http://schemas.openxmlformats.org/presentationml/2006/ole">
            <mc:AlternateContent xmlns:mc="http://schemas.openxmlformats.org/markup-compatibility/2006">
              <mc:Choice xmlns:v="urn:schemas-microsoft-com:vml" Requires="v">
                <p:oleObj r:id="rId8" imgW="368300" imgH="228600" progId="Equation.DSMT4">
                  <p:embed/>
                </p:oleObj>
              </mc:Choice>
              <mc:Fallback>
                <p:oleObj r:id="rId8" imgW="368300" imgH="228600" progId="Equation.DSMT4">
                  <p:embed/>
                  <p:pic>
                    <p:nvPicPr>
                      <p:cNvPr id="0" name="图片 3075"/>
                      <p:cNvPicPr/>
                      <p:nvPr/>
                    </p:nvPicPr>
                    <p:blipFill>
                      <a:blip r:embed="rId9"/>
                      <a:stretch>
                        <a:fillRect/>
                      </a:stretch>
                    </p:blipFill>
                    <p:spPr>
                      <a:xfrm>
                        <a:off x="6806565" y="3644900"/>
                        <a:ext cx="652780" cy="49149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wipe(down)">
                                      <p:cBhvr>
                                        <p:cTn id="17" dur="500"/>
                                        <p:tgtEl>
                                          <p:spTgt spid="2">
                                            <p:txEl>
                                              <p:pRg st="5" end="5"/>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animEffect transition="in" filter="wipe(down)">
                                      <p:cBhvr>
                                        <p:cTn id="25" dur="500"/>
                                        <p:tgtEl>
                                          <p:spTgt spid="2">
                                            <p:txEl>
                                              <p:pRg st="9" end="9"/>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2">
                                            <p:txEl>
                                              <p:pRg st="10" end="10"/>
                                            </p:txEl>
                                          </p:spTgt>
                                        </p:tgtEl>
                                        <p:attrNameLst>
                                          <p:attrName>style.visibility</p:attrName>
                                        </p:attrNameLst>
                                      </p:cBhvr>
                                      <p:to>
                                        <p:strVal val="visible"/>
                                      </p:to>
                                    </p:set>
                                    <p:animEffect transition="in" filter="wipe(down)">
                                      <p:cBhvr>
                                        <p:cTn id="28" dur="500"/>
                                        <p:tgtEl>
                                          <p:spTgt spid="2">
                                            <p:txEl>
                                              <p:pRg st="10" end="10"/>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Effect transition="in" filter="blinds(horizontal)">
                                      <p:cBhvr>
                                        <p:cTn id="31" dur="500"/>
                                        <p:tgtEl>
                                          <p:spTgt spid="2">
                                            <p:txEl>
                                              <p:pRg st="5" end="5"/>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animEffect transition="in" filter="blinds(horizontal)">
                                      <p:cBhvr>
                                        <p:cTn id="34" dur="500"/>
                                        <p:tgtEl>
                                          <p:spTgt spid="2">
                                            <p:txEl>
                                              <p:pRg st="6" end="6"/>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animEffect transition="in" filter="blinds(horizontal)">
                                      <p:cBhvr>
                                        <p:cTn id="37" dur="500"/>
                                        <p:tgtEl>
                                          <p:spTgt spid="2">
                                            <p:txEl>
                                              <p:pRg st="9" end="9"/>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
                                            <p:txEl>
                                              <p:pRg st="10" end="10"/>
                                            </p:txEl>
                                          </p:spTgt>
                                        </p:tgtEl>
                                        <p:attrNameLst>
                                          <p:attrName>style.visibility</p:attrName>
                                        </p:attrNameLst>
                                      </p:cBhvr>
                                      <p:to>
                                        <p:strVal val="visible"/>
                                      </p:to>
                                    </p:set>
                                    <p:animEffect transition="in" filter="blinds(horizontal)">
                                      <p:cBhvr>
                                        <p:cTn id="40" dur="500"/>
                                        <p:tgtEl>
                                          <p:spTgt spid="2">
                                            <p:txEl>
                                              <p:pRg st="10" end="10"/>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33854"/>
                                        </p:tgtEl>
                                        <p:attrNameLst>
                                          <p:attrName>style.visibility</p:attrName>
                                        </p:attrNameLst>
                                      </p:cBhvr>
                                      <p:to>
                                        <p:strVal val="visible"/>
                                      </p:to>
                                    </p:set>
                                    <p:animEffect transition="in" filter="blinds(horizontal)">
                                      <p:cBhvr>
                                        <p:cTn id="43" dur="500"/>
                                        <p:tgtEl>
                                          <p:spTgt spid="33854"/>
                                        </p:tgtEl>
                                      </p:cBhvr>
                                    </p:animEffect>
                                  </p:childTnLst>
                                </p:cTn>
                              </p:par>
                              <p:par>
                                <p:cTn id="44" presetID="3" presetClass="entr" presetSubtype="10" fill="hold" nodeType="with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blinds(horizontal)">
                                      <p:cBhvr>
                                        <p:cTn id="4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bldLvl="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17"/>
          <p:cNvSpPr/>
          <p:nvPr/>
        </p:nvSpPr>
        <p:spPr>
          <a:xfrm>
            <a:off x="457200" y="533400"/>
            <a:ext cx="8229600" cy="386080"/>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FF3300"/>
                </a:solidFill>
                <a:latin typeface="Times New Roman" panose="02020603050405020304" pitchFamily="18" charset="0"/>
                <a:ea typeface="楷体_GB2312"/>
              </a:rPr>
              <a:t>例</a:t>
            </a:r>
            <a:r>
              <a:rPr lang="en-US" altLang="zh-CN" sz="2400" b="1" dirty="0">
                <a:solidFill>
                  <a:srgbClr val="FF3300"/>
                </a:solidFill>
                <a:latin typeface="Times New Roman" panose="02020603050405020304" pitchFamily="18" charset="0"/>
                <a:ea typeface="楷体_GB2312"/>
              </a:rPr>
              <a:t>3.1.4</a:t>
            </a:r>
            <a:r>
              <a:rPr lang="zh-CN" altLang="en-US" sz="2400" b="1" dirty="0">
                <a:solidFill>
                  <a:srgbClr val="0000FF"/>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求解非齐次线性方程组</a:t>
            </a:r>
          </a:p>
        </p:txBody>
      </p:sp>
      <p:graphicFrame>
        <p:nvGraphicFramePr>
          <p:cNvPr id="901123" name="Object 18"/>
          <p:cNvGraphicFramePr>
            <a:graphicFrameLocks noChangeAspect="1"/>
          </p:cNvGraphicFramePr>
          <p:nvPr/>
        </p:nvGraphicFramePr>
        <p:xfrm>
          <a:off x="3288824" y="1052513"/>
          <a:ext cx="2543810" cy="1424940"/>
        </p:xfrm>
        <a:graphic>
          <a:graphicData uri="http://schemas.openxmlformats.org/presentationml/2006/ole">
            <mc:AlternateContent xmlns:mc="http://schemas.openxmlformats.org/markup-compatibility/2006">
              <mc:Choice xmlns:v="urn:schemas-microsoft-com:vml" Requires="v">
                <p:oleObj r:id="rId2" imgW="1270000" imgH="711200" progId="Equation.DSMT4">
                  <p:embed/>
                </p:oleObj>
              </mc:Choice>
              <mc:Fallback>
                <p:oleObj r:id="rId2" imgW="1270000" imgH="711200" progId="Equation.DSMT4">
                  <p:embed/>
                  <p:pic>
                    <p:nvPicPr>
                      <p:cNvPr id="0" name="图片 4245"/>
                      <p:cNvPicPr/>
                      <p:nvPr/>
                    </p:nvPicPr>
                    <p:blipFill>
                      <a:blip r:embed="rId3"/>
                      <a:stretch>
                        <a:fillRect/>
                      </a:stretch>
                    </p:blipFill>
                    <p:spPr>
                      <a:xfrm>
                        <a:off x="3288824" y="1052513"/>
                        <a:ext cx="2543810" cy="1424940"/>
                      </a:xfrm>
                      <a:prstGeom prst="rect">
                        <a:avLst/>
                      </a:prstGeom>
                      <a:noFill/>
                      <a:ln w="38100">
                        <a:noFill/>
                        <a:miter/>
                      </a:ln>
                    </p:spPr>
                  </p:pic>
                </p:oleObj>
              </mc:Fallback>
            </mc:AlternateContent>
          </a:graphicData>
        </a:graphic>
      </p:graphicFrame>
      <p:sp>
        <p:nvSpPr>
          <p:cNvPr id="29720" name="Rectangle 24"/>
          <p:cNvSpPr/>
          <p:nvPr/>
        </p:nvSpPr>
        <p:spPr>
          <a:xfrm>
            <a:off x="395605" y="5805170"/>
            <a:ext cx="8229600" cy="497205"/>
          </a:xfrm>
          <a:prstGeom prst="rect">
            <a:avLst/>
          </a:prstGeom>
          <a:noFill/>
          <a:ln w="9525">
            <a:noFill/>
          </a:ln>
        </p:spPr>
        <p:txBody>
          <a:bodyPr>
            <a:spAutoFit/>
          </a:bodyPr>
          <a:lstStyle/>
          <a:p>
            <a:pPr marL="609600" indent="-609600">
              <a:lnSpc>
                <a:spcPct val="110000"/>
              </a:lnSpc>
              <a:spcBef>
                <a:spcPct val="20000"/>
              </a:spcBef>
              <a:buClr>
                <a:srgbClr val="00007D"/>
              </a:buClr>
              <a:buSzPct val="75000"/>
              <a:buFont typeface="Wingdings" panose="05000000000000000000" pitchFamily="2" charset="2"/>
            </a:pP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=2&lt;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 3 </a:t>
            </a:r>
            <a:r>
              <a:rPr lang="zh-CN" altLang="en-US" sz="2400" b="1" dirty="0">
                <a:solidFill>
                  <a:srgbClr val="000000"/>
                </a:solidFill>
                <a:latin typeface="Times New Roman" panose="02020603050405020304" pitchFamily="18" charset="0"/>
                <a:ea typeface="楷体_GB2312"/>
              </a:rPr>
              <a:t>，故原方程组无解．</a:t>
            </a:r>
          </a:p>
        </p:txBody>
      </p:sp>
      <p:grpSp>
        <p:nvGrpSpPr>
          <p:cNvPr id="6" name="组合 5"/>
          <p:cNvGrpSpPr/>
          <p:nvPr/>
        </p:nvGrpSpPr>
        <p:grpSpPr>
          <a:xfrm>
            <a:off x="467360" y="2649855"/>
            <a:ext cx="8229600" cy="445135"/>
            <a:chOff x="736" y="4173"/>
            <a:chExt cx="12960" cy="701"/>
          </a:xfrm>
        </p:grpSpPr>
        <p:sp>
          <p:nvSpPr>
            <p:cNvPr id="29716" name="Rectangle 20"/>
            <p:cNvSpPr/>
            <p:nvPr/>
          </p:nvSpPr>
          <p:spPr>
            <a:xfrm>
              <a:off x="736" y="4266"/>
              <a:ext cx="12960" cy="608"/>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解：</a:t>
              </a:r>
              <a:r>
                <a:rPr lang="zh-CN" altLang="en-US" sz="2400" b="1" dirty="0">
                  <a:solidFill>
                    <a:srgbClr val="000000"/>
                  </a:solidFill>
                  <a:latin typeface="Times New Roman" panose="02020603050405020304" pitchFamily="18" charset="0"/>
                  <a:ea typeface="楷体_GB2312"/>
                </a:rPr>
                <a:t>对增广矩阵</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进行初等行变换</a:t>
              </a:r>
            </a:p>
          </p:txBody>
        </p:sp>
        <p:graphicFrame>
          <p:nvGraphicFramePr>
            <p:cNvPr id="9" name="对象 8"/>
            <p:cNvGraphicFramePr/>
            <p:nvPr/>
          </p:nvGraphicFramePr>
          <p:xfrm>
            <a:off x="4252" y="4173"/>
            <a:ext cx="464" cy="580"/>
          </p:xfrm>
          <a:graphic>
            <a:graphicData uri="http://schemas.openxmlformats.org/presentationml/2006/ole">
              <mc:AlternateContent xmlns:mc="http://schemas.openxmlformats.org/markup-compatibility/2006">
                <mc:Choice xmlns:v="urn:schemas-microsoft-com:vml" Requires="v">
                  <p:oleObj r:id="rId4" imgW="292100" imgH="368300" progId="Equation.DSMT4">
                    <p:embed/>
                  </p:oleObj>
                </mc:Choice>
                <mc:Fallback>
                  <p:oleObj r:id="rId4" imgW="292100" imgH="368300" progId="Equation.DSMT4">
                    <p:embed/>
                    <p:pic>
                      <p:nvPicPr>
                        <p:cNvPr id="0" name="图片 3707"/>
                        <p:cNvPicPr/>
                        <p:nvPr/>
                      </p:nvPicPr>
                      <p:blipFill>
                        <a:blip r:embed="rId5"/>
                        <a:stretch>
                          <a:fillRect/>
                        </a:stretch>
                      </p:blipFill>
                      <p:spPr>
                        <a:xfrm>
                          <a:off x="4252" y="4173"/>
                          <a:ext cx="464" cy="580"/>
                        </a:xfrm>
                        <a:prstGeom prst="rect">
                          <a:avLst/>
                        </a:prstGeom>
                        <a:noFill/>
                        <a:ln w="38100">
                          <a:noFill/>
                          <a:miter/>
                        </a:ln>
                      </p:spPr>
                    </p:pic>
                  </p:oleObj>
                </mc:Fallback>
              </mc:AlternateContent>
            </a:graphicData>
          </a:graphic>
        </p:graphicFrame>
      </p:grpSp>
      <p:graphicFrame>
        <p:nvGraphicFramePr>
          <p:cNvPr id="3" name="对象 -2147480097"/>
          <p:cNvGraphicFramePr>
            <a:graphicFrameLocks noChangeAspect="1"/>
          </p:cNvGraphicFramePr>
          <p:nvPr/>
        </p:nvGraphicFramePr>
        <p:xfrm>
          <a:off x="1734185" y="3093085"/>
          <a:ext cx="5424170" cy="2613025"/>
        </p:xfrm>
        <a:graphic>
          <a:graphicData uri="http://schemas.openxmlformats.org/presentationml/2006/ole">
            <mc:AlternateContent xmlns:mc="http://schemas.openxmlformats.org/markup-compatibility/2006">
              <mc:Choice xmlns:v="urn:schemas-microsoft-com:vml" Requires="v">
                <p:oleObj r:id="rId6" imgW="3429000" imgH="1422400" progId="Equation.3">
                  <p:embed/>
                </p:oleObj>
              </mc:Choice>
              <mc:Fallback>
                <p:oleObj r:id="rId6" imgW="3429000" imgH="1422400" progId="Equation.3">
                  <p:embed/>
                  <p:pic>
                    <p:nvPicPr>
                      <p:cNvPr id="0" name="图片 2"/>
                      <p:cNvPicPr/>
                      <p:nvPr/>
                    </p:nvPicPr>
                    <p:blipFill>
                      <a:blip r:embed="rId7"/>
                      <a:stretch>
                        <a:fillRect/>
                      </a:stretch>
                    </p:blipFill>
                    <p:spPr>
                      <a:xfrm>
                        <a:off x="1734185" y="3093085"/>
                        <a:ext cx="5424170" cy="26130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9720"/>
                                        </p:tgtEl>
                                        <p:attrNameLst>
                                          <p:attrName>style.visibility</p:attrName>
                                        </p:attrNameLst>
                                      </p:cBhvr>
                                      <p:to>
                                        <p:strVal val="visible"/>
                                      </p:to>
                                    </p:set>
                                    <p:animEffect transition="in" filter="wipe(down)">
                                      <p:cBhvr>
                                        <p:cTn id="17" dur="500"/>
                                        <p:tgtEl>
                                          <p:spTgt spid="29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17"/>
          <p:cNvSpPr/>
          <p:nvPr/>
        </p:nvSpPr>
        <p:spPr>
          <a:xfrm>
            <a:off x="457200" y="533400"/>
            <a:ext cx="8229600" cy="386080"/>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FF3300"/>
                </a:solidFill>
                <a:latin typeface="Times New Roman" panose="02020603050405020304" pitchFamily="18" charset="0"/>
                <a:ea typeface="楷体_GB2312"/>
              </a:rPr>
              <a:t>例</a:t>
            </a:r>
            <a:r>
              <a:rPr lang="en-US" altLang="zh-CN" sz="2400" b="1" dirty="0">
                <a:solidFill>
                  <a:srgbClr val="FF3300"/>
                </a:solidFill>
                <a:latin typeface="Times New Roman" panose="02020603050405020304" pitchFamily="18" charset="0"/>
                <a:ea typeface="楷体_GB2312"/>
              </a:rPr>
              <a:t>3.1.5</a:t>
            </a:r>
            <a:r>
              <a:rPr lang="zh-CN" altLang="en-US" sz="2400" b="1" dirty="0">
                <a:solidFill>
                  <a:srgbClr val="0000FF"/>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求解齐次线性方程组</a:t>
            </a:r>
          </a:p>
        </p:txBody>
      </p:sp>
      <p:graphicFrame>
        <p:nvGraphicFramePr>
          <p:cNvPr id="901123" name="Object 18"/>
          <p:cNvGraphicFramePr>
            <a:graphicFrameLocks noChangeAspect="1"/>
          </p:cNvGraphicFramePr>
          <p:nvPr/>
        </p:nvGraphicFramePr>
        <p:xfrm>
          <a:off x="3085307" y="1052513"/>
          <a:ext cx="2950845" cy="1424940"/>
        </p:xfrm>
        <a:graphic>
          <a:graphicData uri="http://schemas.openxmlformats.org/presentationml/2006/ole">
            <mc:AlternateContent xmlns:mc="http://schemas.openxmlformats.org/markup-compatibility/2006">
              <mc:Choice xmlns:v="urn:schemas-microsoft-com:vml" Requires="v">
                <p:oleObj r:id="rId2" imgW="1473200" imgH="711200" progId="Equation.DSMT4">
                  <p:embed/>
                </p:oleObj>
              </mc:Choice>
              <mc:Fallback>
                <p:oleObj r:id="rId2" imgW="1473200" imgH="711200" progId="Equation.DSMT4">
                  <p:embed/>
                  <p:pic>
                    <p:nvPicPr>
                      <p:cNvPr id="0" name="图片 4245"/>
                      <p:cNvPicPr/>
                      <p:nvPr/>
                    </p:nvPicPr>
                    <p:blipFill>
                      <a:blip r:embed="rId3"/>
                      <a:stretch>
                        <a:fillRect/>
                      </a:stretch>
                    </p:blipFill>
                    <p:spPr>
                      <a:xfrm>
                        <a:off x="3085307" y="1052513"/>
                        <a:ext cx="2950845" cy="1424940"/>
                      </a:xfrm>
                      <a:prstGeom prst="rect">
                        <a:avLst/>
                      </a:prstGeom>
                      <a:noFill/>
                      <a:ln w="38100">
                        <a:noFill/>
                        <a:miter/>
                      </a:ln>
                    </p:spPr>
                  </p:pic>
                </p:oleObj>
              </mc:Fallback>
            </mc:AlternateContent>
          </a:graphicData>
        </a:graphic>
      </p:graphicFrame>
      <p:sp>
        <p:nvSpPr>
          <p:cNvPr id="29720" name="Rectangle 24"/>
          <p:cNvSpPr/>
          <p:nvPr/>
        </p:nvSpPr>
        <p:spPr>
          <a:xfrm>
            <a:off x="395605" y="5805170"/>
            <a:ext cx="8229600" cy="497205"/>
          </a:xfrm>
          <a:prstGeom prst="rect">
            <a:avLst/>
          </a:prstGeom>
          <a:noFill/>
          <a:ln w="9525">
            <a:noFill/>
          </a:ln>
        </p:spPr>
        <p:txBody>
          <a:bodyPr>
            <a:spAutoFit/>
          </a:bodyPr>
          <a:lstStyle/>
          <a:p>
            <a:pPr marL="609600" indent="-609600">
              <a:lnSpc>
                <a:spcPct val="110000"/>
              </a:lnSpc>
              <a:spcBef>
                <a:spcPct val="20000"/>
              </a:spcBef>
              <a:buClr>
                <a:srgbClr val="00007D"/>
              </a:buClr>
              <a:buSzPct val="75000"/>
              <a:buFont typeface="Wingdings" panose="05000000000000000000" pitchFamily="2" charset="2"/>
            </a:pP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=3&lt;4 </a:t>
            </a:r>
            <a:r>
              <a:rPr lang="zh-CN" altLang="en-US" sz="2400" b="1" dirty="0">
                <a:solidFill>
                  <a:srgbClr val="000000"/>
                </a:solidFill>
                <a:latin typeface="Times New Roman" panose="02020603050405020304" pitchFamily="18" charset="0"/>
                <a:ea typeface="楷体_GB2312"/>
              </a:rPr>
              <a:t>，方程组有非零解．</a:t>
            </a:r>
          </a:p>
        </p:txBody>
      </p:sp>
      <p:sp>
        <p:nvSpPr>
          <p:cNvPr id="29716" name="Rectangle 20"/>
          <p:cNvSpPr/>
          <p:nvPr/>
        </p:nvSpPr>
        <p:spPr>
          <a:xfrm>
            <a:off x="467360" y="2708910"/>
            <a:ext cx="8229600" cy="386080"/>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解：</a:t>
            </a:r>
            <a:r>
              <a:rPr lang="zh-CN" altLang="en-US" sz="2400" b="1" dirty="0">
                <a:solidFill>
                  <a:srgbClr val="000000"/>
                </a:solidFill>
                <a:latin typeface="Times New Roman" panose="02020603050405020304" pitchFamily="18" charset="0"/>
                <a:ea typeface="楷体_GB2312"/>
              </a:rPr>
              <a:t>对增广矩阵</a:t>
            </a:r>
            <a:r>
              <a:rPr lang="en-US" altLang="zh-CN" sz="2400" i="1" dirty="0">
                <a:solidFill>
                  <a:srgbClr val="000000"/>
                </a:solidFill>
                <a:ea typeface="楷体_GB2312"/>
                <a:sym typeface="+mn-ea"/>
              </a:rPr>
              <a:t>A</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进行初等行变换</a:t>
            </a:r>
          </a:p>
        </p:txBody>
      </p:sp>
      <p:graphicFrame>
        <p:nvGraphicFramePr>
          <p:cNvPr id="2" name="对象 -2147480078"/>
          <p:cNvGraphicFramePr>
            <a:graphicFrameLocks noChangeAspect="1"/>
          </p:cNvGraphicFramePr>
          <p:nvPr/>
        </p:nvGraphicFramePr>
        <p:xfrm>
          <a:off x="611505" y="3284855"/>
          <a:ext cx="7661275" cy="2277745"/>
        </p:xfrm>
        <a:graphic>
          <a:graphicData uri="http://schemas.openxmlformats.org/presentationml/2006/ole">
            <mc:AlternateContent xmlns:mc="http://schemas.openxmlformats.org/markup-compatibility/2006">
              <mc:Choice xmlns:v="urn:schemas-microsoft-com:vml" Requires="v">
                <p:oleObj r:id="rId4" imgW="4787900" imgH="1422400" progId="Equation.3">
                  <p:embed/>
                </p:oleObj>
              </mc:Choice>
              <mc:Fallback>
                <p:oleObj r:id="rId4" imgW="4787900" imgH="1422400" progId="Equation.3">
                  <p:embed/>
                  <p:pic>
                    <p:nvPicPr>
                      <p:cNvPr id="0" name="图片 3075"/>
                      <p:cNvPicPr/>
                      <p:nvPr/>
                    </p:nvPicPr>
                    <p:blipFill>
                      <a:blip r:embed="rId5"/>
                      <a:stretch>
                        <a:fillRect/>
                      </a:stretch>
                    </p:blipFill>
                    <p:spPr>
                      <a:xfrm>
                        <a:off x="611505" y="3284855"/>
                        <a:ext cx="7661275" cy="227774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716"/>
                                        </p:tgtEl>
                                        <p:attrNameLst>
                                          <p:attrName>style.visibility</p:attrName>
                                        </p:attrNameLst>
                                      </p:cBhvr>
                                      <p:to>
                                        <p:strVal val="visible"/>
                                      </p:to>
                                    </p:set>
                                    <p:animEffect transition="in" filter="wipe(down)">
                                      <p:cBhvr>
                                        <p:cTn id="7" dur="500"/>
                                        <p:tgtEl>
                                          <p:spTgt spid="297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9720"/>
                                        </p:tgtEl>
                                        <p:attrNameLst>
                                          <p:attrName>style.visibility</p:attrName>
                                        </p:attrNameLst>
                                      </p:cBhvr>
                                      <p:to>
                                        <p:strVal val="visible"/>
                                      </p:to>
                                    </p:set>
                                    <p:animEffect transition="in" filter="wipe(down)">
                                      <p:cBhvr>
                                        <p:cTn id="17" dur="500"/>
                                        <p:tgtEl>
                                          <p:spTgt spid="29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20" grpId="0"/>
      <p:bldP spid="297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55650" y="836930"/>
            <a:ext cx="7470775" cy="2306955"/>
          </a:xfrm>
          <a:prstGeom prst="rect">
            <a:avLst/>
          </a:prstGeom>
          <a:noFill/>
        </p:spPr>
        <p:txBody>
          <a:bodyPr wrap="square" rtlCol="0" anchor="t">
            <a:spAutoFit/>
          </a:bodyPr>
          <a:lstStyle/>
          <a:p>
            <a:r>
              <a:rPr lang="zh-CN" altLang="en-US" sz="2400">
                <a:solidFill>
                  <a:srgbClr val="000000"/>
                </a:solidFill>
                <a:latin typeface="Calibri" panose="020F0502020204030204"/>
                <a:sym typeface="+mn-ea"/>
              </a:rPr>
              <a:t>可得同解方程组</a:t>
            </a:r>
            <a:r>
              <a:rPr lang="en-US" altLang="zh-CN" sz="2400">
                <a:solidFill>
                  <a:srgbClr val="000000"/>
                </a:solidFill>
                <a:latin typeface="Calibri" panose="020F0502020204030204"/>
                <a:sym typeface="+mn-ea"/>
              </a:rPr>
              <a:t>                 </a:t>
            </a:r>
            <a:r>
              <a:rPr lang="zh-CN" altLang="en-US" sz="2400" dirty="0">
                <a:solidFill>
                  <a:srgbClr val="000000"/>
                </a:solidFill>
                <a:ea typeface="楷体_GB2312"/>
                <a:sym typeface="+mn-ea"/>
              </a:rPr>
              <a:t>选 </a:t>
            </a:r>
            <a:r>
              <a:rPr lang="en-US" altLang="zh-CN" sz="2400" i="1" dirty="0">
                <a:solidFill>
                  <a:srgbClr val="000000"/>
                </a:solidFill>
                <a:ea typeface="楷体_GB2312"/>
                <a:sym typeface="+mn-ea"/>
              </a:rPr>
              <a:t>x</a:t>
            </a:r>
            <a:r>
              <a:rPr lang="en-US" altLang="zh-CN" sz="2400" baseline="-25000" dirty="0">
                <a:solidFill>
                  <a:srgbClr val="000000"/>
                </a:solidFill>
                <a:ea typeface="楷体_GB2312"/>
                <a:sym typeface="+mn-ea"/>
              </a:rPr>
              <a:t>4</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做自由变量，令</a:t>
            </a:r>
            <a:r>
              <a:rPr lang="en-US" altLang="zh-CN" sz="2400" i="1" dirty="0">
                <a:solidFill>
                  <a:srgbClr val="000000"/>
                </a:solidFill>
                <a:ea typeface="楷体_GB2312"/>
                <a:sym typeface="+mn-ea"/>
              </a:rPr>
              <a:t>x</a:t>
            </a:r>
            <a:r>
              <a:rPr lang="en-US" altLang="zh-CN" sz="2400" baseline="-25000" dirty="0">
                <a:solidFill>
                  <a:srgbClr val="000000"/>
                </a:solidFill>
                <a:ea typeface="楷体_GB2312"/>
                <a:sym typeface="+mn-ea"/>
              </a:rPr>
              <a:t>4</a:t>
            </a:r>
            <a:r>
              <a:rPr lang="en-US" altLang="zh-CN" sz="2400" dirty="0">
                <a:solidFill>
                  <a:srgbClr val="000000"/>
                </a:solidFill>
                <a:ea typeface="楷体_GB2312"/>
                <a:sym typeface="+mn-ea"/>
              </a:rPr>
              <a:t> =c                      </a:t>
            </a:r>
          </a:p>
          <a:p>
            <a:endParaRPr lang="en-US" altLang="zh-CN" sz="2400" dirty="0">
              <a:solidFill>
                <a:srgbClr val="000000"/>
              </a:solidFill>
              <a:ea typeface="楷体_GB2312"/>
              <a:sym typeface="+mn-ea"/>
            </a:endParaRPr>
          </a:p>
          <a:p>
            <a:endParaRPr lang="zh-CN" altLang="en-US" sz="2400" dirty="0">
              <a:solidFill>
                <a:srgbClr val="000000"/>
              </a:solidFill>
              <a:ea typeface="楷体_GB2312"/>
              <a:sym typeface="+mn-ea"/>
            </a:endParaRPr>
          </a:p>
          <a:p>
            <a:endParaRPr lang="zh-CN" altLang="en-US" sz="2400" dirty="0">
              <a:solidFill>
                <a:srgbClr val="000000"/>
              </a:solidFill>
              <a:ea typeface="楷体_GB2312"/>
              <a:sym typeface="+mn-ea"/>
            </a:endParaRPr>
          </a:p>
          <a:p>
            <a:r>
              <a:rPr lang="zh-CN" altLang="en-US" sz="2400" dirty="0">
                <a:solidFill>
                  <a:srgbClr val="000000"/>
                </a:solidFill>
                <a:ea typeface="楷体_GB2312"/>
                <a:sym typeface="+mn-ea"/>
              </a:rPr>
              <a:t>则得原方程组的通解为</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其中</a:t>
            </a:r>
            <a:r>
              <a:rPr lang="en-US" altLang="zh-CN" sz="2400" dirty="0">
                <a:solidFill>
                  <a:srgbClr val="000000"/>
                </a:solidFill>
                <a:ea typeface="楷体_GB2312"/>
                <a:sym typeface="+mn-ea"/>
              </a:rPr>
              <a:t>c</a:t>
            </a:r>
            <a:r>
              <a:rPr lang="zh-CN" altLang="en-US" sz="2400" dirty="0">
                <a:solidFill>
                  <a:srgbClr val="000000"/>
                </a:solidFill>
                <a:ea typeface="楷体_GB2312"/>
                <a:sym typeface="+mn-ea"/>
              </a:rPr>
              <a:t>为任意常数</a:t>
            </a:r>
            <a:r>
              <a:rPr lang="en-US" altLang="zh-CN" sz="2400" dirty="0">
                <a:solidFill>
                  <a:srgbClr val="000000"/>
                </a:solidFill>
                <a:ea typeface="楷体_GB2312"/>
                <a:sym typeface="+mn-ea"/>
              </a:rPr>
              <a:t>.</a:t>
            </a:r>
            <a:endParaRPr lang="en-US" altLang="zh-CN" sz="2400" dirty="0">
              <a:solidFill>
                <a:srgbClr val="000000"/>
              </a:solidFill>
              <a:latin typeface="Times New Roman" panose="02020603050405020304" pitchFamily="18" charset="0"/>
              <a:ea typeface="楷体_GB2312"/>
            </a:endParaRPr>
          </a:p>
          <a:p>
            <a:endParaRPr lang="en-US" altLang="zh-CN" sz="2400" dirty="0">
              <a:solidFill>
                <a:srgbClr val="000000"/>
              </a:solidFill>
              <a:latin typeface="Times New Roman" panose="02020603050405020304" pitchFamily="18" charset="0"/>
              <a:ea typeface="楷体_GB2312"/>
            </a:endParaRPr>
          </a:p>
        </p:txBody>
      </p:sp>
      <p:graphicFrame>
        <p:nvGraphicFramePr>
          <p:cNvPr id="3" name="对象 -2147480076"/>
          <p:cNvGraphicFramePr>
            <a:graphicFrameLocks noChangeAspect="1"/>
          </p:cNvGraphicFramePr>
          <p:nvPr/>
        </p:nvGraphicFramePr>
        <p:xfrm>
          <a:off x="3065780" y="476250"/>
          <a:ext cx="1071880" cy="1171575"/>
        </p:xfrm>
        <a:graphic>
          <a:graphicData uri="http://schemas.openxmlformats.org/presentationml/2006/ole">
            <mc:AlternateContent xmlns:mc="http://schemas.openxmlformats.org/markup-compatibility/2006">
              <mc:Choice xmlns:v="urn:schemas-microsoft-com:vml" Requires="v">
                <p:oleObj r:id="rId2" imgW="647700" imgH="711200" progId="Equation.3">
                  <p:embed/>
                </p:oleObj>
              </mc:Choice>
              <mc:Fallback>
                <p:oleObj r:id="rId2" imgW="647700" imgH="711200" progId="Equation.3">
                  <p:embed/>
                  <p:pic>
                    <p:nvPicPr>
                      <p:cNvPr id="0" name="图片 3075"/>
                      <p:cNvPicPr/>
                      <p:nvPr/>
                    </p:nvPicPr>
                    <p:blipFill>
                      <a:blip r:embed="rId3"/>
                      <a:stretch>
                        <a:fillRect/>
                      </a:stretch>
                    </p:blipFill>
                    <p:spPr>
                      <a:xfrm>
                        <a:off x="3065780" y="476250"/>
                        <a:ext cx="1071880" cy="1171575"/>
                      </a:xfrm>
                      <a:prstGeom prst="rect">
                        <a:avLst/>
                      </a:prstGeom>
                      <a:noFill/>
                      <a:ln w="38100">
                        <a:noFill/>
                        <a:miter/>
                      </a:ln>
                    </p:spPr>
                  </p:pic>
                </p:oleObj>
              </mc:Fallback>
            </mc:AlternateContent>
          </a:graphicData>
        </a:graphic>
      </p:graphicFrame>
      <p:graphicFrame>
        <p:nvGraphicFramePr>
          <p:cNvPr id="4" name="对象 -2147480072"/>
          <p:cNvGraphicFramePr>
            <a:graphicFrameLocks noChangeAspect="1"/>
          </p:cNvGraphicFramePr>
          <p:nvPr/>
        </p:nvGraphicFramePr>
        <p:xfrm>
          <a:off x="3996055" y="1628775"/>
          <a:ext cx="997585" cy="1604645"/>
        </p:xfrm>
        <a:graphic>
          <a:graphicData uri="http://schemas.openxmlformats.org/presentationml/2006/ole">
            <mc:AlternateContent xmlns:mc="http://schemas.openxmlformats.org/markup-compatibility/2006">
              <mc:Choice xmlns:v="urn:schemas-microsoft-com:vml" Requires="v">
                <p:oleObj r:id="rId4" imgW="584200" imgH="939800" progId="Equation.3">
                  <p:embed/>
                </p:oleObj>
              </mc:Choice>
              <mc:Fallback>
                <p:oleObj r:id="rId4" imgW="584200" imgH="939800" progId="Equation.3">
                  <p:embed/>
                  <p:pic>
                    <p:nvPicPr>
                      <p:cNvPr id="0" name="图片 2"/>
                      <p:cNvPicPr/>
                      <p:nvPr/>
                    </p:nvPicPr>
                    <p:blipFill>
                      <a:blip r:embed="rId5"/>
                      <a:stretch>
                        <a:fillRect/>
                      </a:stretch>
                    </p:blipFill>
                    <p:spPr>
                      <a:xfrm>
                        <a:off x="3996055" y="1628775"/>
                        <a:ext cx="997585" cy="160464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1"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par>
                                <p:cTn id="11" presetID="3" presetClass="entr" presetSubtype="1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2"/>
          <p:cNvSpPr/>
          <p:nvPr/>
        </p:nvSpPr>
        <p:spPr>
          <a:xfrm>
            <a:off x="457200" y="432435"/>
            <a:ext cx="8229600" cy="935990"/>
          </a:xfrm>
          <a:prstGeom prst="rect">
            <a:avLst/>
          </a:prstGeom>
          <a:noFill/>
          <a:ln w="9525">
            <a:noFill/>
          </a:ln>
        </p:spPr>
        <p:txBody>
          <a:bodyPr>
            <a:noAutofit/>
          </a:bodyPr>
          <a:lstStyle/>
          <a:p>
            <a:pPr marL="609600" indent="-609600">
              <a:lnSpc>
                <a:spcPct val="130000"/>
              </a:lnSpc>
              <a:spcBef>
                <a:spcPct val="20000"/>
              </a:spcBef>
              <a:buClr>
                <a:srgbClr val="00007D"/>
              </a:buClr>
              <a:buSzPct val="75000"/>
              <a:buFont typeface="Wingdings" panose="05000000000000000000" pitchFamily="2" charset="2"/>
            </a:pPr>
            <a:r>
              <a:rPr lang="zh-CN" altLang="en-US" sz="2400" b="1" dirty="0">
                <a:solidFill>
                  <a:srgbClr val="FF3300"/>
                </a:solidFill>
                <a:latin typeface="Times New Roman" panose="02020603050405020304" pitchFamily="18" charset="0"/>
                <a:ea typeface="楷体_GB2312"/>
              </a:rPr>
              <a:t>例</a:t>
            </a:r>
            <a:r>
              <a:rPr lang="en-US" altLang="zh-CN" sz="2400" b="1" dirty="0">
                <a:solidFill>
                  <a:srgbClr val="FF3300"/>
                </a:solidFill>
                <a:latin typeface="Times New Roman" panose="02020603050405020304" pitchFamily="18" charset="0"/>
                <a:ea typeface="楷体_GB2312"/>
              </a:rPr>
              <a:t>3.1.6</a:t>
            </a:r>
            <a:r>
              <a:rPr lang="zh-CN" altLang="en-US" sz="2400" b="1" dirty="0">
                <a:solidFill>
                  <a:srgbClr val="0000FF"/>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当为</a:t>
            </a:r>
            <a:r>
              <a:rPr lang="en-US" altLang="zh-CN" sz="2400" b="1" i="1" dirty="0">
                <a:solidFill>
                  <a:srgbClr val="000000"/>
                </a:solidFill>
                <a:latin typeface="Times New Roman" panose="02020603050405020304" pitchFamily="18" charset="0"/>
                <a:ea typeface="楷体_GB2312"/>
              </a:rPr>
              <a:t>k</a:t>
            </a:r>
            <a:r>
              <a:rPr lang="zh-CN" altLang="en-US" sz="2400" b="1" dirty="0">
                <a:solidFill>
                  <a:srgbClr val="000000"/>
                </a:solidFill>
                <a:latin typeface="Times New Roman" panose="02020603050405020304" pitchFamily="18" charset="0"/>
                <a:ea typeface="楷体_GB2312"/>
              </a:rPr>
              <a:t>何值时，下面齐次线性方程组只有零解，非零解？并在有非零解时求方程组的通解</a:t>
            </a:r>
            <a:r>
              <a:rPr lang="en-US" altLang="zh-CN" sz="2400" b="1" dirty="0">
                <a:solidFill>
                  <a:srgbClr val="000000"/>
                </a:solidFill>
                <a:latin typeface="Times New Roman" panose="02020603050405020304" pitchFamily="18" charset="0"/>
                <a:ea typeface="楷体_GB2312"/>
              </a:rPr>
              <a:t>.</a:t>
            </a:r>
          </a:p>
        </p:txBody>
      </p:sp>
      <p:graphicFrame>
        <p:nvGraphicFramePr>
          <p:cNvPr id="906243" name="Object 3"/>
          <p:cNvGraphicFramePr>
            <a:graphicFrameLocks noChangeAspect="1"/>
          </p:cNvGraphicFramePr>
          <p:nvPr/>
        </p:nvGraphicFramePr>
        <p:xfrm>
          <a:off x="3131979" y="1516063"/>
          <a:ext cx="2899410" cy="1425575"/>
        </p:xfrm>
        <a:graphic>
          <a:graphicData uri="http://schemas.openxmlformats.org/presentationml/2006/ole">
            <mc:AlternateContent xmlns:mc="http://schemas.openxmlformats.org/markup-compatibility/2006">
              <mc:Choice xmlns:v="urn:schemas-microsoft-com:vml" Requires="v">
                <p:oleObj r:id="rId2" imgW="1447800" imgH="711200" progId="Equation.DSMT4">
                  <p:embed/>
                </p:oleObj>
              </mc:Choice>
              <mc:Fallback>
                <p:oleObj r:id="rId2" imgW="1447800" imgH="711200" progId="Equation.DSMT4">
                  <p:embed/>
                  <p:pic>
                    <p:nvPicPr>
                      <p:cNvPr id="0" name="图片 4258"/>
                      <p:cNvPicPr/>
                      <p:nvPr/>
                    </p:nvPicPr>
                    <p:blipFill>
                      <a:blip r:embed="rId3"/>
                      <a:stretch>
                        <a:fillRect/>
                      </a:stretch>
                    </p:blipFill>
                    <p:spPr>
                      <a:xfrm>
                        <a:off x="3131979" y="1516063"/>
                        <a:ext cx="2899410" cy="1425575"/>
                      </a:xfrm>
                      <a:prstGeom prst="rect">
                        <a:avLst/>
                      </a:prstGeom>
                      <a:noFill/>
                      <a:ln w="38100">
                        <a:noFill/>
                        <a:miter/>
                      </a:ln>
                    </p:spPr>
                  </p:pic>
                </p:oleObj>
              </mc:Fallback>
            </mc:AlternateContent>
          </a:graphicData>
        </a:graphic>
      </p:graphicFrame>
      <p:sp>
        <p:nvSpPr>
          <p:cNvPr id="37893" name="Rectangle 5"/>
          <p:cNvSpPr/>
          <p:nvPr/>
        </p:nvSpPr>
        <p:spPr>
          <a:xfrm>
            <a:off x="500063" y="3089275"/>
            <a:ext cx="8229600" cy="903605"/>
          </a:xfrm>
          <a:prstGeom prst="rect">
            <a:avLst/>
          </a:prstGeom>
          <a:noFill/>
          <a:ln w="9525">
            <a:noFill/>
          </a:ln>
        </p:spPr>
        <p:txBody>
          <a:bodyPr>
            <a:spAutoFit/>
          </a:bodyPr>
          <a:lstStyle/>
          <a:p>
            <a:pPr marL="609600" indent="-609600">
              <a:lnSpc>
                <a:spcPct val="10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解：</a:t>
            </a:r>
            <a:r>
              <a:rPr lang="zh-CN" altLang="en-US" sz="2400" b="1" dirty="0">
                <a:solidFill>
                  <a:srgbClr val="000000"/>
                </a:solidFill>
                <a:latin typeface="Times New Roman" panose="02020603050405020304" pitchFamily="18" charset="0"/>
                <a:ea typeface="楷体_GB2312"/>
              </a:rPr>
              <a:t>方法一：</a:t>
            </a:r>
          </a:p>
          <a:p>
            <a:pPr marL="609600" indent="-609600">
              <a:lnSpc>
                <a:spcPct val="10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求系数矩阵</a:t>
            </a:r>
            <a:r>
              <a:rPr lang="en-US" altLang="zh-CN" sz="2400" i="1" dirty="0">
                <a:solidFill>
                  <a:srgbClr val="000000"/>
                </a:solidFill>
                <a:ea typeface="楷体_GB2312"/>
                <a:sym typeface="+mn-ea"/>
              </a:rPr>
              <a:t>A</a:t>
            </a:r>
            <a:r>
              <a:rPr lang="zh-CN" altLang="en-US" sz="2400" b="1" dirty="0">
                <a:solidFill>
                  <a:srgbClr val="000000"/>
                </a:solidFill>
                <a:latin typeface="Times New Roman" panose="02020603050405020304" pitchFamily="18" charset="0"/>
                <a:ea typeface="楷体_GB2312"/>
              </a:rPr>
              <a:t>的行列式，</a:t>
            </a:r>
          </a:p>
        </p:txBody>
      </p:sp>
      <p:graphicFrame>
        <p:nvGraphicFramePr>
          <p:cNvPr id="2" name="对象 -2147480067"/>
          <p:cNvGraphicFramePr>
            <a:graphicFrameLocks noChangeAspect="1"/>
          </p:cNvGraphicFramePr>
          <p:nvPr/>
        </p:nvGraphicFramePr>
        <p:xfrm>
          <a:off x="755650" y="4077335"/>
          <a:ext cx="7272655" cy="1572895"/>
        </p:xfrm>
        <a:graphic>
          <a:graphicData uri="http://schemas.openxmlformats.org/presentationml/2006/ole">
            <mc:AlternateContent xmlns:mc="http://schemas.openxmlformats.org/markup-compatibility/2006">
              <mc:Choice xmlns:v="urn:schemas-microsoft-com:vml" Requires="v">
                <p:oleObj r:id="rId4" imgW="3288665" imgH="711200" progId="Equation.DSMT4">
                  <p:embed/>
                </p:oleObj>
              </mc:Choice>
              <mc:Fallback>
                <p:oleObj r:id="rId4" imgW="3288665" imgH="711200" progId="Equation.DSMT4">
                  <p:embed/>
                  <p:pic>
                    <p:nvPicPr>
                      <p:cNvPr id="0" name="图片 3075"/>
                      <p:cNvPicPr/>
                      <p:nvPr/>
                    </p:nvPicPr>
                    <p:blipFill>
                      <a:blip r:embed="rId5"/>
                      <a:stretch>
                        <a:fillRect/>
                      </a:stretch>
                    </p:blipFill>
                    <p:spPr>
                      <a:xfrm>
                        <a:off x="755650" y="4077335"/>
                        <a:ext cx="7272655" cy="157289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3"/>
                                        </p:tgtEl>
                                        <p:attrNameLst>
                                          <p:attrName>style.visibility</p:attrName>
                                        </p:attrNameLst>
                                      </p:cBhvr>
                                      <p:to>
                                        <p:strVal val="visible"/>
                                      </p:to>
                                    </p:set>
                                    <p:animEffect transition="in" filter="wipe(left)">
                                      <p:cBhvr>
                                        <p:cTn id="7" dur="500"/>
                                        <p:tgtEl>
                                          <p:spTgt spid="3789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755015" y="4556760"/>
            <a:ext cx="7243445" cy="1887220"/>
          </a:xfrm>
          <a:prstGeom prst="rect">
            <a:avLst/>
          </a:prstGeom>
          <a:noFill/>
        </p:spPr>
        <p:txBody>
          <a:bodyPr wrap="square" rtlCol="0" anchor="t">
            <a:noAutofit/>
          </a:bodyPr>
          <a:lstStyle/>
          <a:p>
            <a:r>
              <a:rPr lang="zh-CN" altLang="en-US" sz="2400">
                <a:solidFill>
                  <a:srgbClr val="000000"/>
                </a:solidFill>
                <a:latin typeface="Calibri" panose="020F0502020204030204"/>
                <a:sym typeface="+mn-ea"/>
              </a:rPr>
              <a:t>可得同解方程组</a:t>
            </a:r>
            <a:r>
              <a:rPr lang="en-US" altLang="zh-CN" sz="2400">
                <a:solidFill>
                  <a:srgbClr val="000000"/>
                </a:solidFill>
                <a:latin typeface="Calibri" panose="020F0502020204030204"/>
                <a:sym typeface="+mn-ea"/>
              </a:rPr>
              <a:t>                 </a:t>
            </a:r>
            <a:r>
              <a:rPr lang="zh-CN" altLang="en-US" sz="2400" dirty="0">
                <a:solidFill>
                  <a:srgbClr val="000000"/>
                </a:solidFill>
                <a:ea typeface="楷体_GB2312"/>
                <a:sym typeface="+mn-ea"/>
              </a:rPr>
              <a:t>选 </a:t>
            </a:r>
            <a:r>
              <a:rPr lang="en-US" altLang="zh-CN" sz="2400" i="1" dirty="0">
                <a:solidFill>
                  <a:srgbClr val="000000"/>
                </a:solidFill>
                <a:ea typeface="楷体_GB2312"/>
                <a:sym typeface="+mn-ea"/>
              </a:rPr>
              <a:t>x</a:t>
            </a:r>
            <a:r>
              <a:rPr lang="en-US" altLang="zh-CN" sz="2400" baseline="-25000" dirty="0">
                <a:solidFill>
                  <a:srgbClr val="000000"/>
                </a:solidFill>
                <a:ea typeface="楷体_GB2312"/>
                <a:sym typeface="+mn-ea"/>
              </a:rPr>
              <a:t>3</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做自由变量，令</a:t>
            </a:r>
            <a:r>
              <a:rPr lang="en-US" altLang="zh-CN" sz="2400" i="1" dirty="0">
                <a:solidFill>
                  <a:srgbClr val="000000"/>
                </a:solidFill>
                <a:ea typeface="楷体_GB2312"/>
                <a:sym typeface="+mn-ea"/>
              </a:rPr>
              <a:t>x</a:t>
            </a:r>
            <a:r>
              <a:rPr lang="en-US" altLang="zh-CN" sz="2400" baseline="-25000" dirty="0">
                <a:solidFill>
                  <a:srgbClr val="000000"/>
                </a:solidFill>
                <a:ea typeface="楷体_GB2312"/>
                <a:sym typeface="+mn-ea"/>
              </a:rPr>
              <a:t>3</a:t>
            </a:r>
            <a:r>
              <a:rPr lang="en-US" altLang="zh-CN" sz="2400" dirty="0">
                <a:solidFill>
                  <a:srgbClr val="000000"/>
                </a:solidFill>
                <a:ea typeface="楷体_GB2312"/>
                <a:sym typeface="+mn-ea"/>
              </a:rPr>
              <a:t> =c</a:t>
            </a:r>
            <a:r>
              <a:rPr lang="en-US" altLang="zh-CN" sz="2400" baseline="-25000" dirty="0">
                <a:solidFill>
                  <a:srgbClr val="000000"/>
                </a:solidFill>
                <a:ea typeface="楷体_GB2312"/>
                <a:sym typeface="+mn-ea"/>
              </a:rPr>
              <a:t>1</a:t>
            </a:r>
            <a:r>
              <a:rPr lang="en-US" altLang="zh-CN" sz="2400" dirty="0">
                <a:solidFill>
                  <a:srgbClr val="000000"/>
                </a:solidFill>
                <a:ea typeface="楷体_GB2312"/>
                <a:sym typeface="+mn-ea"/>
              </a:rPr>
              <a:t>                      </a:t>
            </a:r>
          </a:p>
          <a:p>
            <a:endParaRPr lang="en-US" altLang="zh-CN" sz="2400" dirty="0">
              <a:solidFill>
                <a:srgbClr val="000000"/>
              </a:solidFill>
              <a:ea typeface="楷体_GB2312"/>
              <a:sym typeface="+mn-ea"/>
            </a:endParaRPr>
          </a:p>
          <a:p>
            <a:r>
              <a:rPr lang="zh-CN" altLang="en-US" sz="2400" dirty="0">
                <a:solidFill>
                  <a:srgbClr val="000000"/>
                </a:solidFill>
                <a:ea typeface="楷体_GB2312"/>
                <a:sym typeface="+mn-ea"/>
              </a:rPr>
              <a:t>则</a:t>
            </a:r>
            <a:r>
              <a:rPr lang="zh-CN" altLang="en-US" sz="2400" dirty="0">
                <a:solidFill>
                  <a:srgbClr val="000000"/>
                </a:solidFill>
                <a:latin typeface="Times New Roman" panose="02020603050405020304" pitchFamily="18" charset="0"/>
                <a:ea typeface="楷体_GB2312"/>
              </a:rPr>
              <a:t>得原方程组的通解为</a:t>
            </a:r>
            <a:r>
              <a:rPr lang="en-US" altLang="zh-CN" sz="2400" dirty="0">
                <a:solidFill>
                  <a:srgbClr val="000000"/>
                </a:solidFill>
                <a:latin typeface="Times New Roman" panose="02020603050405020304" pitchFamily="18" charset="0"/>
                <a:ea typeface="楷体_GB2312"/>
              </a:rPr>
              <a:t>               </a:t>
            </a:r>
            <a:r>
              <a:rPr lang="zh-CN" altLang="en-US" sz="2400" dirty="0">
                <a:solidFill>
                  <a:srgbClr val="000000"/>
                </a:solidFill>
                <a:latin typeface="Times New Roman" panose="02020603050405020304" pitchFamily="18" charset="0"/>
                <a:ea typeface="楷体_GB2312"/>
              </a:rPr>
              <a:t>其中</a:t>
            </a:r>
            <a:r>
              <a:rPr lang="en-US" altLang="zh-CN" sz="2400" dirty="0">
                <a:solidFill>
                  <a:srgbClr val="000000"/>
                </a:solidFill>
                <a:ea typeface="楷体_GB2312"/>
                <a:sym typeface="+mn-ea"/>
              </a:rPr>
              <a:t>c</a:t>
            </a:r>
            <a:r>
              <a:rPr lang="en-US" altLang="zh-CN" sz="2400" baseline="-25000" dirty="0">
                <a:solidFill>
                  <a:srgbClr val="000000"/>
                </a:solidFill>
                <a:ea typeface="楷体_GB2312"/>
                <a:sym typeface="+mn-ea"/>
              </a:rPr>
              <a:t>1</a:t>
            </a:r>
            <a:r>
              <a:rPr lang="zh-CN" altLang="en-US" sz="2400" dirty="0">
                <a:solidFill>
                  <a:srgbClr val="000000"/>
                </a:solidFill>
                <a:latin typeface="Times New Roman" panose="02020603050405020304" pitchFamily="18" charset="0"/>
                <a:ea typeface="楷体_GB2312"/>
              </a:rPr>
              <a:t>为任意常数</a:t>
            </a:r>
            <a:r>
              <a:rPr lang="en-US" altLang="zh-CN" sz="2400" dirty="0">
                <a:solidFill>
                  <a:srgbClr val="000000"/>
                </a:solidFill>
                <a:latin typeface="Times New Roman" panose="02020603050405020304" pitchFamily="18" charset="0"/>
                <a:ea typeface="楷体_GB2312"/>
              </a:rPr>
              <a:t>.</a:t>
            </a:r>
          </a:p>
          <a:p>
            <a:endParaRPr lang="en-US" altLang="zh-CN" sz="2400">
              <a:solidFill>
                <a:srgbClr val="000000"/>
              </a:solidFill>
              <a:latin typeface="Calibri" panose="020F0502020204030204"/>
              <a:sym typeface="+mn-ea"/>
            </a:endParaRPr>
          </a:p>
        </p:txBody>
      </p:sp>
      <p:graphicFrame>
        <p:nvGraphicFramePr>
          <p:cNvPr id="3" name="对象 -2147474278"/>
          <p:cNvGraphicFramePr/>
          <p:nvPr/>
        </p:nvGraphicFramePr>
        <p:xfrm>
          <a:off x="2935605" y="4392930"/>
          <a:ext cx="1139825" cy="845185"/>
        </p:xfrm>
        <a:graphic>
          <a:graphicData uri="http://schemas.openxmlformats.org/presentationml/2006/ole">
            <mc:AlternateContent xmlns:mc="http://schemas.openxmlformats.org/markup-compatibility/2006">
              <mc:Choice xmlns:v="urn:schemas-microsoft-com:vml" Requires="v">
                <p:oleObj r:id="rId2" imgW="634365" imgH="482600" progId="Equation.DSMT4">
                  <p:embed/>
                </p:oleObj>
              </mc:Choice>
              <mc:Fallback>
                <p:oleObj r:id="rId2" imgW="634365" imgH="482600" progId="Equation.DSMT4">
                  <p:embed/>
                  <p:pic>
                    <p:nvPicPr>
                      <p:cNvPr id="0" name="图片 14"/>
                      <p:cNvPicPr/>
                      <p:nvPr/>
                    </p:nvPicPr>
                    <p:blipFill>
                      <a:blip r:embed="rId3"/>
                      <a:stretch>
                        <a:fillRect/>
                      </a:stretch>
                    </p:blipFill>
                    <p:spPr>
                      <a:xfrm>
                        <a:off x="2935605" y="4392930"/>
                        <a:ext cx="1139825" cy="845185"/>
                      </a:xfrm>
                      <a:prstGeom prst="rect">
                        <a:avLst/>
                      </a:prstGeom>
                      <a:noFill/>
                      <a:ln w="38100">
                        <a:noFill/>
                        <a:miter/>
                      </a:ln>
                    </p:spPr>
                  </p:pic>
                </p:oleObj>
              </mc:Fallback>
            </mc:AlternateContent>
          </a:graphicData>
        </a:graphic>
      </p:graphicFrame>
      <p:sp>
        <p:nvSpPr>
          <p:cNvPr id="4" name="文本框 3"/>
          <p:cNvSpPr txBox="1"/>
          <p:nvPr/>
        </p:nvSpPr>
        <p:spPr>
          <a:xfrm>
            <a:off x="611505" y="548640"/>
            <a:ext cx="7688580" cy="829945"/>
          </a:xfrm>
          <a:prstGeom prst="rect">
            <a:avLst/>
          </a:prstGeom>
          <a:noFill/>
        </p:spPr>
        <p:txBody>
          <a:bodyPr wrap="square" rtlCol="0" anchor="t">
            <a:spAutoFit/>
          </a:bodyPr>
          <a:lstStyle/>
          <a:p>
            <a:r>
              <a:rPr lang="zh-CN" altLang="en-US" sz="2400">
                <a:solidFill>
                  <a:srgbClr val="000000"/>
                </a:solidFill>
                <a:latin typeface="Calibri" panose="020F0502020204030204"/>
                <a:sym typeface="+mn-ea"/>
              </a:rPr>
              <a:t>（</a:t>
            </a:r>
            <a:r>
              <a:rPr lang="en-US" altLang="zh-CN" sz="2400">
                <a:solidFill>
                  <a:srgbClr val="000000"/>
                </a:solidFill>
                <a:latin typeface="Calibri" panose="020F0502020204030204"/>
                <a:ea typeface="Calibri" panose="020F0502020204030204"/>
                <a:sym typeface="+mn-ea"/>
              </a:rPr>
              <a:t>1</a:t>
            </a:r>
            <a:r>
              <a:rPr lang="zh-CN" altLang="en-US" sz="2400">
                <a:solidFill>
                  <a:srgbClr val="000000"/>
                </a:solidFill>
                <a:latin typeface="Calibri" panose="020F0502020204030204"/>
                <a:sym typeface="+mn-ea"/>
              </a:rPr>
              <a:t>）当</a:t>
            </a:r>
            <a:r>
              <a:rPr lang="en-US" altLang="zh-CN" sz="2400">
                <a:solidFill>
                  <a:srgbClr val="000000"/>
                </a:solidFill>
                <a:latin typeface="Calibri" panose="020F0502020204030204"/>
                <a:sym typeface="+mn-ea"/>
              </a:rPr>
              <a:t> </a:t>
            </a:r>
            <a:r>
              <a:rPr lang="en-US" altLang="zh-CN" sz="2400" i="1" dirty="0">
                <a:solidFill>
                  <a:srgbClr val="000000"/>
                </a:solidFill>
                <a:ea typeface="楷体_GB2312"/>
                <a:sym typeface="+mn-ea"/>
              </a:rPr>
              <a:t>k≠ </a:t>
            </a:r>
            <a:r>
              <a:rPr lang="en-US" altLang="zh-CN" sz="2400" dirty="0">
                <a:solidFill>
                  <a:srgbClr val="000000"/>
                </a:solidFill>
                <a:ea typeface="楷体_GB2312"/>
                <a:sym typeface="+mn-ea"/>
              </a:rPr>
              <a:t>-2</a:t>
            </a:r>
            <a:r>
              <a:rPr lang="zh-CN" altLang="en-US" sz="2400" dirty="0">
                <a:solidFill>
                  <a:srgbClr val="000000"/>
                </a:solidFill>
                <a:ea typeface="楷体_GB2312"/>
                <a:sym typeface="+mn-ea"/>
              </a:rPr>
              <a:t>且</a:t>
            </a:r>
            <a:r>
              <a:rPr lang="en-US" altLang="zh-CN" sz="2400" dirty="0">
                <a:solidFill>
                  <a:srgbClr val="000000"/>
                </a:solidFill>
                <a:ea typeface="楷体_GB2312"/>
                <a:sym typeface="+mn-ea"/>
              </a:rPr>
              <a:t> </a:t>
            </a:r>
            <a:r>
              <a:rPr lang="en-US" altLang="zh-CN" sz="2400">
                <a:solidFill>
                  <a:srgbClr val="000000"/>
                </a:solidFill>
                <a:latin typeface="Calibri" panose="020F0502020204030204"/>
                <a:sym typeface="+mn-ea"/>
              </a:rPr>
              <a:t> </a:t>
            </a:r>
            <a:r>
              <a:rPr lang="en-US" altLang="zh-CN" sz="2400" i="1" dirty="0">
                <a:solidFill>
                  <a:srgbClr val="000000"/>
                </a:solidFill>
                <a:ea typeface="楷体_GB2312"/>
                <a:sym typeface="+mn-ea"/>
              </a:rPr>
              <a:t>k≠ </a:t>
            </a:r>
            <a:r>
              <a:rPr lang="en-US" altLang="zh-CN" sz="2400" dirty="0">
                <a:solidFill>
                  <a:srgbClr val="000000"/>
                </a:solidFill>
                <a:ea typeface="楷体_GB2312"/>
                <a:sym typeface="+mn-ea"/>
              </a:rPr>
              <a:t>3</a:t>
            </a:r>
            <a:r>
              <a:rPr lang="en-US" altLang="zh-CN" sz="2400" i="1" dirty="0">
                <a:solidFill>
                  <a:srgbClr val="000000"/>
                </a:solidFill>
                <a:ea typeface="楷体_GB2312"/>
                <a:sym typeface="+mn-ea"/>
              </a:rPr>
              <a:t> </a:t>
            </a:r>
            <a:r>
              <a:rPr lang="zh-CN" altLang="en-US" sz="2400">
                <a:solidFill>
                  <a:srgbClr val="000000"/>
                </a:solidFill>
                <a:latin typeface="Calibri" panose="020F0502020204030204"/>
                <a:sym typeface="+mn-ea"/>
              </a:rPr>
              <a:t>时，</a:t>
            </a:r>
            <a:r>
              <a:rPr lang="en-US" altLang="zh-CN" sz="2400" b="0">
                <a:solidFill>
                  <a:srgbClr val="000000"/>
                </a:solidFill>
                <a:latin typeface="Calibri" panose="020F0502020204030204"/>
                <a:sym typeface="+mn-ea"/>
              </a:rPr>
              <a:t>|</a:t>
            </a:r>
            <a:r>
              <a:rPr lang="en-US" altLang="zh-CN" sz="2400" b="0" i="1" dirty="0">
                <a:solidFill>
                  <a:srgbClr val="000000"/>
                </a:solidFill>
                <a:ea typeface="楷体_GB2312"/>
                <a:sym typeface="+mn-ea"/>
              </a:rPr>
              <a:t>A</a:t>
            </a:r>
            <a:r>
              <a:rPr lang="en-US" altLang="zh-CN" sz="2400" b="0">
                <a:solidFill>
                  <a:srgbClr val="000000"/>
                </a:solidFill>
                <a:latin typeface="Calibri" panose="020F0502020204030204"/>
                <a:sym typeface="+mn-ea"/>
              </a:rPr>
              <a:t>|=</a:t>
            </a:r>
            <a:r>
              <a:rPr lang="en-US" altLang="zh-CN" sz="2400" dirty="0">
                <a:solidFill>
                  <a:srgbClr val="000000"/>
                </a:solidFill>
                <a:ea typeface="楷体_GB2312"/>
                <a:sym typeface="+mn-ea"/>
              </a:rPr>
              <a:t>(</a:t>
            </a:r>
            <a:r>
              <a:rPr lang="en-US" altLang="zh-CN" sz="2400" i="1" dirty="0">
                <a:solidFill>
                  <a:srgbClr val="000000"/>
                </a:solidFill>
                <a:ea typeface="楷体_GB2312"/>
                <a:sym typeface="+mn-ea"/>
              </a:rPr>
              <a:t>k</a:t>
            </a:r>
            <a:r>
              <a:rPr lang="en-US" altLang="zh-CN" sz="2400" dirty="0">
                <a:solidFill>
                  <a:srgbClr val="000000"/>
                </a:solidFill>
                <a:ea typeface="楷体_GB2312"/>
                <a:sym typeface="+mn-ea"/>
              </a:rPr>
              <a:t>+2)(</a:t>
            </a:r>
            <a:r>
              <a:rPr lang="en-US" altLang="zh-CN" sz="2400" i="1" dirty="0">
                <a:solidFill>
                  <a:srgbClr val="000000"/>
                </a:solidFill>
                <a:ea typeface="楷体_GB2312"/>
                <a:sym typeface="+mn-ea"/>
              </a:rPr>
              <a:t>k</a:t>
            </a:r>
            <a:r>
              <a:rPr lang="en-US" altLang="zh-CN" sz="2400" dirty="0">
                <a:solidFill>
                  <a:srgbClr val="000000"/>
                </a:solidFill>
                <a:ea typeface="楷体_GB2312"/>
                <a:sym typeface="+mn-ea"/>
              </a:rPr>
              <a:t>- 3)</a:t>
            </a:r>
            <a:r>
              <a:rPr lang="en-US" altLang="zh-CN" sz="2400" i="1" dirty="0">
                <a:solidFill>
                  <a:srgbClr val="000000"/>
                </a:solidFill>
                <a:ea typeface="楷体_GB2312"/>
                <a:sym typeface="+mn-ea"/>
              </a:rPr>
              <a:t>≠</a:t>
            </a:r>
            <a:r>
              <a:rPr lang="en-US" altLang="zh-CN" sz="2400" dirty="0">
                <a:solidFill>
                  <a:srgbClr val="000000"/>
                </a:solidFill>
                <a:ea typeface="楷体_GB2312"/>
                <a:sym typeface="+mn-ea"/>
              </a:rPr>
              <a:t>0</a:t>
            </a:r>
            <a:r>
              <a:rPr lang="zh-CN" altLang="en-US" sz="2400">
                <a:solidFill>
                  <a:srgbClr val="000000"/>
                </a:solidFill>
                <a:latin typeface="Calibri" panose="020F0502020204030204"/>
                <a:sym typeface="+mn-ea"/>
              </a:rPr>
              <a:t>，方程组只有零解，由克拉姆法则求得原方程组的解为</a:t>
            </a:r>
          </a:p>
        </p:txBody>
      </p:sp>
      <p:sp>
        <p:nvSpPr>
          <p:cNvPr id="5" name="文本框 4"/>
          <p:cNvSpPr txBox="1"/>
          <p:nvPr/>
        </p:nvSpPr>
        <p:spPr>
          <a:xfrm>
            <a:off x="683895" y="1505585"/>
            <a:ext cx="7688580" cy="829945"/>
          </a:xfrm>
          <a:prstGeom prst="rect">
            <a:avLst/>
          </a:prstGeom>
          <a:noFill/>
        </p:spPr>
        <p:txBody>
          <a:bodyPr wrap="square" rtlCol="0" anchor="t">
            <a:spAutoFit/>
          </a:bodyPr>
          <a:lstStyle/>
          <a:p>
            <a:r>
              <a:rPr lang="zh-CN" altLang="en-US" sz="2400">
                <a:solidFill>
                  <a:srgbClr val="000000"/>
                </a:solidFill>
                <a:latin typeface="Calibri" panose="020F0502020204030204"/>
                <a:sym typeface="+mn-ea"/>
              </a:rPr>
              <a:t>（</a:t>
            </a:r>
            <a:r>
              <a:rPr lang="en-US" altLang="zh-CN" sz="2400">
                <a:solidFill>
                  <a:srgbClr val="000000"/>
                </a:solidFill>
                <a:latin typeface="Calibri" panose="020F0502020204030204"/>
                <a:ea typeface="Calibri" panose="020F0502020204030204"/>
                <a:sym typeface="+mn-ea"/>
              </a:rPr>
              <a:t>2</a:t>
            </a:r>
            <a:r>
              <a:rPr lang="zh-CN" altLang="en-US" sz="2400">
                <a:solidFill>
                  <a:srgbClr val="000000"/>
                </a:solidFill>
                <a:latin typeface="Calibri" panose="020F0502020204030204"/>
                <a:sym typeface="+mn-ea"/>
              </a:rPr>
              <a:t>）当</a:t>
            </a:r>
            <a:r>
              <a:rPr lang="en-US" altLang="zh-CN" sz="2400">
                <a:solidFill>
                  <a:srgbClr val="000000"/>
                </a:solidFill>
                <a:latin typeface="Calibri" panose="020F0502020204030204"/>
                <a:sym typeface="+mn-ea"/>
              </a:rPr>
              <a:t> </a:t>
            </a:r>
            <a:r>
              <a:rPr lang="en-US" altLang="zh-CN" sz="2400" i="1" dirty="0">
                <a:solidFill>
                  <a:srgbClr val="000000"/>
                </a:solidFill>
                <a:ea typeface="楷体_GB2312"/>
                <a:sym typeface="+mn-ea"/>
              </a:rPr>
              <a:t>k=</a:t>
            </a:r>
            <a:r>
              <a:rPr lang="en-US" altLang="zh-CN" sz="2400" dirty="0">
                <a:solidFill>
                  <a:srgbClr val="000000"/>
                </a:solidFill>
                <a:ea typeface="楷体_GB2312"/>
                <a:sym typeface="+mn-ea"/>
              </a:rPr>
              <a:t>-2</a:t>
            </a:r>
            <a:r>
              <a:rPr lang="zh-CN" altLang="en-US" sz="2400" dirty="0">
                <a:solidFill>
                  <a:srgbClr val="000000"/>
                </a:solidFill>
                <a:ea typeface="楷体_GB2312"/>
                <a:sym typeface="+mn-ea"/>
              </a:rPr>
              <a:t>或</a:t>
            </a:r>
            <a:r>
              <a:rPr lang="en-US" altLang="zh-CN" sz="2400" dirty="0">
                <a:solidFill>
                  <a:srgbClr val="000000"/>
                </a:solidFill>
                <a:ea typeface="楷体_GB2312"/>
                <a:sym typeface="+mn-ea"/>
              </a:rPr>
              <a:t> </a:t>
            </a:r>
            <a:r>
              <a:rPr lang="en-US" altLang="zh-CN" sz="2400">
                <a:solidFill>
                  <a:srgbClr val="000000"/>
                </a:solidFill>
                <a:latin typeface="Calibri" panose="020F0502020204030204"/>
                <a:sym typeface="+mn-ea"/>
              </a:rPr>
              <a:t> </a:t>
            </a:r>
            <a:r>
              <a:rPr lang="en-US" altLang="zh-CN" sz="2400" i="1" dirty="0">
                <a:solidFill>
                  <a:srgbClr val="000000"/>
                </a:solidFill>
                <a:ea typeface="楷体_GB2312"/>
                <a:sym typeface="+mn-ea"/>
              </a:rPr>
              <a:t>k= </a:t>
            </a:r>
            <a:r>
              <a:rPr lang="en-US" altLang="zh-CN" sz="2400" dirty="0">
                <a:solidFill>
                  <a:srgbClr val="000000"/>
                </a:solidFill>
                <a:ea typeface="楷体_GB2312"/>
                <a:sym typeface="+mn-ea"/>
              </a:rPr>
              <a:t>3</a:t>
            </a:r>
            <a:r>
              <a:rPr lang="en-US" altLang="zh-CN" sz="2400" i="1" dirty="0">
                <a:solidFill>
                  <a:srgbClr val="000000"/>
                </a:solidFill>
                <a:ea typeface="楷体_GB2312"/>
                <a:sym typeface="+mn-ea"/>
              </a:rPr>
              <a:t> </a:t>
            </a:r>
            <a:r>
              <a:rPr lang="zh-CN" altLang="en-US" sz="2400">
                <a:solidFill>
                  <a:srgbClr val="000000"/>
                </a:solidFill>
                <a:latin typeface="Calibri" panose="020F0502020204030204"/>
                <a:sym typeface="+mn-ea"/>
              </a:rPr>
              <a:t>时，</a:t>
            </a:r>
            <a:r>
              <a:rPr lang="en-US" altLang="zh-CN" sz="2400" b="0">
                <a:solidFill>
                  <a:srgbClr val="000000"/>
                </a:solidFill>
                <a:latin typeface="Calibri" panose="020F0502020204030204"/>
                <a:sym typeface="+mn-ea"/>
              </a:rPr>
              <a:t>|</a:t>
            </a:r>
            <a:r>
              <a:rPr lang="en-US" altLang="zh-CN" sz="2400" b="0" i="1" dirty="0">
                <a:solidFill>
                  <a:srgbClr val="000000"/>
                </a:solidFill>
                <a:ea typeface="楷体_GB2312"/>
                <a:sym typeface="+mn-ea"/>
              </a:rPr>
              <a:t>A</a:t>
            </a:r>
            <a:r>
              <a:rPr lang="en-US" altLang="zh-CN" sz="2400" b="0">
                <a:solidFill>
                  <a:srgbClr val="000000"/>
                </a:solidFill>
                <a:latin typeface="Calibri" panose="020F0502020204030204"/>
                <a:sym typeface="+mn-ea"/>
              </a:rPr>
              <a:t>|=</a:t>
            </a:r>
            <a:r>
              <a:rPr lang="en-US" altLang="zh-CN" sz="2400" dirty="0">
                <a:solidFill>
                  <a:srgbClr val="000000"/>
                </a:solidFill>
                <a:ea typeface="楷体_GB2312"/>
                <a:sym typeface="+mn-ea"/>
              </a:rPr>
              <a:t>(</a:t>
            </a:r>
            <a:r>
              <a:rPr lang="en-US" altLang="zh-CN" sz="2400" i="1" dirty="0">
                <a:solidFill>
                  <a:srgbClr val="000000"/>
                </a:solidFill>
                <a:ea typeface="楷体_GB2312"/>
                <a:sym typeface="+mn-ea"/>
              </a:rPr>
              <a:t>k</a:t>
            </a:r>
            <a:r>
              <a:rPr lang="en-US" altLang="zh-CN" sz="2400" dirty="0">
                <a:solidFill>
                  <a:srgbClr val="000000"/>
                </a:solidFill>
                <a:ea typeface="楷体_GB2312"/>
                <a:sym typeface="+mn-ea"/>
              </a:rPr>
              <a:t>+2)(</a:t>
            </a:r>
            <a:r>
              <a:rPr lang="en-US" altLang="zh-CN" sz="2400" i="1" dirty="0">
                <a:solidFill>
                  <a:srgbClr val="000000"/>
                </a:solidFill>
                <a:ea typeface="楷体_GB2312"/>
                <a:sym typeface="+mn-ea"/>
              </a:rPr>
              <a:t>k</a:t>
            </a:r>
            <a:r>
              <a:rPr lang="en-US" altLang="zh-CN" sz="2400" dirty="0">
                <a:solidFill>
                  <a:srgbClr val="000000"/>
                </a:solidFill>
                <a:ea typeface="楷体_GB2312"/>
                <a:sym typeface="+mn-ea"/>
              </a:rPr>
              <a:t>- 3)</a:t>
            </a:r>
            <a:r>
              <a:rPr lang="en-US" altLang="zh-CN" sz="2400" i="1" dirty="0">
                <a:solidFill>
                  <a:srgbClr val="000000"/>
                </a:solidFill>
                <a:ea typeface="楷体_GB2312"/>
                <a:sym typeface="+mn-ea"/>
              </a:rPr>
              <a:t>=</a:t>
            </a:r>
            <a:r>
              <a:rPr lang="en-US" altLang="zh-CN" sz="2400" dirty="0">
                <a:solidFill>
                  <a:srgbClr val="000000"/>
                </a:solidFill>
                <a:ea typeface="楷体_GB2312"/>
                <a:sym typeface="+mn-ea"/>
              </a:rPr>
              <a:t>0</a:t>
            </a:r>
            <a:r>
              <a:rPr lang="zh-CN" altLang="en-US" sz="2400">
                <a:solidFill>
                  <a:srgbClr val="000000"/>
                </a:solidFill>
                <a:latin typeface="Calibri" panose="020F0502020204030204"/>
                <a:sym typeface="+mn-ea"/>
              </a:rPr>
              <a:t>，方程组有非零解。</a:t>
            </a:r>
          </a:p>
        </p:txBody>
      </p:sp>
      <p:sp>
        <p:nvSpPr>
          <p:cNvPr id="6" name="文本框 5"/>
          <p:cNvSpPr txBox="1"/>
          <p:nvPr/>
        </p:nvSpPr>
        <p:spPr>
          <a:xfrm>
            <a:off x="827405" y="2493010"/>
            <a:ext cx="4215765" cy="460375"/>
          </a:xfrm>
          <a:prstGeom prst="rect">
            <a:avLst/>
          </a:prstGeom>
          <a:noFill/>
        </p:spPr>
        <p:txBody>
          <a:bodyPr wrap="square" rtlCol="0" anchor="t">
            <a:spAutoFit/>
          </a:bodyPr>
          <a:lstStyle/>
          <a:p>
            <a:r>
              <a:rPr lang="zh-CN" altLang="en-US" sz="2400">
                <a:solidFill>
                  <a:srgbClr val="000000"/>
                </a:solidFill>
                <a:latin typeface="Calibri" panose="020F0502020204030204"/>
                <a:sym typeface="+mn-ea"/>
              </a:rPr>
              <a:t>（</a:t>
            </a:r>
            <a:r>
              <a:rPr lang="en-US" altLang="zh-CN" sz="2400">
                <a:solidFill>
                  <a:srgbClr val="000000"/>
                </a:solidFill>
                <a:latin typeface="Calibri" panose="020F0502020204030204"/>
                <a:ea typeface="Calibri" panose="020F0502020204030204"/>
                <a:sym typeface="+mn-ea"/>
              </a:rPr>
              <a:t>I</a:t>
            </a:r>
            <a:r>
              <a:rPr lang="zh-CN" altLang="en-US" sz="2400">
                <a:solidFill>
                  <a:srgbClr val="000000"/>
                </a:solidFill>
                <a:latin typeface="Calibri" panose="020F0502020204030204"/>
                <a:sym typeface="+mn-ea"/>
              </a:rPr>
              <a:t>）当</a:t>
            </a:r>
            <a:r>
              <a:rPr lang="en-US" altLang="zh-CN" sz="2400">
                <a:solidFill>
                  <a:srgbClr val="000000"/>
                </a:solidFill>
                <a:latin typeface="Calibri" panose="020F0502020204030204"/>
                <a:sym typeface="+mn-ea"/>
              </a:rPr>
              <a:t> </a:t>
            </a:r>
            <a:r>
              <a:rPr lang="en-US" altLang="zh-CN" sz="2400" i="1" dirty="0">
                <a:solidFill>
                  <a:srgbClr val="000000"/>
                </a:solidFill>
                <a:ea typeface="楷体_GB2312"/>
                <a:sym typeface="+mn-ea"/>
              </a:rPr>
              <a:t>k=</a:t>
            </a:r>
            <a:r>
              <a:rPr lang="en-US" altLang="zh-CN" sz="2400" dirty="0">
                <a:solidFill>
                  <a:srgbClr val="000000"/>
                </a:solidFill>
                <a:ea typeface="楷体_GB2312"/>
                <a:sym typeface="+mn-ea"/>
              </a:rPr>
              <a:t>-2</a:t>
            </a:r>
            <a:r>
              <a:rPr lang="zh-CN" altLang="en-US" sz="2400">
                <a:solidFill>
                  <a:srgbClr val="000000"/>
                </a:solidFill>
                <a:latin typeface="Calibri" panose="020F0502020204030204"/>
                <a:sym typeface="+mn-ea"/>
              </a:rPr>
              <a:t>时，由</a:t>
            </a:r>
          </a:p>
        </p:txBody>
      </p:sp>
      <p:graphicFrame>
        <p:nvGraphicFramePr>
          <p:cNvPr id="2" name="对象 -2147480059"/>
          <p:cNvGraphicFramePr>
            <a:graphicFrameLocks noChangeAspect="1"/>
          </p:cNvGraphicFramePr>
          <p:nvPr/>
        </p:nvGraphicFramePr>
        <p:xfrm>
          <a:off x="850900" y="3072765"/>
          <a:ext cx="7376795" cy="1363980"/>
        </p:xfrm>
        <a:graphic>
          <a:graphicData uri="http://schemas.openxmlformats.org/presentationml/2006/ole">
            <mc:AlternateContent xmlns:mc="http://schemas.openxmlformats.org/markup-compatibility/2006">
              <mc:Choice xmlns:v="urn:schemas-microsoft-com:vml" Requires="v">
                <p:oleObj r:id="rId4" imgW="3848100" imgH="711200" progId="Equation.3">
                  <p:embed/>
                </p:oleObj>
              </mc:Choice>
              <mc:Fallback>
                <p:oleObj r:id="rId4" imgW="3848100" imgH="711200" progId="Equation.3">
                  <p:embed/>
                  <p:pic>
                    <p:nvPicPr>
                      <p:cNvPr id="0" name="图片 6"/>
                      <p:cNvPicPr/>
                      <p:nvPr/>
                    </p:nvPicPr>
                    <p:blipFill>
                      <a:blip r:embed="rId5"/>
                      <a:stretch>
                        <a:fillRect/>
                      </a:stretch>
                    </p:blipFill>
                    <p:spPr>
                      <a:xfrm>
                        <a:off x="850900" y="3072765"/>
                        <a:ext cx="7376795" cy="1363980"/>
                      </a:xfrm>
                      <a:prstGeom prst="rect">
                        <a:avLst/>
                      </a:prstGeom>
                      <a:noFill/>
                      <a:ln w="38100">
                        <a:noFill/>
                        <a:miter/>
                      </a:ln>
                    </p:spPr>
                  </p:pic>
                </p:oleObj>
              </mc:Fallback>
            </mc:AlternateContent>
          </a:graphicData>
        </a:graphic>
      </p:graphicFrame>
      <p:graphicFrame>
        <p:nvGraphicFramePr>
          <p:cNvPr id="8" name="对象 -2147480056"/>
          <p:cNvGraphicFramePr>
            <a:graphicFrameLocks noChangeAspect="1"/>
          </p:cNvGraphicFramePr>
          <p:nvPr/>
        </p:nvGraphicFramePr>
        <p:xfrm>
          <a:off x="3995420" y="5085715"/>
          <a:ext cx="997585" cy="1111250"/>
        </p:xfrm>
        <a:graphic>
          <a:graphicData uri="http://schemas.openxmlformats.org/presentationml/2006/ole">
            <mc:AlternateContent xmlns:mc="http://schemas.openxmlformats.org/markup-compatibility/2006">
              <mc:Choice xmlns:v="urn:schemas-microsoft-com:vml" Requires="v">
                <p:oleObj r:id="rId6" imgW="634365" imgH="711200" progId="Equation.3">
                  <p:embed/>
                </p:oleObj>
              </mc:Choice>
              <mc:Fallback>
                <p:oleObj r:id="rId6" imgW="634365" imgH="711200" progId="Equation.3">
                  <p:embed/>
                  <p:pic>
                    <p:nvPicPr>
                      <p:cNvPr id="0" name="图片 7"/>
                      <p:cNvPicPr/>
                      <p:nvPr/>
                    </p:nvPicPr>
                    <p:blipFill>
                      <a:blip r:embed="rId7"/>
                      <a:stretch>
                        <a:fillRect/>
                      </a:stretch>
                    </p:blipFill>
                    <p:spPr>
                      <a:xfrm>
                        <a:off x="3995420" y="5085715"/>
                        <a:ext cx="997585" cy="11112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ox(in)">
                                      <p:cBhvr>
                                        <p:cTn id="27" dur="2000"/>
                                        <p:tgtEl>
                                          <p:spTgt spid="14"/>
                                        </p:tgtEl>
                                      </p:cBhvr>
                                    </p:animEffect>
                                  </p:childTnLst>
                                </p:cTn>
                              </p:par>
                              <p:par>
                                <p:cTn id="28" presetID="3" presetClass="entr" presetSubtype="1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blinds(horizontal)">
                                      <p:cBhvr>
                                        <p:cTn id="30" dur="500"/>
                                        <p:tgtEl>
                                          <p:spTgt spid="3"/>
                                        </p:tgtEl>
                                      </p:cBhvr>
                                    </p:animEffect>
                                  </p:childTnLst>
                                </p:cTn>
                              </p:par>
                              <p:par>
                                <p:cTn id="31" presetID="3" presetClass="entr" presetSubtype="1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blinds(horizontal)">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 grpId="0"/>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755650" y="692785"/>
            <a:ext cx="4215765" cy="460375"/>
          </a:xfrm>
          <a:prstGeom prst="rect">
            <a:avLst/>
          </a:prstGeom>
          <a:noFill/>
        </p:spPr>
        <p:txBody>
          <a:bodyPr wrap="square" rtlCol="0" anchor="t">
            <a:spAutoFit/>
          </a:bodyPr>
          <a:lstStyle/>
          <a:p>
            <a:r>
              <a:rPr lang="zh-CN" altLang="en-US" sz="2400">
                <a:solidFill>
                  <a:srgbClr val="000000"/>
                </a:solidFill>
                <a:latin typeface="Calibri" panose="020F0502020204030204"/>
                <a:sym typeface="+mn-ea"/>
              </a:rPr>
              <a:t>（</a:t>
            </a:r>
            <a:r>
              <a:rPr lang="en-US" altLang="zh-CN" sz="2400">
                <a:solidFill>
                  <a:srgbClr val="000000"/>
                </a:solidFill>
                <a:latin typeface="Calibri" panose="020F0502020204030204"/>
                <a:ea typeface="Calibri" panose="020F0502020204030204"/>
                <a:sym typeface="+mn-ea"/>
              </a:rPr>
              <a:t>II</a:t>
            </a:r>
            <a:r>
              <a:rPr lang="zh-CN" altLang="en-US" sz="2400">
                <a:solidFill>
                  <a:srgbClr val="000000"/>
                </a:solidFill>
                <a:latin typeface="Calibri" panose="020F0502020204030204"/>
                <a:sym typeface="+mn-ea"/>
              </a:rPr>
              <a:t>）当</a:t>
            </a:r>
            <a:r>
              <a:rPr lang="en-US" altLang="zh-CN" sz="2400">
                <a:solidFill>
                  <a:srgbClr val="000000"/>
                </a:solidFill>
                <a:latin typeface="Calibri" panose="020F0502020204030204"/>
                <a:sym typeface="+mn-ea"/>
              </a:rPr>
              <a:t> </a:t>
            </a:r>
            <a:r>
              <a:rPr lang="en-US" altLang="zh-CN" sz="2400" i="1" dirty="0">
                <a:solidFill>
                  <a:srgbClr val="000000"/>
                </a:solidFill>
                <a:ea typeface="楷体_GB2312"/>
                <a:sym typeface="+mn-ea"/>
              </a:rPr>
              <a:t>k=</a:t>
            </a:r>
            <a:r>
              <a:rPr lang="en-US" altLang="zh-CN" sz="2400" dirty="0">
                <a:solidFill>
                  <a:srgbClr val="000000"/>
                </a:solidFill>
                <a:ea typeface="楷体_GB2312"/>
                <a:sym typeface="+mn-ea"/>
              </a:rPr>
              <a:t>3</a:t>
            </a:r>
            <a:r>
              <a:rPr lang="zh-CN" altLang="en-US" sz="2400">
                <a:solidFill>
                  <a:srgbClr val="000000"/>
                </a:solidFill>
                <a:latin typeface="Calibri" panose="020F0502020204030204"/>
                <a:sym typeface="+mn-ea"/>
              </a:rPr>
              <a:t>时，由</a:t>
            </a:r>
          </a:p>
        </p:txBody>
      </p:sp>
      <p:graphicFrame>
        <p:nvGraphicFramePr>
          <p:cNvPr id="2" name="对象 -2147480053"/>
          <p:cNvGraphicFramePr>
            <a:graphicFrameLocks noChangeAspect="1"/>
          </p:cNvGraphicFramePr>
          <p:nvPr/>
        </p:nvGraphicFramePr>
        <p:xfrm>
          <a:off x="1259840" y="1340485"/>
          <a:ext cx="6546215" cy="1304925"/>
        </p:xfrm>
        <a:graphic>
          <a:graphicData uri="http://schemas.openxmlformats.org/presentationml/2006/ole">
            <mc:AlternateContent xmlns:mc="http://schemas.openxmlformats.org/markup-compatibility/2006">
              <mc:Choice xmlns:v="urn:schemas-microsoft-com:vml" Requires="v">
                <p:oleObj r:id="rId2" imgW="3568700" imgH="711200" progId="Equation.3">
                  <p:embed/>
                </p:oleObj>
              </mc:Choice>
              <mc:Fallback>
                <p:oleObj r:id="rId2" imgW="3568700" imgH="711200" progId="Equation.3">
                  <p:embed/>
                  <p:pic>
                    <p:nvPicPr>
                      <p:cNvPr id="0" name="图片 3075"/>
                      <p:cNvPicPr/>
                      <p:nvPr/>
                    </p:nvPicPr>
                    <p:blipFill>
                      <a:blip r:embed="rId3"/>
                      <a:stretch>
                        <a:fillRect/>
                      </a:stretch>
                    </p:blipFill>
                    <p:spPr>
                      <a:xfrm>
                        <a:off x="1259840" y="1340485"/>
                        <a:ext cx="6546215" cy="1304925"/>
                      </a:xfrm>
                      <a:prstGeom prst="rect">
                        <a:avLst/>
                      </a:prstGeom>
                      <a:noFill/>
                      <a:ln w="38100">
                        <a:noFill/>
                        <a:miter/>
                      </a:ln>
                    </p:spPr>
                  </p:pic>
                </p:oleObj>
              </mc:Fallback>
            </mc:AlternateContent>
          </a:graphicData>
        </a:graphic>
      </p:graphicFrame>
      <p:sp>
        <p:nvSpPr>
          <p:cNvPr id="3" name="文本框 2"/>
          <p:cNvSpPr txBox="1"/>
          <p:nvPr/>
        </p:nvSpPr>
        <p:spPr>
          <a:xfrm>
            <a:off x="827405" y="2924810"/>
            <a:ext cx="7470775" cy="1938020"/>
          </a:xfrm>
          <a:prstGeom prst="rect">
            <a:avLst/>
          </a:prstGeom>
          <a:noFill/>
        </p:spPr>
        <p:txBody>
          <a:bodyPr wrap="square" rtlCol="0" anchor="t">
            <a:spAutoFit/>
          </a:bodyPr>
          <a:lstStyle/>
          <a:p>
            <a:r>
              <a:rPr lang="zh-CN" altLang="en-US" sz="2400">
                <a:solidFill>
                  <a:srgbClr val="000000"/>
                </a:solidFill>
                <a:latin typeface="Calibri" panose="020F0502020204030204"/>
                <a:sym typeface="+mn-ea"/>
              </a:rPr>
              <a:t>可得同解方程组</a:t>
            </a:r>
            <a:r>
              <a:rPr lang="en-US" altLang="zh-CN" sz="2400">
                <a:solidFill>
                  <a:srgbClr val="000000"/>
                </a:solidFill>
                <a:latin typeface="Calibri" panose="020F0502020204030204"/>
                <a:sym typeface="+mn-ea"/>
              </a:rPr>
              <a:t>                 </a:t>
            </a:r>
            <a:r>
              <a:rPr lang="zh-CN" altLang="en-US" sz="2400" dirty="0">
                <a:solidFill>
                  <a:srgbClr val="000000"/>
                </a:solidFill>
                <a:ea typeface="楷体_GB2312"/>
                <a:sym typeface="+mn-ea"/>
              </a:rPr>
              <a:t>选 </a:t>
            </a:r>
            <a:r>
              <a:rPr lang="en-US" altLang="zh-CN" sz="2400" i="1" dirty="0">
                <a:solidFill>
                  <a:srgbClr val="000000"/>
                </a:solidFill>
                <a:ea typeface="楷体_GB2312"/>
                <a:sym typeface="+mn-ea"/>
              </a:rPr>
              <a:t>x</a:t>
            </a:r>
            <a:r>
              <a:rPr lang="en-US" altLang="zh-CN" sz="2400" baseline="-25000" dirty="0">
                <a:solidFill>
                  <a:srgbClr val="000000"/>
                </a:solidFill>
                <a:ea typeface="楷体_GB2312"/>
                <a:sym typeface="+mn-ea"/>
              </a:rPr>
              <a:t>3</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做自由变量，令</a:t>
            </a:r>
            <a:r>
              <a:rPr lang="en-US" altLang="zh-CN" sz="2400" i="1" dirty="0">
                <a:solidFill>
                  <a:srgbClr val="000000"/>
                </a:solidFill>
                <a:ea typeface="楷体_GB2312"/>
                <a:sym typeface="+mn-ea"/>
              </a:rPr>
              <a:t>x</a:t>
            </a:r>
            <a:r>
              <a:rPr lang="en-US" altLang="zh-CN" sz="2400" baseline="-25000" dirty="0">
                <a:solidFill>
                  <a:srgbClr val="000000"/>
                </a:solidFill>
                <a:ea typeface="楷体_GB2312"/>
                <a:sym typeface="+mn-ea"/>
              </a:rPr>
              <a:t>3</a:t>
            </a:r>
            <a:r>
              <a:rPr lang="en-US" altLang="zh-CN" sz="2400" dirty="0">
                <a:solidFill>
                  <a:srgbClr val="000000"/>
                </a:solidFill>
                <a:ea typeface="楷体_GB2312"/>
                <a:sym typeface="+mn-ea"/>
              </a:rPr>
              <a:t> =c</a:t>
            </a:r>
            <a:r>
              <a:rPr lang="en-US" altLang="zh-CN" sz="2400" baseline="-25000" dirty="0">
                <a:solidFill>
                  <a:srgbClr val="000000"/>
                </a:solidFill>
                <a:ea typeface="楷体_GB2312"/>
                <a:sym typeface="+mn-ea"/>
              </a:rPr>
              <a:t>2</a:t>
            </a:r>
            <a:r>
              <a:rPr lang="en-US" altLang="zh-CN" sz="2400" dirty="0">
                <a:solidFill>
                  <a:srgbClr val="000000"/>
                </a:solidFill>
                <a:ea typeface="楷体_GB2312"/>
                <a:sym typeface="+mn-ea"/>
              </a:rPr>
              <a:t>                      </a:t>
            </a:r>
          </a:p>
          <a:p>
            <a:endParaRPr lang="en-US" altLang="zh-CN" sz="2400" dirty="0">
              <a:solidFill>
                <a:srgbClr val="000000"/>
              </a:solidFill>
              <a:ea typeface="楷体_GB2312"/>
              <a:sym typeface="+mn-ea"/>
            </a:endParaRPr>
          </a:p>
          <a:p>
            <a:endParaRPr lang="zh-CN" altLang="en-US" sz="2400" dirty="0">
              <a:solidFill>
                <a:srgbClr val="000000"/>
              </a:solidFill>
              <a:ea typeface="楷体_GB2312"/>
              <a:sym typeface="+mn-ea"/>
            </a:endParaRPr>
          </a:p>
          <a:p>
            <a:r>
              <a:rPr lang="zh-CN" altLang="en-US" sz="2400" dirty="0">
                <a:solidFill>
                  <a:srgbClr val="000000"/>
                </a:solidFill>
                <a:ea typeface="楷体_GB2312"/>
                <a:sym typeface="+mn-ea"/>
              </a:rPr>
              <a:t>则得原方程组的通解为</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其中</a:t>
            </a:r>
            <a:r>
              <a:rPr lang="en-US" altLang="zh-CN" sz="2400" dirty="0">
                <a:solidFill>
                  <a:srgbClr val="000000"/>
                </a:solidFill>
                <a:ea typeface="楷体_GB2312"/>
                <a:sym typeface="+mn-ea"/>
              </a:rPr>
              <a:t>c</a:t>
            </a:r>
            <a:r>
              <a:rPr lang="en-US" altLang="zh-CN" sz="2400" baseline="-25000" dirty="0">
                <a:solidFill>
                  <a:srgbClr val="000000"/>
                </a:solidFill>
                <a:ea typeface="楷体_GB2312"/>
                <a:sym typeface="+mn-ea"/>
              </a:rPr>
              <a:t>2</a:t>
            </a:r>
            <a:r>
              <a:rPr lang="zh-CN" altLang="en-US" sz="2400" dirty="0">
                <a:solidFill>
                  <a:srgbClr val="000000"/>
                </a:solidFill>
                <a:ea typeface="楷体_GB2312"/>
                <a:sym typeface="+mn-ea"/>
              </a:rPr>
              <a:t>为任意常数</a:t>
            </a:r>
            <a:r>
              <a:rPr lang="en-US" altLang="zh-CN" sz="2400" dirty="0">
                <a:solidFill>
                  <a:srgbClr val="000000"/>
                </a:solidFill>
                <a:ea typeface="楷体_GB2312"/>
                <a:sym typeface="+mn-ea"/>
              </a:rPr>
              <a:t>.</a:t>
            </a:r>
            <a:endParaRPr lang="en-US" altLang="zh-CN" sz="2400" dirty="0">
              <a:solidFill>
                <a:srgbClr val="000000"/>
              </a:solidFill>
              <a:latin typeface="Times New Roman" panose="02020603050405020304" pitchFamily="18" charset="0"/>
              <a:ea typeface="楷体_GB2312"/>
            </a:endParaRPr>
          </a:p>
          <a:p>
            <a:endParaRPr lang="en-US" altLang="zh-CN" sz="2400" dirty="0">
              <a:solidFill>
                <a:srgbClr val="000000"/>
              </a:solidFill>
              <a:latin typeface="Times New Roman" panose="02020603050405020304" pitchFamily="18" charset="0"/>
              <a:ea typeface="楷体_GB2312"/>
            </a:endParaRPr>
          </a:p>
        </p:txBody>
      </p:sp>
      <p:graphicFrame>
        <p:nvGraphicFramePr>
          <p:cNvPr id="4" name="对象 -2147480052"/>
          <p:cNvGraphicFramePr>
            <a:graphicFrameLocks noChangeAspect="1"/>
          </p:cNvGraphicFramePr>
          <p:nvPr/>
        </p:nvGraphicFramePr>
        <p:xfrm>
          <a:off x="2995930" y="2694305"/>
          <a:ext cx="1294765" cy="959485"/>
        </p:xfrm>
        <a:graphic>
          <a:graphicData uri="http://schemas.openxmlformats.org/presentationml/2006/ole">
            <mc:AlternateContent xmlns:mc="http://schemas.openxmlformats.org/markup-compatibility/2006">
              <mc:Choice xmlns:v="urn:schemas-microsoft-com:vml" Requires="v">
                <p:oleObj r:id="rId4" imgW="647700" imgH="482600" progId="Equation.3">
                  <p:embed/>
                </p:oleObj>
              </mc:Choice>
              <mc:Fallback>
                <p:oleObj r:id="rId4" imgW="647700" imgH="482600" progId="Equation.3">
                  <p:embed/>
                  <p:pic>
                    <p:nvPicPr>
                      <p:cNvPr id="0" name="图片 2"/>
                      <p:cNvPicPr/>
                      <p:nvPr/>
                    </p:nvPicPr>
                    <p:blipFill>
                      <a:blip r:embed="rId5"/>
                      <a:stretch>
                        <a:fillRect/>
                      </a:stretch>
                    </p:blipFill>
                    <p:spPr>
                      <a:xfrm>
                        <a:off x="2995930" y="2694305"/>
                        <a:ext cx="1294765" cy="959485"/>
                      </a:xfrm>
                      <a:prstGeom prst="rect">
                        <a:avLst/>
                      </a:prstGeom>
                      <a:noFill/>
                      <a:ln w="38100">
                        <a:noFill/>
                        <a:miter/>
                      </a:ln>
                    </p:spPr>
                  </p:pic>
                </p:oleObj>
              </mc:Fallback>
            </mc:AlternateContent>
          </a:graphicData>
        </a:graphic>
      </p:graphicFrame>
      <p:graphicFrame>
        <p:nvGraphicFramePr>
          <p:cNvPr id="7" name="对象 -2147480050"/>
          <p:cNvGraphicFramePr>
            <a:graphicFrameLocks noChangeAspect="1"/>
          </p:cNvGraphicFramePr>
          <p:nvPr/>
        </p:nvGraphicFramePr>
        <p:xfrm>
          <a:off x="4067810" y="3644900"/>
          <a:ext cx="1069975" cy="1167130"/>
        </p:xfrm>
        <a:graphic>
          <a:graphicData uri="http://schemas.openxmlformats.org/presentationml/2006/ole">
            <mc:AlternateContent xmlns:mc="http://schemas.openxmlformats.org/markup-compatibility/2006">
              <mc:Choice xmlns:v="urn:schemas-microsoft-com:vml" Requires="v">
                <p:oleObj r:id="rId6" imgW="647700" imgH="711200" progId="Equation.3">
                  <p:embed/>
                </p:oleObj>
              </mc:Choice>
              <mc:Fallback>
                <p:oleObj r:id="rId6" imgW="647700" imgH="711200" progId="Equation.3">
                  <p:embed/>
                  <p:pic>
                    <p:nvPicPr>
                      <p:cNvPr id="0" name="图片 3"/>
                      <p:cNvPicPr/>
                      <p:nvPr/>
                    </p:nvPicPr>
                    <p:blipFill>
                      <a:blip r:embed="rId7"/>
                      <a:stretch>
                        <a:fillRect/>
                      </a:stretch>
                    </p:blipFill>
                    <p:spPr>
                      <a:xfrm>
                        <a:off x="4067810" y="3644900"/>
                        <a:ext cx="1069975" cy="116713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in)">
                                      <p:cBhvr>
                                        <p:cTn id="17" dur="2000"/>
                                        <p:tgtEl>
                                          <p:spTgt spid="3"/>
                                        </p:tgtEl>
                                      </p:cBhvr>
                                    </p:animEffect>
                                  </p:childTnLst>
                                </p:cTn>
                              </p:par>
                              <p:par>
                                <p:cTn id="18" presetID="3" presetClass="entr" presetSubtype="1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linds(horizontal)">
                                      <p:cBhvr>
                                        <p:cTn id="20" dur="500"/>
                                        <p:tgtEl>
                                          <p:spTgt spid="4"/>
                                        </p:tgtEl>
                                      </p:cBhvr>
                                    </p:animEffect>
                                  </p:childTnLst>
                                </p:cTn>
                              </p:par>
                              <p:par>
                                <p:cTn id="21" presetID="3" presetClass="entr" presetSubtype="1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p:nvPr/>
        </p:nvSpPr>
        <p:spPr>
          <a:xfrm>
            <a:off x="457200" y="533400"/>
            <a:ext cx="8229600" cy="386080"/>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FF3300"/>
                </a:solidFill>
                <a:latin typeface="Times New Roman" panose="02020603050405020304" pitchFamily="18" charset="0"/>
                <a:ea typeface="楷体_GB2312"/>
              </a:rPr>
              <a:t>例</a:t>
            </a:r>
            <a:r>
              <a:rPr lang="en-US" altLang="zh-CN" sz="2400" b="1" dirty="0">
                <a:solidFill>
                  <a:srgbClr val="FF3300"/>
                </a:solidFill>
                <a:latin typeface="Times New Roman" panose="02020603050405020304" pitchFamily="18" charset="0"/>
                <a:ea typeface="楷体_GB2312"/>
              </a:rPr>
              <a:t>3.1.7</a:t>
            </a:r>
            <a:r>
              <a:rPr lang="zh-CN" altLang="en-US" sz="2400" b="1" dirty="0">
                <a:solidFill>
                  <a:srgbClr val="0000FF"/>
                </a:solidFill>
                <a:latin typeface="Times New Roman" panose="02020603050405020304" pitchFamily="18" charset="0"/>
                <a:ea typeface="楷体_GB2312"/>
              </a:rPr>
              <a:t>：</a:t>
            </a:r>
            <a:r>
              <a:rPr lang="en-US" altLang="zh-CN" sz="2400" i="1" dirty="0">
                <a:solidFill>
                  <a:srgbClr val="000000"/>
                </a:solidFill>
                <a:latin typeface="Symbol" panose="05050102010706020507" pitchFamily="18" charset="2"/>
                <a:ea typeface="楷体_GB2312"/>
                <a:sym typeface="+mn-ea"/>
              </a:rPr>
              <a:t>l</a:t>
            </a:r>
            <a:r>
              <a:rPr lang="en-US" altLang="zh-CN" sz="2400" dirty="0">
                <a:solidFill>
                  <a:srgbClr val="000000"/>
                </a:solidFill>
                <a:latin typeface="Symbol" panose="05050102010706020507" pitchFamily="18" charset="2"/>
                <a:ea typeface="楷体_GB2312"/>
                <a:sym typeface="+mn-ea"/>
              </a:rPr>
              <a:t> </a:t>
            </a:r>
            <a:r>
              <a:rPr lang="zh-CN" altLang="en-US" sz="2400" b="1" dirty="0">
                <a:solidFill>
                  <a:srgbClr val="000000"/>
                </a:solidFill>
                <a:latin typeface="Times New Roman" panose="02020603050405020304" pitchFamily="18" charset="0"/>
                <a:ea typeface="楷体_GB2312"/>
              </a:rPr>
              <a:t>取何值时，非齐次线性方程组</a:t>
            </a:r>
          </a:p>
        </p:txBody>
      </p:sp>
      <p:sp>
        <p:nvSpPr>
          <p:cNvPr id="907267" name="Rectangle 4"/>
          <p:cNvSpPr/>
          <p:nvPr/>
        </p:nvSpPr>
        <p:spPr>
          <a:xfrm>
            <a:off x="500380" y="3089275"/>
            <a:ext cx="7734300" cy="681355"/>
          </a:xfrm>
          <a:prstGeom prst="rect">
            <a:avLst/>
          </a:prstGeom>
          <a:noFill/>
          <a:ln w="9525">
            <a:noFill/>
          </a:ln>
        </p:spPr>
        <p:txBody>
          <a:bodyPr wrap="square">
            <a:spAutoFit/>
          </a:bodyPr>
          <a:lstStyle/>
          <a:p>
            <a:pPr marL="609600" indent="-609600">
              <a:lnSpc>
                <a:spcPct val="80000"/>
              </a:lnSpc>
              <a:spcBef>
                <a:spcPct val="20000"/>
              </a:spcBef>
              <a:buClr>
                <a:srgbClr val="00007D"/>
              </a:buClr>
              <a:buSzPct val="75000"/>
              <a:buFont typeface="Wingdings" panose="05000000000000000000" pitchFamily="2" charset="2"/>
            </a:pPr>
            <a:r>
              <a:rPr lang="en-US" altLang="zh-CN" sz="2400" b="1" dirty="0">
                <a:solidFill>
                  <a:srgbClr val="000000"/>
                </a:solidFill>
                <a:latin typeface="Times New Roman" panose="02020603050405020304" pitchFamily="18" charset="0"/>
                <a:ea typeface="楷体_GB2312"/>
              </a:rPr>
              <a:t>(1) </a:t>
            </a:r>
            <a:r>
              <a:rPr lang="zh-CN" altLang="en-US" sz="2400" b="1" dirty="0">
                <a:solidFill>
                  <a:srgbClr val="000000"/>
                </a:solidFill>
                <a:latin typeface="Times New Roman" panose="02020603050405020304" pitchFamily="18" charset="0"/>
                <a:ea typeface="楷体_GB2312"/>
              </a:rPr>
              <a:t>有唯一解，并求其解；</a:t>
            </a:r>
            <a:r>
              <a:rPr lang="en-US" altLang="zh-CN" sz="2400" b="1" dirty="0">
                <a:solidFill>
                  <a:srgbClr val="000000"/>
                </a:solidFill>
                <a:latin typeface="Times New Roman" panose="02020603050405020304" pitchFamily="18" charset="0"/>
                <a:ea typeface="楷体_GB2312"/>
              </a:rPr>
              <a:t>(2) </a:t>
            </a:r>
            <a:r>
              <a:rPr lang="zh-CN" altLang="en-US" sz="2400" b="1" dirty="0">
                <a:solidFill>
                  <a:srgbClr val="000000"/>
                </a:solidFill>
                <a:latin typeface="Times New Roman" panose="02020603050405020304" pitchFamily="18" charset="0"/>
                <a:ea typeface="楷体_GB2312"/>
              </a:rPr>
              <a:t>无解；</a:t>
            </a:r>
            <a:r>
              <a:rPr lang="en-US" altLang="zh-CN" sz="2400" b="1" dirty="0">
                <a:solidFill>
                  <a:srgbClr val="000000"/>
                </a:solidFill>
                <a:latin typeface="Times New Roman" panose="02020603050405020304" pitchFamily="18" charset="0"/>
                <a:ea typeface="楷体_GB2312"/>
              </a:rPr>
              <a:t>(3) </a:t>
            </a:r>
            <a:r>
              <a:rPr lang="zh-CN" altLang="en-US" sz="2400" b="1" dirty="0">
                <a:solidFill>
                  <a:srgbClr val="000000"/>
                </a:solidFill>
                <a:latin typeface="Times New Roman" panose="02020603050405020304" pitchFamily="18" charset="0"/>
                <a:ea typeface="楷体_GB2312"/>
              </a:rPr>
              <a:t>有无穷多个解？并求其通解．</a:t>
            </a:r>
          </a:p>
        </p:txBody>
      </p:sp>
      <p:graphicFrame>
        <p:nvGraphicFramePr>
          <p:cNvPr id="907268" name="Object 6"/>
          <p:cNvGraphicFramePr>
            <a:graphicFrameLocks noChangeAspect="1"/>
          </p:cNvGraphicFramePr>
          <p:nvPr/>
        </p:nvGraphicFramePr>
        <p:xfrm>
          <a:off x="3107691" y="1290320"/>
          <a:ext cx="2900045" cy="1426210"/>
        </p:xfrm>
        <a:graphic>
          <a:graphicData uri="http://schemas.openxmlformats.org/presentationml/2006/ole">
            <mc:AlternateContent xmlns:mc="http://schemas.openxmlformats.org/markup-compatibility/2006">
              <mc:Choice xmlns:v="urn:schemas-microsoft-com:vml" Requires="v">
                <p:oleObj r:id="rId2" imgW="1447800" imgH="711200" progId="Equation.DSMT4">
                  <p:embed/>
                </p:oleObj>
              </mc:Choice>
              <mc:Fallback>
                <p:oleObj r:id="rId2" imgW="1447800" imgH="711200" progId="Equation.DSMT4">
                  <p:embed/>
                  <p:pic>
                    <p:nvPicPr>
                      <p:cNvPr id="0" name="图片 4253"/>
                      <p:cNvPicPr/>
                      <p:nvPr/>
                    </p:nvPicPr>
                    <p:blipFill>
                      <a:blip r:embed="rId3"/>
                      <a:stretch>
                        <a:fillRect/>
                      </a:stretch>
                    </p:blipFill>
                    <p:spPr>
                      <a:xfrm>
                        <a:off x="3107691" y="1290320"/>
                        <a:ext cx="2900045" cy="1426210"/>
                      </a:xfrm>
                      <a:prstGeom prst="rect">
                        <a:avLst/>
                      </a:prstGeom>
                      <a:noFill/>
                      <a:ln w="38100">
                        <a:noFill/>
                        <a:miter/>
                      </a:ln>
                    </p:spPr>
                  </p:pic>
                </p:oleObj>
              </mc:Fallback>
            </mc:AlternateContent>
          </a:graphicData>
        </a:graphic>
      </p:graphicFrame>
      <p:sp>
        <p:nvSpPr>
          <p:cNvPr id="38919" name="Rectangle 7"/>
          <p:cNvSpPr/>
          <p:nvPr/>
        </p:nvSpPr>
        <p:spPr>
          <a:xfrm>
            <a:off x="457200" y="4357688"/>
            <a:ext cx="8229600" cy="1808162"/>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buNone/>
            </a:pPr>
            <a:r>
              <a:rPr lang="zh-CN" altLang="en-US" sz="2400" b="1" dirty="0">
                <a:solidFill>
                  <a:srgbClr val="0000FF"/>
                </a:solidFill>
                <a:latin typeface="Times New Roman" panose="02020603050405020304" pitchFamily="18" charset="0"/>
                <a:ea typeface="楷体_GB2312"/>
              </a:rPr>
              <a:t>定理：</a:t>
            </a:r>
            <a:r>
              <a:rPr lang="en-US" altLang="zh-CN" sz="2400" b="1" i="1" dirty="0">
                <a:solidFill>
                  <a:srgbClr val="000000"/>
                </a:solidFill>
                <a:latin typeface="Times New Roman" panose="02020603050405020304" pitchFamily="18" charset="0"/>
                <a:ea typeface="楷体_GB2312"/>
              </a:rPr>
              <a:t>n</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元线性方程组 </a:t>
            </a:r>
            <a:r>
              <a:rPr lang="en-US" altLang="zh-CN" sz="2400" b="1" i="1" dirty="0">
                <a:solidFill>
                  <a:srgbClr val="000000"/>
                </a:solidFill>
                <a:latin typeface="Times New Roman" panose="02020603050405020304" pitchFamily="18" charset="0"/>
                <a:ea typeface="楷体_GB2312"/>
              </a:rPr>
              <a:t>AX</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b</a:t>
            </a:r>
          </a:p>
          <a:p>
            <a:pPr marL="609600" indent="-609600">
              <a:lnSpc>
                <a:spcPct val="110000"/>
              </a:lnSpc>
              <a:spcBef>
                <a:spcPct val="20000"/>
              </a:spcBef>
              <a:buClr>
                <a:srgbClr val="000000"/>
              </a:buClr>
              <a:buFont typeface="Wingdings" panose="05000000000000000000" pitchFamily="2" charset="2"/>
              <a:buAutoNum type="circleNumDbPlain"/>
            </a:pPr>
            <a:r>
              <a:rPr lang="zh-CN" altLang="en-US" sz="2400" b="1" dirty="0">
                <a:solidFill>
                  <a:srgbClr val="000000"/>
                </a:solidFill>
                <a:latin typeface="Times New Roman" panose="02020603050405020304" pitchFamily="18" charset="0"/>
                <a:ea typeface="楷体_GB2312"/>
              </a:rPr>
              <a:t>无解的充分必要条件是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a:t>
            </a:r>
          </a:p>
          <a:p>
            <a:pPr marL="609600" indent="-609600">
              <a:lnSpc>
                <a:spcPct val="110000"/>
              </a:lnSpc>
              <a:spcBef>
                <a:spcPct val="20000"/>
              </a:spcBef>
              <a:buClr>
                <a:srgbClr val="000000"/>
              </a:buClr>
              <a:buFont typeface="Wingdings" panose="05000000000000000000" pitchFamily="2" charset="2"/>
              <a:buAutoNum type="circleNumDbPlain"/>
            </a:pPr>
            <a:r>
              <a:rPr lang="zh-CN" altLang="en-US" sz="2400" b="1" dirty="0">
                <a:solidFill>
                  <a:srgbClr val="000000"/>
                </a:solidFill>
                <a:latin typeface="Times New Roman" panose="02020603050405020304" pitchFamily="18" charset="0"/>
                <a:ea typeface="楷体_GB2312"/>
              </a:rPr>
              <a:t>有唯一解的充分必要条件是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a:t>
            </a:r>
          </a:p>
          <a:p>
            <a:pPr marL="609600" indent="-609600">
              <a:lnSpc>
                <a:spcPct val="110000"/>
              </a:lnSpc>
              <a:spcBef>
                <a:spcPct val="20000"/>
              </a:spcBef>
              <a:buClr>
                <a:srgbClr val="000000"/>
              </a:buClr>
              <a:buFont typeface="Wingdings" panose="05000000000000000000" pitchFamily="2" charset="2"/>
              <a:buAutoNum type="circleNumDbPlain"/>
            </a:pPr>
            <a:r>
              <a:rPr lang="zh-CN" altLang="en-US" sz="2400" b="1" dirty="0">
                <a:solidFill>
                  <a:srgbClr val="000000"/>
                </a:solidFill>
                <a:latin typeface="Times New Roman" panose="02020603050405020304" pitchFamily="18" charset="0"/>
                <a:ea typeface="楷体_GB2312"/>
              </a:rPr>
              <a:t>有无限多解的充分必要条件是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Times New Roman" panose="02020603050405020304" pitchFamily="18" charset="0"/>
                <a:ea typeface="楷体_GB2312"/>
              </a:rPr>
              <a:t>) &lt; </a:t>
            </a:r>
            <a:r>
              <a:rPr lang="en-US" altLang="zh-CN" sz="2400" b="1" i="1" dirty="0">
                <a:solidFill>
                  <a:srgbClr val="000000"/>
                </a:solidFill>
                <a:latin typeface="Times New Roman" panose="02020603050405020304" pitchFamily="18" charset="0"/>
                <a:ea typeface="楷体_GB2312"/>
              </a:rPr>
              <a:t>n </a:t>
            </a:r>
            <a:r>
              <a:rPr lang="zh-CN" altLang="en-US" sz="2400" b="1" dirty="0">
                <a:solidFill>
                  <a:srgbClr val="000000"/>
                </a:solidFill>
                <a:latin typeface="Times New Roman" panose="02020603050405020304" pitchFamily="18" charset="0"/>
                <a:ea typeface="楷体_GB2312"/>
              </a:rPr>
              <a:t>．</a:t>
            </a:r>
          </a:p>
        </p:txBody>
      </p:sp>
      <p:sp>
        <p:nvSpPr>
          <p:cNvPr id="2" name="文本框 1"/>
          <p:cNvSpPr txBox="1"/>
          <p:nvPr/>
        </p:nvSpPr>
        <p:spPr>
          <a:xfrm>
            <a:off x="611505" y="3834130"/>
            <a:ext cx="1289685" cy="460375"/>
          </a:xfrm>
          <a:prstGeom prst="rect">
            <a:avLst/>
          </a:prstGeom>
          <a:noFill/>
        </p:spPr>
        <p:txBody>
          <a:bodyPr wrap="square" rtlCol="0" anchor="t">
            <a:spAutoFit/>
          </a:bodyPr>
          <a:lstStyle/>
          <a:p>
            <a:r>
              <a:rPr lang="zh-CN" altLang="en-US" sz="2400" dirty="0">
                <a:solidFill>
                  <a:srgbClr val="FF3300"/>
                </a:solidFill>
                <a:ea typeface="楷体_GB2312"/>
                <a:sym typeface="+mn-ea"/>
              </a:rPr>
              <a:t>复习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8919"/>
                                        </p:tgtEl>
                                        <p:attrNameLst>
                                          <p:attrName>style.visibility</p:attrName>
                                        </p:attrNameLst>
                                      </p:cBhvr>
                                      <p:to>
                                        <p:strVal val="visible"/>
                                      </p:to>
                                    </p:set>
                                    <p:animEffect transition="in" filter="box(in)">
                                      <p:cBhvr>
                                        <p:cTn id="7" dur="500"/>
                                        <p:tgtEl>
                                          <p:spTgt spid="38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62" name="Rectangle 18"/>
          <p:cNvSpPr/>
          <p:nvPr/>
        </p:nvSpPr>
        <p:spPr>
          <a:xfrm>
            <a:off x="467360" y="404178"/>
            <a:ext cx="8229600" cy="493712"/>
          </a:xfrm>
          <a:prstGeom prst="rect">
            <a:avLst/>
          </a:prstGeom>
          <a:noFill/>
          <a:ln w="9525">
            <a:noFill/>
          </a:ln>
        </p:spPr>
        <p:txBody>
          <a:bodyPr>
            <a:spAutoFit/>
          </a:bodyPr>
          <a:lstStyle/>
          <a:p>
            <a:pPr marL="609600" indent="-609600">
              <a:lnSpc>
                <a:spcPct val="11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解法</a:t>
            </a:r>
            <a:r>
              <a:rPr lang="en-US" altLang="zh-CN" sz="2400" b="1" dirty="0">
                <a:solidFill>
                  <a:srgbClr val="0000FF"/>
                </a:solidFill>
                <a:latin typeface="Times New Roman" panose="02020603050405020304" pitchFamily="18" charset="0"/>
                <a:ea typeface="楷体_GB2312"/>
              </a:rPr>
              <a:t>1</a:t>
            </a:r>
            <a:r>
              <a:rPr lang="zh-CN" altLang="en-US" sz="2400" b="1" dirty="0">
                <a:solidFill>
                  <a:srgbClr val="0000FF"/>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对增广矩阵作初等行变换把它变为行阶梯形矩阵．</a:t>
            </a:r>
          </a:p>
        </p:txBody>
      </p:sp>
      <p:graphicFrame>
        <p:nvGraphicFramePr>
          <p:cNvPr id="2" name="对象 -2147480025"/>
          <p:cNvGraphicFramePr>
            <a:graphicFrameLocks noChangeAspect="1"/>
          </p:cNvGraphicFramePr>
          <p:nvPr/>
        </p:nvGraphicFramePr>
        <p:xfrm>
          <a:off x="1067435" y="972820"/>
          <a:ext cx="7018655" cy="2220595"/>
        </p:xfrm>
        <a:graphic>
          <a:graphicData uri="http://schemas.openxmlformats.org/presentationml/2006/ole">
            <mc:AlternateContent xmlns:mc="http://schemas.openxmlformats.org/markup-compatibility/2006">
              <mc:Choice xmlns:v="urn:schemas-microsoft-com:vml" Requires="v">
                <p:oleObj r:id="rId2" imgW="4495800" imgH="1422400" progId="Equation.3">
                  <p:embed/>
                </p:oleObj>
              </mc:Choice>
              <mc:Fallback>
                <p:oleObj r:id="rId2" imgW="4495800" imgH="1422400" progId="Equation.3">
                  <p:embed/>
                  <p:pic>
                    <p:nvPicPr>
                      <p:cNvPr id="0" name="图片 3075"/>
                      <p:cNvPicPr/>
                      <p:nvPr/>
                    </p:nvPicPr>
                    <p:blipFill>
                      <a:blip r:embed="rId3"/>
                      <a:stretch>
                        <a:fillRect/>
                      </a:stretch>
                    </p:blipFill>
                    <p:spPr>
                      <a:xfrm>
                        <a:off x="1067435" y="972820"/>
                        <a:ext cx="7018655" cy="2220595"/>
                      </a:xfrm>
                      <a:prstGeom prst="rect">
                        <a:avLst/>
                      </a:prstGeom>
                      <a:noFill/>
                      <a:ln w="38100">
                        <a:noFill/>
                        <a:miter/>
                      </a:ln>
                    </p:spPr>
                  </p:pic>
                </p:oleObj>
              </mc:Fallback>
            </mc:AlternateContent>
          </a:graphicData>
        </a:graphic>
      </p:graphicFrame>
      <p:graphicFrame>
        <p:nvGraphicFramePr>
          <p:cNvPr id="3" name="对象 -2147480024"/>
          <p:cNvGraphicFramePr/>
          <p:nvPr/>
        </p:nvGraphicFramePr>
        <p:xfrm>
          <a:off x="971550" y="3357245"/>
          <a:ext cx="5300345" cy="1293495"/>
        </p:xfrm>
        <a:graphic>
          <a:graphicData uri="http://schemas.openxmlformats.org/presentationml/2006/ole">
            <mc:AlternateContent xmlns:mc="http://schemas.openxmlformats.org/markup-compatibility/2006">
              <mc:Choice xmlns:v="urn:schemas-microsoft-com:vml" Requires="v">
                <p:oleObj r:id="rId4" imgW="2984500" imgH="711200" progId="Equation.DSMT4">
                  <p:embed/>
                </p:oleObj>
              </mc:Choice>
              <mc:Fallback>
                <p:oleObj r:id="rId4" imgW="2984500" imgH="711200" progId="Equation.DSMT4">
                  <p:embed/>
                  <p:pic>
                    <p:nvPicPr>
                      <p:cNvPr id="0" name="图片 1"/>
                      <p:cNvPicPr/>
                      <p:nvPr/>
                    </p:nvPicPr>
                    <p:blipFill>
                      <a:blip r:embed="rId5"/>
                      <a:stretch>
                        <a:fillRect/>
                      </a:stretch>
                    </p:blipFill>
                    <p:spPr>
                      <a:xfrm>
                        <a:off x="971550" y="3357245"/>
                        <a:ext cx="5300345" cy="129349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62">
                                            <p:txEl>
                                              <p:pRg st="0" end="0"/>
                                            </p:txEl>
                                          </p:spTgt>
                                        </p:tgtEl>
                                        <p:attrNameLst>
                                          <p:attrName>style.visibility</p:attrName>
                                        </p:attrNameLst>
                                      </p:cBhvr>
                                      <p:to>
                                        <p:strVal val="visible"/>
                                      </p:to>
                                    </p:set>
                                    <p:animEffect transition="in" filter="wipe(left)">
                                      <p:cBhvr>
                                        <p:cTn id="7" dur="500"/>
                                        <p:tgtEl>
                                          <p:spTgt spid="317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063" name="Object 7"/>
          <p:cNvGraphicFramePr>
            <a:graphicFrameLocks noChangeAspect="1"/>
          </p:cNvGraphicFramePr>
          <p:nvPr/>
        </p:nvGraphicFramePr>
        <p:xfrm>
          <a:off x="2123282" y="764540"/>
          <a:ext cx="1649095" cy="381000"/>
        </p:xfrm>
        <a:graphic>
          <a:graphicData uri="http://schemas.openxmlformats.org/presentationml/2006/ole">
            <mc:AlternateContent xmlns:mc="http://schemas.openxmlformats.org/markup-compatibility/2006">
              <mc:Choice xmlns:v="urn:schemas-microsoft-com:vml" Requires="v">
                <p:oleObj r:id="rId2" imgW="825500" imgH="190500" progId="Equation.DSMT4">
                  <p:embed/>
                </p:oleObj>
              </mc:Choice>
              <mc:Fallback>
                <p:oleObj r:id="rId2" imgW="825500" imgH="190500" progId="Equation.DSMT4">
                  <p:embed/>
                  <p:pic>
                    <p:nvPicPr>
                      <p:cNvPr id="0" name="图片 4261"/>
                      <p:cNvPicPr/>
                      <p:nvPr/>
                    </p:nvPicPr>
                    <p:blipFill>
                      <a:blip r:embed="rId3"/>
                      <a:stretch>
                        <a:fillRect/>
                      </a:stretch>
                    </p:blipFill>
                    <p:spPr>
                      <a:xfrm>
                        <a:off x="2123282" y="764540"/>
                        <a:ext cx="1649095" cy="381000"/>
                      </a:xfrm>
                      <a:prstGeom prst="rect">
                        <a:avLst/>
                      </a:prstGeom>
                      <a:noFill/>
                      <a:ln w="38100">
                        <a:noFill/>
                        <a:miter/>
                      </a:ln>
                    </p:spPr>
                  </p:pic>
                </p:oleObj>
              </mc:Fallback>
            </mc:AlternateContent>
          </a:graphicData>
        </a:graphic>
      </p:graphicFrame>
      <p:sp>
        <p:nvSpPr>
          <p:cNvPr id="9" name="文本框 8"/>
          <p:cNvSpPr txBox="1"/>
          <p:nvPr/>
        </p:nvSpPr>
        <p:spPr>
          <a:xfrm>
            <a:off x="827405" y="351790"/>
            <a:ext cx="6604000" cy="1558290"/>
          </a:xfrm>
          <a:prstGeom prst="rect">
            <a:avLst/>
          </a:prstGeom>
          <a:noFill/>
        </p:spPr>
        <p:txBody>
          <a:bodyPr wrap="square" rtlCol="0" anchor="t">
            <a:noAutofit/>
          </a:bodyPr>
          <a:lstStyle/>
          <a:p>
            <a:r>
              <a:rPr lang="en-US" altLang="zh-CN" sz="2400" dirty="0">
                <a:solidFill>
                  <a:srgbClr val="000000"/>
                </a:solidFill>
                <a:ea typeface="楷体_GB2312"/>
                <a:sym typeface="+mn-ea"/>
              </a:rPr>
              <a:t>   </a:t>
            </a:r>
            <a:r>
              <a:rPr lang="zh-CN" altLang="en-US" sz="2400" dirty="0">
                <a:solidFill>
                  <a:srgbClr val="000000"/>
                </a:solidFill>
                <a:ea typeface="楷体_GB2312"/>
                <a:sym typeface="+mn-ea"/>
              </a:rPr>
              <a:t>讨论方程组的解的情况：</a:t>
            </a:r>
          </a:p>
          <a:p>
            <a:r>
              <a:rPr lang="zh-CN" altLang="en-US" sz="2400">
                <a:solidFill>
                  <a:srgbClr val="000000"/>
                </a:solidFill>
                <a:latin typeface="Calibri" panose="020F0502020204030204"/>
                <a:sym typeface="+mn-ea"/>
              </a:rPr>
              <a:t>（</a:t>
            </a:r>
            <a:r>
              <a:rPr lang="en-US" altLang="zh-CN" sz="2400">
                <a:solidFill>
                  <a:srgbClr val="000000"/>
                </a:solidFill>
                <a:latin typeface="Calibri" panose="020F0502020204030204"/>
                <a:ea typeface="Calibri" panose="020F0502020204030204"/>
                <a:sym typeface="+mn-ea"/>
              </a:rPr>
              <a:t>1</a:t>
            </a:r>
            <a:r>
              <a:rPr lang="zh-CN" altLang="en-US" sz="2400">
                <a:solidFill>
                  <a:srgbClr val="000000"/>
                </a:solidFill>
                <a:latin typeface="Calibri" panose="020F0502020204030204"/>
                <a:sym typeface="+mn-ea"/>
              </a:rPr>
              <a:t>）当</a:t>
            </a:r>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时，</a:t>
            </a:r>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，故方程组有唯一解，此时</a:t>
            </a:r>
            <a:endParaRPr lang="zh-CN" altLang="en-US" sz="2400">
              <a:solidFill>
                <a:srgbClr val="000000"/>
              </a:solidFill>
              <a:latin typeface="Calibri" panose="020F0502020204030204"/>
              <a:ea typeface="宋体" panose="02010600030101010101" pitchFamily="2" charset="-122"/>
            </a:endParaRPr>
          </a:p>
          <a:p>
            <a:r>
              <a:rPr lang="en-US" altLang="zh-CN" sz="2400">
                <a:solidFill>
                  <a:srgbClr val="000000"/>
                </a:solidFill>
                <a:latin typeface="Calibri" panose="020F0502020204030204"/>
                <a:sym typeface="+mn-ea"/>
              </a:rPr>
              <a:t> </a:t>
            </a:r>
            <a:endParaRPr lang="zh-CN" altLang="en-US" sz="2400">
              <a:solidFill>
                <a:srgbClr val="000000"/>
              </a:solidFill>
              <a:latin typeface="Calibri" panose="020F0502020204030204"/>
              <a:ea typeface="宋体" panose="02010600030101010101" pitchFamily="2" charset="-122"/>
            </a:endParaRPr>
          </a:p>
          <a:p>
            <a:endParaRPr lang="zh-CN" altLang="en-US" sz="2400" dirty="0">
              <a:solidFill>
                <a:srgbClr val="000000"/>
              </a:solidFill>
              <a:ea typeface="楷体_GB2312"/>
              <a:sym typeface="+mn-ea"/>
            </a:endParaRPr>
          </a:p>
        </p:txBody>
      </p:sp>
      <p:graphicFrame>
        <p:nvGraphicFramePr>
          <p:cNvPr id="12" name="对象 11"/>
          <p:cNvGraphicFramePr/>
          <p:nvPr/>
        </p:nvGraphicFramePr>
        <p:xfrm>
          <a:off x="4147820" y="765175"/>
          <a:ext cx="1405890" cy="380365"/>
        </p:xfrm>
        <a:graphic>
          <a:graphicData uri="http://schemas.openxmlformats.org/presentationml/2006/ole">
            <mc:AlternateContent xmlns:mc="http://schemas.openxmlformats.org/markup-compatibility/2006">
              <mc:Choice xmlns:v="urn:schemas-microsoft-com:vml" Requires="v">
                <p:oleObj r:id="rId4" imgW="1461770" imgH="380365" progId="Equation.DSMT4">
                  <p:embed/>
                </p:oleObj>
              </mc:Choice>
              <mc:Fallback>
                <p:oleObj r:id="rId4" imgW="1461770" imgH="380365" progId="Equation.DSMT4">
                  <p:embed/>
                  <p:pic>
                    <p:nvPicPr>
                      <p:cNvPr id="0" name="图片 12"/>
                      <p:cNvPicPr/>
                      <p:nvPr/>
                    </p:nvPicPr>
                    <p:blipFill>
                      <a:blip r:embed="rId5"/>
                      <a:stretch>
                        <a:fillRect/>
                      </a:stretch>
                    </p:blipFill>
                    <p:spPr>
                      <a:xfrm>
                        <a:off x="4147820" y="765175"/>
                        <a:ext cx="1405890" cy="380365"/>
                      </a:xfrm>
                      <a:prstGeom prst="rect">
                        <a:avLst/>
                      </a:prstGeom>
                    </p:spPr>
                  </p:pic>
                </p:oleObj>
              </mc:Fallback>
            </mc:AlternateContent>
          </a:graphicData>
        </a:graphic>
      </p:graphicFrame>
      <p:graphicFrame>
        <p:nvGraphicFramePr>
          <p:cNvPr id="2" name="对象 -2147480020"/>
          <p:cNvGraphicFramePr>
            <a:graphicFrameLocks noChangeAspect="1"/>
          </p:cNvGraphicFramePr>
          <p:nvPr/>
        </p:nvGraphicFramePr>
        <p:xfrm>
          <a:off x="611505" y="1557020"/>
          <a:ext cx="7042785" cy="3112135"/>
        </p:xfrm>
        <a:graphic>
          <a:graphicData uri="http://schemas.openxmlformats.org/presentationml/2006/ole">
            <mc:AlternateContent xmlns:mc="http://schemas.openxmlformats.org/markup-compatibility/2006">
              <mc:Choice xmlns:v="urn:schemas-microsoft-com:vml" Requires="v">
                <p:oleObj r:id="rId6" imgW="4368800" imgH="1930400" progId="Equation.3">
                  <p:embed/>
                </p:oleObj>
              </mc:Choice>
              <mc:Fallback>
                <p:oleObj r:id="rId6" imgW="4368800" imgH="1930400" progId="Equation.3">
                  <p:embed/>
                  <p:pic>
                    <p:nvPicPr>
                      <p:cNvPr id="0" name="图片 3075"/>
                      <p:cNvPicPr/>
                      <p:nvPr/>
                    </p:nvPicPr>
                    <p:blipFill>
                      <a:blip r:embed="rId7"/>
                      <a:stretch>
                        <a:fillRect/>
                      </a:stretch>
                    </p:blipFill>
                    <p:spPr>
                      <a:xfrm>
                        <a:off x="611505" y="1557020"/>
                        <a:ext cx="7042785" cy="3112135"/>
                      </a:xfrm>
                      <a:prstGeom prst="rect">
                        <a:avLst/>
                      </a:prstGeom>
                      <a:noFill/>
                      <a:ln w="38100">
                        <a:noFill/>
                        <a:miter/>
                      </a:ln>
                    </p:spPr>
                  </p:pic>
                </p:oleObj>
              </mc:Fallback>
            </mc:AlternateContent>
          </a:graphicData>
        </a:graphic>
      </p:graphicFrame>
      <p:sp>
        <p:nvSpPr>
          <p:cNvPr id="14" name="文本框 13"/>
          <p:cNvSpPr txBox="1"/>
          <p:nvPr/>
        </p:nvSpPr>
        <p:spPr>
          <a:xfrm>
            <a:off x="647065" y="5373370"/>
            <a:ext cx="3348990" cy="460375"/>
          </a:xfrm>
          <a:prstGeom prst="rect">
            <a:avLst/>
          </a:prstGeom>
          <a:noFill/>
        </p:spPr>
        <p:txBody>
          <a:bodyPr wrap="square" rtlCol="0" anchor="t">
            <a:spAutoFit/>
          </a:bodyPr>
          <a:lstStyle/>
          <a:p>
            <a:r>
              <a:rPr lang="zh-CN" altLang="en-US" sz="2400">
                <a:solidFill>
                  <a:srgbClr val="000000"/>
                </a:solidFill>
                <a:latin typeface="Calibri" panose="020F0502020204030204"/>
                <a:sym typeface="+mn-ea"/>
              </a:rPr>
              <a:t>所以原方程组的解为</a:t>
            </a:r>
          </a:p>
        </p:txBody>
      </p:sp>
      <p:graphicFrame>
        <p:nvGraphicFramePr>
          <p:cNvPr id="3" name="对象 -2147474278"/>
          <p:cNvGraphicFramePr/>
          <p:nvPr/>
        </p:nvGraphicFramePr>
        <p:xfrm>
          <a:off x="3707765" y="4669155"/>
          <a:ext cx="1497330" cy="1863090"/>
        </p:xfrm>
        <a:graphic>
          <a:graphicData uri="http://schemas.openxmlformats.org/presentationml/2006/ole">
            <mc:AlternateContent xmlns:mc="http://schemas.openxmlformats.org/markup-compatibility/2006">
              <mc:Choice xmlns:v="urn:schemas-microsoft-com:vml" Requires="v">
                <p:oleObj r:id="rId8" imgW="850900" imgH="1066800" progId="Equation.DSMT4">
                  <p:embed/>
                </p:oleObj>
              </mc:Choice>
              <mc:Fallback>
                <p:oleObj r:id="rId8" imgW="850900" imgH="1066800" progId="Equation.DSMT4">
                  <p:embed/>
                  <p:pic>
                    <p:nvPicPr>
                      <p:cNvPr id="0" name="图片 14"/>
                      <p:cNvPicPr/>
                      <p:nvPr/>
                    </p:nvPicPr>
                    <p:blipFill>
                      <a:blip r:embed="rId9"/>
                      <a:stretch>
                        <a:fillRect/>
                      </a:stretch>
                    </p:blipFill>
                    <p:spPr>
                      <a:xfrm>
                        <a:off x="3707765" y="4669155"/>
                        <a:ext cx="1497330" cy="186309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45063"/>
                                        </p:tgtEl>
                                        <p:attrNameLst>
                                          <p:attrName>style.visibility</p:attrName>
                                        </p:attrNameLst>
                                      </p:cBhvr>
                                      <p:to>
                                        <p:strVal val="visible"/>
                                      </p:to>
                                    </p:set>
                                    <p:animEffect transition="in" filter="wipe(down)">
                                      <p:cBhvr>
                                        <p:cTn id="7" dur="500"/>
                                        <p:tgtEl>
                                          <p:spTgt spid="450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ox(in)">
                                      <p:cBhvr>
                                        <p:cTn id="17" dur="2000"/>
                                        <p:tgtEl>
                                          <p:spTgt spid="14"/>
                                        </p:tgtEl>
                                      </p:cBhvr>
                                    </p:animEffect>
                                  </p:childTnLst>
                                </p:cTn>
                              </p:par>
                              <p:par>
                                <p:cTn id="18" presetID="3" presetClass="entr" presetSubtype="10"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755650" y="332740"/>
            <a:ext cx="3191510" cy="460375"/>
            <a:chOff x="1190" y="524"/>
            <a:chExt cx="5026" cy="725"/>
          </a:xfrm>
        </p:grpSpPr>
        <p:graphicFrame>
          <p:nvGraphicFramePr>
            <p:cNvPr id="2" name="对象 -2147474278"/>
            <p:cNvGraphicFramePr/>
            <p:nvPr/>
          </p:nvGraphicFramePr>
          <p:xfrm>
            <a:off x="3004" y="615"/>
            <a:ext cx="1174" cy="634"/>
          </p:xfrm>
          <a:graphic>
            <a:graphicData uri="http://schemas.openxmlformats.org/presentationml/2006/ole">
              <mc:AlternateContent xmlns:mc="http://schemas.openxmlformats.org/markup-compatibility/2006">
                <mc:Choice xmlns:v="urn:schemas-microsoft-com:vml" Requires="v">
                  <p:oleObj r:id="rId2" imgW="342900" imgH="177165" progId="Equation.DSMT4">
                    <p:embed/>
                  </p:oleObj>
                </mc:Choice>
                <mc:Fallback>
                  <p:oleObj r:id="rId2" imgW="342900" imgH="177165" progId="Equation.DSMT4">
                    <p:embed/>
                    <p:pic>
                      <p:nvPicPr>
                        <p:cNvPr id="0" name="图片 3075"/>
                        <p:cNvPicPr/>
                        <p:nvPr/>
                      </p:nvPicPr>
                      <p:blipFill>
                        <a:blip r:embed="rId3"/>
                        <a:stretch>
                          <a:fillRect/>
                        </a:stretch>
                      </p:blipFill>
                      <p:spPr>
                        <a:xfrm>
                          <a:off x="3004" y="615"/>
                          <a:ext cx="1174" cy="634"/>
                        </a:xfrm>
                        <a:prstGeom prst="rect">
                          <a:avLst/>
                        </a:prstGeom>
                        <a:noFill/>
                        <a:ln w="38100">
                          <a:noFill/>
                          <a:miter/>
                        </a:ln>
                      </p:spPr>
                    </p:pic>
                  </p:oleObj>
                </mc:Fallback>
              </mc:AlternateContent>
            </a:graphicData>
          </a:graphic>
        </p:graphicFrame>
        <p:sp>
          <p:nvSpPr>
            <p:cNvPr id="3" name="文本框 2"/>
            <p:cNvSpPr txBox="1"/>
            <p:nvPr/>
          </p:nvSpPr>
          <p:spPr>
            <a:xfrm>
              <a:off x="1190" y="524"/>
              <a:ext cx="5027" cy="725"/>
            </a:xfrm>
            <a:prstGeom prst="rect">
              <a:avLst/>
            </a:prstGeom>
            <a:noFill/>
          </p:spPr>
          <p:txBody>
            <a:bodyPr wrap="square" rtlCol="0" anchor="t">
              <a:spAutoFit/>
            </a:bodyPr>
            <a:lstStyle/>
            <a:p>
              <a:r>
                <a:rPr lang="zh-CN" altLang="en-US" sz="2400">
                  <a:solidFill>
                    <a:srgbClr val="000000"/>
                  </a:solidFill>
                  <a:latin typeface="Calibri" panose="020F0502020204030204"/>
                  <a:sym typeface="+mn-ea"/>
                </a:rPr>
                <a:t>（</a:t>
              </a:r>
              <a:r>
                <a:rPr lang="en-US" altLang="zh-CN" sz="2400">
                  <a:solidFill>
                    <a:srgbClr val="000000"/>
                  </a:solidFill>
                  <a:latin typeface="Calibri" panose="020F0502020204030204"/>
                  <a:ea typeface="Calibri" panose="020F0502020204030204"/>
                  <a:sym typeface="+mn-ea"/>
                </a:rPr>
                <a:t>2</a:t>
              </a:r>
              <a:r>
                <a:rPr lang="zh-CN" altLang="en-US" sz="2400">
                  <a:solidFill>
                    <a:srgbClr val="000000"/>
                  </a:solidFill>
                  <a:latin typeface="Calibri" panose="020F0502020204030204"/>
                  <a:sym typeface="+mn-ea"/>
                </a:rPr>
                <a:t>）当</a:t>
              </a:r>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时，</a:t>
              </a:r>
              <a:r>
                <a:rPr lang="en-US" altLang="zh-CN" sz="2400">
                  <a:solidFill>
                    <a:srgbClr val="000000"/>
                  </a:solidFill>
                  <a:latin typeface="Calibri" panose="020F0502020204030204"/>
                  <a:sym typeface="+mn-ea"/>
                </a:rPr>
                <a:t> </a:t>
              </a:r>
            </a:p>
          </p:txBody>
        </p:sp>
      </p:grpSp>
      <p:graphicFrame>
        <p:nvGraphicFramePr>
          <p:cNvPr id="4" name="对象 -2147480017"/>
          <p:cNvGraphicFramePr>
            <a:graphicFrameLocks noChangeAspect="1"/>
          </p:cNvGraphicFramePr>
          <p:nvPr/>
        </p:nvGraphicFramePr>
        <p:xfrm>
          <a:off x="1979930" y="1052830"/>
          <a:ext cx="2529205" cy="1360170"/>
        </p:xfrm>
        <a:graphic>
          <a:graphicData uri="http://schemas.openxmlformats.org/presentationml/2006/ole">
            <mc:AlternateContent xmlns:mc="http://schemas.openxmlformats.org/markup-compatibility/2006">
              <mc:Choice xmlns:v="urn:schemas-microsoft-com:vml" Requires="v">
                <p:oleObj r:id="rId4" imgW="1320165" imgH="711200" progId="Equation.DSMT4">
                  <p:embed/>
                </p:oleObj>
              </mc:Choice>
              <mc:Fallback>
                <p:oleObj r:id="rId4" imgW="1320165" imgH="711200" progId="Equation.DSMT4">
                  <p:embed/>
                  <p:pic>
                    <p:nvPicPr>
                      <p:cNvPr id="0" name="图片 2"/>
                      <p:cNvPicPr/>
                      <p:nvPr/>
                    </p:nvPicPr>
                    <p:blipFill>
                      <a:blip r:embed="rId5"/>
                      <a:stretch>
                        <a:fillRect/>
                      </a:stretch>
                    </p:blipFill>
                    <p:spPr>
                      <a:xfrm>
                        <a:off x="1979930" y="1052830"/>
                        <a:ext cx="2529205" cy="1360170"/>
                      </a:xfrm>
                      <a:prstGeom prst="rect">
                        <a:avLst/>
                      </a:prstGeom>
                      <a:noFill/>
                      <a:ln w="38100">
                        <a:noFill/>
                        <a:miter/>
                      </a:ln>
                    </p:spPr>
                  </p:pic>
                </p:oleObj>
              </mc:Fallback>
            </mc:AlternateContent>
          </a:graphicData>
        </a:graphic>
      </p:graphicFrame>
      <p:grpSp>
        <p:nvGrpSpPr>
          <p:cNvPr id="17" name="组合 16"/>
          <p:cNvGrpSpPr/>
          <p:nvPr/>
        </p:nvGrpSpPr>
        <p:grpSpPr>
          <a:xfrm>
            <a:off x="478155" y="2564765"/>
            <a:ext cx="6470650" cy="459740"/>
            <a:chOff x="753" y="4039"/>
            <a:chExt cx="10190" cy="724"/>
          </a:xfrm>
        </p:grpSpPr>
        <p:graphicFrame>
          <p:nvGraphicFramePr>
            <p:cNvPr id="12" name="对象 11"/>
            <p:cNvGraphicFramePr/>
            <p:nvPr/>
          </p:nvGraphicFramePr>
          <p:xfrm>
            <a:off x="753" y="4071"/>
            <a:ext cx="3172" cy="693"/>
          </p:xfrm>
          <a:graphic>
            <a:graphicData uri="http://schemas.openxmlformats.org/presentationml/2006/ole">
              <mc:AlternateContent xmlns:mc="http://schemas.openxmlformats.org/markup-compatibility/2006">
                <mc:Choice xmlns:v="urn:schemas-microsoft-com:vml" Requires="v">
                  <p:oleObj r:id="rId6" imgW="1270000" imgH="228600" progId="Equation.DSMT4">
                    <p:embed/>
                  </p:oleObj>
                </mc:Choice>
                <mc:Fallback>
                  <p:oleObj r:id="rId6" imgW="1270000" imgH="228600" progId="Equation.DSMT4">
                    <p:embed/>
                    <p:pic>
                      <p:nvPicPr>
                        <p:cNvPr id="0" name="图片 12"/>
                        <p:cNvPicPr/>
                        <p:nvPr/>
                      </p:nvPicPr>
                      <p:blipFill>
                        <a:blip r:embed="rId7"/>
                        <a:stretch>
                          <a:fillRect/>
                        </a:stretch>
                      </p:blipFill>
                      <p:spPr>
                        <a:xfrm>
                          <a:off x="753" y="4071"/>
                          <a:ext cx="3172" cy="693"/>
                        </a:xfrm>
                        <a:prstGeom prst="rect">
                          <a:avLst/>
                        </a:prstGeom>
                      </p:spPr>
                    </p:pic>
                  </p:oleObj>
                </mc:Fallback>
              </mc:AlternateContent>
            </a:graphicData>
          </a:graphic>
        </p:graphicFrame>
        <p:sp>
          <p:nvSpPr>
            <p:cNvPr id="6" name="文本框 5"/>
            <p:cNvSpPr txBox="1"/>
            <p:nvPr/>
          </p:nvSpPr>
          <p:spPr>
            <a:xfrm>
              <a:off x="1077" y="4039"/>
              <a:ext cx="9866" cy="725"/>
            </a:xfrm>
            <a:prstGeom prst="rect">
              <a:avLst/>
            </a:prstGeom>
            <a:noFill/>
          </p:spPr>
          <p:txBody>
            <a:bodyPr wrap="square" rtlCol="0" anchor="t">
              <a:spAutoFit/>
            </a:bodyPr>
            <a:lstStyle/>
            <a:p>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，方程组无解</a:t>
              </a:r>
              <a:r>
                <a:rPr lang="en-US" altLang="zh-CN" sz="2400">
                  <a:solidFill>
                    <a:srgbClr val="000000"/>
                  </a:solidFill>
                  <a:latin typeface="Calibri" panose="020F0502020204030204"/>
                  <a:sym typeface="+mn-ea"/>
                </a:rPr>
                <a:t>.</a:t>
              </a:r>
            </a:p>
          </p:txBody>
        </p:sp>
      </p:grpSp>
      <p:grpSp>
        <p:nvGrpSpPr>
          <p:cNvPr id="16" name="组合 15"/>
          <p:cNvGrpSpPr/>
          <p:nvPr/>
        </p:nvGrpSpPr>
        <p:grpSpPr>
          <a:xfrm>
            <a:off x="539750" y="3197225"/>
            <a:ext cx="3192145" cy="460375"/>
            <a:chOff x="850" y="5035"/>
            <a:chExt cx="5027" cy="725"/>
          </a:xfrm>
        </p:grpSpPr>
        <p:sp>
          <p:nvSpPr>
            <p:cNvPr id="7" name="文本框 6"/>
            <p:cNvSpPr txBox="1"/>
            <p:nvPr/>
          </p:nvSpPr>
          <p:spPr>
            <a:xfrm>
              <a:off x="850" y="5035"/>
              <a:ext cx="5027" cy="725"/>
            </a:xfrm>
            <a:prstGeom prst="rect">
              <a:avLst/>
            </a:prstGeom>
            <a:noFill/>
          </p:spPr>
          <p:txBody>
            <a:bodyPr wrap="square" rtlCol="0" anchor="t">
              <a:spAutoFit/>
            </a:bodyPr>
            <a:lstStyle/>
            <a:p>
              <a:r>
                <a:rPr lang="zh-CN" altLang="en-US" sz="2400">
                  <a:solidFill>
                    <a:srgbClr val="000000"/>
                  </a:solidFill>
                  <a:latin typeface="Calibri" panose="020F0502020204030204"/>
                  <a:sym typeface="+mn-ea"/>
                </a:rPr>
                <a:t>（</a:t>
              </a:r>
              <a:r>
                <a:rPr lang="en-US" altLang="zh-CN" sz="2400">
                  <a:solidFill>
                    <a:srgbClr val="000000"/>
                  </a:solidFill>
                  <a:latin typeface="Calibri" panose="020F0502020204030204"/>
                  <a:ea typeface="Calibri" panose="020F0502020204030204"/>
                  <a:sym typeface="+mn-ea"/>
                </a:rPr>
                <a:t>3</a:t>
              </a:r>
              <a:r>
                <a:rPr lang="zh-CN" altLang="en-US" sz="2400">
                  <a:solidFill>
                    <a:srgbClr val="000000"/>
                  </a:solidFill>
                  <a:latin typeface="Calibri" panose="020F0502020204030204"/>
                  <a:sym typeface="+mn-ea"/>
                </a:rPr>
                <a:t>）当</a:t>
              </a:r>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时，</a:t>
              </a:r>
              <a:r>
                <a:rPr lang="en-US" altLang="zh-CN" sz="2400">
                  <a:solidFill>
                    <a:srgbClr val="000000"/>
                  </a:solidFill>
                  <a:latin typeface="Calibri" panose="020F0502020204030204"/>
                  <a:sym typeface="+mn-ea"/>
                </a:rPr>
                <a:t> </a:t>
              </a:r>
            </a:p>
          </p:txBody>
        </p:sp>
        <p:graphicFrame>
          <p:nvGraphicFramePr>
            <p:cNvPr id="10" name="对象 -2147474278"/>
            <p:cNvGraphicFramePr/>
            <p:nvPr/>
          </p:nvGraphicFramePr>
          <p:xfrm>
            <a:off x="2664" y="5060"/>
            <a:ext cx="1261" cy="634"/>
          </p:xfrm>
          <a:graphic>
            <a:graphicData uri="http://schemas.openxmlformats.org/presentationml/2006/ole">
              <mc:AlternateContent xmlns:mc="http://schemas.openxmlformats.org/markup-compatibility/2006">
                <mc:Choice xmlns:v="urn:schemas-microsoft-com:vml" Requires="v">
                  <p:oleObj r:id="rId8" imgW="368300" imgH="177165" progId="Equation.DSMT4">
                    <p:embed/>
                  </p:oleObj>
                </mc:Choice>
                <mc:Fallback>
                  <p:oleObj r:id="rId8" imgW="368300" imgH="177165" progId="Equation.DSMT4">
                    <p:embed/>
                    <p:pic>
                      <p:nvPicPr>
                        <p:cNvPr id="0" name="图片 3075"/>
                        <p:cNvPicPr/>
                        <p:nvPr/>
                      </p:nvPicPr>
                      <p:blipFill>
                        <a:blip r:embed="rId9"/>
                        <a:stretch>
                          <a:fillRect/>
                        </a:stretch>
                      </p:blipFill>
                      <p:spPr>
                        <a:xfrm>
                          <a:off x="2664" y="5060"/>
                          <a:ext cx="1261" cy="634"/>
                        </a:xfrm>
                        <a:prstGeom prst="rect">
                          <a:avLst/>
                        </a:prstGeom>
                        <a:noFill/>
                        <a:ln w="38100">
                          <a:noFill/>
                          <a:miter/>
                        </a:ln>
                      </p:spPr>
                    </p:pic>
                  </p:oleObj>
                </mc:Fallback>
              </mc:AlternateContent>
            </a:graphicData>
          </a:graphic>
        </p:graphicFrame>
      </p:grpSp>
      <p:graphicFrame>
        <p:nvGraphicFramePr>
          <p:cNvPr id="8" name="对象 -2147480014"/>
          <p:cNvGraphicFramePr>
            <a:graphicFrameLocks noChangeAspect="1"/>
          </p:cNvGraphicFramePr>
          <p:nvPr/>
        </p:nvGraphicFramePr>
        <p:xfrm>
          <a:off x="1907540" y="3933190"/>
          <a:ext cx="2664460" cy="1429385"/>
        </p:xfrm>
        <a:graphic>
          <a:graphicData uri="http://schemas.openxmlformats.org/presentationml/2006/ole">
            <mc:AlternateContent xmlns:mc="http://schemas.openxmlformats.org/markup-compatibility/2006">
              <mc:Choice xmlns:v="urn:schemas-microsoft-com:vml" Requires="v">
                <p:oleObj r:id="rId10" imgW="1320165" imgH="711200" progId="Equation.DSMT4">
                  <p:embed/>
                </p:oleObj>
              </mc:Choice>
              <mc:Fallback>
                <p:oleObj r:id="rId10" imgW="1320165" imgH="711200" progId="Equation.DSMT4">
                  <p:embed/>
                  <p:pic>
                    <p:nvPicPr>
                      <p:cNvPr id="0" name="图片 17"/>
                      <p:cNvPicPr/>
                      <p:nvPr/>
                    </p:nvPicPr>
                    <p:blipFill>
                      <a:blip r:embed="rId11"/>
                      <a:stretch>
                        <a:fillRect/>
                      </a:stretch>
                    </p:blipFill>
                    <p:spPr>
                      <a:xfrm>
                        <a:off x="1907540" y="3933190"/>
                        <a:ext cx="2664460" cy="1429385"/>
                      </a:xfrm>
                      <a:prstGeom prst="rect">
                        <a:avLst/>
                      </a:prstGeom>
                      <a:noFill/>
                      <a:ln w="38100">
                        <a:noFill/>
                        <a:miter/>
                      </a:ln>
                    </p:spPr>
                  </p:pic>
                </p:oleObj>
              </mc:Fallback>
            </mc:AlternateContent>
          </a:graphicData>
        </a:graphic>
      </p:graphicFrame>
      <p:sp>
        <p:nvSpPr>
          <p:cNvPr id="19" name="文本框 18"/>
          <p:cNvSpPr txBox="1"/>
          <p:nvPr/>
        </p:nvSpPr>
        <p:spPr>
          <a:xfrm>
            <a:off x="539750" y="5517515"/>
            <a:ext cx="6264910" cy="460375"/>
          </a:xfrm>
          <a:prstGeom prst="rect">
            <a:avLst/>
          </a:prstGeom>
          <a:noFill/>
        </p:spPr>
        <p:txBody>
          <a:bodyPr wrap="square" rtlCol="0" anchor="t">
            <a:spAutoFit/>
          </a:bodyPr>
          <a:lstStyle/>
          <a:p>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，方程组无穷多个解</a:t>
            </a:r>
            <a:r>
              <a:rPr lang="en-US" altLang="zh-CN" sz="2400">
                <a:solidFill>
                  <a:srgbClr val="000000"/>
                </a:solidFill>
                <a:latin typeface="Calibri" panose="020F0502020204030204"/>
                <a:sym typeface="+mn-ea"/>
              </a:rPr>
              <a:t>.</a:t>
            </a:r>
          </a:p>
        </p:txBody>
      </p:sp>
      <p:graphicFrame>
        <p:nvGraphicFramePr>
          <p:cNvPr id="21" name="对象 20"/>
          <p:cNvGraphicFramePr/>
          <p:nvPr/>
        </p:nvGraphicFramePr>
        <p:xfrm>
          <a:off x="313690" y="5537835"/>
          <a:ext cx="2034540" cy="440055"/>
        </p:xfrm>
        <a:graphic>
          <a:graphicData uri="http://schemas.openxmlformats.org/presentationml/2006/ole">
            <mc:AlternateContent xmlns:mc="http://schemas.openxmlformats.org/markup-compatibility/2006">
              <mc:Choice xmlns:v="urn:schemas-microsoft-com:vml" Requires="v">
                <p:oleObj r:id="rId12" imgW="1282700" imgH="228600" progId="Equation.DSMT4">
                  <p:embed/>
                </p:oleObj>
              </mc:Choice>
              <mc:Fallback>
                <p:oleObj r:id="rId12" imgW="1282700" imgH="228600" progId="Equation.DSMT4">
                  <p:embed/>
                  <p:pic>
                    <p:nvPicPr>
                      <p:cNvPr id="0" name="图片 12"/>
                      <p:cNvPicPr/>
                      <p:nvPr/>
                    </p:nvPicPr>
                    <p:blipFill>
                      <a:blip r:embed="rId13"/>
                      <a:stretch>
                        <a:fillRect/>
                      </a:stretch>
                    </p:blipFill>
                    <p:spPr>
                      <a:xfrm>
                        <a:off x="313690" y="5537835"/>
                        <a:ext cx="2034540" cy="44005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down)">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down)">
                                      <p:cBhvr>
                                        <p:cTn id="32" dur="500"/>
                                        <p:tgtEl>
                                          <p:spTgt spid="21"/>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down)">
                                      <p:cBhvr>
                                        <p:cTn id="3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55650" y="476885"/>
            <a:ext cx="7129780" cy="3002915"/>
          </a:xfrm>
          <a:prstGeom prst="rect">
            <a:avLst/>
          </a:prstGeom>
          <a:noFill/>
        </p:spPr>
        <p:txBody>
          <a:bodyPr wrap="square" rtlCol="0" anchor="t">
            <a:noAutofit/>
          </a:bodyPr>
          <a:lstStyle/>
          <a:p>
            <a:pPr marL="609600" indent="-609600">
              <a:lnSpc>
                <a:spcPct val="80000"/>
              </a:lnSpc>
              <a:spcBef>
                <a:spcPct val="20000"/>
              </a:spcBef>
              <a:buClr>
                <a:srgbClr val="00007D"/>
              </a:buClr>
              <a:buSzPct val="75000"/>
              <a:buFont typeface="Wingdings" panose="05000000000000000000" pitchFamily="2" charset="2"/>
            </a:pPr>
            <a:endParaRPr lang="zh-CN" altLang="en-US" sz="2400" dirty="0">
              <a:solidFill>
                <a:srgbClr val="000000"/>
              </a:solidFill>
              <a:latin typeface="Times New Roman" panose="02020603050405020304" pitchFamily="18" charset="0"/>
              <a:ea typeface="楷体_GB2312"/>
            </a:endParaRPr>
          </a:p>
          <a:p>
            <a:pPr marL="609600" indent="-609600">
              <a:lnSpc>
                <a:spcPct val="80000"/>
              </a:lnSpc>
              <a:spcBef>
                <a:spcPct val="20000"/>
              </a:spcBef>
              <a:buClr>
                <a:srgbClr val="00007D"/>
              </a:buClr>
              <a:buSzPct val="75000"/>
              <a:buFont typeface="Wingdings" panose="05000000000000000000" pitchFamily="2" charset="2"/>
            </a:pPr>
            <a:r>
              <a:rPr lang="zh-CN" altLang="en-US" sz="2400" dirty="0">
                <a:solidFill>
                  <a:srgbClr val="000000"/>
                </a:solidFill>
                <a:ea typeface="楷体_GB2312"/>
                <a:sym typeface="+mn-ea"/>
              </a:rPr>
              <a:t>即得与原方程组同解的方程组</a:t>
            </a:r>
            <a:endParaRPr lang="zh-CN" altLang="en-US" sz="2400" dirty="0">
              <a:solidFill>
                <a:srgbClr val="000000"/>
              </a:solidFill>
              <a:latin typeface="Times New Roman" panose="02020603050405020304" pitchFamily="18" charset="0"/>
              <a:ea typeface="楷体_GB2312"/>
            </a:endParaRPr>
          </a:p>
          <a:p>
            <a:pPr marL="609600" indent="-609600">
              <a:lnSpc>
                <a:spcPct val="80000"/>
              </a:lnSpc>
              <a:spcBef>
                <a:spcPct val="20000"/>
              </a:spcBef>
              <a:buClr>
                <a:srgbClr val="00007D"/>
              </a:buClr>
              <a:buSzPct val="75000"/>
              <a:buFont typeface="Wingdings" panose="05000000000000000000" pitchFamily="2" charset="2"/>
            </a:pPr>
            <a:endParaRPr lang="zh-CN" altLang="en-US" sz="2400" dirty="0">
              <a:solidFill>
                <a:srgbClr val="000000"/>
              </a:solidFill>
              <a:latin typeface="Times New Roman" panose="02020603050405020304" pitchFamily="18" charset="0"/>
              <a:ea typeface="楷体_GB2312"/>
            </a:endParaRPr>
          </a:p>
          <a:p>
            <a:pPr marL="609600" indent="-609600">
              <a:lnSpc>
                <a:spcPct val="80000"/>
              </a:lnSpc>
              <a:spcBef>
                <a:spcPct val="20000"/>
              </a:spcBef>
              <a:buClr>
                <a:srgbClr val="00007D"/>
              </a:buClr>
              <a:buSzPct val="75000"/>
              <a:buFont typeface="Wingdings" panose="05000000000000000000" pitchFamily="2" charset="2"/>
            </a:pPr>
            <a:r>
              <a:rPr lang="zh-CN" altLang="en-US" sz="2400" dirty="0">
                <a:solidFill>
                  <a:srgbClr val="000000"/>
                </a:solidFill>
                <a:ea typeface="楷体_GB2312"/>
                <a:sym typeface="+mn-ea"/>
              </a:rPr>
              <a:t>选 </a:t>
            </a:r>
            <a:r>
              <a:rPr lang="en-US" altLang="zh-CN" sz="2400" i="1" dirty="0">
                <a:solidFill>
                  <a:srgbClr val="000000"/>
                </a:solidFill>
                <a:ea typeface="楷体_GB2312"/>
                <a:sym typeface="+mn-ea"/>
              </a:rPr>
              <a:t>x</a:t>
            </a:r>
            <a:r>
              <a:rPr lang="en-US" altLang="zh-CN" sz="2400" baseline="-25000" dirty="0">
                <a:solidFill>
                  <a:srgbClr val="000000"/>
                </a:solidFill>
                <a:ea typeface="楷体_GB2312"/>
                <a:sym typeface="+mn-ea"/>
              </a:rPr>
              <a:t>3</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做自由变量，令</a:t>
            </a:r>
            <a:r>
              <a:rPr lang="en-US" altLang="zh-CN" sz="2400" i="1" dirty="0">
                <a:solidFill>
                  <a:srgbClr val="000000"/>
                </a:solidFill>
                <a:ea typeface="楷体_GB2312"/>
                <a:sym typeface="+mn-ea"/>
              </a:rPr>
              <a:t>x</a:t>
            </a:r>
            <a:r>
              <a:rPr lang="en-US" altLang="zh-CN" sz="2400" baseline="-25000" dirty="0">
                <a:solidFill>
                  <a:srgbClr val="000000"/>
                </a:solidFill>
                <a:ea typeface="楷体_GB2312"/>
                <a:sym typeface="+mn-ea"/>
              </a:rPr>
              <a:t>3</a:t>
            </a:r>
            <a:r>
              <a:rPr lang="en-US" altLang="zh-CN" sz="2400" dirty="0">
                <a:solidFill>
                  <a:srgbClr val="000000"/>
                </a:solidFill>
                <a:ea typeface="楷体_GB2312"/>
                <a:sym typeface="+mn-ea"/>
              </a:rPr>
              <a:t>=</a:t>
            </a:r>
            <a:r>
              <a:rPr lang="en-US" altLang="zh-CN" sz="2400" i="1" dirty="0">
                <a:solidFill>
                  <a:srgbClr val="000000"/>
                </a:solidFill>
                <a:ea typeface="楷体_GB2312"/>
                <a:sym typeface="+mn-ea"/>
              </a:rPr>
              <a:t>c</a:t>
            </a:r>
            <a:r>
              <a:rPr lang="en-US" altLang="zh-CN" sz="2400" baseline="-25000" dirty="0">
                <a:solidFill>
                  <a:srgbClr val="000000"/>
                </a:solidFill>
                <a:ea typeface="楷体_GB2312"/>
                <a:sym typeface="+mn-ea"/>
              </a:rPr>
              <a:t>1</a:t>
            </a:r>
            <a:r>
              <a:rPr lang="en-US" altLang="zh-CN" sz="2400" i="1" dirty="0">
                <a:solidFill>
                  <a:srgbClr val="000000"/>
                </a:solidFill>
                <a:ea typeface="楷体_GB2312"/>
                <a:sym typeface="+mn-ea"/>
              </a:rPr>
              <a:t>,</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则得方程组的通解为</a:t>
            </a:r>
          </a:p>
          <a:p>
            <a:pPr marL="609600" indent="-609600">
              <a:lnSpc>
                <a:spcPct val="80000"/>
              </a:lnSpc>
              <a:spcBef>
                <a:spcPct val="20000"/>
              </a:spcBef>
              <a:buClr>
                <a:srgbClr val="00007D"/>
              </a:buClr>
              <a:buSzPct val="75000"/>
              <a:buFont typeface="Wingdings" panose="05000000000000000000" pitchFamily="2" charset="2"/>
            </a:pPr>
            <a:endParaRPr lang="zh-CN" altLang="en-US" sz="2400" dirty="0">
              <a:solidFill>
                <a:srgbClr val="000000"/>
              </a:solidFill>
              <a:ea typeface="楷体_GB2312"/>
              <a:sym typeface="+mn-ea"/>
            </a:endParaRPr>
          </a:p>
          <a:p>
            <a:pPr marL="609600" indent="-609600">
              <a:lnSpc>
                <a:spcPct val="80000"/>
              </a:lnSpc>
              <a:spcBef>
                <a:spcPct val="20000"/>
              </a:spcBef>
              <a:buClr>
                <a:srgbClr val="00007D"/>
              </a:buClr>
              <a:buSzPct val="75000"/>
              <a:buFont typeface="Wingdings" panose="05000000000000000000" pitchFamily="2" charset="2"/>
            </a:pPr>
            <a:endParaRPr lang="zh-CN" altLang="en-US" sz="2400" dirty="0">
              <a:solidFill>
                <a:srgbClr val="000000"/>
              </a:solidFill>
              <a:ea typeface="楷体_GB2312"/>
              <a:sym typeface="+mn-ea"/>
            </a:endParaRPr>
          </a:p>
          <a:p>
            <a:pPr marL="609600" indent="-609600">
              <a:lnSpc>
                <a:spcPct val="80000"/>
              </a:lnSpc>
              <a:spcBef>
                <a:spcPct val="20000"/>
              </a:spcBef>
              <a:buClr>
                <a:srgbClr val="00007D"/>
              </a:buClr>
              <a:buSzPct val="75000"/>
              <a:buFont typeface="Wingdings" panose="05000000000000000000" pitchFamily="2" charset="2"/>
            </a:pPr>
            <a:r>
              <a:rPr lang="zh-CN" altLang="en-US" sz="2400" dirty="0">
                <a:solidFill>
                  <a:srgbClr val="000000"/>
                </a:solidFill>
                <a:ea typeface="楷体_GB2312"/>
                <a:sym typeface="+mn-ea"/>
              </a:rPr>
              <a:t>为</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其中</a:t>
            </a:r>
            <a:r>
              <a:rPr lang="en-US" altLang="zh-CN" sz="2400" i="1" dirty="0">
                <a:solidFill>
                  <a:srgbClr val="000000"/>
                </a:solidFill>
                <a:ea typeface="楷体_GB2312"/>
                <a:sym typeface="+mn-ea"/>
              </a:rPr>
              <a:t>c</a:t>
            </a:r>
            <a:r>
              <a:rPr lang="en-US" altLang="zh-CN" sz="2400" baseline="-25000" dirty="0">
                <a:solidFill>
                  <a:srgbClr val="000000"/>
                </a:solidFill>
                <a:ea typeface="楷体_GB2312"/>
                <a:sym typeface="+mn-ea"/>
              </a:rPr>
              <a:t>1</a:t>
            </a:r>
            <a:r>
              <a:rPr lang="zh-CN" altLang="en-US" sz="2400" dirty="0">
                <a:solidFill>
                  <a:srgbClr val="000000"/>
                </a:solidFill>
                <a:ea typeface="楷体_GB2312"/>
                <a:sym typeface="+mn-ea"/>
              </a:rPr>
              <a:t>任意常数</a:t>
            </a:r>
            <a:r>
              <a:rPr lang="en-US" altLang="zh-CN" sz="2400" dirty="0">
                <a:solidFill>
                  <a:srgbClr val="000000"/>
                </a:solidFill>
                <a:ea typeface="楷体_GB2312"/>
                <a:sym typeface="+mn-ea"/>
              </a:rPr>
              <a:t>.</a:t>
            </a:r>
          </a:p>
        </p:txBody>
      </p:sp>
      <p:graphicFrame>
        <p:nvGraphicFramePr>
          <p:cNvPr id="3" name="对象 -2147480012"/>
          <p:cNvGraphicFramePr>
            <a:graphicFrameLocks noChangeAspect="1"/>
          </p:cNvGraphicFramePr>
          <p:nvPr/>
        </p:nvGraphicFramePr>
        <p:xfrm>
          <a:off x="4932045" y="332740"/>
          <a:ext cx="2055495" cy="1176020"/>
        </p:xfrm>
        <a:graphic>
          <a:graphicData uri="http://schemas.openxmlformats.org/presentationml/2006/ole">
            <mc:AlternateContent xmlns:mc="http://schemas.openxmlformats.org/markup-compatibility/2006">
              <mc:Choice xmlns:v="urn:schemas-microsoft-com:vml" Requires="v">
                <p:oleObj r:id="rId2" imgW="838200" imgH="482600" progId="Equation.3">
                  <p:embed/>
                </p:oleObj>
              </mc:Choice>
              <mc:Fallback>
                <p:oleObj r:id="rId2" imgW="838200" imgH="482600" progId="Equation.3">
                  <p:embed/>
                  <p:pic>
                    <p:nvPicPr>
                      <p:cNvPr id="0" name="图片 3075"/>
                      <p:cNvPicPr/>
                      <p:nvPr/>
                    </p:nvPicPr>
                    <p:blipFill>
                      <a:blip r:embed="rId3"/>
                      <a:stretch>
                        <a:fillRect/>
                      </a:stretch>
                    </p:blipFill>
                    <p:spPr>
                      <a:xfrm>
                        <a:off x="4932045" y="332740"/>
                        <a:ext cx="2055495" cy="1176020"/>
                      </a:xfrm>
                      <a:prstGeom prst="rect">
                        <a:avLst/>
                      </a:prstGeom>
                      <a:noFill/>
                      <a:ln w="38100">
                        <a:noFill/>
                        <a:miter/>
                      </a:ln>
                    </p:spPr>
                  </p:pic>
                </p:oleObj>
              </mc:Fallback>
            </mc:AlternateContent>
          </a:graphicData>
        </a:graphic>
      </p:graphicFrame>
      <p:graphicFrame>
        <p:nvGraphicFramePr>
          <p:cNvPr id="4" name="对象 -2147480009"/>
          <p:cNvGraphicFramePr/>
          <p:nvPr/>
        </p:nvGraphicFramePr>
        <p:xfrm>
          <a:off x="1259840" y="2132965"/>
          <a:ext cx="1427480" cy="1289050"/>
        </p:xfrm>
        <a:graphic>
          <a:graphicData uri="http://schemas.openxmlformats.org/presentationml/2006/ole">
            <mc:AlternateContent xmlns:mc="http://schemas.openxmlformats.org/markup-compatibility/2006">
              <mc:Choice xmlns:v="urn:schemas-microsoft-com:vml" Requires="v">
                <p:oleObj r:id="rId4" imgW="825500" imgH="711200" progId="Equation.DSMT4">
                  <p:embed/>
                </p:oleObj>
              </mc:Choice>
              <mc:Fallback>
                <p:oleObj r:id="rId4" imgW="825500" imgH="711200" progId="Equation.DSMT4">
                  <p:embed/>
                  <p:pic>
                    <p:nvPicPr>
                      <p:cNvPr id="0" name="图片 2"/>
                      <p:cNvPicPr/>
                      <p:nvPr/>
                    </p:nvPicPr>
                    <p:blipFill>
                      <a:blip r:embed="rId5"/>
                      <a:stretch>
                        <a:fillRect/>
                      </a:stretch>
                    </p:blipFill>
                    <p:spPr>
                      <a:xfrm>
                        <a:off x="1259840" y="2132965"/>
                        <a:ext cx="1427480" cy="1289050"/>
                      </a:xfrm>
                      <a:prstGeom prst="rect">
                        <a:avLst/>
                      </a:prstGeom>
                      <a:noFill/>
                      <a:ln w="38100">
                        <a:noFill/>
                        <a:miter/>
                      </a:ln>
                    </p:spPr>
                  </p:pic>
                </p:oleObj>
              </mc:Fallback>
            </mc:AlternateContent>
          </a:graphicData>
        </a:graphic>
      </p:graphicFrame>
      <p:sp>
        <p:nvSpPr>
          <p:cNvPr id="6" name="文本框 5"/>
          <p:cNvSpPr txBox="1"/>
          <p:nvPr/>
        </p:nvSpPr>
        <p:spPr>
          <a:xfrm>
            <a:off x="755650" y="3716973"/>
            <a:ext cx="5080000" cy="460375"/>
          </a:xfrm>
          <a:prstGeom prst="rect">
            <a:avLst/>
          </a:prstGeom>
        </p:spPr>
        <p:txBody>
          <a:bodyPr>
            <a:spAutoFit/>
          </a:bodyPr>
          <a:lstStyle/>
          <a:p>
            <a:pPr marL="0" indent="0" algn="just" defTabSz="266700">
              <a:spcBef>
                <a:spcPct val="0"/>
              </a:spcBef>
              <a:spcAft>
                <a:spcPct val="0"/>
              </a:spcAft>
            </a:pPr>
            <a:r>
              <a:rPr lang="zh-CN" altLang="en-US" sz="2400" b="1" dirty="0">
                <a:solidFill>
                  <a:srgbClr val="FF3300"/>
                </a:solidFill>
                <a:ea typeface="楷体_GB2312"/>
              </a:rPr>
              <a:t>方法二：</a:t>
            </a:r>
          </a:p>
        </p:txBody>
      </p:sp>
      <p:sp>
        <p:nvSpPr>
          <p:cNvPr id="7" name="文本框 6"/>
          <p:cNvSpPr txBox="1"/>
          <p:nvPr/>
        </p:nvSpPr>
        <p:spPr>
          <a:xfrm>
            <a:off x="1331595" y="4364990"/>
            <a:ext cx="5080000" cy="640715"/>
          </a:xfrm>
          <a:prstGeom prst="rect">
            <a:avLst/>
          </a:prstGeom>
        </p:spPr>
        <p:txBody>
          <a:bodyPr>
            <a:noAutofit/>
          </a:bodyPr>
          <a:lstStyle/>
          <a:p>
            <a:pPr marL="0" indent="0" algn="just" defTabSz="266700">
              <a:spcBef>
                <a:spcPct val="0"/>
              </a:spcBef>
              <a:spcAft>
                <a:spcPct val="0"/>
              </a:spcAft>
            </a:pPr>
            <a:r>
              <a:rPr lang="en-US" altLang="zh-CN" sz="2400" dirty="0">
                <a:solidFill>
                  <a:srgbClr val="000000"/>
                </a:solidFill>
                <a:ea typeface="楷体_GB2312"/>
              </a:rPr>
              <a:t>求系数矩阵</a:t>
            </a:r>
            <a:r>
              <a:rPr lang="en-US" altLang="zh-CN" sz="2400" i="1" dirty="0">
                <a:solidFill>
                  <a:srgbClr val="000000"/>
                </a:solidFill>
                <a:ea typeface="楷体_GB2312"/>
                <a:sym typeface="+mn-ea"/>
              </a:rPr>
              <a:t>A</a:t>
            </a:r>
            <a:r>
              <a:rPr lang="zh-CN" altLang="en-US" sz="2400">
                <a:solidFill>
                  <a:srgbClr val="000000"/>
                </a:solidFill>
                <a:latin typeface="Calibri" panose="020F0502020204030204"/>
                <a:sym typeface="+mn-ea"/>
              </a:rPr>
              <a:t>的行列式，</a:t>
            </a:r>
            <a:endParaRPr lang="zh-CN" altLang="en-US" sz="2400">
              <a:solidFill>
                <a:srgbClr val="000000"/>
              </a:solidFill>
              <a:latin typeface="Calibri" panose="020F0502020204030204"/>
              <a:ea typeface="宋体" panose="02010600030101010101" pitchFamily="2" charset="-122"/>
            </a:endParaRPr>
          </a:p>
          <a:p>
            <a:pPr marL="0" indent="0" algn="just" defTabSz="266700">
              <a:spcBef>
                <a:spcPct val="0"/>
              </a:spcBef>
              <a:spcAft>
                <a:spcPct val="0"/>
              </a:spcAft>
            </a:pPr>
            <a:endParaRPr lang="en-US" altLang="zh-CN" sz="2400" dirty="0">
              <a:solidFill>
                <a:srgbClr val="000000"/>
              </a:solidFill>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par>
                                <p:cTn id="11" presetID="3" presetClass="entr" presetSubtype="1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2147474276"/>
          <p:cNvGraphicFramePr>
            <a:graphicFrameLocks noChangeAspect="1"/>
          </p:cNvGraphicFramePr>
          <p:nvPr/>
        </p:nvGraphicFramePr>
        <p:xfrm>
          <a:off x="321945" y="692150"/>
          <a:ext cx="8545830" cy="2666365"/>
        </p:xfrm>
        <a:graphic>
          <a:graphicData uri="http://schemas.openxmlformats.org/presentationml/2006/ole">
            <mc:AlternateContent xmlns:mc="http://schemas.openxmlformats.org/markup-compatibility/2006">
              <mc:Choice xmlns:v="urn:schemas-microsoft-com:vml" Requires="v">
                <p:oleObj r:id="rId2" imgW="4559300" imgH="1422400" progId="Equation.DSMT4">
                  <p:embed/>
                </p:oleObj>
              </mc:Choice>
              <mc:Fallback>
                <p:oleObj r:id="rId2" imgW="4559300" imgH="1422400" progId="Equation.DSMT4">
                  <p:embed/>
                  <p:pic>
                    <p:nvPicPr>
                      <p:cNvPr id="0" name="图片 3075"/>
                      <p:cNvPicPr/>
                      <p:nvPr/>
                    </p:nvPicPr>
                    <p:blipFill>
                      <a:blip r:embed="rId3"/>
                      <a:stretch>
                        <a:fillRect/>
                      </a:stretch>
                    </p:blipFill>
                    <p:spPr>
                      <a:xfrm>
                        <a:off x="321945" y="692150"/>
                        <a:ext cx="8545830" cy="2666365"/>
                      </a:xfrm>
                      <a:prstGeom prst="rect">
                        <a:avLst/>
                      </a:prstGeom>
                      <a:noFill/>
                      <a:ln w="38100">
                        <a:noFill/>
                        <a:miter/>
                      </a:ln>
                    </p:spPr>
                  </p:pic>
                </p:oleObj>
              </mc:Fallback>
            </mc:AlternateContent>
          </a:graphicData>
        </a:graphic>
      </p:graphicFrame>
      <p:grpSp>
        <p:nvGrpSpPr>
          <p:cNvPr id="8" name="组合 7"/>
          <p:cNvGrpSpPr/>
          <p:nvPr/>
        </p:nvGrpSpPr>
        <p:grpSpPr>
          <a:xfrm>
            <a:off x="755015" y="3532505"/>
            <a:ext cx="7177405" cy="982345"/>
            <a:chOff x="1190" y="5675"/>
            <a:chExt cx="11303" cy="1547"/>
          </a:xfrm>
        </p:grpSpPr>
        <p:sp>
          <p:nvSpPr>
            <p:cNvPr id="3" name="文本框 2"/>
            <p:cNvSpPr txBox="1"/>
            <p:nvPr/>
          </p:nvSpPr>
          <p:spPr>
            <a:xfrm>
              <a:off x="1190" y="5675"/>
              <a:ext cx="11303" cy="1547"/>
            </a:xfrm>
            <a:prstGeom prst="rect">
              <a:avLst/>
            </a:prstGeom>
            <a:noFill/>
          </p:spPr>
          <p:txBody>
            <a:bodyPr wrap="square" rtlCol="0" anchor="t">
              <a:noAutofit/>
            </a:bodyPr>
            <a:lstStyle/>
            <a:p>
              <a:pPr>
                <a:lnSpc>
                  <a:spcPct val="140000"/>
                </a:lnSpc>
              </a:pPr>
              <a:r>
                <a:rPr lang="zh-CN" altLang="en-US" sz="2400">
                  <a:solidFill>
                    <a:srgbClr val="000000"/>
                  </a:solidFill>
                  <a:latin typeface="Calibri" panose="020F0502020204030204"/>
                  <a:sym typeface="+mn-ea"/>
                </a:rPr>
                <a:t>（</a:t>
              </a:r>
              <a:r>
                <a:rPr lang="en-US" altLang="zh-CN" sz="2400">
                  <a:solidFill>
                    <a:srgbClr val="000000"/>
                  </a:solidFill>
                  <a:latin typeface="Calibri" panose="020F0502020204030204"/>
                  <a:ea typeface="Calibri" panose="020F0502020204030204"/>
                  <a:sym typeface="+mn-ea"/>
                </a:rPr>
                <a:t>1</a:t>
              </a:r>
              <a:r>
                <a:rPr lang="zh-CN" altLang="en-US" sz="2400">
                  <a:solidFill>
                    <a:srgbClr val="000000"/>
                  </a:solidFill>
                  <a:latin typeface="Calibri" panose="020F0502020204030204"/>
                  <a:sym typeface="+mn-ea"/>
                </a:rPr>
                <a:t>）当</a:t>
              </a:r>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时，</a:t>
              </a:r>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，方程组有唯一解，由克拉姆法则求得原方程组的解为</a:t>
              </a:r>
            </a:p>
          </p:txBody>
        </p:sp>
        <p:graphicFrame>
          <p:nvGraphicFramePr>
            <p:cNvPr id="10" name="对象 -2147474278"/>
            <p:cNvGraphicFramePr/>
            <p:nvPr/>
          </p:nvGraphicFramePr>
          <p:xfrm>
            <a:off x="3118" y="5853"/>
            <a:ext cx="2637" cy="696"/>
          </p:xfrm>
          <a:graphic>
            <a:graphicData uri="http://schemas.openxmlformats.org/presentationml/2006/ole">
              <mc:AlternateContent xmlns:mc="http://schemas.openxmlformats.org/markup-compatibility/2006">
                <mc:Choice xmlns:v="urn:schemas-microsoft-com:vml" Requires="v">
                  <p:oleObj r:id="rId4" imgW="825500" imgH="190500" progId="Equation.DSMT4">
                    <p:embed/>
                  </p:oleObj>
                </mc:Choice>
                <mc:Fallback>
                  <p:oleObj r:id="rId4" imgW="825500" imgH="190500" progId="Equation.DSMT4">
                    <p:embed/>
                    <p:pic>
                      <p:nvPicPr>
                        <p:cNvPr id="0" name="图片 3075"/>
                        <p:cNvPicPr/>
                        <p:nvPr/>
                      </p:nvPicPr>
                      <p:blipFill>
                        <a:blip r:embed="rId5"/>
                        <a:stretch>
                          <a:fillRect/>
                        </a:stretch>
                      </p:blipFill>
                      <p:spPr>
                        <a:xfrm>
                          <a:off x="3118" y="5853"/>
                          <a:ext cx="2637" cy="696"/>
                        </a:xfrm>
                        <a:prstGeom prst="rect">
                          <a:avLst/>
                        </a:prstGeom>
                        <a:noFill/>
                        <a:ln w="38100">
                          <a:noFill/>
                          <a:miter/>
                        </a:ln>
                      </p:spPr>
                    </p:pic>
                  </p:oleObj>
                </mc:Fallback>
              </mc:AlternateContent>
            </a:graphicData>
          </a:graphic>
        </p:graphicFrame>
        <p:graphicFrame>
          <p:nvGraphicFramePr>
            <p:cNvPr id="4" name="对象 3"/>
            <p:cNvGraphicFramePr/>
            <p:nvPr/>
          </p:nvGraphicFramePr>
          <p:xfrm>
            <a:off x="6520" y="5771"/>
            <a:ext cx="3273" cy="778"/>
          </p:xfrm>
          <a:graphic>
            <a:graphicData uri="http://schemas.openxmlformats.org/presentationml/2006/ole">
              <mc:AlternateContent xmlns:mc="http://schemas.openxmlformats.org/markup-compatibility/2006">
                <mc:Choice xmlns:v="urn:schemas-microsoft-com:vml" Requires="v">
                  <p:oleObj r:id="rId6" imgW="600710" imgH="422275" progId="Equation.DSMT4">
                    <p:embed/>
                  </p:oleObj>
                </mc:Choice>
                <mc:Fallback>
                  <p:oleObj r:id="rId6" imgW="600710" imgH="422275" progId="Equation.DSMT4">
                    <p:embed/>
                    <p:pic>
                      <p:nvPicPr>
                        <p:cNvPr id="0" name="图片 3"/>
                        <p:cNvPicPr/>
                        <p:nvPr/>
                      </p:nvPicPr>
                      <p:blipFill>
                        <a:blip r:embed="rId7"/>
                        <a:stretch>
                          <a:fillRect/>
                        </a:stretch>
                      </p:blipFill>
                      <p:spPr>
                        <a:xfrm>
                          <a:off x="6520" y="5771"/>
                          <a:ext cx="3273" cy="778"/>
                        </a:xfrm>
                        <a:prstGeom prst="rect">
                          <a:avLst/>
                        </a:prstGeom>
                      </p:spPr>
                    </p:pic>
                  </p:oleObj>
                </mc:Fallback>
              </mc:AlternateContent>
            </a:graphicData>
          </a:graphic>
        </p:graphicFrame>
      </p:grpSp>
      <p:graphicFrame>
        <p:nvGraphicFramePr>
          <p:cNvPr id="6" name="对象 -2147480002"/>
          <p:cNvGraphicFramePr/>
          <p:nvPr/>
        </p:nvGraphicFramePr>
        <p:xfrm>
          <a:off x="3420110" y="4581525"/>
          <a:ext cx="1376680" cy="1778000"/>
        </p:xfrm>
        <a:graphic>
          <a:graphicData uri="http://schemas.openxmlformats.org/presentationml/2006/ole">
            <mc:AlternateContent xmlns:mc="http://schemas.openxmlformats.org/markup-compatibility/2006">
              <mc:Choice xmlns:v="urn:schemas-microsoft-com:vml" Requires="v">
                <p:oleObj r:id="rId8" imgW="850900" imgH="1066800" progId="Equation.DSMT4">
                  <p:embed/>
                </p:oleObj>
              </mc:Choice>
              <mc:Fallback>
                <p:oleObj r:id="rId8" imgW="850900" imgH="1066800" progId="Equation.DSMT4">
                  <p:embed/>
                  <p:pic>
                    <p:nvPicPr>
                      <p:cNvPr id="0" name="图片 4"/>
                      <p:cNvPicPr/>
                      <p:nvPr/>
                    </p:nvPicPr>
                    <p:blipFill>
                      <a:blip r:embed="rId9"/>
                      <a:stretch>
                        <a:fillRect/>
                      </a:stretch>
                    </p:blipFill>
                    <p:spPr>
                      <a:xfrm>
                        <a:off x="3420110" y="4581525"/>
                        <a:ext cx="1376680" cy="17780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custDataLst>
              <p:tags r:id="rId1"/>
            </p:custDataLst>
          </p:nvPr>
        </p:nvGrpSpPr>
        <p:grpSpPr>
          <a:xfrm>
            <a:off x="712470" y="821055"/>
            <a:ext cx="7177405" cy="460375"/>
            <a:chOff x="1190" y="1544"/>
            <a:chExt cx="11303" cy="725"/>
          </a:xfrm>
        </p:grpSpPr>
        <p:sp>
          <p:nvSpPr>
            <p:cNvPr id="2" name="文本框 1"/>
            <p:cNvSpPr txBox="1"/>
            <p:nvPr>
              <p:custDataLst>
                <p:tags r:id="rId12"/>
              </p:custDataLst>
            </p:nvPr>
          </p:nvSpPr>
          <p:spPr>
            <a:xfrm>
              <a:off x="1190" y="1544"/>
              <a:ext cx="11303" cy="725"/>
            </a:xfrm>
            <a:prstGeom prst="rect">
              <a:avLst/>
            </a:prstGeom>
            <a:noFill/>
          </p:spPr>
          <p:txBody>
            <a:bodyPr wrap="square" rtlCol="0" anchor="t">
              <a:spAutoFit/>
            </a:bodyPr>
            <a:lstStyle/>
            <a:p>
              <a:r>
                <a:rPr lang="zh-CN" altLang="en-US" sz="2400">
                  <a:solidFill>
                    <a:srgbClr val="000000"/>
                  </a:solidFill>
                  <a:latin typeface="Calibri" panose="020F0502020204030204"/>
                  <a:sym typeface="+mn-ea"/>
                </a:rPr>
                <a:t>（</a:t>
              </a:r>
              <a:r>
                <a:rPr lang="en-US" altLang="zh-CN" sz="2400">
                  <a:solidFill>
                    <a:srgbClr val="000000"/>
                  </a:solidFill>
                  <a:latin typeface="Calibri" panose="020F0502020204030204"/>
                  <a:ea typeface="Calibri" panose="020F0502020204030204"/>
                  <a:sym typeface="+mn-ea"/>
                </a:rPr>
                <a:t>2</a:t>
              </a:r>
              <a:r>
                <a:rPr lang="zh-CN" altLang="en-US" sz="2400">
                  <a:solidFill>
                    <a:srgbClr val="000000"/>
                  </a:solidFill>
                  <a:latin typeface="Calibri" panose="020F0502020204030204"/>
                  <a:sym typeface="+mn-ea"/>
                </a:rPr>
                <a:t>）当</a:t>
              </a:r>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时，由</a:t>
              </a:r>
              <a:r>
                <a:rPr lang="en-US" altLang="zh-CN" sz="2400">
                  <a:solidFill>
                    <a:srgbClr val="000000"/>
                  </a:solidFill>
                  <a:latin typeface="Calibri" panose="020F0502020204030204"/>
                  <a:sym typeface="+mn-ea"/>
                </a:rPr>
                <a:t>                        </a:t>
              </a:r>
              <a:endParaRPr lang="zh-CN" altLang="en-US" sz="2400">
                <a:solidFill>
                  <a:srgbClr val="000000"/>
                </a:solidFill>
                <a:latin typeface="Calibri" panose="020F0502020204030204"/>
                <a:sym typeface="+mn-ea"/>
              </a:endParaRPr>
            </a:p>
          </p:txBody>
        </p:sp>
        <p:graphicFrame>
          <p:nvGraphicFramePr>
            <p:cNvPr id="10" name="对象 -2147474278"/>
            <p:cNvGraphicFramePr/>
            <p:nvPr>
              <p:custDataLst>
                <p:tags r:id="rId13"/>
              </p:custDataLst>
            </p:nvPr>
          </p:nvGraphicFramePr>
          <p:xfrm>
            <a:off x="3118" y="1565"/>
            <a:ext cx="1096" cy="556"/>
          </p:xfrm>
          <a:graphic>
            <a:graphicData uri="http://schemas.openxmlformats.org/presentationml/2006/ole">
              <mc:AlternateContent xmlns:mc="http://schemas.openxmlformats.org/markup-compatibility/2006">
                <mc:Choice xmlns:v="urn:schemas-microsoft-com:vml" Requires="v">
                  <p:oleObj r:id="rId15" imgW="342900" imgH="177165" progId="Equation.DSMT4">
                    <p:embed/>
                  </p:oleObj>
                </mc:Choice>
                <mc:Fallback>
                  <p:oleObj r:id="rId15" imgW="342900" imgH="177165" progId="Equation.DSMT4">
                    <p:embed/>
                    <p:pic>
                      <p:nvPicPr>
                        <p:cNvPr id="0" name="图片 3075"/>
                        <p:cNvPicPr/>
                        <p:nvPr/>
                      </p:nvPicPr>
                      <p:blipFill>
                        <a:blip r:embed="rId16"/>
                        <a:stretch>
                          <a:fillRect/>
                        </a:stretch>
                      </p:blipFill>
                      <p:spPr>
                        <a:xfrm>
                          <a:off x="3118" y="1565"/>
                          <a:ext cx="1096" cy="556"/>
                        </a:xfrm>
                        <a:prstGeom prst="rect">
                          <a:avLst/>
                        </a:prstGeom>
                        <a:noFill/>
                        <a:ln w="38100">
                          <a:noFill/>
                          <a:miter/>
                        </a:ln>
                      </p:spPr>
                    </p:pic>
                  </p:oleObj>
                </mc:Fallback>
              </mc:AlternateContent>
            </a:graphicData>
          </a:graphic>
        </p:graphicFrame>
      </p:grpSp>
      <p:graphicFrame>
        <p:nvGraphicFramePr>
          <p:cNvPr id="3" name="对象 -2147479997"/>
          <p:cNvGraphicFramePr>
            <a:graphicFrameLocks noChangeAspect="1"/>
          </p:cNvGraphicFramePr>
          <p:nvPr>
            <p:custDataLst>
              <p:tags r:id="rId2"/>
            </p:custDataLst>
          </p:nvPr>
        </p:nvGraphicFramePr>
        <p:xfrm>
          <a:off x="1576705" y="1365885"/>
          <a:ext cx="3967480" cy="1014730"/>
        </p:xfrm>
        <a:graphic>
          <a:graphicData uri="http://schemas.openxmlformats.org/presentationml/2006/ole">
            <mc:AlternateContent xmlns:mc="http://schemas.openxmlformats.org/markup-compatibility/2006">
              <mc:Choice xmlns:v="urn:schemas-microsoft-com:vml" Requires="v">
                <p:oleObj r:id="rId17" imgW="2781300" imgH="711200" progId="Equation.3">
                  <p:embed/>
                </p:oleObj>
              </mc:Choice>
              <mc:Fallback>
                <p:oleObj r:id="rId17" imgW="2781300" imgH="711200" progId="Equation.3">
                  <p:embed/>
                  <p:pic>
                    <p:nvPicPr>
                      <p:cNvPr id="0" name="图片 3075"/>
                      <p:cNvPicPr/>
                      <p:nvPr/>
                    </p:nvPicPr>
                    <p:blipFill>
                      <a:blip r:embed="rId18"/>
                      <a:stretch>
                        <a:fillRect/>
                      </a:stretch>
                    </p:blipFill>
                    <p:spPr>
                      <a:xfrm>
                        <a:off x="1576705" y="1365885"/>
                        <a:ext cx="3967480" cy="1014730"/>
                      </a:xfrm>
                      <a:prstGeom prst="rect">
                        <a:avLst/>
                      </a:prstGeom>
                      <a:noFill/>
                      <a:ln w="38100">
                        <a:noFill/>
                        <a:miter/>
                      </a:ln>
                    </p:spPr>
                  </p:pic>
                </p:oleObj>
              </mc:Fallback>
            </mc:AlternateContent>
          </a:graphicData>
        </a:graphic>
      </p:graphicFrame>
      <p:grpSp>
        <p:nvGrpSpPr>
          <p:cNvPr id="18" name="组合 17"/>
          <p:cNvGrpSpPr/>
          <p:nvPr>
            <p:custDataLst>
              <p:tags r:id="rId3"/>
            </p:custDataLst>
          </p:nvPr>
        </p:nvGrpSpPr>
        <p:grpSpPr>
          <a:xfrm>
            <a:off x="434975" y="2400935"/>
            <a:ext cx="6139180" cy="460375"/>
            <a:chOff x="2551" y="4005"/>
            <a:chExt cx="9668" cy="725"/>
          </a:xfrm>
        </p:grpSpPr>
        <p:graphicFrame>
          <p:nvGraphicFramePr>
            <p:cNvPr id="12" name="对象 11"/>
            <p:cNvGraphicFramePr/>
            <p:nvPr>
              <p:custDataLst>
                <p:tags r:id="rId10"/>
              </p:custDataLst>
            </p:nvPr>
          </p:nvGraphicFramePr>
          <p:xfrm>
            <a:off x="3231" y="4027"/>
            <a:ext cx="3172" cy="693"/>
          </p:xfrm>
          <a:graphic>
            <a:graphicData uri="http://schemas.openxmlformats.org/presentationml/2006/ole">
              <mc:AlternateContent xmlns:mc="http://schemas.openxmlformats.org/markup-compatibility/2006">
                <mc:Choice xmlns:v="urn:schemas-microsoft-com:vml" Requires="v">
                  <p:oleObj r:id="rId19" imgW="1270000" imgH="228600" progId="Equation.DSMT4">
                    <p:embed/>
                  </p:oleObj>
                </mc:Choice>
                <mc:Fallback>
                  <p:oleObj r:id="rId19" imgW="1270000" imgH="228600" progId="Equation.DSMT4">
                    <p:embed/>
                    <p:pic>
                      <p:nvPicPr>
                        <p:cNvPr id="0" name="图片 12"/>
                        <p:cNvPicPr/>
                        <p:nvPr/>
                      </p:nvPicPr>
                      <p:blipFill>
                        <a:blip r:embed="rId20"/>
                        <a:stretch>
                          <a:fillRect/>
                        </a:stretch>
                      </p:blipFill>
                      <p:spPr>
                        <a:xfrm>
                          <a:off x="3231" y="4027"/>
                          <a:ext cx="3172" cy="693"/>
                        </a:xfrm>
                        <a:prstGeom prst="rect">
                          <a:avLst/>
                        </a:prstGeom>
                      </p:spPr>
                    </p:pic>
                  </p:oleObj>
                </mc:Fallback>
              </mc:AlternateContent>
            </a:graphicData>
          </a:graphic>
        </p:graphicFrame>
        <p:sp>
          <p:nvSpPr>
            <p:cNvPr id="5" name="文本框 4"/>
            <p:cNvSpPr txBox="1"/>
            <p:nvPr>
              <p:custDataLst>
                <p:tags r:id="rId11"/>
              </p:custDataLst>
            </p:nvPr>
          </p:nvSpPr>
          <p:spPr>
            <a:xfrm>
              <a:off x="2551" y="4005"/>
              <a:ext cx="9668" cy="725"/>
            </a:xfrm>
            <a:prstGeom prst="rect">
              <a:avLst/>
            </a:prstGeom>
            <a:noFill/>
          </p:spPr>
          <p:txBody>
            <a:bodyPr wrap="square" rtlCol="0" anchor="t">
              <a:spAutoFit/>
            </a:bodyPr>
            <a:lstStyle/>
            <a:p>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知</a:t>
              </a:r>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，方程组无解</a:t>
              </a:r>
              <a:r>
                <a:rPr lang="en-US" altLang="zh-CN" sz="2400">
                  <a:solidFill>
                    <a:srgbClr val="000000"/>
                  </a:solidFill>
                  <a:latin typeface="Calibri" panose="020F0502020204030204"/>
                  <a:sym typeface="+mn-ea"/>
                </a:rPr>
                <a:t>.</a:t>
              </a:r>
            </a:p>
          </p:txBody>
        </p:sp>
      </p:grpSp>
      <p:grpSp>
        <p:nvGrpSpPr>
          <p:cNvPr id="7" name="组合 6"/>
          <p:cNvGrpSpPr/>
          <p:nvPr>
            <p:custDataLst>
              <p:tags r:id="rId4"/>
            </p:custDataLst>
          </p:nvPr>
        </p:nvGrpSpPr>
        <p:grpSpPr>
          <a:xfrm>
            <a:off x="434975" y="3094355"/>
            <a:ext cx="7177405" cy="460375"/>
            <a:chOff x="1190" y="1544"/>
            <a:chExt cx="11303" cy="725"/>
          </a:xfrm>
        </p:grpSpPr>
        <p:sp>
          <p:nvSpPr>
            <p:cNvPr id="8" name="文本框 7"/>
            <p:cNvSpPr txBox="1"/>
            <p:nvPr>
              <p:custDataLst>
                <p:tags r:id="rId8"/>
              </p:custDataLst>
            </p:nvPr>
          </p:nvSpPr>
          <p:spPr>
            <a:xfrm>
              <a:off x="1190" y="1544"/>
              <a:ext cx="11303" cy="725"/>
            </a:xfrm>
            <a:prstGeom prst="rect">
              <a:avLst/>
            </a:prstGeom>
            <a:noFill/>
          </p:spPr>
          <p:txBody>
            <a:bodyPr wrap="square" rtlCol="0" anchor="t">
              <a:spAutoFit/>
            </a:bodyPr>
            <a:lstStyle/>
            <a:p>
              <a:r>
                <a:rPr lang="zh-CN" altLang="en-US" sz="2400">
                  <a:solidFill>
                    <a:srgbClr val="000000"/>
                  </a:solidFill>
                  <a:latin typeface="Calibri" panose="020F0502020204030204"/>
                  <a:sym typeface="+mn-ea"/>
                </a:rPr>
                <a:t>（</a:t>
              </a:r>
              <a:r>
                <a:rPr lang="en-US" altLang="zh-CN" sz="2400">
                  <a:solidFill>
                    <a:srgbClr val="000000"/>
                  </a:solidFill>
                  <a:latin typeface="Calibri" panose="020F0502020204030204"/>
                  <a:ea typeface="Calibri" panose="020F0502020204030204"/>
                  <a:sym typeface="+mn-ea"/>
                </a:rPr>
                <a:t>3</a:t>
              </a:r>
              <a:r>
                <a:rPr lang="zh-CN" altLang="en-US" sz="2400">
                  <a:solidFill>
                    <a:srgbClr val="000000"/>
                  </a:solidFill>
                  <a:latin typeface="Calibri" panose="020F0502020204030204"/>
                  <a:sym typeface="+mn-ea"/>
                </a:rPr>
                <a:t>）当</a:t>
              </a:r>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时，由</a:t>
              </a:r>
              <a:r>
                <a:rPr lang="en-US" altLang="zh-CN" sz="2400">
                  <a:solidFill>
                    <a:srgbClr val="000000"/>
                  </a:solidFill>
                  <a:latin typeface="Calibri" panose="020F0502020204030204"/>
                  <a:sym typeface="+mn-ea"/>
                </a:rPr>
                <a:t>                        </a:t>
              </a:r>
              <a:endParaRPr lang="zh-CN" altLang="en-US" sz="2400">
                <a:solidFill>
                  <a:srgbClr val="000000"/>
                </a:solidFill>
                <a:latin typeface="Calibri" panose="020F0502020204030204"/>
                <a:sym typeface="+mn-ea"/>
              </a:endParaRPr>
            </a:p>
          </p:txBody>
        </p:sp>
        <p:graphicFrame>
          <p:nvGraphicFramePr>
            <p:cNvPr id="9" name="对象 -2147474278"/>
            <p:cNvGraphicFramePr/>
            <p:nvPr>
              <p:custDataLst>
                <p:tags r:id="rId9"/>
              </p:custDataLst>
            </p:nvPr>
          </p:nvGraphicFramePr>
          <p:xfrm>
            <a:off x="3077" y="1565"/>
            <a:ext cx="1178" cy="556"/>
          </p:xfrm>
          <a:graphic>
            <a:graphicData uri="http://schemas.openxmlformats.org/presentationml/2006/ole">
              <mc:AlternateContent xmlns:mc="http://schemas.openxmlformats.org/markup-compatibility/2006">
                <mc:Choice xmlns:v="urn:schemas-microsoft-com:vml" Requires="v">
                  <p:oleObj r:id="rId21" imgW="368300" imgH="177165" progId="Equation.DSMT4">
                    <p:embed/>
                  </p:oleObj>
                </mc:Choice>
                <mc:Fallback>
                  <p:oleObj r:id="rId21" imgW="368300" imgH="177165" progId="Equation.DSMT4">
                    <p:embed/>
                    <p:pic>
                      <p:nvPicPr>
                        <p:cNvPr id="0" name="图片 3075"/>
                        <p:cNvPicPr/>
                        <p:nvPr/>
                      </p:nvPicPr>
                      <p:blipFill>
                        <a:blip r:embed="rId22"/>
                        <a:stretch>
                          <a:fillRect/>
                        </a:stretch>
                      </p:blipFill>
                      <p:spPr>
                        <a:xfrm>
                          <a:off x="3077" y="1565"/>
                          <a:ext cx="1178" cy="556"/>
                        </a:xfrm>
                        <a:prstGeom prst="rect">
                          <a:avLst/>
                        </a:prstGeom>
                        <a:noFill/>
                        <a:ln w="38100">
                          <a:noFill/>
                          <a:miter/>
                        </a:ln>
                      </p:spPr>
                    </p:pic>
                  </p:oleObj>
                </mc:Fallback>
              </mc:AlternateContent>
            </a:graphicData>
          </a:graphic>
        </p:graphicFrame>
      </p:grpSp>
      <p:graphicFrame>
        <p:nvGraphicFramePr>
          <p:cNvPr id="4" name="对象 -2147479994"/>
          <p:cNvGraphicFramePr>
            <a:graphicFrameLocks noChangeAspect="1"/>
          </p:cNvGraphicFramePr>
          <p:nvPr>
            <p:custDataLst>
              <p:tags r:id="rId5"/>
            </p:custDataLst>
          </p:nvPr>
        </p:nvGraphicFramePr>
        <p:xfrm>
          <a:off x="1144270" y="3662045"/>
          <a:ext cx="6979920" cy="1206500"/>
        </p:xfrm>
        <a:graphic>
          <a:graphicData uri="http://schemas.openxmlformats.org/presentationml/2006/ole">
            <mc:AlternateContent xmlns:mc="http://schemas.openxmlformats.org/markup-compatibility/2006">
              <mc:Choice xmlns:v="urn:schemas-microsoft-com:vml" Requires="v">
                <p:oleObj r:id="rId23" imgW="4114800" imgH="711200" progId="Equation.3">
                  <p:embed/>
                </p:oleObj>
              </mc:Choice>
              <mc:Fallback>
                <p:oleObj r:id="rId23" imgW="4114800" imgH="711200" progId="Equation.3">
                  <p:embed/>
                  <p:pic>
                    <p:nvPicPr>
                      <p:cNvPr id="0" name="图片 14"/>
                      <p:cNvPicPr/>
                      <p:nvPr/>
                    </p:nvPicPr>
                    <p:blipFill>
                      <a:blip r:embed="rId24"/>
                      <a:stretch>
                        <a:fillRect/>
                      </a:stretch>
                    </p:blipFill>
                    <p:spPr>
                      <a:xfrm>
                        <a:off x="1144270" y="3662045"/>
                        <a:ext cx="6979920" cy="1206500"/>
                      </a:xfrm>
                      <a:prstGeom prst="rect">
                        <a:avLst/>
                      </a:prstGeom>
                      <a:noFill/>
                      <a:ln w="38100">
                        <a:noFill/>
                        <a:miter/>
                      </a:ln>
                    </p:spPr>
                  </p:pic>
                </p:oleObj>
              </mc:Fallback>
            </mc:AlternateContent>
          </a:graphicData>
        </a:graphic>
      </p:graphicFrame>
      <p:graphicFrame>
        <p:nvGraphicFramePr>
          <p:cNvPr id="20" name="对象 19"/>
          <p:cNvGraphicFramePr/>
          <p:nvPr>
            <p:custDataLst>
              <p:tags r:id="rId6"/>
            </p:custDataLst>
          </p:nvPr>
        </p:nvGraphicFramePr>
        <p:xfrm>
          <a:off x="1432560" y="4975860"/>
          <a:ext cx="2034540" cy="440055"/>
        </p:xfrm>
        <a:graphic>
          <a:graphicData uri="http://schemas.openxmlformats.org/presentationml/2006/ole">
            <mc:AlternateContent xmlns:mc="http://schemas.openxmlformats.org/markup-compatibility/2006">
              <mc:Choice xmlns:v="urn:schemas-microsoft-com:vml" Requires="v">
                <p:oleObj r:id="rId25" imgW="1282700" imgH="228600" progId="Equation.DSMT4">
                  <p:embed/>
                </p:oleObj>
              </mc:Choice>
              <mc:Fallback>
                <p:oleObj r:id="rId25" imgW="1282700" imgH="228600" progId="Equation.DSMT4">
                  <p:embed/>
                  <p:pic>
                    <p:nvPicPr>
                      <p:cNvPr id="0" name="图片 12"/>
                      <p:cNvPicPr/>
                      <p:nvPr/>
                    </p:nvPicPr>
                    <p:blipFill>
                      <a:blip r:embed="rId26"/>
                      <a:stretch>
                        <a:fillRect/>
                      </a:stretch>
                    </p:blipFill>
                    <p:spPr>
                      <a:xfrm>
                        <a:off x="1432560" y="4975860"/>
                        <a:ext cx="2034540" cy="440055"/>
                      </a:xfrm>
                      <a:prstGeom prst="rect">
                        <a:avLst/>
                      </a:prstGeom>
                    </p:spPr>
                  </p:pic>
                </p:oleObj>
              </mc:Fallback>
            </mc:AlternateContent>
          </a:graphicData>
        </a:graphic>
      </p:graphicFrame>
      <p:sp>
        <p:nvSpPr>
          <p:cNvPr id="22" name="文本框 21"/>
          <p:cNvSpPr txBox="1"/>
          <p:nvPr>
            <p:custDataLst>
              <p:tags r:id="rId7"/>
            </p:custDataLst>
          </p:nvPr>
        </p:nvSpPr>
        <p:spPr>
          <a:xfrm>
            <a:off x="971550" y="4975860"/>
            <a:ext cx="6139180" cy="460375"/>
          </a:xfrm>
          <a:prstGeom prst="rect">
            <a:avLst/>
          </a:prstGeom>
          <a:noFill/>
        </p:spPr>
        <p:txBody>
          <a:bodyPr wrap="square" rtlCol="0" anchor="t">
            <a:spAutoFit/>
          </a:bodyPr>
          <a:lstStyle/>
          <a:p>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知</a:t>
            </a:r>
            <a:r>
              <a:rPr lang="en-US" altLang="zh-CN" sz="2400">
                <a:solidFill>
                  <a:srgbClr val="000000"/>
                </a:solidFill>
                <a:latin typeface="Calibri" panose="020F0502020204030204"/>
                <a:sym typeface="+mn-ea"/>
              </a:rPr>
              <a:t>                             </a:t>
            </a:r>
            <a:r>
              <a:rPr lang="zh-CN" altLang="en-US" sz="2400">
                <a:solidFill>
                  <a:srgbClr val="000000"/>
                </a:solidFill>
                <a:latin typeface="Calibri" panose="020F0502020204030204"/>
                <a:sym typeface="+mn-ea"/>
              </a:rPr>
              <a:t>，方程组无穷多个解</a:t>
            </a:r>
            <a:r>
              <a:rPr lang="en-US" altLang="zh-CN" sz="2400">
                <a:solidFill>
                  <a:srgbClr val="000000"/>
                </a:solidFill>
                <a:latin typeface="Calibri" panose="020F0502020204030204"/>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down)">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down)">
                                      <p:cBhvr>
                                        <p:cTn id="32" dur="500"/>
                                        <p:tgtEl>
                                          <p:spTgt spid="22"/>
                                        </p:tgtEl>
                                      </p:cBhvr>
                                    </p:animEffect>
                                  </p:childTnLst>
                                </p:cTn>
                              </p:par>
                              <p:par>
                                <p:cTn id="33" presetID="3" presetClass="entr" presetSubtype="1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blinds(horizontal)">
                                      <p:cBhvr>
                                        <p:cTn id="3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55650" y="476885"/>
            <a:ext cx="7129780" cy="3002915"/>
          </a:xfrm>
          <a:prstGeom prst="rect">
            <a:avLst/>
          </a:prstGeom>
          <a:noFill/>
        </p:spPr>
        <p:txBody>
          <a:bodyPr wrap="square" rtlCol="0" anchor="t">
            <a:noAutofit/>
          </a:bodyPr>
          <a:lstStyle/>
          <a:p>
            <a:pPr marL="609600" indent="-609600">
              <a:lnSpc>
                <a:spcPct val="80000"/>
              </a:lnSpc>
              <a:spcBef>
                <a:spcPct val="20000"/>
              </a:spcBef>
              <a:buClr>
                <a:srgbClr val="00007D"/>
              </a:buClr>
              <a:buSzPct val="75000"/>
              <a:buFont typeface="Wingdings" panose="05000000000000000000" pitchFamily="2" charset="2"/>
            </a:pPr>
            <a:endParaRPr lang="zh-CN" altLang="en-US" sz="2400" dirty="0">
              <a:solidFill>
                <a:srgbClr val="000000"/>
              </a:solidFill>
              <a:latin typeface="Times New Roman" panose="02020603050405020304" pitchFamily="18" charset="0"/>
              <a:ea typeface="楷体_GB2312"/>
            </a:endParaRPr>
          </a:p>
          <a:p>
            <a:pPr marL="609600" indent="-609600">
              <a:lnSpc>
                <a:spcPct val="80000"/>
              </a:lnSpc>
              <a:spcBef>
                <a:spcPct val="20000"/>
              </a:spcBef>
              <a:buClr>
                <a:srgbClr val="00007D"/>
              </a:buClr>
              <a:buSzPct val="75000"/>
              <a:buFont typeface="Wingdings" panose="05000000000000000000" pitchFamily="2" charset="2"/>
            </a:pPr>
            <a:r>
              <a:rPr lang="zh-CN" altLang="en-US" sz="2400" dirty="0">
                <a:solidFill>
                  <a:srgbClr val="000000"/>
                </a:solidFill>
                <a:ea typeface="楷体_GB2312"/>
                <a:sym typeface="+mn-ea"/>
              </a:rPr>
              <a:t>得原方程组的同解方程组</a:t>
            </a:r>
            <a:endParaRPr lang="zh-CN" altLang="en-US" sz="2400" dirty="0">
              <a:solidFill>
                <a:srgbClr val="000000"/>
              </a:solidFill>
              <a:latin typeface="Times New Roman" panose="02020603050405020304" pitchFamily="18" charset="0"/>
              <a:ea typeface="楷体_GB2312"/>
            </a:endParaRPr>
          </a:p>
          <a:p>
            <a:pPr marL="609600" indent="-609600">
              <a:lnSpc>
                <a:spcPct val="80000"/>
              </a:lnSpc>
              <a:spcBef>
                <a:spcPct val="20000"/>
              </a:spcBef>
              <a:buClr>
                <a:srgbClr val="00007D"/>
              </a:buClr>
              <a:buSzPct val="75000"/>
              <a:buFont typeface="Wingdings" panose="05000000000000000000" pitchFamily="2" charset="2"/>
            </a:pPr>
            <a:endParaRPr lang="zh-CN" altLang="en-US" sz="2400" dirty="0">
              <a:solidFill>
                <a:srgbClr val="000000"/>
              </a:solidFill>
              <a:latin typeface="Times New Roman" panose="02020603050405020304" pitchFamily="18" charset="0"/>
              <a:ea typeface="楷体_GB2312"/>
            </a:endParaRPr>
          </a:p>
          <a:p>
            <a:pPr marL="609600" indent="-609600">
              <a:lnSpc>
                <a:spcPct val="80000"/>
              </a:lnSpc>
              <a:spcBef>
                <a:spcPct val="20000"/>
              </a:spcBef>
              <a:buClr>
                <a:srgbClr val="00007D"/>
              </a:buClr>
              <a:buSzPct val="75000"/>
              <a:buFont typeface="Wingdings" panose="05000000000000000000" pitchFamily="2" charset="2"/>
            </a:pPr>
            <a:r>
              <a:rPr lang="zh-CN" altLang="en-US" sz="2400" dirty="0">
                <a:solidFill>
                  <a:srgbClr val="000000"/>
                </a:solidFill>
                <a:ea typeface="楷体_GB2312"/>
                <a:sym typeface="+mn-ea"/>
              </a:rPr>
              <a:t>选 </a:t>
            </a:r>
            <a:r>
              <a:rPr lang="en-US" altLang="zh-CN" sz="2400" i="1" dirty="0">
                <a:solidFill>
                  <a:srgbClr val="000000"/>
                </a:solidFill>
                <a:ea typeface="楷体_GB2312"/>
                <a:sym typeface="+mn-ea"/>
              </a:rPr>
              <a:t>x</a:t>
            </a:r>
            <a:r>
              <a:rPr lang="en-US" altLang="zh-CN" sz="2400" baseline="-25000" dirty="0">
                <a:solidFill>
                  <a:srgbClr val="000000"/>
                </a:solidFill>
                <a:ea typeface="楷体_GB2312"/>
                <a:sym typeface="+mn-ea"/>
              </a:rPr>
              <a:t>3</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做自由变量，令</a:t>
            </a:r>
            <a:r>
              <a:rPr lang="en-US" altLang="zh-CN" sz="2400" i="1" dirty="0">
                <a:solidFill>
                  <a:srgbClr val="000000"/>
                </a:solidFill>
                <a:ea typeface="楷体_GB2312"/>
                <a:sym typeface="+mn-ea"/>
              </a:rPr>
              <a:t>x</a:t>
            </a:r>
            <a:r>
              <a:rPr lang="en-US" altLang="zh-CN" sz="2400" baseline="-25000" dirty="0">
                <a:solidFill>
                  <a:srgbClr val="000000"/>
                </a:solidFill>
                <a:ea typeface="楷体_GB2312"/>
                <a:sym typeface="+mn-ea"/>
              </a:rPr>
              <a:t>3</a:t>
            </a:r>
            <a:r>
              <a:rPr lang="en-US" altLang="zh-CN" sz="2400" dirty="0">
                <a:solidFill>
                  <a:srgbClr val="000000"/>
                </a:solidFill>
                <a:ea typeface="楷体_GB2312"/>
                <a:sym typeface="+mn-ea"/>
              </a:rPr>
              <a:t>=</a:t>
            </a:r>
            <a:r>
              <a:rPr lang="en-US" altLang="zh-CN" sz="2400" i="1" dirty="0">
                <a:solidFill>
                  <a:srgbClr val="000000"/>
                </a:solidFill>
                <a:ea typeface="楷体_GB2312"/>
                <a:sym typeface="+mn-ea"/>
              </a:rPr>
              <a:t>c</a:t>
            </a:r>
            <a:r>
              <a:rPr lang="en-US" altLang="zh-CN" sz="2400" baseline="-25000" dirty="0">
                <a:solidFill>
                  <a:srgbClr val="000000"/>
                </a:solidFill>
                <a:ea typeface="楷体_GB2312"/>
                <a:sym typeface="+mn-ea"/>
              </a:rPr>
              <a:t>1</a:t>
            </a:r>
            <a:r>
              <a:rPr lang="en-US" altLang="zh-CN" sz="2400" i="1" dirty="0">
                <a:solidFill>
                  <a:srgbClr val="000000"/>
                </a:solidFill>
                <a:ea typeface="楷体_GB2312"/>
                <a:sym typeface="+mn-ea"/>
              </a:rPr>
              <a:t>,</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则得方程组的通解为</a:t>
            </a:r>
          </a:p>
          <a:p>
            <a:pPr marL="609600" indent="-609600">
              <a:lnSpc>
                <a:spcPct val="80000"/>
              </a:lnSpc>
              <a:spcBef>
                <a:spcPct val="20000"/>
              </a:spcBef>
              <a:buClr>
                <a:srgbClr val="00007D"/>
              </a:buClr>
              <a:buSzPct val="75000"/>
              <a:buFont typeface="Wingdings" panose="05000000000000000000" pitchFamily="2" charset="2"/>
            </a:pPr>
            <a:endParaRPr lang="zh-CN" altLang="en-US" sz="2400" dirty="0">
              <a:solidFill>
                <a:srgbClr val="000000"/>
              </a:solidFill>
              <a:ea typeface="楷体_GB2312"/>
              <a:sym typeface="+mn-ea"/>
            </a:endParaRPr>
          </a:p>
          <a:p>
            <a:pPr marL="609600" indent="-609600">
              <a:lnSpc>
                <a:spcPct val="80000"/>
              </a:lnSpc>
              <a:spcBef>
                <a:spcPct val="20000"/>
              </a:spcBef>
              <a:buClr>
                <a:srgbClr val="00007D"/>
              </a:buClr>
              <a:buSzPct val="75000"/>
              <a:buFont typeface="Wingdings" panose="05000000000000000000" pitchFamily="2" charset="2"/>
            </a:pPr>
            <a:endParaRPr lang="zh-CN" altLang="en-US" sz="2400" dirty="0">
              <a:solidFill>
                <a:srgbClr val="000000"/>
              </a:solidFill>
              <a:ea typeface="楷体_GB2312"/>
              <a:sym typeface="+mn-ea"/>
            </a:endParaRPr>
          </a:p>
          <a:p>
            <a:pPr marL="609600" indent="-609600">
              <a:lnSpc>
                <a:spcPct val="80000"/>
              </a:lnSpc>
              <a:spcBef>
                <a:spcPct val="20000"/>
              </a:spcBef>
              <a:buClr>
                <a:srgbClr val="00007D"/>
              </a:buClr>
              <a:buSzPct val="75000"/>
              <a:buFont typeface="Wingdings" panose="05000000000000000000" pitchFamily="2" charset="2"/>
            </a:pPr>
            <a:r>
              <a:rPr lang="zh-CN" altLang="en-US" sz="2400" dirty="0">
                <a:solidFill>
                  <a:srgbClr val="000000"/>
                </a:solidFill>
                <a:ea typeface="楷体_GB2312"/>
                <a:sym typeface="+mn-ea"/>
              </a:rPr>
              <a:t>为</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其中</a:t>
            </a:r>
            <a:r>
              <a:rPr lang="en-US" altLang="zh-CN" sz="2400" i="1" dirty="0">
                <a:solidFill>
                  <a:srgbClr val="000000"/>
                </a:solidFill>
                <a:ea typeface="楷体_GB2312"/>
                <a:sym typeface="+mn-ea"/>
              </a:rPr>
              <a:t>c</a:t>
            </a:r>
            <a:r>
              <a:rPr lang="en-US" altLang="zh-CN" sz="2400" baseline="-25000" dirty="0">
                <a:solidFill>
                  <a:srgbClr val="000000"/>
                </a:solidFill>
                <a:ea typeface="楷体_GB2312"/>
                <a:sym typeface="+mn-ea"/>
              </a:rPr>
              <a:t>1</a:t>
            </a:r>
            <a:r>
              <a:rPr lang="zh-CN" altLang="en-US" sz="2400" dirty="0">
                <a:solidFill>
                  <a:srgbClr val="000000"/>
                </a:solidFill>
                <a:ea typeface="楷体_GB2312"/>
                <a:sym typeface="+mn-ea"/>
              </a:rPr>
              <a:t>任意常数</a:t>
            </a:r>
            <a:r>
              <a:rPr lang="en-US" altLang="zh-CN" sz="2400" dirty="0">
                <a:solidFill>
                  <a:srgbClr val="000000"/>
                </a:solidFill>
                <a:ea typeface="楷体_GB2312"/>
                <a:sym typeface="+mn-ea"/>
              </a:rPr>
              <a:t>.</a:t>
            </a:r>
          </a:p>
        </p:txBody>
      </p:sp>
      <p:graphicFrame>
        <p:nvGraphicFramePr>
          <p:cNvPr id="3" name="对象 -2147480012"/>
          <p:cNvGraphicFramePr>
            <a:graphicFrameLocks noChangeAspect="1"/>
          </p:cNvGraphicFramePr>
          <p:nvPr/>
        </p:nvGraphicFramePr>
        <p:xfrm>
          <a:off x="4283710" y="332740"/>
          <a:ext cx="2055495" cy="1176020"/>
        </p:xfrm>
        <a:graphic>
          <a:graphicData uri="http://schemas.openxmlformats.org/presentationml/2006/ole">
            <mc:AlternateContent xmlns:mc="http://schemas.openxmlformats.org/markup-compatibility/2006">
              <mc:Choice xmlns:v="urn:schemas-microsoft-com:vml" Requires="v">
                <p:oleObj r:id="rId2" imgW="838200" imgH="482600" progId="Equation.3">
                  <p:embed/>
                </p:oleObj>
              </mc:Choice>
              <mc:Fallback>
                <p:oleObj r:id="rId2" imgW="838200" imgH="482600" progId="Equation.3">
                  <p:embed/>
                  <p:pic>
                    <p:nvPicPr>
                      <p:cNvPr id="0" name="图片 3075"/>
                      <p:cNvPicPr/>
                      <p:nvPr/>
                    </p:nvPicPr>
                    <p:blipFill>
                      <a:blip r:embed="rId3"/>
                      <a:stretch>
                        <a:fillRect/>
                      </a:stretch>
                    </p:blipFill>
                    <p:spPr>
                      <a:xfrm>
                        <a:off x="4283710" y="332740"/>
                        <a:ext cx="2055495" cy="1176020"/>
                      </a:xfrm>
                      <a:prstGeom prst="rect">
                        <a:avLst/>
                      </a:prstGeom>
                      <a:noFill/>
                      <a:ln w="38100">
                        <a:noFill/>
                        <a:miter/>
                      </a:ln>
                    </p:spPr>
                  </p:pic>
                </p:oleObj>
              </mc:Fallback>
            </mc:AlternateContent>
          </a:graphicData>
        </a:graphic>
      </p:graphicFrame>
      <p:graphicFrame>
        <p:nvGraphicFramePr>
          <p:cNvPr id="4" name="对象 -2147480009"/>
          <p:cNvGraphicFramePr/>
          <p:nvPr/>
        </p:nvGraphicFramePr>
        <p:xfrm>
          <a:off x="1259840" y="2132965"/>
          <a:ext cx="1427480" cy="1289050"/>
        </p:xfrm>
        <a:graphic>
          <a:graphicData uri="http://schemas.openxmlformats.org/presentationml/2006/ole">
            <mc:AlternateContent xmlns:mc="http://schemas.openxmlformats.org/markup-compatibility/2006">
              <mc:Choice xmlns:v="urn:schemas-microsoft-com:vml" Requires="v">
                <p:oleObj r:id="rId4" imgW="825500" imgH="711200" progId="Equation.DSMT4">
                  <p:embed/>
                </p:oleObj>
              </mc:Choice>
              <mc:Fallback>
                <p:oleObj r:id="rId4" imgW="825500" imgH="711200" progId="Equation.DSMT4">
                  <p:embed/>
                  <p:pic>
                    <p:nvPicPr>
                      <p:cNvPr id="0" name="图片 2"/>
                      <p:cNvPicPr/>
                      <p:nvPr/>
                    </p:nvPicPr>
                    <p:blipFill>
                      <a:blip r:embed="rId5"/>
                      <a:stretch>
                        <a:fillRect/>
                      </a:stretch>
                    </p:blipFill>
                    <p:spPr>
                      <a:xfrm>
                        <a:off x="1259840" y="2132965"/>
                        <a:ext cx="1427480" cy="12890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par>
                                <p:cTn id="11" presetID="3" presetClass="entr" presetSubtype="1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8" name="Rectangle 7"/>
          <p:cNvSpPr/>
          <p:nvPr/>
        </p:nvSpPr>
        <p:spPr>
          <a:xfrm>
            <a:off x="457200" y="525463"/>
            <a:ext cx="8229600" cy="386080"/>
          </a:xfrm>
          <a:prstGeom prst="rect">
            <a:avLst/>
          </a:prstGeom>
          <a:noFill/>
          <a:ln w="9525">
            <a:noFill/>
          </a:ln>
        </p:spPr>
        <p:txBody>
          <a:bodyPr>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sz="2400" b="1" dirty="0">
                <a:solidFill>
                  <a:srgbClr val="FF0000"/>
                </a:solidFill>
                <a:latin typeface="Times New Roman" panose="02020603050405020304" pitchFamily="18" charset="0"/>
                <a:ea typeface="楷体_GB2312"/>
              </a:rPr>
              <a:t>§</a:t>
            </a:r>
            <a:r>
              <a:rPr lang="en-US" altLang="zh-CN" sz="2400" b="1" dirty="0">
                <a:solidFill>
                  <a:srgbClr val="FF0000"/>
                </a:solidFill>
                <a:latin typeface="Times New Roman" panose="02020603050405020304" pitchFamily="18" charset="0"/>
                <a:ea typeface="楷体_GB2312"/>
              </a:rPr>
              <a:t>3.2</a:t>
            </a:r>
            <a:r>
              <a:rPr lang="zh-CN" altLang="en-US" sz="2400" b="1" dirty="0">
                <a:solidFill>
                  <a:srgbClr val="FF0000"/>
                </a:solidFill>
                <a:latin typeface="Times New Roman" panose="02020603050405020304" pitchFamily="18" charset="0"/>
                <a:ea typeface="楷体_GB2312"/>
              </a:rPr>
              <a:t>　向量及其线性运算</a:t>
            </a:r>
            <a:r>
              <a:rPr lang="en-US" altLang="zh-CN" sz="2400" b="1" dirty="0">
                <a:solidFill>
                  <a:srgbClr val="FF0000"/>
                </a:solidFill>
                <a:latin typeface="Times New Roman" panose="02020603050405020304" pitchFamily="18" charset="0"/>
                <a:ea typeface="楷体_GB2312"/>
              </a:rPr>
              <a:t> </a:t>
            </a:r>
            <a:endParaRPr lang="zh-CN" altLang="en-US" sz="2400" b="1" dirty="0">
              <a:solidFill>
                <a:srgbClr val="000000"/>
              </a:solidFill>
              <a:latin typeface="楷体_GB2312"/>
              <a:ea typeface="楷体_GB2312"/>
            </a:endParaRPr>
          </a:p>
        </p:txBody>
      </p:sp>
      <p:sp>
        <p:nvSpPr>
          <p:cNvPr id="46088" name="Rectangle 8"/>
          <p:cNvSpPr/>
          <p:nvPr/>
        </p:nvSpPr>
        <p:spPr>
          <a:xfrm>
            <a:off x="467360" y="1124585"/>
            <a:ext cx="8507730" cy="1509395"/>
          </a:xfrm>
          <a:prstGeom prst="rect">
            <a:avLst/>
          </a:prstGeom>
          <a:noFill/>
          <a:ln w="9525">
            <a:noFill/>
          </a:ln>
        </p:spPr>
        <p:txBody>
          <a:bodyPr>
            <a:noAutofit/>
          </a:bodyPr>
          <a:lstStyle/>
          <a:p>
            <a:pPr marL="342900" indent="-342900">
              <a:lnSpc>
                <a:spcPct val="130000"/>
              </a:lnSpc>
              <a:spcBef>
                <a:spcPct val="20000"/>
              </a:spcBef>
              <a:buClr>
                <a:srgbClr val="00007D"/>
              </a:buClr>
              <a:buSzPct val="75000"/>
              <a:buFont typeface="Wingdings" panose="05000000000000000000" pitchFamily="2" charset="2"/>
            </a:pPr>
            <a:r>
              <a:rPr lang="zh-CN" altLang="en-US" sz="2400" b="1" dirty="0">
                <a:solidFill>
                  <a:srgbClr val="FF3300"/>
                </a:solidFill>
                <a:latin typeface="Times New Roman" panose="02020603050405020304" pitchFamily="18" charset="0"/>
                <a:ea typeface="楷体_GB2312"/>
              </a:rPr>
              <a:t>定义</a:t>
            </a:r>
            <a:r>
              <a:rPr lang="en-US" altLang="zh-CN" sz="2400" b="1" dirty="0">
                <a:solidFill>
                  <a:srgbClr val="FF3300"/>
                </a:solidFill>
                <a:latin typeface="Times New Roman" panose="02020603050405020304" pitchFamily="18" charset="0"/>
                <a:ea typeface="楷体_GB2312"/>
              </a:rPr>
              <a:t>3.2.1</a:t>
            </a:r>
            <a:r>
              <a:rPr lang="zh-CN" altLang="en-US" sz="2400" b="1" dirty="0">
                <a:solidFill>
                  <a:srgbClr val="000000"/>
                </a:solidFill>
                <a:latin typeface="Times New Roman" panose="02020603050405020304" pitchFamily="18" charset="0"/>
                <a:ea typeface="楷体_GB2312"/>
              </a:rPr>
              <a:t>　数集</a:t>
            </a:r>
            <a:r>
              <a:rPr lang="en-US" altLang="zh-CN" sz="2400" b="1" dirty="0">
                <a:solidFill>
                  <a:srgbClr val="000000"/>
                </a:solidFill>
                <a:latin typeface="Times New Roman" panose="02020603050405020304" pitchFamily="18" charset="0"/>
                <a:ea typeface="楷体_GB2312"/>
              </a:rPr>
              <a:t>P</a:t>
            </a:r>
            <a:r>
              <a:rPr lang="zh-CN" altLang="en-US" sz="2400" b="1" dirty="0">
                <a:solidFill>
                  <a:srgbClr val="000000"/>
                </a:solidFill>
                <a:latin typeface="Times New Roman" panose="02020603050405020304" pitchFamily="18" charset="0"/>
                <a:ea typeface="楷体_GB2312"/>
              </a:rPr>
              <a:t>如果满足条件：</a:t>
            </a:r>
            <a:r>
              <a:rPr lang="en-US" altLang="zh-CN" sz="2400" b="1" dirty="0">
                <a:solidFill>
                  <a:srgbClr val="000000"/>
                </a:solidFill>
                <a:latin typeface="Times New Roman" panose="02020603050405020304" pitchFamily="18" charset="0"/>
                <a:ea typeface="楷体_GB2312"/>
              </a:rPr>
              <a:t>0</a:t>
            </a:r>
            <a:r>
              <a:rPr lang="zh-CN" altLang="en-US" sz="2400" b="1" dirty="0">
                <a:solidFill>
                  <a:srgbClr val="000000"/>
                </a:solidFill>
                <a:latin typeface="Times New Roman" panose="02020603050405020304" pitchFamily="18" charset="0"/>
                <a:ea typeface="楷体_GB2312"/>
              </a:rPr>
              <a:t>与</a:t>
            </a:r>
            <a:r>
              <a:rPr lang="en-US" altLang="zh-CN" sz="2400" b="1" dirty="0">
                <a:solidFill>
                  <a:srgbClr val="000000"/>
                </a:solidFill>
                <a:latin typeface="Times New Roman" panose="02020603050405020304" pitchFamily="18" charset="0"/>
                <a:ea typeface="楷体_GB2312"/>
              </a:rPr>
              <a:t>1</a:t>
            </a:r>
            <a:r>
              <a:rPr lang="zh-CN" altLang="en-US" sz="2400" b="1" dirty="0">
                <a:solidFill>
                  <a:srgbClr val="000000"/>
                </a:solidFill>
                <a:latin typeface="Times New Roman" panose="02020603050405020304" pitchFamily="18" charset="0"/>
                <a:ea typeface="楷体_GB2312"/>
              </a:rPr>
              <a:t>在中；</a:t>
            </a:r>
            <a:r>
              <a:rPr lang="en-US" altLang="zh-CN" sz="2400" b="1" dirty="0">
                <a:solidFill>
                  <a:srgbClr val="000000"/>
                </a:solidFill>
                <a:latin typeface="Times New Roman" panose="02020603050405020304" pitchFamily="18" charset="0"/>
                <a:ea typeface="楷体_GB2312"/>
              </a:rPr>
              <a:t>P</a:t>
            </a:r>
            <a:r>
              <a:rPr lang="zh-CN" altLang="en-US" sz="2400" b="1" dirty="0">
                <a:solidFill>
                  <a:srgbClr val="000000"/>
                </a:solidFill>
                <a:latin typeface="Times New Roman" panose="02020603050405020304" pitchFamily="18" charset="0"/>
                <a:ea typeface="楷体_GB2312"/>
              </a:rPr>
              <a:t>中任意两个数的和、差、积、商（除数不为零）仍在</a:t>
            </a:r>
            <a:r>
              <a:rPr lang="en-US" altLang="zh-CN" sz="2400" b="1" dirty="0">
                <a:solidFill>
                  <a:srgbClr val="000000"/>
                </a:solidFill>
                <a:latin typeface="Times New Roman" panose="02020603050405020304" pitchFamily="18" charset="0"/>
                <a:ea typeface="楷体_GB2312"/>
              </a:rPr>
              <a:t>P</a:t>
            </a:r>
            <a:r>
              <a:rPr lang="zh-CN" altLang="en-US" sz="2400" b="1" dirty="0">
                <a:solidFill>
                  <a:srgbClr val="000000"/>
                </a:solidFill>
                <a:latin typeface="Times New Roman" panose="02020603050405020304" pitchFamily="18" charset="0"/>
                <a:ea typeface="楷体_GB2312"/>
              </a:rPr>
              <a:t>中，则称数集</a:t>
            </a:r>
            <a:r>
              <a:rPr lang="en-US" altLang="zh-CN" sz="2400" b="1" dirty="0">
                <a:solidFill>
                  <a:srgbClr val="000000"/>
                </a:solidFill>
                <a:latin typeface="Times New Roman" panose="02020603050405020304" pitchFamily="18" charset="0"/>
                <a:ea typeface="楷体_GB2312"/>
              </a:rPr>
              <a:t>P</a:t>
            </a:r>
            <a:r>
              <a:rPr lang="zh-CN" altLang="en-US" sz="2400" b="1" dirty="0">
                <a:solidFill>
                  <a:srgbClr val="000000"/>
                </a:solidFill>
                <a:latin typeface="Times New Roman" panose="02020603050405020304" pitchFamily="18" charset="0"/>
                <a:ea typeface="楷体_GB2312"/>
              </a:rPr>
              <a:t>为</a:t>
            </a:r>
            <a:r>
              <a:rPr lang="zh-CN" altLang="en-US" sz="2400" b="1" dirty="0">
                <a:solidFill>
                  <a:srgbClr val="FF0000"/>
                </a:solidFill>
                <a:latin typeface="Times New Roman" panose="02020603050405020304" pitchFamily="18" charset="0"/>
                <a:ea typeface="楷体_GB2312"/>
              </a:rPr>
              <a:t>数域</a:t>
            </a:r>
            <a:r>
              <a:rPr lang="en-US" altLang="zh-CN" sz="2400" b="1" dirty="0">
                <a:solidFill>
                  <a:srgbClr val="000000"/>
                </a:solidFill>
                <a:latin typeface="Times New Roman" panose="02020603050405020304" pitchFamily="18" charset="0"/>
                <a:ea typeface="楷体_GB2312"/>
              </a:rPr>
              <a:t>. </a:t>
            </a:r>
          </a:p>
          <a:p>
            <a:pPr marL="342900" indent="-342900" algn="ctr">
              <a:lnSpc>
                <a:spcPct val="13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a:t>
            </a:r>
            <a:endParaRPr lang="en-US" altLang="zh-CN" sz="2400" b="1" dirty="0">
              <a:solidFill>
                <a:srgbClr val="000000"/>
              </a:solidFill>
              <a:latin typeface="Times New Roman" panose="02020603050405020304" pitchFamily="18" charset="0"/>
              <a:ea typeface="楷体_GB2312"/>
            </a:endParaRPr>
          </a:p>
        </p:txBody>
      </p:sp>
      <p:sp>
        <p:nvSpPr>
          <p:cNvPr id="2" name="文本框 1"/>
          <p:cNvSpPr txBox="1"/>
          <p:nvPr/>
        </p:nvSpPr>
        <p:spPr>
          <a:xfrm>
            <a:off x="683895" y="2780665"/>
            <a:ext cx="7797800" cy="1666240"/>
          </a:xfrm>
          <a:prstGeom prst="rect">
            <a:avLst/>
          </a:prstGeom>
          <a:noFill/>
        </p:spPr>
        <p:txBody>
          <a:bodyPr wrap="square" rtlCol="0" anchor="t">
            <a:noAutofit/>
          </a:bodyPr>
          <a:lstStyle/>
          <a:p>
            <a:pPr marL="342900" indent="-342900">
              <a:lnSpc>
                <a:spcPct val="130000"/>
              </a:lnSpc>
              <a:spcBef>
                <a:spcPct val="20000"/>
              </a:spcBef>
              <a:buClr>
                <a:srgbClr val="00007D"/>
              </a:buClr>
              <a:buSzPct val="75000"/>
              <a:buFont typeface="Wingdings" panose="05000000000000000000" pitchFamily="2" charset="2"/>
            </a:pPr>
            <a:r>
              <a:rPr lang="zh-CN" altLang="en-US" sz="2400" dirty="0">
                <a:solidFill>
                  <a:srgbClr val="000000"/>
                </a:solidFill>
                <a:ea typeface="楷体_GB2312"/>
                <a:sym typeface="+mn-ea"/>
              </a:rPr>
              <a:t>比如：全体实数的集合</a:t>
            </a:r>
            <a:r>
              <a:rPr lang="en-US" altLang="zh-CN" sz="2400" dirty="0">
                <a:solidFill>
                  <a:srgbClr val="000000"/>
                </a:solidFill>
                <a:ea typeface="楷体_GB2312"/>
                <a:sym typeface="+mn-ea"/>
              </a:rPr>
              <a:t>R</a:t>
            </a:r>
            <a:r>
              <a:rPr lang="zh-CN" altLang="en-US" sz="2400" dirty="0">
                <a:solidFill>
                  <a:srgbClr val="000000"/>
                </a:solidFill>
                <a:ea typeface="楷体_GB2312"/>
                <a:sym typeface="+mn-ea"/>
              </a:rPr>
              <a:t>是数域，全体有理数的集合</a:t>
            </a:r>
            <a:r>
              <a:rPr lang="en-US" altLang="zh-CN" sz="2400" dirty="0">
                <a:solidFill>
                  <a:srgbClr val="000000"/>
                </a:solidFill>
                <a:ea typeface="楷体_GB2312"/>
                <a:sym typeface="+mn-ea"/>
              </a:rPr>
              <a:t>Q</a:t>
            </a:r>
            <a:r>
              <a:rPr lang="zh-CN" altLang="en-US" sz="2400" dirty="0">
                <a:solidFill>
                  <a:srgbClr val="000000"/>
                </a:solidFill>
                <a:ea typeface="楷体_GB2312"/>
                <a:sym typeface="+mn-ea"/>
              </a:rPr>
              <a:t>是数域，全体复数的集合也是数域；但全体</a:t>
            </a:r>
            <a:r>
              <a:rPr lang="zh-CN" altLang="en-US" sz="2400" dirty="0">
                <a:solidFill>
                  <a:srgbClr val="FF0000"/>
                </a:solidFill>
                <a:ea typeface="楷体_GB2312"/>
                <a:sym typeface="+mn-ea"/>
              </a:rPr>
              <a:t>无理数</a:t>
            </a:r>
            <a:r>
              <a:rPr lang="zh-CN" altLang="en-US" sz="2400" dirty="0">
                <a:solidFill>
                  <a:srgbClr val="000000"/>
                </a:solidFill>
                <a:ea typeface="楷体_GB2312"/>
                <a:sym typeface="+mn-ea"/>
              </a:rPr>
              <a:t>集合就</a:t>
            </a:r>
            <a:r>
              <a:rPr lang="zh-CN" altLang="en-US" sz="2400" dirty="0">
                <a:solidFill>
                  <a:srgbClr val="FF0000"/>
                </a:solidFill>
                <a:ea typeface="楷体_GB2312"/>
                <a:sym typeface="+mn-ea"/>
              </a:rPr>
              <a:t>不是</a:t>
            </a:r>
            <a:r>
              <a:rPr lang="zh-CN" altLang="en-US" sz="2400" dirty="0">
                <a:solidFill>
                  <a:srgbClr val="000000"/>
                </a:solidFill>
                <a:ea typeface="楷体_GB2312"/>
                <a:sym typeface="+mn-ea"/>
              </a:rPr>
              <a:t>数域</a:t>
            </a:r>
            <a:r>
              <a:rPr lang="en-US" altLang="zh-CN" sz="2400" dirty="0">
                <a:solidFill>
                  <a:srgbClr val="000000"/>
                </a:solidFill>
                <a:ea typeface="楷体_GB2312"/>
                <a:sym typeface="+mn-ea"/>
              </a:rPr>
              <a:t>.</a:t>
            </a:r>
            <a:endParaRPr lang="en-US" altLang="zh-CN" sz="2400" b="1" dirty="0">
              <a:solidFill>
                <a:srgbClr val="000000"/>
              </a:solidFill>
              <a:latin typeface="Times New Roman" panose="02020603050405020304" pitchFamily="18" charset="0"/>
              <a:ea typeface="楷体_GB2312"/>
            </a:endParaRPr>
          </a:p>
          <a:p>
            <a:pPr marL="342900" indent="-342900">
              <a:lnSpc>
                <a:spcPct val="130000"/>
              </a:lnSpc>
              <a:spcBef>
                <a:spcPct val="20000"/>
              </a:spcBef>
              <a:buClr>
                <a:srgbClr val="00007D"/>
              </a:buClr>
              <a:buSzPct val="75000"/>
              <a:buFont typeface="Wingdings" panose="05000000000000000000" pitchFamily="2" charset="2"/>
            </a:pPr>
            <a:r>
              <a:rPr lang="en-US" altLang="zh-CN" sz="2400" dirty="0">
                <a:solidFill>
                  <a:srgbClr val="000000"/>
                </a:solidFill>
                <a:ea typeface="楷体_GB2312"/>
                <a:sym typeface="+mn-ea"/>
              </a:rPr>
              <a:t>   </a:t>
            </a:r>
            <a:endParaRPr lang="zh-CN" altLang="en-US" sz="2400" dirty="0">
              <a:solidFill>
                <a:srgbClr val="000000"/>
              </a:solidFill>
              <a:ea typeface="楷体_GB2312"/>
              <a:sym typeface="+mn-ea"/>
            </a:endParaRPr>
          </a:p>
        </p:txBody>
      </p:sp>
      <p:sp>
        <p:nvSpPr>
          <p:cNvPr id="3" name="文本框 2"/>
          <p:cNvSpPr txBox="1"/>
          <p:nvPr/>
        </p:nvSpPr>
        <p:spPr>
          <a:xfrm>
            <a:off x="762635" y="4293235"/>
            <a:ext cx="7858760" cy="1978660"/>
          </a:xfrm>
          <a:prstGeom prst="rect">
            <a:avLst/>
          </a:prstGeom>
          <a:noFill/>
        </p:spPr>
        <p:txBody>
          <a:bodyPr wrap="square" rtlCol="0" anchor="t">
            <a:noAutofit/>
          </a:bodyPr>
          <a:lstStyle/>
          <a:p>
            <a:pPr eaLnBrk="1" hangingPunct="1">
              <a:lnSpc>
                <a:spcPct val="110000"/>
              </a:lnSpc>
              <a:buNone/>
            </a:pPr>
            <a:r>
              <a:rPr lang="zh-CN" altLang="en-US" sz="2400" dirty="0">
                <a:solidFill>
                  <a:srgbClr val="FF3300"/>
                </a:solidFill>
                <a:ea typeface="楷体_GB2312"/>
                <a:sym typeface="+mn-ea"/>
              </a:rPr>
              <a:t>定义3.2.2</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数域</a:t>
            </a:r>
            <a:r>
              <a:rPr lang="en-US" altLang="zh-CN" sz="2400" dirty="0">
                <a:solidFill>
                  <a:srgbClr val="000000"/>
                </a:solidFill>
                <a:ea typeface="楷体_GB2312"/>
                <a:sym typeface="+mn-ea"/>
              </a:rPr>
              <a:t>P</a:t>
            </a:r>
            <a:r>
              <a:rPr lang="zh-CN" altLang="en-US" sz="2400" dirty="0">
                <a:solidFill>
                  <a:srgbClr val="000000"/>
                </a:solidFill>
                <a:ea typeface="楷体_GB2312"/>
                <a:sym typeface="+mn-ea"/>
              </a:rPr>
              <a:t>中的</a:t>
            </a:r>
            <a:r>
              <a:rPr lang="en-US" altLang="zh-CN" sz="2400" i="1" dirty="0">
                <a:sym typeface="+mn-ea"/>
              </a:rPr>
              <a:t>n </a:t>
            </a:r>
            <a:r>
              <a:rPr lang="zh-CN" altLang="en-US" sz="2400" dirty="0">
                <a:solidFill>
                  <a:srgbClr val="000000"/>
                </a:solidFill>
                <a:ea typeface="楷体_GB2312"/>
                <a:sym typeface="+mn-ea"/>
              </a:rPr>
              <a:t>个数</a:t>
            </a:r>
            <a:r>
              <a:rPr lang="en-US" altLang="zh-CN" sz="2400" i="1" dirty="0">
                <a:sym typeface="+mn-ea"/>
              </a:rPr>
              <a:t>a</a:t>
            </a:r>
            <a:r>
              <a:rPr lang="en-US" altLang="zh-CN" sz="2400" baseline="-25000" dirty="0">
                <a:sym typeface="+mn-ea"/>
              </a:rPr>
              <a:t>1</a:t>
            </a:r>
            <a:r>
              <a:rPr lang="en-US" altLang="zh-CN" sz="2400" dirty="0">
                <a:sym typeface="+mn-ea"/>
              </a:rPr>
              <a:t>, </a:t>
            </a:r>
            <a:r>
              <a:rPr lang="en-US" altLang="zh-CN" sz="2400" i="1" dirty="0">
                <a:sym typeface="+mn-ea"/>
              </a:rPr>
              <a:t>a</a:t>
            </a:r>
            <a:r>
              <a:rPr lang="en-US" altLang="zh-CN" sz="2400" baseline="-25000" dirty="0">
                <a:sym typeface="+mn-ea"/>
              </a:rPr>
              <a:t>2</a:t>
            </a:r>
            <a:r>
              <a:rPr lang="en-US" altLang="zh-CN" sz="2400" dirty="0">
                <a:sym typeface="+mn-ea"/>
              </a:rPr>
              <a:t>, …, </a:t>
            </a:r>
            <a:r>
              <a:rPr lang="en-US" altLang="zh-CN" sz="2400" i="1" dirty="0">
                <a:sym typeface="+mn-ea"/>
              </a:rPr>
              <a:t>a</a:t>
            </a:r>
            <a:r>
              <a:rPr lang="en-US" altLang="zh-CN" sz="2400" i="1" baseline="-25000" dirty="0">
                <a:sym typeface="+mn-ea"/>
              </a:rPr>
              <a:t>n </a:t>
            </a:r>
            <a:r>
              <a:rPr lang="zh-CN" altLang="en-US" sz="2400" dirty="0">
                <a:sym typeface="+mn-ea"/>
              </a:rPr>
              <a:t>所</a:t>
            </a:r>
            <a:r>
              <a:rPr lang="zh-CN" altLang="en-US" sz="2400" dirty="0">
                <a:solidFill>
                  <a:srgbClr val="000000"/>
                </a:solidFill>
                <a:ea typeface="楷体_GB2312"/>
                <a:sym typeface="+mn-ea"/>
              </a:rPr>
              <a:t>组成的有序数组</a:t>
            </a:r>
            <a:r>
              <a:rPr lang="en-US" altLang="zh-CN" sz="2400" dirty="0">
                <a:solidFill>
                  <a:srgbClr val="000000"/>
                </a:solidFill>
                <a:ea typeface="楷体_GB2312"/>
                <a:sym typeface="+mn-ea"/>
              </a:rPr>
              <a:t>(</a:t>
            </a:r>
            <a:r>
              <a:rPr lang="en-US" altLang="zh-CN" sz="2400" i="1" dirty="0">
                <a:sym typeface="+mn-ea"/>
              </a:rPr>
              <a:t>a</a:t>
            </a:r>
            <a:r>
              <a:rPr lang="en-US" altLang="zh-CN" sz="2400" baseline="-25000" dirty="0">
                <a:sym typeface="+mn-ea"/>
              </a:rPr>
              <a:t>1</a:t>
            </a:r>
            <a:r>
              <a:rPr lang="en-US" altLang="zh-CN" sz="2400" dirty="0">
                <a:sym typeface="+mn-ea"/>
              </a:rPr>
              <a:t>, </a:t>
            </a:r>
            <a:r>
              <a:rPr lang="en-US" altLang="zh-CN" sz="2400" i="1" dirty="0">
                <a:sym typeface="+mn-ea"/>
              </a:rPr>
              <a:t>a</a:t>
            </a:r>
            <a:r>
              <a:rPr lang="en-US" altLang="zh-CN" sz="2400" baseline="-25000" dirty="0">
                <a:sym typeface="+mn-ea"/>
              </a:rPr>
              <a:t>2</a:t>
            </a:r>
            <a:r>
              <a:rPr lang="en-US" altLang="zh-CN" sz="2400" dirty="0">
                <a:sym typeface="+mn-ea"/>
              </a:rPr>
              <a:t>, …, </a:t>
            </a:r>
            <a:r>
              <a:rPr lang="en-US" altLang="zh-CN" sz="2400" i="1" dirty="0">
                <a:sym typeface="+mn-ea"/>
              </a:rPr>
              <a:t>a</a:t>
            </a:r>
            <a:r>
              <a:rPr lang="en-US" altLang="zh-CN" sz="2400" i="1" baseline="-25000" dirty="0">
                <a:sym typeface="+mn-ea"/>
              </a:rPr>
              <a:t>n</a:t>
            </a:r>
            <a:r>
              <a:rPr lang="en-US" altLang="zh-CN" sz="2400" dirty="0">
                <a:solidFill>
                  <a:srgbClr val="000000"/>
                </a:solidFill>
                <a:ea typeface="楷体_GB2312"/>
                <a:sym typeface="+mn-ea"/>
              </a:rPr>
              <a:t>)</a:t>
            </a:r>
            <a:r>
              <a:rPr lang="zh-CN" altLang="en-US" sz="2400" dirty="0">
                <a:solidFill>
                  <a:srgbClr val="000000"/>
                </a:solidFill>
                <a:ea typeface="楷体_GB2312"/>
                <a:sym typeface="+mn-ea"/>
              </a:rPr>
              <a:t>称为数域</a:t>
            </a:r>
            <a:r>
              <a:rPr lang="en-US" altLang="zh-CN" sz="2400" dirty="0">
                <a:solidFill>
                  <a:srgbClr val="000000"/>
                </a:solidFill>
                <a:ea typeface="楷体_GB2312"/>
                <a:sym typeface="+mn-ea"/>
              </a:rPr>
              <a:t>P</a:t>
            </a:r>
            <a:r>
              <a:rPr lang="zh-CN" altLang="en-US" sz="2400" dirty="0">
                <a:solidFill>
                  <a:srgbClr val="000000"/>
                </a:solidFill>
                <a:ea typeface="楷体_GB2312"/>
                <a:sym typeface="+mn-ea"/>
              </a:rPr>
              <a:t>上的一个</a:t>
            </a:r>
            <a:r>
              <a:rPr lang="en-US" altLang="zh-CN" sz="2400" i="1" dirty="0">
                <a:sym typeface="+mn-ea"/>
              </a:rPr>
              <a:t>n </a:t>
            </a:r>
            <a:r>
              <a:rPr lang="zh-CN" altLang="en-US" sz="2400" dirty="0">
                <a:solidFill>
                  <a:srgbClr val="000000"/>
                </a:solidFill>
                <a:ea typeface="楷体_GB2312"/>
                <a:sym typeface="+mn-ea"/>
              </a:rPr>
              <a:t>维向量，简称向量，常用小写希腊字母</a:t>
            </a:r>
            <a:r>
              <a:rPr lang="en-US" altLang="zh-CN" sz="2400" i="1" dirty="0">
                <a:sym typeface="+mn-ea"/>
              </a:rPr>
              <a:t>α,β,γ</a:t>
            </a:r>
            <a:r>
              <a:rPr lang="zh-CN" altLang="en-US" sz="2400" dirty="0">
                <a:solidFill>
                  <a:srgbClr val="000000"/>
                </a:solidFill>
                <a:ea typeface="楷体_GB2312"/>
                <a:sym typeface="+mn-ea"/>
              </a:rPr>
              <a:t>等表示．如向量</a:t>
            </a:r>
            <a:r>
              <a:rPr lang="en-US" altLang="zh-CN" sz="2400" i="1" dirty="0">
                <a:sym typeface="+mn-ea"/>
              </a:rPr>
              <a:t>α=</a:t>
            </a:r>
            <a:r>
              <a:rPr lang="en-US" altLang="zh-CN" sz="2400" dirty="0">
                <a:solidFill>
                  <a:srgbClr val="000000"/>
                </a:solidFill>
                <a:ea typeface="楷体_GB2312"/>
                <a:sym typeface="+mn-ea"/>
              </a:rPr>
              <a:t>(</a:t>
            </a:r>
            <a:r>
              <a:rPr lang="en-US" altLang="zh-CN" sz="2400" i="1" dirty="0">
                <a:sym typeface="+mn-ea"/>
              </a:rPr>
              <a:t>a</a:t>
            </a:r>
            <a:r>
              <a:rPr lang="en-US" altLang="zh-CN" sz="2400" baseline="-25000" dirty="0">
                <a:sym typeface="+mn-ea"/>
              </a:rPr>
              <a:t>1</a:t>
            </a:r>
            <a:r>
              <a:rPr lang="en-US" altLang="zh-CN" sz="2400" dirty="0">
                <a:sym typeface="+mn-ea"/>
              </a:rPr>
              <a:t>, </a:t>
            </a:r>
            <a:r>
              <a:rPr lang="en-US" altLang="zh-CN" sz="2400" i="1" dirty="0">
                <a:sym typeface="+mn-ea"/>
              </a:rPr>
              <a:t>a</a:t>
            </a:r>
            <a:r>
              <a:rPr lang="en-US" altLang="zh-CN" sz="2400" baseline="-25000" dirty="0">
                <a:sym typeface="+mn-ea"/>
              </a:rPr>
              <a:t>2</a:t>
            </a:r>
            <a:r>
              <a:rPr lang="en-US" altLang="zh-CN" sz="2400" dirty="0">
                <a:sym typeface="+mn-ea"/>
              </a:rPr>
              <a:t>, …, </a:t>
            </a:r>
            <a:r>
              <a:rPr lang="en-US" altLang="zh-CN" sz="2400" i="1" dirty="0">
                <a:sym typeface="+mn-ea"/>
              </a:rPr>
              <a:t>a</a:t>
            </a:r>
            <a:r>
              <a:rPr lang="en-US" altLang="zh-CN" sz="2400" i="1" baseline="-25000" dirty="0">
                <a:sym typeface="+mn-ea"/>
              </a:rPr>
              <a:t>n</a:t>
            </a:r>
            <a:r>
              <a:rPr lang="en-US" altLang="zh-CN" sz="2400" dirty="0">
                <a:solidFill>
                  <a:srgbClr val="000000"/>
                </a:solidFill>
                <a:ea typeface="楷体_GB2312"/>
                <a:sym typeface="+mn-ea"/>
              </a:rPr>
              <a:t>)</a:t>
            </a:r>
            <a:r>
              <a:rPr lang="zh-CN" altLang="en-US" sz="2400" dirty="0">
                <a:solidFill>
                  <a:srgbClr val="000000"/>
                </a:solidFill>
                <a:ea typeface="楷体_GB2312"/>
                <a:sym typeface="+mn-ea"/>
              </a:rPr>
              <a:t>，</a:t>
            </a:r>
            <a:r>
              <a:rPr lang="zh-CN" altLang="en-US" sz="2400" dirty="0">
                <a:sym typeface="+mn-ea"/>
              </a:rPr>
              <a:t>第 </a:t>
            </a:r>
            <a:r>
              <a:rPr lang="en-US" altLang="zh-CN" sz="2400" i="1" dirty="0">
                <a:sym typeface="+mn-ea"/>
              </a:rPr>
              <a:t>i </a:t>
            </a:r>
            <a:r>
              <a:rPr lang="zh-CN" altLang="en-US" sz="2400" dirty="0">
                <a:sym typeface="+mn-ea"/>
              </a:rPr>
              <a:t>个数 </a:t>
            </a:r>
            <a:r>
              <a:rPr lang="en-US" altLang="zh-CN" sz="2400" i="1" dirty="0">
                <a:sym typeface="+mn-ea"/>
              </a:rPr>
              <a:t>a</a:t>
            </a:r>
            <a:r>
              <a:rPr lang="en-US" altLang="zh-CN" sz="2400" i="1" baseline="-25000" dirty="0">
                <a:sym typeface="+mn-ea"/>
              </a:rPr>
              <a:t>i </a:t>
            </a:r>
            <a:r>
              <a:rPr lang="zh-CN" altLang="en-US" sz="2400" dirty="0">
                <a:sym typeface="+mn-ea"/>
              </a:rPr>
              <a:t>称为</a:t>
            </a:r>
            <a:r>
              <a:rPr lang="zh-CN" altLang="en-US" sz="2400" dirty="0">
                <a:solidFill>
                  <a:srgbClr val="000000"/>
                </a:solidFill>
                <a:ea typeface="楷体_GB2312"/>
                <a:sym typeface="+mn-ea"/>
              </a:rPr>
              <a:t>向量</a:t>
            </a:r>
            <a:r>
              <a:rPr lang="en-US" altLang="zh-CN" sz="2400" i="1" dirty="0">
                <a:sym typeface="+mn-ea"/>
              </a:rPr>
              <a:t>α</a:t>
            </a:r>
            <a:r>
              <a:rPr lang="zh-CN" altLang="en-US" sz="2400" dirty="0">
                <a:sym typeface="+mn-ea"/>
              </a:rPr>
              <a:t>的第 </a:t>
            </a:r>
            <a:r>
              <a:rPr lang="en-US" altLang="zh-CN" sz="2400" i="1" dirty="0">
                <a:sym typeface="+mn-ea"/>
              </a:rPr>
              <a:t>i </a:t>
            </a:r>
            <a:r>
              <a:rPr lang="zh-CN" altLang="en-US" sz="2400" dirty="0">
                <a:sym typeface="+mn-ea"/>
              </a:rPr>
              <a:t>个</a:t>
            </a:r>
            <a:r>
              <a:rPr lang="zh-CN" altLang="en-US" sz="2400" dirty="0">
                <a:solidFill>
                  <a:srgbClr val="FF0000"/>
                </a:solidFill>
                <a:sym typeface="+mn-ea"/>
              </a:rPr>
              <a:t>分量（</a:t>
            </a:r>
            <a:r>
              <a:rPr lang="zh-CN" altLang="en-US" sz="2400" dirty="0">
                <a:sym typeface="+mn-ea"/>
              </a:rPr>
              <a:t>或</a:t>
            </a:r>
            <a:r>
              <a:rPr lang="zh-CN" altLang="en-US" sz="2400" dirty="0">
                <a:solidFill>
                  <a:srgbClr val="FF0000"/>
                </a:solidFill>
                <a:sym typeface="+mn-ea"/>
              </a:rPr>
              <a:t>坐标）</a:t>
            </a:r>
            <a:r>
              <a:rPr lang="zh-CN" altLang="en-US" sz="2400" dirty="0">
                <a:sym typeface="+mn-ea"/>
              </a:rPr>
              <a:t>．</a:t>
            </a:r>
            <a:endParaRPr lang="zh-CN" altLang="en-US" sz="2400" dirty="0"/>
          </a:p>
          <a:p>
            <a:pPr marL="342900" indent="-342900">
              <a:lnSpc>
                <a:spcPct val="130000"/>
              </a:lnSpc>
              <a:spcBef>
                <a:spcPct val="20000"/>
              </a:spcBef>
              <a:buClr>
                <a:srgbClr val="00007D"/>
              </a:buClr>
              <a:buSzPct val="75000"/>
              <a:buFont typeface="Wingdings" panose="05000000000000000000" pitchFamily="2" charset="2"/>
            </a:pPr>
            <a:endParaRPr lang="zh-CN" altLang="en-US" sz="2400" dirty="0">
              <a:solidFill>
                <a:srgbClr val="000000"/>
              </a:solidFill>
              <a:ea typeface="楷体_GB231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8" grpId="0" build="p"/>
      <p:bldP spid="2" grpId="0"/>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0" y="476885"/>
            <a:ext cx="7323455" cy="1863725"/>
          </a:xfrm>
          <a:prstGeom prst="rect">
            <a:avLst/>
          </a:prstGeom>
        </p:spPr>
        <p:txBody>
          <a:bodyPr wrap="square">
            <a:spAutoFit/>
          </a:bodyPr>
          <a:lstStyle/>
          <a:p>
            <a:pPr marL="0" indent="0" algn="just" defTabSz="266700">
              <a:lnSpc>
                <a:spcPct val="120000"/>
              </a:lnSpc>
              <a:spcBef>
                <a:spcPct val="0"/>
              </a:spcBef>
              <a:spcAft>
                <a:spcPct val="0"/>
              </a:spcAft>
            </a:pPr>
            <a:r>
              <a:rPr lang="en-US" altLang="zh-CN" sz="2400" i="1" dirty="0">
                <a:sym typeface="+mn-ea"/>
              </a:rPr>
              <a:t>n</a:t>
            </a:r>
            <a:r>
              <a:rPr lang="zh-CN" altLang="en-US" sz="2400">
                <a:solidFill>
                  <a:srgbClr val="000000"/>
                </a:solidFill>
                <a:latin typeface="宋体" panose="02010600030101010101" pitchFamily="2" charset="-122"/>
                <a:ea typeface="宋体" panose="02010600030101010101" pitchFamily="2" charset="-122"/>
              </a:rPr>
              <a:t>维向量可以写成一行，也可以写成一列，写成一行</a:t>
            </a:r>
            <a:r>
              <a:rPr lang="zh-CN" altLang="en-US" sz="2400">
                <a:solidFill>
                  <a:srgbClr val="000000"/>
                </a:solidFill>
                <a:latin typeface="Calibri" panose="020F0502020204030204"/>
                <a:ea typeface="宋体" panose="02010600030101010101" pitchFamily="2" charset="-122"/>
              </a:rPr>
              <a:t>称为</a:t>
            </a:r>
            <a:r>
              <a:rPr lang="zh-CN" altLang="en-US" sz="2400" b="1">
                <a:solidFill>
                  <a:srgbClr val="FF0000"/>
                </a:solidFill>
                <a:latin typeface="Calibri" panose="020F0502020204030204"/>
                <a:ea typeface="宋体" panose="02010600030101010101" pitchFamily="2" charset="-122"/>
              </a:rPr>
              <a:t>行向量</a:t>
            </a:r>
            <a:r>
              <a:rPr lang="zh-CN" altLang="en-US" sz="2400" b="1">
                <a:solidFill>
                  <a:srgbClr val="000000"/>
                </a:solidFill>
                <a:latin typeface="Calibri" panose="020F0502020204030204"/>
                <a:ea typeface="宋体" panose="02010600030101010101" pitchFamily="2" charset="-122"/>
              </a:rPr>
              <a:t>；</a:t>
            </a:r>
            <a:r>
              <a:rPr lang="zh-CN" altLang="en-US" sz="2400">
                <a:solidFill>
                  <a:srgbClr val="000000"/>
                </a:solidFill>
                <a:latin typeface="宋体" panose="02010600030101010101" pitchFamily="2" charset="-122"/>
                <a:ea typeface="宋体" panose="02010600030101010101" pitchFamily="2" charset="-122"/>
              </a:rPr>
              <a:t>写成一列</a:t>
            </a:r>
            <a:r>
              <a:rPr lang="zh-CN" altLang="en-US" sz="2400">
                <a:solidFill>
                  <a:srgbClr val="000000"/>
                </a:solidFill>
                <a:latin typeface="Calibri" panose="020F0502020204030204"/>
                <a:ea typeface="宋体" panose="02010600030101010101" pitchFamily="2" charset="-122"/>
              </a:rPr>
              <a:t>称为</a:t>
            </a:r>
            <a:r>
              <a:rPr lang="zh-CN" altLang="en-US" sz="2400" b="1">
                <a:solidFill>
                  <a:srgbClr val="FF0000"/>
                </a:solidFill>
                <a:latin typeface="Calibri" panose="020F0502020204030204"/>
                <a:ea typeface="宋体" panose="02010600030101010101" pitchFamily="2" charset="-122"/>
              </a:rPr>
              <a:t>列向量</a:t>
            </a:r>
            <a:r>
              <a:rPr lang="zh-CN" altLang="en-US" sz="2400" b="1">
                <a:solidFill>
                  <a:srgbClr val="000000"/>
                </a:solidFill>
                <a:latin typeface="Calibri" panose="020F0502020204030204"/>
                <a:ea typeface="宋体" panose="02010600030101010101" pitchFamily="2" charset="-122"/>
              </a:rPr>
              <a:t>，若干</a:t>
            </a:r>
            <a:r>
              <a:rPr lang="zh-CN" altLang="en-US" sz="2400">
                <a:solidFill>
                  <a:srgbClr val="000000"/>
                </a:solidFill>
                <a:latin typeface="宋体" panose="02010600030101010101" pitchFamily="2" charset="-122"/>
                <a:ea typeface="宋体" panose="02010600030101010101" pitchFamily="2" charset="-122"/>
              </a:rPr>
              <a:t>同维数行（列）向量的集合称为行（列）</a:t>
            </a:r>
            <a:r>
              <a:rPr lang="zh-CN" altLang="en-US" sz="2400" b="1">
                <a:solidFill>
                  <a:srgbClr val="FF0000"/>
                </a:solidFill>
                <a:latin typeface="宋体" panose="02010600030101010101" pitchFamily="2" charset="-122"/>
                <a:ea typeface="宋体" panose="02010600030101010101" pitchFamily="2" charset="-122"/>
              </a:rPr>
              <a:t>向量组</a:t>
            </a:r>
            <a:r>
              <a:rPr lang="en-US" altLang="zh-CN" sz="2400">
                <a:solidFill>
                  <a:srgbClr val="000000"/>
                </a:solidFill>
                <a:latin typeface="宋体" panose="02010600030101010101" pitchFamily="2" charset="-122"/>
                <a:ea typeface="宋体" panose="02010600030101010101" pitchFamily="2" charset="-122"/>
              </a:rPr>
              <a:t>.</a:t>
            </a:r>
          </a:p>
          <a:p>
            <a:pPr marL="0" indent="0" algn="just" defTabSz="266700">
              <a:lnSpc>
                <a:spcPct val="120000"/>
              </a:lnSpc>
              <a:spcBef>
                <a:spcPct val="0"/>
              </a:spcBef>
              <a:spcAft>
                <a:spcPct val="0"/>
              </a:spcAft>
            </a:pPr>
            <a:r>
              <a:rPr lang="zh-CN" altLang="en-US" sz="2400">
                <a:solidFill>
                  <a:srgbClr val="000000"/>
                </a:solidFill>
                <a:latin typeface="宋体" panose="02010600030101010101" pitchFamily="2" charset="-122"/>
                <a:ea typeface="宋体" panose="02010600030101010101" pitchFamily="2" charset="-122"/>
              </a:rPr>
              <a:t>本书讨论所涉及的数域指实数域</a:t>
            </a:r>
            <a:r>
              <a:rPr lang="en-US" altLang="zh-CN" sz="2400" dirty="0">
                <a:solidFill>
                  <a:srgbClr val="000000"/>
                </a:solidFill>
                <a:ea typeface="楷体_GB2312"/>
                <a:sym typeface="+mn-ea"/>
              </a:rPr>
              <a:t>R.</a:t>
            </a:r>
            <a:endParaRPr lang="zh-CN" altLang="en-US" sz="2400">
              <a:solidFill>
                <a:srgbClr val="000000"/>
              </a:solidFill>
              <a:latin typeface="宋体" panose="02010600030101010101" pitchFamily="2" charset="-122"/>
              <a:ea typeface="宋体" panose="02010600030101010101" pitchFamily="2" charset="-122"/>
            </a:endParaRPr>
          </a:p>
        </p:txBody>
      </p:sp>
      <p:sp>
        <p:nvSpPr>
          <p:cNvPr id="5129" name="文本框 5128"/>
          <p:cNvSpPr txBox="1"/>
          <p:nvPr/>
        </p:nvSpPr>
        <p:spPr>
          <a:xfrm>
            <a:off x="971550" y="2852738"/>
            <a:ext cx="4946650" cy="521970"/>
          </a:xfrm>
          <a:prstGeom prst="rect">
            <a:avLst/>
          </a:prstGeom>
          <a:noFill/>
          <a:ln w="25400">
            <a:noFill/>
          </a:ln>
        </p:spPr>
        <p:txBody>
          <a:bodyPr wrap="none" anchor="t" anchorCtr="0">
            <a:spAutoFit/>
          </a:bodyPr>
          <a:lstStyle/>
          <a:p>
            <a:r>
              <a:rPr lang="en-US" altLang="zh-CN" sz="2800" b="1">
                <a:solidFill>
                  <a:schemeClr val="tx2"/>
                </a:solidFill>
                <a:latin typeface="楷体_GB2312" pitchFamily="49" charset="-122"/>
                <a:ea typeface="楷体_GB2312" pitchFamily="49" charset="-122"/>
              </a:rPr>
              <a:t> </a:t>
            </a:r>
            <a:r>
              <a:rPr lang="en-US" altLang="zh-CN" sz="2800" b="1">
                <a:solidFill>
                  <a:schemeClr val="tx1"/>
                </a:solidFill>
                <a:latin typeface="楷体_GB2312" pitchFamily="49" charset="-122"/>
                <a:ea typeface="楷体_GB2312" pitchFamily="49" charset="-122"/>
              </a:rPr>
              <a:t>1</a:t>
            </a:r>
            <a:r>
              <a:rPr lang="zh-CN" altLang="en-US" sz="2800" b="1" dirty="0">
                <a:solidFill>
                  <a:schemeClr val="tx1"/>
                </a:solidFill>
                <a:latin typeface="楷体_GB2312" pitchFamily="49" charset="-122"/>
                <a:ea typeface="楷体_GB2312" pitchFamily="49" charset="-122"/>
              </a:rPr>
              <a:t>、</a:t>
            </a:r>
            <a:r>
              <a:rPr lang="zh-CN" altLang="en-US" sz="2400" b="1" dirty="0">
                <a:solidFill>
                  <a:schemeClr val="tx1"/>
                </a:solidFill>
                <a:latin typeface="楷体_GB2312" pitchFamily="49" charset="-122"/>
                <a:ea typeface="楷体_GB2312" pitchFamily="49" charset="-122"/>
              </a:rPr>
              <a:t>元素是实数的向量称为</a:t>
            </a:r>
            <a:r>
              <a:rPr lang="zh-CN" altLang="en-US" sz="2400" b="1" dirty="0">
                <a:solidFill>
                  <a:srgbClr val="FF0000"/>
                </a:solidFill>
                <a:latin typeface="楷体_GB2312" pitchFamily="49" charset="-122"/>
                <a:ea typeface="楷体_GB2312" pitchFamily="49" charset="-122"/>
              </a:rPr>
              <a:t>实向量</a:t>
            </a:r>
            <a:r>
              <a:rPr lang="en-US" altLang="zh-CN" sz="2400" b="1">
                <a:solidFill>
                  <a:schemeClr val="tx1"/>
                </a:solidFill>
                <a:latin typeface="华文隶书" panose="02010800040101010101" pitchFamily="2" charset="-122"/>
                <a:ea typeface="华文隶书" panose="02010800040101010101" pitchFamily="2" charset="-122"/>
              </a:rPr>
              <a:t>.</a:t>
            </a:r>
          </a:p>
        </p:txBody>
      </p:sp>
      <p:sp>
        <p:nvSpPr>
          <p:cNvPr id="3" name="文本框 2"/>
          <p:cNvSpPr txBox="1"/>
          <p:nvPr/>
        </p:nvSpPr>
        <p:spPr>
          <a:xfrm>
            <a:off x="899795" y="2276793"/>
            <a:ext cx="3221355" cy="521970"/>
          </a:xfrm>
          <a:prstGeom prst="rect">
            <a:avLst/>
          </a:prstGeom>
          <a:noFill/>
          <a:ln w="25400">
            <a:noFill/>
          </a:ln>
        </p:spPr>
        <p:txBody>
          <a:bodyPr wrap="none" anchor="t" anchorCtr="0">
            <a:spAutoFit/>
          </a:bodyPr>
          <a:lstStyle/>
          <a:p>
            <a:r>
              <a:rPr lang="en-US" altLang="zh-CN" sz="2800" b="1">
                <a:solidFill>
                  <a:srgbClr val="3333FF"/>
                </a:solidFill>
                <a:latin typeface="楷体_GB2312" pitchFamily="49" charset="-122"/>
                <a:ea typeface="楷体_GB2312" pitchFamily="49" charset="-122"/>
              </a:rPr>
              <a:t> </a:t>
            </a:r>
            <a:r>
              <a:rPr lang="zh-CN" sz="2800" b="1">
                <a:solidFill>
                  <a:srgbClr val="3333FF"/>
                </a:solidFill>
                <a:latin typeface="楷体_GB2312" pitchFamily="49" charset="-122"/>
                <a:ea typeface="楷体_GB2312" pitchFamily="49" charset="-122"/>
              </a:rPr>
              <a:t>几类特殊</a:t>
            </a:r>
            <a:r>
              <a:rPr lang="zh-CN" altLang="en-US" sz="2800" b="1" dirty="0">
                <a:solidFill>
                  <a:srgbClr val="3333FF"/>
                </a:solidFill>
                <a:latin typeface="楷体_GB2312" pitchFamily="49" charset="-122"/>
                <a:ea typeface="楷体_GB2312" pitchFamily="49" charset="-122"/>
              </a:rPr>
              <a:t>的向量</a:t>
            </a:r>
            <a:r>
              <a:rPr lang="zh-CN" altLang="en-US" sz="2800" b="1">
                <a:solidFill>
                  <a:srgbClr val="0D51ED"/>
                </a:solidFill>
                <a:latin typeface="华文隶书" panose="02010800040101010101" pitchFamily="2" charset="-122"/>
                <a:ea typeface="华文隶书" panose="02010800040101010101" pitchFamily="2" charset="-122"/>
              </a:rPr>
              <a:t>：</a:t>
            </a:r>
          </a:p>
        </p:txBody>
      </p:sp>
      <p:sp>
        <p:nvSpPr>
          <p:cNvPr id="5127" name="矩形 5126"/>
          <p:cNvSpPr/>
          <p:nvPr/>
        </p:nvSpPr>
        <p:spPr>
          <a:xfrm>
            <a:off x="1691640" y="3357245"/>
            <a:ext cx="4315460" cy="460375"/>
          </a:xfrm>
          <a:prstGeom prst="rect">
            <a:avLst/>
          </a:prstGeom>
          <a:noFill/>
          <a:ln w="9525">
            <a:noFill/>
          </a:ln>
        </p:spPr>
        <p:txBody>
          <a:bodyPr wrap="none" anchor="t" anchorCtr="0">
            <a:spAutoFit/>
          </a:bodyPr>
          <a:lstStyle/>
          <a:p>
            <a:r>
              <a:rPr lang="zh-CN" altLang="en-US" sz="2400" b="1" dirty="0">
                <a:solidFill>
                  <a:schemeClr val="tx1"/>
                </a:solidFill>
                <a:latin typeface="楷体_GB2312" pitchFamily="49" charset="-122"/>
                <a:ea typeface="楷体_GB2312" pitchFamily="49" charset="-122"/>
              </a:rPr>
              <a:t>元素含复数的向量称为</a:t>
            </a:r>
            <a:r>
              <a:rPr lang="zh-CN" altLang="en-US" sz="2400" b="1" dirty="0">
                <a:solidFill>
                  <a:srgbClr val="FF0000"/>
                </a:solidFill>
                <a:latin typeface="楷体_GB2312" pitchFamily="49" charset="-122"/>
                <a:ea typeface="楷体_GB2312" pitchFamily="49" charset="-122"/>
              </a:rPr>
              <a:t>复向量</a:t>
            </a:r>
            <a:r>
              <a:rPr lang="en-US" altLang="zh-CN" sz="2400">
                <a:solidFill>
                  <a:schemeClr val="tx1"/>
                </a:solidFill>
                <a:latin typeface="楷体_GB2312" pitchFamily="49" charset="-122"/>
                <a:ea typeface="楷体_GB2312" pitchFamily="49" charset="-122"/>
              </a:rPr>
              <a:t>.</a:t>
            </a:r>
          </a:p>
        </p:txBody>
      </p:sp>
      <p:sp>
        <p:nvSpPr>
          <p:cNvPr id="6" name="文本框 5"/>
          <p:cNvSpPr txBox="1"/>
          <p:nvPr/>
        </p:nvSpPr>
        <p:spPr>
          <a:xfrm>
            <a:off x="1115695" y="3861435"/>
            <a:ext cx="4852670" cy="521970"/>
          </a:xfrm>
          <a:prstGeom prst="rect">
            <a:avLst/>
          </a:prstGeom>
          <a:noFill/>
          <a:ln w="25400">
            <a:noFill/>
          </a:ln>
        </p:spPr>
        <p:txBody>
          <a:bodyPr wrap="none" anchor="t" anchorCtr="0">
            <a:spAutoFit/>
          </a:bodyPr>
          <a:lstStyle/>
          <a:p>
            <a:r>
              <a:rPr lang="en-US" altLang="zh-CN" sz="2800" b="1">
                <a:solidFill>
                  <a:schemeClr val="tx1"/>
                </a:solidFill>
                <a:latin typeface="楷体_GB2312" pitchFamily="49" charset="-122"/>
                <a:ea typeface="楷体_GB2312" pitchFamily="49" charset="-122"/>
              </a:rPr>
              <a:t>2</a:t>
            </a:r>
            <a:r>
              <a:rPr lang="zh-CN" altLang="en-US" sz="2800" b="1" dirty="0">
                <a:solidFill>
                  <a:schemeClr val="tx1"/>
                </a:solidFill>
                <a:latin typeface="楷体_GB2312" pitchFamily="49" charset="-122"/>
                <a:ea typeface="楷体_GB2312" pitchFamily="49" charset="-122"/>
              </a:rPr>
              <a:t>、</a:t>
            </a:r>
            <a:r>
              <a:rPr lang="zh-CN" altLang="en-US" sz="2400" b="1" dirty="0">
                <a:solidFill>
                  <a:schemeClr val="tx1"/>
                </a:solidFill>
                <a:latin typeface="楷体_GB2312" pitchFamily="49" charset="-122"/>
                <a:ea typeface="楷体_GB2312" pitchFamily="49" charset="-122"/>
              </a:rPr>
              <a:t>元素全为零的向量称为</a:t>
            </a:r>
            <a:r>
              <a:rPr lang="zh-CN" altLang="en-US" sz="2400" b="1" dirty="0">
                <a:solidFill>
                  <a:srgbClr val="FF0000"/>
                </a:solidFill>
                <a:latin typeface="楷体_GB2312" pitchFamily="49" charset="-122"/>
                <a:ea typeface="楷体_GB2312" pitchFamily="49" charset="-122"/>
              </a:rPr>
              <a:t>零向量</a:t>
            </a:r>
            <a:r>
              <a:rPr lang="en-US" altLang="zh-CN" sz="2400" b="1">
                <a:solidFill>
                  <a:schemeClr val="tx1"/>
                </a:solidFill>
                <a:latin typeface="楷体_GB2312" pitchFamily="49" charset="-122"/>
                <a:ea typeface="楷体_GB2312" pitchFamily="49" charset="-122"/>
              </a:rPr>
              <a:t>.</a:t>
            </a:r>
          </a:p>
        </p:txBody>
      </p:sp>
      <p:graphicFrame>
        <p:nvGraphicFramePr>
          <p:cNvPr id="5133" name="对象 5132"/>
          <p:cNvGraphicFramePr/>
          <p:nvPr/>
        </p:nvGraphicFramePr>
        <p:xfrm>
          <a:off x="2667635" y="4448175"/>
          <a:ext cx="2108200" cy="478155"/>
        </p:xfrm>
        <a:graphic>
          <a:graphicData uri="http://schemas.openxmlformats.org/presentationml/2006/ole">
            <mc:AlternateContent xmlns:mc="http://schemas.openxmlformats.org/markup-compatibility/2006">
              <mc:Choice xmlns:v="urn:schemas-microsoft-com:vml" Requires="v">
                <p:oleObj r:id="rId2" imgW="914400" imgH="203200" progId="Equation.DSMT4">
                  <p:embed/>
                </p:oleObj>
              </mc:Choice>
              <mc:Fallback>
                <p:oleObj r:id="rId2" imgW="914400" imgH="203200" progId="Equation.DSMT4">
                  <p:embed/>
                  <p:pic>
                    <p:nvPicPr>
                      <p:cNvPr id="0" name="图片 3148"/>
                      <p:cNvPicPr/>
                      <p:nvPr/>
                    </p:nvPicPr>
                    <p:blipFill>
                      <a:blip r:embed="rId3"/>
                      <a:stretch>
                        <a:fillRect/>
                      </a:stretch>
                    </p:blipFill>
                    <p:spPr>
                      <a:xfrm>
                        <a:off x="2667635" y="4448175"/>
                        <a:ext cx="2108200" cy="478155"/>
                      </a:xfrm>
                      <a:prstGeom prst="rect">
                        <a:avLst/>
                      </a:prstGeom>
                      <a:noFill/>
                      <a:ln w="38100">
                        <a:noFill/>
                        <a:miter/>
                      </a:ln>
                    </p:spPr>
                  </p:pic>
                </p:oleObj>
              </mc:Fallback>
            </mc:AlternateContent>
          </a:graphicData>
        </a:graphic>
      </p:graphicFrame>
      <p:sp>
        <p:nvSpPr>
          <p:cNvPr id="5134" name="文本框 5133"/>
          <p:cNvSpPr txBox="1"/>
          <p:nvPr/>
        </p:nvSpPr>
        <p:spPr>
          <a:xfrm>
            <a:off x="1691640" y="4427855"/>
            <a:ext cx="819150" cy="568325"/>
          </a:xfrm>
          <a:prstGeom prst="rect">
            <a:avLst/>
          </a:prstGeom>
          <a:noFill/>
          <a:ln w="9525">
            <a:noFill/>
          </a:ln>
        </p:spPr>
        <p:txBody>
          <a:bodyPr wrap="square">
            <a:noAutofit/>
          </a:bodyPr>
          <a:lstStyle/>
          <a:p>
            <a:pPr fontAlgn="ctr">
              <a:spcBef>
                <a:spcPct val="50000"/>
              </a:spcBef>
            </a:pPr>
            <a:r>
              <a:rPr lang="zh-CN" altLang="en-US" dirty="0">
                <a:latin typeface="Arial" panose="020B0604020202020204" pitchFamily="34" charset="0"/>
                <a:ea typeface="楷体_GB2312" pitchFamily="49" charset="-122"/>
                <a:sym typeface="+mn-ea"/>
              </a:rPr>
              <a:t>如</a:t>
            </a:r>
            <a:r>
              <a:rPr lang="zh-CN" altLang="en-US" b="1" dirty="0">
                <a:latin typeface="Arial" panose="020B0604020202020204" pitchFamily="34" charset="0"/>
                <a:ea typeface="楷体_GB2312" pitchFamily="49" charset="-122"/>
              </a:rPr>
              <a:t>：</a:t>
            </a:r>
          </a:p>
        </p:txBody>
      </p:sp>
      <p:sp>
        <p:nvSpPr>
          <p:cNvPr id="7" name="文本框 6"/>
          <p:cNvSpPr txBox="1"/>
          <p:nvPr/>
        </p:nvSpPr>
        <p:spPr>
          <a:xfrm>
            <a:off x="1115060" y="4913630"/>
            <a:ext cx="8138160" cy="502285"/>
          </a:xfrm>
          <a:prstGeom prst="rect">
            <a:avLst/>
          </a:prstGeom>
          <a:noFill/>
        </p:spPr>
        <p:txBody>
          <a:bodyPr wrap="square" rtlCol="0" anchor="t">
            <a:noAutofit/>
          </a:bodyPr>
          <a:lstStyle/>
          <a:p>
            <a:r>
              <a:rPr lang="en-US" altLang="zh-CN" sz="2400" dirty="0">
                <a:solidFill>
                  <a:srgbClr val="000000"/>
                </a:solidFill>
                <a:ea typeface="楷体_GB2312"/>
                <a:sym typeface="+mn-ea"/>
              </a:rPr>
              <a:t>3</a:t>
            </a:r>
            <a:r>
              <a:rPr lang="zh-CN" altLang="en-US" sz="2400" dirty="0">
                <a:solidFill>
                  <a:srgbClr val="000000"/>
                </a:solidFill>
                <a:ea typeface="楷体_GB2312"/>
                <a:sym typeface="+mn-ea"/>
              </a:rPr>
              <a:t>、向量</a:t>
            </a:r>
            <a:r>
              <a:rPr lang="en-US" altLang="zh-CN" sz="2400" i="1" dirty="0">
                <a:sym typeface="+mn-ea"/>
              </a:rPr>
              <a:t>α=</a:t>
            </a:r>
            <a:r>
              <a:rPr lang="en-US" altLang="zh-CN" sz="2400" dirty="0">
                <a:solidFill>
                  <a:srgbClr val="000000"/>
                </a:solidFill>
                <a:ea typeface="楷体_GB2312"/>
                <a:sym typeface="+mn-ea"/>
              </a:rPr>
              <a:t>(</a:t>
            </a:r>
            <a:r>
              <a:rPr lang="en-US" altLang="zh-CN" sz="2400" i="1" dirty="0">
                <a:sym typeface="+mn-ea"/>
              </a:rPr>
              <a:t>a</a:t>
            </a:r>
            <a:r>
              <a:rPr lang="en-US" altLang="zh-CN" sz="2400" baseline="-25000" dirty="0">
                <a:sym typeface="+mn-ea"/>
              </a:rPr>
              <a:t>1</a:t>
            </a:r>
            <a:r>
              <a:rPr lang="en-US" altLang="zh-CN" sz="2400" dirty="0">
                <a:sym typeface="+mn-ea"/>
              </a:rPr>
              <a:t>, </a:t>
            </a:r>
            <a:r>
              <a:rPr lang="en-US" altLang="zh-CN" sz="2400" i="1" dirty="0">
                <a:sym typeface="+mn-ea"/>
              </a:rPr>
              <a:t>a</a:t>
            </a:r>
            <a:r>
              <a:rPr lang="en-US" altLang="zh-CN" sz="2400" baseline="-25000" dirty="0">
                <a:sym typeface="+mn-ea"/>
              </a:rPr>
              <a:t>2</a:t>
            </a:r>
            <a:r>
              <a:rPr lang="en-US" altLang="zh-CN" sz="2400" dirty="0">
                <a:sym typeface="+mn-ea"/>
              </a:rPr>
              <a:t>, …, </a:t>
            </a:r>
            <a:r>
              <a:rPr lang="en-US" altLang="zh-CN" sz="2400" i="1" dirty="0">
                <a:sym typeface="+mn-ea"/>
              </a:rPr>
              <a:t>a</a:t>
            </a:r>
            <a:r>
              <a:rPr lang="en-US" altLang="zh-CN" sz="2400" i="1" baseline="-25000" dirty="0">
                <a:sym typeface="+mn-ea"/>
              </a:rPr>
              <a:t>n</a:t>
            </a:r>
            <a:r>
              <a:rPr lang="en-US" altLang="zh-CN" sz="2400" dirty="0">
                <a:solidFill>
                  <a:srgbClr val="000000"/>
                </a:solidFill>
                <a:ea typeface="楷体_GB2312"/>
                <a:sym typeface="+mn-ea"/>
              </a:rPr>
              <a:t>)</a:t>
            </a:r>
            <a:r>
              <a:rPr lang="zh-CN" altLang="en-US" sz="2400" dirty="0">
                <a:latin typeface="Arial" panose="020B0604020202020204" pitchFamily="34" charset="0"/>
                <a:ea typeface="楷体_GB2312" pitchFamily="49" charset="-122"/>
                <a:sym typeface="+mn-ea"/>
              </a:rPr>
              <a:t>的</a:t>
            </a:r>
            <a:r>
              <a:rPr lang="zh-CN" altLang="en-US" sz="2400" dirty="0">
                <a:solidFill>
                  <a:srgbClr val="FF0000"/>
                </a:solidFill>
                <a:latin typeface="Arial" panose="020B0604020202020204" pitchFamily="34" charset="0"/>
                <a:ea typeface="楷体_GB2312" pitchFamily="49" charset="-122"/>
                <a:sym typeface="+mn-ea"/>
              </a:rPr>
              <a:t>负向量</a:t>
            </a:r>
            <a:r>
              <a:rPr lang="zh-CN" altLang="en-US" sz="2400" dirty="0">
                <a:latin typeface="Arial" panose="020B0604020202020204" pitchFamily="34" charset="0"/>
                <a:ea typeface="楷体_GB2312" pitchFamily="49" charset="-122"/>
                <a:sym typeface="+mn-ea"/>
              </a:rPr>
              <a:t>记作</a:t>
            </a:r>
            <a:r>
              <a:rPr lang="en-US" altLang="zh-CN" sz="2400" dirty="0">
                <a:latin typeface="Arial" panose="020B0604020202020204" pitchFamily="34" charset="0"/>
                <a:ea typeface="楷体_GB2312" pitchFamily="49" charset="-122"/>
                <a:sym typeface="+mn-ea"/>
              </a:rPr>
              <a:t>-</a:t>
            </a:r>
            <a:r>
              <a:rPr lang="en-US" altLang="zh-CN" sz="2400" i="1" dirty="0">
                <a:sym typeface="+mn-ea"/>
              </a:rPr>
              <a:t>α=</a:t>
            </a:r>
            <a:r>
              <a:rPr lang="en-US" altLang="zh-CN" sz="2400" dirty="0">
                <a:solidFill>
                  <a:srgbClr val="000000"/>
                </a:solidFill>
                <a:ea typeface="楷体_GB2312"/>
                <a:sym typeface="+mn-ea"/>
              </a:rPr>
              <a:t>(-</a:t>
            </a:r>
            <a:r>
              <a:rPr lang="en-US" altLang="zh-CN" sz="2400" i="1" dirty="0">
                <a:sym typeface="+mn-ea"/>
              </a:rPr>
              <a:t>a</a:t>
            </a:r>
            <a:r>
              <a:rPr lang="en-US" altLang="zh-CN" sz="2400" baseline="-25000" dirty="0">
                <a:sym typeface="+mn-ea"/>
              </a:rPr>
              <a:t>1</a:t>
            </a:r>
            <a:r>
              <a:rPr lang="en-US" altLang="zh-CN" sz="2400" dirty="0">
                <a:sym typeface="+mn-ea"/>
              </a:rPr>
              <a:t>, -</a:t>
            </a:r>
            <a:r>
              <a:rPr lang="en-US" altLang="zh-CN" sz="2400" i="1" dirty="0">
                <a:sym typeface="+mn-ea"/>
              </a:rPr>
              <a:t>a</a:t>
            </a:r>
            <a:r>
              <a:rPr lang="en-US" altLang="zh-CN" sz="2400" baseline="-25000" dirty="0">
                <a:sym typeface="+mn-ea"/>
              </a:rPr>
              <a:t>2</a:t>
            </a:r>
            <a:r>
              <a:rPr lang="en-US" altLang="zh-CN" sz="2400" dirty="0">
                <a:sym typeface="+mn-ea"/>
              </a:rPr>
              <a:t>, …, -</a:t>
            </a:r>
            <a:r>
              <a:rPr lang="en-US" altLang="zh-CN" sz="2400" i="1" dirty="0">
                <a:sym typeface="+mn-ea"/>
              </a:rPr>
              <a:t>a</a:t>
            </a:r>
            <a:r>
              <a:rPr lang="en-US" altLang="zh-CN" sz="2400" i="1" baseline="-25000" dirty="0">
                <a:sym typeface="+mn-ea"/>
              </a:rPr>
              <a:t>n</a:t>
            </a:r>
            <a:r>
              <a:rPr lang="en-US" altLang="zh-CN" sz="2400" dirty="0">
                <a:solidFill>
                  <a:srgbClr val="000000"/>
                </a:solidFill>
                <a:ea typeface="楷体_GB2312"/>
                <a:sym typeface="+mn-ea"/>
              </a:rPr>
              <a:t>).</a:t>
            </a:r>
            <a:endParaRPr lang="zh-CN" altLang="en-US" sz="2400" b="1" dirty="0">
              <a:latin typeface="Arial" panose="020B0604020202020204" pitchFamily="34" charset="0"/>
              <a:ea typeface="楷体_GB2312" pitchFamily="49" charset="-122"/>
            </a:endParaRPr>
          </a:p>
          <a:p>
            <a:endParaRPr lang="zh-CN" altLang="en-US" sz="2400" dirty="0">
              <a:solidFill>
                <a:srgbClr val="000000"/>
              </a:solidFill>
              <a:ea typeface="楷体_GB2312"/>
              <a:sym typeface="+mn-ea"/>
            </a:endParaRPr>
          </a:p>
        </p:txBody>
      </p:sp>
      <p:sp>
        <p:nvSpPr>
          <p:cNvPr id="5130" name="矩形 5129"/>
          <p:cNvSpPr/>
          <p:nvPr/>
        </p:nvSpPr>
        <p:spPr>
          <a:xfrm>
            <a:off x="1119505" y="5415915"/>
            <a:ext cx="7635875" cy="1156335"/>
          </a:xfrm>
          <a:prstGeom prst="rect">
            <a:avLst/>
          </a:prstGeom>
          <a:noFill/>
          <a:ln w="12700">
            <a:noFill/>
          </a:ln>
        </p:spPr>
        <p:txBody>
          <a:bodyPr wrap="square">
            <a:noAutofit/>
          </a:bodyPr>
          <a:lstStyle/>
          <a:p>
            <a:pPr>
              <a:buNone/>
            </a:pPr>
            <a:r>
              <a:rPr lang="en-US" altLang="zh-CN" sz="2800" b="1">
                <a:solidFill>
                  <a:schemeClr val="tx1"/>
                </a:solidFill>
                <a:latin typeface="楷体_GB2312" pitchFamily="49" charset="-122"/>
                <a:ea typeface="楷体_GB2312" pitchFamily="49" charset="-122"/>
              </a:rPr>
              <a:t>4</a:t>
            </a:r>
            <a:r>
              <a:rPr lang="zh-CN" altLang="en-US" sz="2800" b="1" dirty="0">
                <a:solidFill>
                  <a:schemeClr val="tx1"/>
                </a:solidFill>
                <a:latin typeface="楷体_GB2312" pitchFamily="49" charset="-122"/>
                <a:ea typeface="楷体_GB2312" pitchFamily="49" charset="-122"/>
              </a:rPr>
              <a:t>、对应分量相等的</a:t>
            </a:r>
            <a:r>
              <a:rPr lang="zh-CN" altLang="en-US" sz="2800" b="1" dirty="0">
                <a:solidFill>
                  <a:srgbClr val="FF0000"/>
                </a:solidFill>
                <a:latin typeface="Arial" panose="020B0604020202020204" pitchFamily="34" charset="0"/>
                <a:ea typeface="楷体_GB2312" pitchFamily="49" charset="-122"/>
              </a:rPr>
              <a:t>向量相等，</a:t>
            </a:r>
            <a:r>
              <a:rPr lang="zh-CN" altLang="en-US" sz="2800" b="1" dirty="0">
                <a:latin typeface="Arial" panose="020B0604020202020204" pitchFamily="34" charset="0"/>
                <a:ea typeface="楷体_GB2312" pitchFamily="49" charset="-122"/>
              </a:rPr>
              <a:t>也就是两个向量完全相同</a:t>
            </a:r>
            <a:r>
              <a:rPr lang="en-US" altLang="zh-CN" sz="2800" b="1">
                <a:latin typeface="Arial" panose="020B0604020202020204" pitchFamily="34" charset="0"/>
                <a:ea typeface="楷体_GB2312" pitchFamily="49" charset="-122"/>
              </a:rPr>
              <a:t>.</a:t>
            </a:r>
            <a:endParaRPr lang="en-US" altLang="zh-CN" sz="2800" b="1">
              <a:latin typeface="楷体_GB2312" pitchFamily="49" charset="-122"/>
              <a:ea typeface="楷体_GB2312" pitchFamily="49" charset="-122"/>
            </a:endParaRPr>
          </a:p>
        </p:txBody>
      </p:sp>
      <p:sp>
        <p:nvSpPr>
          <p:cNvPr id="5131" name="椭圆形标注 5130"/>
          <p:cNvSpPr/>
          <p:nvPr/>
        </p:nvSpPr>
        <p:spPr>
          <a:xfrm>
            <a:off x="5363845" y="1932305"/>
            <a:ext cx="2971800" cy="1066800"/>
          </a:xfrm>
          <a:prstGeom prst="wedgeEllipseCallout">
            <a:avLst>
              <a:gd name="adj1" fmla="val -36056"/>
              <a:gd name="adj2" fmla="val 108630"/>
            </a:avLst>
          </a:prstGeom>
          <a:solidFill>
            <a:srgbClr val="FFFF99"/>
          </a:solidFill>
          <a:ln w="9525" cap="flat" cmpd="sng">
            <a:solidFill>
              <a:schemeClr val="tx1"/>
            </a:solidFill>
            <a:prstDash val="solid"/>
            <a:miter/>
            <a:headEnd type="none" w="med" len="med"/>
            <a:tailEnd type="none" w="med" len="med"/>
          </a:ln>
        </p:spPr>
        <p:txBody>
          <a:bodyPr/>
          <a:lstStyle/>
          <a:p>
            <a:pPr algn="ctr" fontAlgn="ctr"/>
            <a:r>
              <a:rPr lang="zh-CN" altLang="en-US" sz="2400" dirty="0">
                <a:solidFill>
                  <a:srgbClr val="A80000"/>
                </a:solidFill>
                <a:latin typeface="Arial" panose="020B0604020202020204" pitchFamily="34" charset="0"/>
                <a:ea typeface="楷体_GB2312" pitchFamily="49" charset="-122"/>
              </a:rPr>
              <a:t>本教材基本上不涉及</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5129"/>
                                        </p:tgtEl>
                                        <p:attrNameLst>
                                          <p:attrName>style.visibility</p:attrName>
                                        </p:attrNameLst>
                                      </p:cBhvr>
                                      <p:to>
                                        <p:strVal val="visible"/>
                                      </p:to>
                                    </p:set>
                                    <p:anim calcmode="discrete" valueType="clr">
                                      <p:cBhvr override="childStyle">
                                        <p:cTn id="12" dur="80"/>
                                        <p:tgtEl>
                                          <p:spTgt spid="5129"/>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5129"/>
                                        </p:tgtEl>
                                        <p:attrNameLst>
                                          <p:attrName>fillcolor</p:attrName>
                                        </p:attrNameLst>
                                      </p:cBhvr>
                                      <p:tavLst>
                                        <p:tav tm="0">
                                          <p:val>
                                            <p:clrVal>
                                              <a:schemeClr val="accent2"/>
                                            </p:clrVal>
                                          </p:val>
                                        </p:tav>
                                        <p:tav tm="50000">
                                          <p:val>
                                            <p:clrVal>
                                              <a:schemeClr val="hlink"/>
                                            </p:clrVal>
                                          </p:val>
                                        </p:tav>
                                      </p:tavLst>
                                    </p:anim>
                                    <p:set>
                                      <p:cBhvr>
                                        <p:cTn id="14" dur="80"/>
                                        <p:tgtEl>
                                          <p:spTgt spid="5129"/>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3"/>
                                        </p:tgtEl>
                                        <p:attrNameLst>
                                          <p:attrName>style.visibility</p:attrName>
                                        </p:attrNameLst>
                                      </p:cBhvr>
                                      <p:to>
                                        <p:strVal val="visible"/>
                                      </p:to>
                                    </p:set>
                                    <p:anim calcmode="discrete" valueType="clr">
                                      <p:cBhvr override="childStyle">
                                        <p:cTn id="19"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3"/>
                                        </p:tgtEl>
                                        <p:attrNameLst>
                                          <p:attrName>fillcolor</p:attrName>
                                        </p:attrNameLst>
                                      </p:cBhvr>
                                      <p:tavLst>
                                        <p:tav tm="0">
                                          <p:val>
                                            <p:clrVal>
                                              <a:schemeClr val="accent2"/>
                                            </p:clrVal>
                                          </p:val>
                                        </p:tav>
                                        <p:tav tm="50000">
                                          <p:val>
                                            <p:clrVal>
                                              <a:schemeClr val="hlink"/>
                                            </p:clrVal>
                                          </p:val>
                                        </p:tav>
                                      </p:tavLst>
                                    </p:anim>
                                    <p:set>
                                      <p:cBhvr>
                                        <p:cTn id="21" dur="80"/>
                                        <p:tgtEl>
                                          <p:spTgt spid="3"/>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grpId="0" nodeType="clickEffect">
                                  <p:stCondLst>
                                    <p:cond delay="0"/>
                                  </p:stCondLst>
                                  <p:iterate type="lt">
                                    <p:tmPct val="50000"/>
                                  </p:iterate>
                                  <p:childTnLst>
                                    <p:set>
                                      <p:cBhvr>
                                        <p:cTn id="25" dur="1" fill="hold">
                                          <p:stCondLst>
                                            <p:cond delay="0"/>
                                          </p:stCondLst>
                                        </p:cTn>
                                        <p:tgtEl>
                                          <p:spTgt spid="5127"/>
                                        </p:tgtEl>
                                        <p:attrNameLst>
                                          <p:attrName>style.visibility</p:attrName>
                                        </p:attrNameLst>
                                      </p:cBhvr>
                                      <p:to>
                                        <p:strVal val="visible"/>
                                      </p:to>
                                    </p:set>
                                    <p:anim calcmode="discrete" valueType="clr">
                                      <p:cBhvr override="childStyle">
                                        <p:cTn id="26" dur="80"/>
                                        <p:tgtEl>
                                          <p:spTgt spid="5127"/>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5127"/>
                                        </p:tgtEl>
                                        <p:attrNameLst>
                                          <p:attrName>fillcolor</p:attrName>
                                        </p:attrNameLst>
                                      </p:cBhvr>
                                      <p:tavLst>
                                        <p:tav tm="0">
                                          <p:val>
                                            <p:clrVal>
                                              <a:schemeClr val="accent2"/>
                                            </p:clrVal>
                                          </p:val>
                                        </p:tav>
                                        <p:tav tm="50000">
                                          <p:val>
                                            <p:clrVal>
                                              <a:schemeClr val="hlink"/>
                                            </p:clrVal>
                                          </p:val>
                                        </p:tav>
                                      </p:tavLst>
                                    </p:anim>
                                    <p:set>
                                      <p:cBhvr>
                                        <p:cTn id="28" dur="80"/>
                                        <p:tgtEl>
                                          <p:spTgt spid="5127"/>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grpId="0" nodeType="clickEffect">
                                  <p:stCondLst>
                                    <p:cond delay="0"/>
                                  </p:stCondLst>
                                  <p:iterate type="lt">
                                    <p:tmPct val="50000"/>
                                  </p:iterate>
                                  <p:childTnLst>
                                    <p:set>
                                      <p:cBhvr>
                                        <p:cTn id="32" dur="1" fill="hold">
                                          <p:stCondLst>
                                            <p:cond delay="0"/>
                                          </p:stCondLst>
                                        </p:cTn>
                                        <p:tgtEl>
                                          <p:spTgt spid="6"/>
                                        </p:tgtEl>
                                        <p:attrNameLst>
                                          <p:attrName>style.visibility</p:attrName>
                                        </p:attrNameLst>
                                      </p:cBhvr>
                                      <p:to>
                                        <p:strVal val="visible"/>
                                      </p:to>
                                    </p:set>
                                    <p:anim calcmode="discrete" valueType="clr">
                                      <p:cBhvr override="childStyle">
                                        <p:cTn id="33" dur="80"/>
                                        <p:tgtEl>
                                          <p:spTgt spid="6"/>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6"/>
                                        </p:tgtEl>
                                        <p:attrNameLst>
                                          <p:attrName>fillcolor</p:attrName>
                                        </p:attrNameLst>
                                      </p:cBhvr>
                                      <p:tavLst>
                                        <p:tav tm="0">
                                          <p:val>
                                            <p:clrVal>
                                              <a:schemeClr val="accent2"/>
                                            </p:clrVal>
                                          </p:val>
                                        </p:tav>
                                        <p:tav tm="50000">
                                          <p:val>
                                            <p:clrVal>
                                              <a:schemeClr val="hlink"/>
                                            </p:clrVal>
                                          </p:val>
                                        </p:tav>
                                      </p:tavLst>
                                    </p:anim>
                                    <p:set>
                                      <p:cBhvr>
                                        <p:cTn id="35" dur="80"/>
                                        <p:tgtEl>
                                          <p:spTgt spid="6"/>
                                        </p:tgtEl>
                                        <p:attrNameLst>
                                          <p:attrName>fill.type</p:attrName>
                                        </p:attrNameLst>
                                      </p:cBhvr>
                                      <p:to>
                                        <p:strVal val="solid"/>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134"/>
                                        </p:tgtEl>
                                        <p:attrNameLst>
                                          <p:attrName>style.visibility</p:attrName>
                                        </p:attrNameLst>
                                      </p:cBhvr>
                                      <p:to>
                                        <p:strVal val="visible"/>
                                      </p:to>
                                    </p:set>
                                    <p:animEffect transition="in" filter="wipe(left)">
                                      <p:cBhvr>
                                        <p:cTn id="40" dur="1000"/>
                                        <p:tgtEl>
                                          <p:spTgt spid="513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5133"/>
                                        </p:tgtEl>
                                        <p:attrNameLst>
                                          <p:attrName>style.visibility</p:attrName>
                                        </p:attrNameLst>
                                      </p:cBhvr>
                                      <p:to>
                                        <p:strVal val="visible"/>
                                      </p:to>
                                    </p:set>
                                    <p:animEffect transition="in" filter="wipe(up)">
                                      <p:cBhvr>
                                        <p:cTn id="45" dur="500"/>
                                        <p:tgtEl>
                                          <p:spTgt spid="513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down)">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27" presetClass="entr" presetSubtype="0" fill="hold" grpId="0" nodeType="clickEffect">
                                  <p:stCondLst>
                                    <p:cond delay="0"/>
                                  </p:stCondLst>
                                  <p:iterate type="lt">
                                    <p:tmPct val="50000"/>
                                  </p:iterate>
                                  <p:childTnLst>
                                    <p:set>
                                      <p:cBhvr>
                                        <p:cTn id="54" dur="1" fill="hold">
                                          <p:stCondLst>
                                            <p:cond delay="0"/>
                                          </p:stCondLst>
                                        </p:cTn>
                                        <p:tgtEl>
                                          <p:spTgt spid="5130"/>
                                        </p:tgtEl>
                                        <p:attrNameLst>
                                          <p:attrName>style.visibility</p:attrName>
                                        </p:attrNameLst>
                                      </p:cBhvr>
                                      <p:to>
                                        <p:strVal val="visible"/>
                                      </p:to>
                                    </p:set>
                                    <p:anim calcmode="discrete" valueType="clr">
                                      <p:cBhvr override="childStyle">
                                        <p:cTn id="55" dur="80"/>
                                        <p:tgtEl>
                                          <p:spTgt spid="5130"/>
                                        </p:tgtEl>
                                        <p:attrNameLst>
                                          <p:attrName>style.color</p:attrName>
                                        </p:attrNameLst>
                                      </p:cBhvr>
                                      <p:tavLst>
                                        <p:tav tm="0">
                                          <p:val>
                                            <p:clrVal>
                                              <a:schemeClr val="accent2"/>
                                            </p:clrVal>
                                          </p:val>
                                        </p:tav>
                                        <p:tav tm="50000">
                                          <p:val>
                                            <p:clrVal>
                                              <a:schemeClr val="hlink"/>
                                            </p:clrVal>
                                          </p:val>
                                        </p:tav>
                                      </p:tavLst>
                                    </p:anim>
                                    <p:anim calcmode="discrete" valueType="clr">
                                      <p:cBhvr>
                                        <p:cTn id="56" dur="80"/>
                                        <p:tgtEl>
                                          <p:spTgt spid="5130"/>
                                        </p:tgtEl>
                                        <p:attrNameLst>
                                          <p:attrName>fillcolor</p:attrName>
                                        </p:attrNameLst>
                                      </p:cBhvr>
                                      <p:tavLst>
                                        <p:tav tm="0">
                                          <p:val>
                                            <p:clrVal>
                                              <a:schemeClr val="accent2"/>
                                            </p:clrVal>
                                          </p:val>
                                        </p:tav>
                                        <p:tav tm="50000">
                                          <p:val>
                                            <p:clrVal>
                                              <a:schemeClr val="hlink"/>
                                            </p:clrVal>
                                          </p:val>
                                        </p:tav>
                                      </p:tavLst>
                                    </p:anim>
                                    <p:set>
                                      <p:cBhvr>
                                        <p:cTn id="57" dur="80"/>
                                        <p:tgtEl>
                                          <p:spTgt spid="5130"/>
                                        </p:tgtEl>
                                        <p:attrNameLst>
                                          <p:attrName>fill.type</p:attrName>
                                        </p:attrNameLst>
                                      </p:cBhvr>
                                      <p:to>
                                        <p:strVal val="solid"/>
                                      </p:to>
                                    </p:set>
                                  </p:childTnLst>
                                </p:cTn>
                              </p:par>
                            </p:childTnLst>
                          </p:cTn>
                        </p:par>
                      </p:childTnLst>
                    </p:cTn>
                  </p:par>
                  <p:par>
                    <p:cTn id="58" fill="hold">
                      <p:stCondLst>
                        <p:cond delay="indefinite"/>
                      </p:stCondLst>
                      <p:childTnLst>
                        <p:par>
                          <p:cTn id="59" fill="hold">
                            <p:stCondLst>
                              <p:cond delay="0"/>
                            </p:stCondLst>
                            <p:childTnLst>
                              <p:par>
                                <p:cTn id="60" presetID="56" presetClass="entr" presetSubtype="0" fill="hold" grpId="0" nodeType="clickEffect">
                                  <p:stCondLst>
                                    <p:cond delay="0"/>
                                  </p:stCondLst>
                                  <p:iterate type="lt">
                                    <p:tmPct val="10000"/>
                                  </p:iterate>
                                  <p:childTnLst>
                                    <p:set>
                                      <p:cBhvr>
                                        <p:cTn id="61" dur="1" fill="hold">
                                          <p:stCondLst>
                                            <p:cond delay="0"/>
                                          </p:stCondLst>
                                        </p:cTn>
                                        <p:tgtEl>
                                          <p:spTgt spid="5131"/>
                                        </p:tgtEl>
                                        <p:attrNameLst>
                                          <p:attrName>style.visibility</p:attrName>
                                        </p:attrNameLst>
                                      </p:cBhvr>
                                      <p:to>
                                        <p:strVal val="visible"/>
                                      </p:to>
                                    </p:set>
                                    <p:anim by="(-#ppt_w*2)" calcmode="lin" valueType="num">
                                      <p:cBhvr rctx="PPT">
                                        <p:cTn id="62" dur="500" autoRev="1" fill="hold">
                                          <p:stCondLst>
                                            <p:cond delay="0"/>
                                          </p:stCondLst>
                                        </p:cTn>
                                        <p:tgtEl>
                                          <p:spTgt spid="5131"/>
                                        </p:tgtEl>
                                        <p:attrNameLst>
                                          <p:attrName>ppt_w</p:attrName>
                                        </p:attrNameLst>
                                      </p:cBhvr>
                                    </p:anim>
                                    <p:anim by="(#ppt_w*0.50)" calcmode="lin" valueType="num">
                                      <p:cBhvr>
                                        <p:cTn id="63" dur="500" decel="50000" autoRev="1" fill="hold">
                                          <p:stCondLst>
                                            <p:cond delay="0"/>
                                          </p:stCondLst>
                                        </p:cTn>
                                        <p:tgtEl>
                                          <p:spTgt spid="5131"/>
                                        </p:tgtEl>
                                        <p:attrNameLst>
                                          <p:attrName>ppt_x</p:attrName>
                                        </p:attrNameLst>
                                      </p:cBhvr>
                                    </p:anim>
                                    <p:anim from="(-#ppt_h/2)" to="(#ppt_y)" calcmode="lin" valueType="num">
                                      <p:cBhvr>
                                        <p:cTn id="64" dur="1000" fill="hold">
                                          <p:stCondLst>
                                            <p:cond delay="0"/>
                                          </p:stCondLst>
                                        </p:cTn>
                                        <p:tgtEl>
                                          <p:spTgt spid="5131"/>
                                        </p:tgtEl>
                                        <p:attrNameLst>
                                          <p:attrName>ppt_y</p:attrName>
                                        </p:attrNameLst>
                                      </p:cBhvr>
                                    </p:anim>
                                    <p:animRot by="21600000">
                                      <p:cBhvr>
                                        <p:cTn id="65" dur="1000" fill="hold">
                                          <p:stCondLst>
                                            <p:cond delay="0"/>
                                          </p:stCondLst>
                                        </p:cTn>
                                        <p:tgtEl>
                                          <p:spTgt spid="513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129" grpId="0"/>
      <p:bldP spid="3" grpId="0"/>
      <p:bldP spid="5127" grpId="0"/>
      <p:bldP spid="6" grpId="0"/>
      <p:bldP spid="5134" grpId="0"/>
      <p:bldP spid="7" grpId="0"/>
      <p:bldP spid="5130" grpId="0"/>
      <p:bldP spid="513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矩形 8193"/>
          <p:cNvSpPr/>
          <p:nvPr/>
        </p:nvSpPr>
        <p:spPr>
          <a:xfrm>
            <a:off x="323850" y="317500"/>
            <a:ext cx="4629150" cy="521970"/>
          </a:xfrm>
          <a:prstGeom prst="rect">
            <a:avLst/>
          </a:prstGeom>
          <a:noFill/>
          <a:ln w="25400">
            <a:noFill/>
          </a:ln>
        </p:spPr>
        <p:txBody>
          <a:bodyPr>
            <a:spAutoFit/>
          </a:bodyPr>
          <a:lstStyle/>
          <a:p>
            <a:r>
              <a:rPr lang="zh-CN" altLang="en-US" sz="2800" b="1" dirty="0">
                <a:solidFill>
                  <a:srgbClr val="3333FF"/>
                </a:solidFill>
                <a:effectLst/>
                <a:latin typeface="楷体_GB2312" pitchFamily="49" charset="-122"/>
                <a:ea typeface="楷体_GB2312" pitchFamily="49" charset="-122"/>
              </a:rPr>
              <a:t>向量与矩阵的关系</a:t>
            </a:r>
          </a:p>
        </p:txBody>
      </p:sp>
      <p:sp>
        <p:nvSpPr>
          <p:cNvPr id="8195" name="矩形 8194"/>
          <p:cNvSpPr/>
          <p:nvPr/>
        </p:nvSpPr>
        <p:spPr>
          <a:xfrm>
            <a:off x="34925" y="5373688"/>
            <a:ext cx="3395663" cy="519112"/>
          </a:xfrm>
          <a:prstGeom prst="rect">
            <a:avLst/>
          </a:prstGeom>
          <a:noFill/>
          <a:ln w="12700">
            <a:noFill/>
          </a:ln>
        </p:spPr>
        <p:txBody>
          <a:bodyPr wrap="none" lIns="90000" tIns="46800" rIns="90000" bIns="46800" anchor="t" anchorCtr="0">
            <a:spAutoFit/>
          </a:bodyPr>
          <a:lstStyle/>
          <a:p>
            <a:pPr>
              <a:buNone/>
            </a:pPr>
            <a:r>
              <a:rPr lang="zh-CN" altLang="en-US" sz="2800" b="1" dirty="0">
                <a:solidFill>
                  <a:schemeClr val="tx2"/>
                </a:solidFill>
                <a:latin typeface="Arial" panose="020B0604020202020204" pitchFamily="34" charset="0"/>
                <a:ea typeface="楷体_GB2312" pitchFamily="49" charset="-122"/>
              </a:rPr>
              <a:t>其第</a:t>
            </a:r>
            <a:r>
              <a:rPr lang="zh-CN" altLang="en-US" sz="2800" b="1" i="1" dirty="0">
                <a:solidFill>
                  <a:schemeClr val="tx2"/>
                </a:solidFill>
                <a:latin typeface="Arial" panose="020B0604020202020204" pitchFamily="34" charset="0"/>
                <a:ea typeface="楷体_GB2312" pitchFamily="49" charset="-122"/>
              </a:rPr>
              <a:t>ｊ</a:t>
            </a:r>
            <a:r>
              <a:rPr lang="zh-CN" altLang="en-US" sz="2800" b="1" dirty="0">
                <a:solidFill>
                  <a:schemeClr val="tx2"/>
                </a:solidFill>
                <a:latin typeface="Arial" panose="020B0604020202020204" pitchFamily="34" charset="0"/>
                <a:ea typeface="楷体_GB2312" pitchFamily="49" charset="-122"/>
              </a:rPr>
              <a:t>个列</a:t>
            </a:r>
            <a:r>
              <a:rPr lang="zh-CN" altLang="en-US" sz="2800" b="1" dirty="0">
                <a:solidFill>
                  <a:schemeClr val="tx2"/>
                </a:solidFill>
                <a:latin typeface="楷体_GB2312" pitchFamily="49" charset="-122"/>
                <a:ea typeface="楷体_GB2312" pitchFamily="49" charset="-122"/>
              </a:rPr>
              <a:t>向量</a:t>
            </a:r>
            <a:r>
              <a:rPr lang="zh-CN" altLang="en-US" sz="2800" b="1" dirty="0">
                <a:solidFill>
                  <a:schemeClr val="tx2"/>
                </a:solidFill>
                <a:latin typeface="Arial" panose="020B0604020202020204" pitchFamily="34" charset="0"/>
                <a:ea typeface="楷体_GB2312" pitchFamily="49" charset="-122"/>
              </a:rPr>
              <a:t>记作</a:t>
            </a:r>
          </a:p>
        </p:txBody>
      </p:sp>
      <p:sp>
        <p:nvSpPr>
          <p:cNvPr id="8196" name="文本框 8195"/>
          <p:cNvSpPr txBox="1"/>
          <p:nvPr/>
        </p:nvSpPr>
        <p:spPr>
          <a:xfrm>
            <a:off x="5435600" y="2689225"/>
            <a:ext cx="2273300" cy="460375"/>
          </a:xfrm>
          <a:prstGeom prst="rect">
            <a:avLst/>
          </a:prstGeom>
          <a:noFill/>
          <a:ln w="9525">
            <a:noFill/>
          </a:ln>
        </p:spPr>
        <p:txBody>
          <a:bodyPr wrap="none" anchor="t" anchorCtr="0">
            <a:spAutoFit/>
          </a:bodyPr>
          <a:lstStyle/>
          <a:p>
            <a:pPr algn="l"/>
            <a:r>
              <a:rPr lang="en-US" altLang="zh-CN" sz="2400" i="1" dirty="0">
                <a:solidFill>
                  <a:srgbClr val="FFC000"/>
                </a:solidFill>
                <a:ea typeface="楷体_GB2312"/>
                <a:sym typeface="+mn-ea"/>
              </a:rPr>
              <a:t>m</a:t>
            </a:r>
            <a:r>
              <a:rPr lang="zh-CN" altLang="en-US" sz="2400" b="1" dirty="0">
                <a:solidFill>
                  <a:srgbClr val="FFC000"/>
                </a:solidFill>
                <a:latin typeface="楷体_GB2312" pitchFamily="49" charset="-122"/>
                <a:ea typeface="楷体_GB2312" pitchFamily="49" charset="-122"/>
              </a:rPr>
              <a:t>个</a:t>
            </a:r>
            <a:r>
              <a:rPr lang="en-US" altLang="zh-CN" sz="2400" i="1" dirty="0">
                <a:solidFill>
                  <a:srgbClr val="FFC000"/>
                </a:solidFill>
                <a:sym typeface="+mn-ea"/>
              </a:rPr>
              <a:t>n</a:t>
            </a:r>
            <a:r>
              <a:rPr lang="zh-CN" altLang="en-US" sz="2400" b="1" dirty="0">
                <a:solidFill>
                  <a:srgbClr val="FFC000"/>
                </a:solidFill>
                <a:latin typeface="楷体_GB2312" pitchFamily="49" charset="-122"/>
                <a:ea typeface="楷体_GB2312" pitchFamily="49" charset="-122"/>
              </a:rPr>
              <a:t>维行向量</a:t>
            </a:r>
            <a:r>
              <a:rPr lang="en-US" altLang="zh-CN" sz="2400" b="1">
                <a:solidFill>
                  <a:srgbClr val="2EAA77"/>
                </a:solidFill>
                <a:latin typeface="楷体_GB2312" pitchFamily="49" charset="-122"/>
                <a:ea typeface="楷体_GB2312" pitchFamily="49" charset="-122"/>
              </a:rPr>
              <a:t>.</a:t>
            </a:r>
          </a:p>
        </p:txBody>
      </p:sp>
      <p:sp>
        <p:nvSpPr>
          <p:cNvPr id="8197" name="矩形 8196"/>
          <p:cNvSpPr/>
          <p:nvPr/>
        </p:nvSpPr>
        <p:spPr>
          <a:xfrm>
            <a:off x="5076825" y="1104900"/>
            <a:ext cx="1409700" cy="457200"/>
          </a:xfrm>
          <a:prstGeom prst="rect">
            <a:avLst/>
          </a:prstGeom>
          <a:noFill/>
          <a:ln w="9525">
            <a:noFill/>
          </a:ln>
        </p:spPr>
        <p:txBody>
          <a:bodyPr wrap="none" anchor="t" anchorCtr="0">
            <a:spAutoFit/>
          </a:bodyPr>
          <a:lstStyle/>
          <a:p>
            <a:r>
              <a:rPr lang="zh-CN" altLang="en-US" sz="2400" b="1" dirty="0">
                <a:solidFill>
                  <a:srgbClr val="000000"/>
                </a:solidFill>
                <a:latin typeface="楷体_GB2312" pitchFamily="49" charset="-122"/>
                <a:ea typeface="楷体_GB2312" pitchFamily="49" charset="-122"/>
              </a:rPr>
              <a:t>按行分块</a:t>
            </a:r>
          </a:p>
        </p:txBody>
      </p:sp>
      <p:sp>
        <p:nvSpPr>
          <p:cNvPr id="8198" name="矩形 8197"/>
          <p:cNvSpPr/>
          <p:nvPr/>
        </p:nvSpPr>
        <p:spPr>
          <a:xfrm>
            <a:off x="990600" y="3352800"/>
            <a:ext cx="1409700" cy="457200"/>
          </a:xfrm>
          <a:prstGeom prst="rect">
            <a:avLst/>
          </a:prstGeom>
          <a:noFill/>
          <a:ln w="9525">
            <a:noFill/>
          </a:ln>
        </p:spPr>
        <p:txBody>
          <a:bodyPr wrap="none" anchor="t" anchorCtr="0">
            <a:spAutoFit/>
          </a:bodyPr>
          <a:lstStyle/>
          <a:p>
            <a:r>
              <a:rPr lang="zh-CN" altLang="en-US" sz="2400" b="1" dirty="0">
                <a:solidFill>
                  <a:srgbClr val="000000"/>
                </a:solidFill>
                <a:latin typeface="楷体_GB2312" pitchFamily="49" charset="-122"/>
                <a:ea typeface="楷体_GB2312" pitchFamily="49" charset="-122"/>
              </a:rPr>
              <a:t>按列分块</a:t>
            </a:r>
          </a:p>
        </p:txBody>
      </p:sp>
      <p:sp>
        <p:nvSpPr>
          <p:cNvPr id="8199" name="文本框 8198"/>
          <p:cNvSpPr txBox="1"/>
          <p:nvPr/>
        </p:nvSpPr>
        <p:spPr>
          <a:xfrm>
            <a:off x="323850" y="4797425"/>
            <a:ext cx="2624455" cy="521970"/>
          </a:xfrm>
          <a:prstGeom prst="rect">
            <a:avLst/>
          </a:prstGeom>
          <a:noFill/>
          <a:ln w="9525">
            <a:noFill/>
          </a:ln>
        </p:spPr>
        <p:txBody>
          <a:bodyPr wrap="none" anchor="t" anchorCtr="0">
            <a:spAutoFit/>
          </a:bodyPr>
          <a:lstStyle/>
          <a:p>
            <a:pPr algn="l"/>
            <a:r>
              <a:rPr lang="en-US" altLang="zh-CN" i="1" dirty="0">
                <a:solidFill>
                  <a:srgbClr val="FFC000"/>
                </a:solidFill>
                <a:sym typeface="+mn-ea"/>
              </a:rPr>
              <a:t>n</a:t>
            </a:r>
            <a:r>
              <a:rPr lang="zh-CN" altLang="en-US" sz="2800" b="1" dirty="0">
                <a:solidFill>
                  <a:srgbClr val="FFC000"/>
                </a:solidFill>
                <a:latin typeface="楷体_GB2312" pitchFamily="49" charset="-122"/>
                <a:ea typeface="楷体_GB2312" pitchFamily="49" charset="-122"/>
              </a:rPr>
              <a:t>个</a:t>
            </a:r>
            <a:r>
              <a:rPr lang="en-US" altLang="zh-CN" i="1" dirty="0">
                <a:solidFill>
                  <a:srgbClr val="FFC000"/>
                </a:solidFill>
                <a:ea typeface="楷体_GB2312"/>
                <a:sym typeface="+mn-ea"/>
              </a:rPr>
              <a:t>m</a:t>
            </a:r>
            <a:r>
              <a:rPr lang="zh-CN" altLang="en-US" sz="2800" b="1" dirty="0">
                <a:solidFill>
                  <a:srgbClr val="FFC000"/>
                </a:solidFill>
                <a:latin typeface="楷体_GB2312" pitchFamily="49" charset="-122"/>
                <a:ea typeface="楷体_GB2312" pitchFamily="49" charset="-122"/>
              </a:rPr>
              <a:t>维列向量</a:t>
            </a:r>
            <a:r>
              <a:rPr lang="en-US" altLang="zh-CN" sz="2800" b="1">
                <a:solidFill>
                  <a:srgbClr val="FFC000"/>
                </a:solidFill>
                <a:latin typeface="楷体_GB2312" pitchFamily="49" charset="-122"/>
                <a:ea typeface="楷体_GB2312" pitchFamily="49" charset="-122"/>
              </a:rPr>
              <a:t>.</a:t>
            </a:r>
          </a:p>
        </p:txBody>
      </p:sp>
      <p:sp>
        <p:nvSpPr>
          <p:cNvPr id="8200" name="矩形 8199"/>
          <p:cNvSpPr/>
          <p:nvPr/>
        </p:nvSpPr>
        <p:spPr>
          <a:xfrm>
            <a:off x="5426075" y="3251200"/>
            <a:ext cx="3394075" cy="519113"/>
          </a:xfrm>
          <a:prstGeom prst="rect">
            <a:avLst/>
          </a:prstGeom>
          <a:noFill/>
          <a:ln w="12700">
            <a:noFill/>
          </a:ln>
        </p:spPr>
        <p:txBody>
          <a:bodyPr wrap="none" lIns="90000" tIns="46800" rIns="90000" bIns="46800" anchor="t" anchorCtr="0">
            <a:spAutoFit/>
          </a:bodyPr>
          <a:lstStyle/>
          <a:p>
            <a:pPr>
              <a:buNone/>
            </a:pPr>
            <a:r>
              <a:rPr lang="zh-CN" altLang="en-US" sz="2800" b="1" dirty="0">
                <a:solidFill>
                  <a:schemeClr val="tx2"/>
                </a:solidFill>
                <a:latin typeface="Arial" panose="020B0604020202020204" pitchFamily="34" charset="0"/>
                <a:ea typeface="楷体_GB2312" pitchFamily="49" charset="-122"/>
              </a:rPr>
              <a:t>其第</a:t>
            </a:r>
            <a:r>
              <a:rPr lang="zh-CN" altLang="en-US" sz="2800" b="1" dirty="0">
                <a:solidFill>
                  <a:schemeClr val="tx2"/>
                </a:solidFill>
                <a:latin typeface="Arial" panose="020B0604020202020204" pitchFamily="34" charset="0"/>
                <a:ea typeface="华文隶书" panose="02010800040101010101" pitchFamily="2" charset="-122"/>
              </a:rPr>
              <a:t>ｉ</a:t>
            </a:r>
            <a:r>
              <a:rPr lang="zh-CN" altLang="en-US" sz="2800" b="1" dirty="0">
                <a:solidFill>
                  <a:schemeClr val="tx2"/>
                </a:solidFill>
                <a:latin typeface="Arial" panose="020B0604020202020204" pitchFamily="34" charset="0"/>
                <a:ea typeface="楷体_GB2312" pitchFamily="49" charset="-122"/>
              </a:rPr>
              <a:t>个行</a:t>
            </a:r>
            <a:r>
              <a:rPr lang="zh-CN" altLang="en-US" sz="2800" b="1" dirty="0">
                <a:solidFill>
                  <a:schemeClr val="tx2"/>
                </a:solidFill>
                <a:latin typeface="楷体_GB2312" pitchFamily="49" charset="-122"/>
                <a:ea typeface="楷体_GB2312" pitchFamily="49" charset="-122"/>
              </a:rPr>
              <a:t>向量</a:t>
            </a:r>
            <a:r>
              <a:rPr lang="zh-CN" altLang="en-US" sz="2800" b="1" dirty="0">
                <a:solidFill>
                  <a:schemeClr val="tx2"/>
                </a:solidFill>
                <a:latin typeface="Arial" panose="020B0604020202020204" pitchFamily="34" charset="0"/>
                <a:ea typeface="楷体_GB2312" pitchFamily="49" charset="-122"/>
              </a:rPr>
              <a:t>记作</a:t>
            </a:r>
          </a:p>
        </p:txBody>
      </p:sp>
      <p:sp>
        <p:nvSpPr>
          <p:cNvPr id="8201" name="直接连接符 8200"/>
          <p:cNvSpPr/>
          <p:nvPr/>
        </p:nvSpPr>
        <p:spPr>
          <a:xfrm>
            <a:off x="4495800" y="1600200"/>
            <a:ext cx="2376488" cy="0"/>
          </a:xfrm>
          <a:prstGeom prst="line">
            <a:avLst/>
          </a:prstGeom>
          <a:ln w="57150" cap="flat" cmpd="sng">
            <a:solidFill>
              <a:srgbClr val="FF9900"/>
            </a:solidFill>
            <a:prstDash val="solid"/>
            <a:headEnd type="none" w="med" len="med"/>
            <a:tailEnd type="triangle" w="med" len="med"/>
          </a:ln>
        </p:spPr>
      </p:sp>
      <p:sp>
        <p:nvSpPr>
          <p:cNvPr id="8202" name="直接连接符 8201"/>
          <p:cNvSpPr/>
          <p:nvPr/>
        </p:nvSpPr>
        <p:spPr>
          <a:xfrm>
            <a:off x="2555875" y="3068638"/>
            <a:ext cx="0" cy="1008062"/>
          </a:xfrm>
          <a:prstGeom prst="line">
            <a:avLst/>
          </a:prstGeom>
          <a:ln w="57150" cap="flat" cmpd="sng">
            <a:solidFill>
              <a:srgbClr val="FF9900"/>
            </a:solidFill>
            <a:prstDash val="solid"/>
            <a:headEnd type="none" w="med" len="med"/>
            <a:tailEnd type="triangle" w="med" len="med"/>
          </a:ln>
        </p:spPr>
      </p:sp>
      <p:sp>
        <p:nvSpPr>
          <p:cNvPr id="8203" name="直接连接符 8202"/>
          <p:cNvSpPr/>
          <p:nvPr/>
        </p:nvSpPr>
        <p:spPr>
          <a:xfrm>
            <a:off x="4500563" y="3933825"/>
            <a:ext cx="790575" cy="719138"/>
          </a:xfrm>
          <a:prstGeom prst="line">
            <a:avLst/>
          </a:prstGeom>
          <a:ln w="57150" cap="flat" cmpd="sng">
            <a:solidFill>
              <a:srgbClr val="FF9900"/>
            </a:solidFill>
            <a:prstDash val="solid"/>
            <a:headEnd type="none" w="med" len="med"/>
            <a:tailEnd type="triangle" w="med" len="med"/>
          </a:ln>
        </p:spPr>
      </p:sp>
      <p:sp>
        <p:nvSpPr>
          <p:cNvPr id="8204" name="矩形 8203"/>
          <p:cNvSpPr/>
          <p:nvPr/>
        </p:nvSpPr>
        <p:spPr>
          <a:xfrm>
            <a:off x="5362575" y="4652963"/>
            <a:ext cx="3673475" cy="1800225"/>
          </a:xfrm>
          <a:prstGeom prst="rect">
            <a:avLst/>
          </a:prstGeom>
          <a:noFill/>
          <a:ln w="12700">
            <a:noFill/>
          </a:ln>
        </p:spPr>
        <p:txBody>
          <a:bodyPr lIns="90000" tIns="46800" rIns="90000" bIns="46800">
            <a:spAutoFit/>
          </a:bodyPr>
          <a:lstStyle/>
          <a:p>
            <a:r>
              <a:rPr lang="zh-CN" altLang="en-US" sz="2800" b="1" dirty="0">
                <a:latin typeface="楷体_GB2312" pitchFamily="49" charset="-122"/>
                <a:ea typeface="楷体_GB2312" pitchFamily="49" charset="-122"/>
              </a:rPr>
              <a:t>矩阵与向量的关系中注意什么是向量的个数、什么是向量的维数，二者必须分清</a:t>
            </a:r>
            <a:r>
              <a:rPr lang="en-US" altLang="zh-CN" sz="2800" b="1">
                <a:latin typeface="楷体_GB2312" pitchFamily="49" charset="-122"/>
                <a:ea typeface="楷体_GB2312" pitchFamily="49" charset="-122"/>
              </a:rPr>
              <a:t>.</a:t>
            </a:r>
          </a:p>
        </p:txBody>
      </p:sp>
      <p:sp>
        <p:nvSpPr>
          <p:cNvPr id="8205" name="直接连接符 8204"/>
          <p:cNvSpPr/>
          <p:nvPr/>
        </p:nvSpPr>
        <p:spPr>
          <a:xfrm flipV="1">
            <a:off x="3563938" y="2997200"/>
            <a:ext cx="1871662" cy="1798638"/>
          </a:xfrm>
          <a:prstGeom prst="line">
            <a:avLst/>
          </a:prstGeom>
          <a:ln w="57150" cap="flat" cmpd="sng">
            <a:solidFill>
              <a:srgbClr val="FF9900"/>
            </a:solidFill>
            <a:prstDash val="solid"/>
            <a:headEnd type="none" w="med" len="med"/>
            <a:tailEnd type="none" w="med" len="med"/>
          </a:ln>
        </p:spPr>
      </p:sp>
      <p:sp>
        <p:nvSpPr>
          <p:cNvPr id="8206" name="矩形 8205"/>
          <p:cNvSpPr/>
          <p:nvPr/>
        </p:nvSpPr>
        <p:spPr>
          <a:xfrm>
            <a:off x="3752850" y="2705100"/>
            <a:ext cx="215900" cy="244475"/>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endParaRPr lang="en-US" altLang="zh-CN" dirty="0">
              <a:latin typeface="Arial" panose="020B0604020202020204" pitchFamily="34" charset="0"/>
            </a:endParaRPr>
          </a:p>
        </p:txBody>
      </p:sp>
      <p:graphicFrame>
        <p:nvGraphicFramePr>
          <p:cNvPr id="8207" name="对象 8206"/>
          <p:cNvGraphicFramePr/>
          <p:nvPr/>
        </p:nvGraphicFramePr>
        <p:xfrm>
          <a:off x="221298" y="704850"/>
          <a:ext cx="4138930" cy="2419350"/>
        </p:xfrm>
        <a:graphic>
          <a:graphicData uri="http://schemas.openxmlformats.org/presentationml/2006/ole">
            <mc:AlternateContent xmlns:mc="http://schemas.openxmlformats.org/markup-compatibility/2006">
              <mc:Choice xmlns:v="urn:schemas-microsoft-com:vml" Requires="v">
                <p:oleObj r:id="rId2" imgW="1612900" imgH="939800" progId="Equation.DSMT4">
                  <p:embed/>
                </p:oleObj>
              </mc:Choice>
              <mc:Fallback>
                <p:oleObj r:id="rId2" imgW="1612900" imgH="939800" progId="Equation.DSMT4">
                  <p:embed/>
                  <p:pic>
                    <p:nvPicPr>
                      <p:cNvPr id="0" name="图片 3146"/>
                      <p:cNvPicPr/>
                      <p:nvPr/>
                    </p:nvPicPr>
                    <p:blipFill>
                      <a:blip r:embed="rId3"/>
                      <a:stretch>
                        <a:fillRect/>
                      </a:stretch>
                    </p:blipFill>
                    <p:spPr>
                      <a:xfrm>
                        <a:off x="221298" y="704850"/>
                        <a:ext cx="4138930" cy="2419350"/>
                      </a:xfrm>
                      <a:prstGeom prst="rect">
                        <a:avLst/>
                      </a:prstGeom>
                      <a:noFill/>
                      <a:ln w="38100">
                        <a:noFill/>
                        <a:miter/>
                      </a:ln>
                    </p:spPr>
                  </p:pic>
                </p:oleObj>
              </mc:Fallback>
            </mc:AlternateContent>
          </a:graphicData>
        </a:graphic>
      </p:graphicFrame>
      <p:sp>
        <p:nvSpPr>
          <p:cNvPr id="8208" name="矩形 8207"/>
          <p:cNvSpPr/>
          <p:nvPr/>
        </p:nvSpPr>
        <p:spPr>
          <a:xfrm>
            <a:off x="3752850" y="3892550"/>
            <a:ext cx="222250" cy="260350"/>
          </a:xfrm>
          <a:prstGeom prst="rect">
            <a:avLst/>
          </a:prstGeom>
          <a:noFill/>
          <a:ln w="9525">
            <a:noFill/>
          </a:ln>
        </p:spPr>
        <p:txBody>
          <a:bodyPr wrap="none" anchor="ctr" anchorCtr="0">
            <a:spAutoFit/>
          </a:bodyPr>
          <a:lstStyle/>
          <a:p>
            <a:r>
              <a:rPr lang="en-US" altLang="zh-CN" sz="1100" dirty="0">
                <a:latin typeface="Arial" panose="020B0604020202020204" pitchFamily="34" charset="0"/>
              </a:rPr>
              <a:t> </a:t>
            </a:r>
            <a:endParaRPr lang="en-US" altLang="zh-CN" dirty="0">
              <a:latin typeface="Arial" panose="020B0604020202020204" pitchFamily="34" charset="0"/>
            </a:endParaRPr>
          </a:p>
        </p:txBody>
      </p:sp>
      <p:sp>
        <p:nvSpPr>
          <p:cNvPr id="8209" name="矩形 8208"/>
          <p:cNvSpPr/>
          <p:nvPr/>
        </p:nvSpPr>
        <p:spPr>
          <a:xfrm>
            <a:off x="0" y="2957513"/>
            <a:ext cx="9144000" cy="0"/>
          </a:xfrm>
          <a:prstGeom prst="rect">
            <a:avLst/>
          </a:prstGeom>
          <a:noFill/>
          <a:ln w="9525">
            <a:noFill/>
          </a:ln>
        </p:spPr>
        <p:txBody>
          <a:bodyPr/>
          <a:lstStyle/>
          <a:p>
            <a:endParaRPr lang="zh-CN" altLang="en-US"/>
          </a:p>
        </p:txBody>
      </p:sp>
      <p:sp>
        <p:nvSpPr>
          <p:cNvPr id="8211" name="矩形 8210"/>
          <p:cNvSpPr/>
          <p:nvPr/>
        </p:nvSpPr>
        <p:spPr>
          <a:xfrm>
            <a:off x="3862388" y="3062288"/>
            <a:ext cx="215900" cy="244475"/>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endParaRPr lang="en-US" altLang="zh-CN" dirty="0">
              <a:latin typeface="Arial" panose="020B0604020202020204" pitchFamily="34" charset="0"/>
            </a:endParaRPr>
          </a:p>
        </p:txBody>
      </p:sp>
      <p:sp>
        <p:nvSpPr>
          <p:cNvPr id="8213" name="矩形 8212"/>
          <p:cNvSpPr/>
          <p:nvPr/>
        </p:nvSpPr>
        <p:spPr>
          <a:xfrm>
            <a:off x="3862388" y="3535363"/>
            <a:ext cx="222250" cy="260350"/>
          </a:xfrm>
          <a:prstGeom prst="rect">
            <a:avLst/>
          </a:prstGeom>
          <a:noFill/>
          <a:ln w="9525">
            <a:noFill/>
          </a:ln>
        </p:spPr>
        <p:txBody>
          <a:bodyPr wrap="none" anchor="ctr" anchorCtr="0">
            <a:spAutoFit/>
          </a:bodyPr>
          <a:lstStyle/>
          <a:p>
            <a:r>
              <a:rPr lang="en-US" altLang="zh-CN" sz="1100" dirty="0">
                <a:latin typeface="Arial" panose="020B0604020202020204" pitchFamily="34" charset="0"/>
              </a:rPr>
              <a:t> </a:t>
            </a:r>
            <a:endParaRPr lang="en-US" altLang="zh-CN" dirty="0">
              <a:latin typeface="Arial" panose="020B0604020202020204" pitchFamily="34" charset="0"/>
            </a:endParaRPr>
          </a:p>
        </p:txBody>
      </p:sp>
      <p:sp>
        <p:nvSpPr>
          <p:cNvPr id="8214" name="矩形 8213"/>
          <p:cNvSpPr/>
          <p:nvPr/>
        </p:nvSpPr>
        <p:spPr>
          <a:xfrm>
            <a:off x="0" y="3314700"/>
            <a:ext cx="9144000" cy="0"/>
          </a:xfrm>
          <a:prstGeom prst="rect">
            <a:avLst/>
          </a:prstGeom>
          <a:noFill/>
          <a:ln w="9525">
            <a:noFill/>
          </a:ln>
        </p:spPr>
        <p:txBody>
          <a:bodyPr/>
          <a:lstStyle/>
          <a:p>
            <a:endParaRPr lang="zh-CN" altLang="en-US"/>
          </a:p>
        </p:txBody>
      </p:sp>
      <p:sp>
        <p:nvSpPr>
          <p:cNvPr id="8216" name="矩形 8215"/>
          <p:cNvSpPr/>
          <p:nvPr/>
        </p:nvSpPr>
        <p:spPr>
          <a:xfrm>
            <a:off x="0" y="2957513"/>
            <a:ext cx="9144000" cy="0"/>
          </a:xfrm>
          <a:prstGeom prst="rect">
            <a:avLst/>
          </a:prstGeom>
          <a:noFill/>
          <a:ln w="9525">
            <a:noFill/>
          </a:ln>
        </p:spPr>
        <p:txBody>
          <a:bodyPr/>
          <a:lstStyle/>
          <a:p>
            <a:endParaRPr lang="zh-CN" altLang="en-US"/>
          </a:p>
        </p:txBody>
      </p:sp>
      <p:graphicFrame>
        <p:nvGraphicFramePr>
          <p:cNvPr id="2" name="对象 1"/>
          <p:cNvGraphicFramePr/>
          <p:nvPr/>
        </p:nvGraphicFramePr>
        <p:xfrm>
          <a:off x="6890703" y="499110"/>
          <a:ext cx="1564640" cy="2419350"/>
        </p:xfrm>
        <a:graphic>
          <a:graphicData uri="http://schemas.openxmlformats.org/presentationml/2006/ole">
            <mc:AlternateContent xmlns:mc="http://schemas.openxmlformats.org/markup-compatibility/2006">
              <mc:Choice xmlns:v="urn:schemas-microsoft-com:vml" Requires="v">
                <p:oleObj r:id="rId4" imgW="609600" imgH="939800" progId="Equation.DSMT4">
                  <p:embed/>
                </p:oleObj>
              </mc:Choice>
              <mc:Fallback>
                <p:oleObj r:id="rId4" imgW="609600" imgH="939800" progId="Equation.DSMT4">
                  <p:embed/>
                  <p:pic>
                    <p:nvPicPr>
                      <p:cNvPr id="0" name="图片 3146"/>
                      <p:cNvPicPr/>
                      <p:nvPr/>
                    </p:nvPicPr>
                    <p:blipFill>
                      <a:blip r:embed="rId5"/>
                      <a:stretch>
                        <a:fillRect/>
                      </a:stretch>
                    </p:blipFill>
                    <p:spPr>
                      <a:xfrm>
                        <a:off x="6890703" y="499110"/>
                        <a:ext cx="1564640" cy="2419350"/>
                      </a:xfrm>
                      <a:prstGeom prst="rect">
                        <a:avLst/>
                      </a:prstGeom>
                      <a:noFill/>
                      <a:ln w="38100">
                        <a:noFill/>
                        <a:miter/>
                      </a:ln>
                    </p:spPr>
                  </p:pic>
                </p:oleObj>
              </mc:Fallback>
            </mc:AlternateContent>
          </a:graphicData>
        </a:graphic>
      </p:graphicFrame>
      <p:graphicFrame>
        <p:nvGraphicFramePr>
          <p:cNvPr id="6" name="对象 5"/>
          <p:cNvGraphicFramePr/>
          <p:nvPr/>
        </p:nvGraphicFramePr>
        <p:xfrm>
          <a:off x="683895" y="4077335"/>
          <a:ext cx="2880360" cy="530225"/>
        </p:xfrm>
        <a:graphic>
          <a:graphicData uri="http://schemas.openxmlformats.org/presentationml/2006/ole">
            <mc:AlternateContent xmlns:mc="http://schemas.openxmlformats.org/markup-compatibility/2006">
              <mc:Choice xmlns:v="urn:schemas-microsoft-com:vml" Requires="v">
                <p:oleObj r:id="rId6" imgW="1422400" imgH="254000" progId="Equation.DSMT4">
                  <p:embed/>
                </p:oleObj>
              </mc:Choice>
              <mc:Fallback>
                <p:oleObj r:id="rId6" imgW="1422400" imgH="254000" progId="Equation.DSMT4">
                  <p:embed/>
                  <p:pic>
                    <p:nvPicPr>
                      <p:cNvPr id="0" name="图片 3146"/>
                      <p:cNvPicPr/>
                      <p:nvPr/>
                    </p:nvPicPr>
                    <p:blipFill>
                      <a:blip r:embed="rId7"/>
                      <a:stretch>
                        <a:fillRect/>
                      </a:stretch>
                    </p:blipFill>
                    <p:spPr>
                      <a:xfrm>
                        <a:off x="683895" y="4077335"/>
                        <a:ext cx="2880360" cy="530225"/>
                      </a:xfrm>
                      <a:prstGeom prst="rect">
                        <a:avLst/>
                      </a:prstGeom>
                      <a:noFill/>
                      <a:ln w="38100">
                        <a:noFill/>
                        <a:miter/>
                      </a:ln>
                    </p:spPr>
                  </p:pic>
                </p:oleObj>
              </mc:Fallback>
            </mc:AlternateContent>
          </a:graphicData>
        </a:graphic>
      </p:graphicFrame>
      <p:graphicFrame>
        <p:nvGraphicFramePr>
          <p:cNvPr id="8" name="对象 7"/>
          <p:cNvGraphicFramePr/>
          <p:nvPr/>
        </p:nvGraphicFramePr>
        <p:xfrm>
          <a:off x="5544820" y="4000500"/>
          <a:ext cx="2766060" cy="607060"/>
        </p:xfrm>
        <a:graphic>
          <a:graphicData uri="http://schemas.openxmlformats.org/presentationml/2006/ole">
            <mc:AlternateContent xmlns:mc="http://schemas.openxmlformats.org/markup-compatibility/2006">
              <mc:Choice xmlns:v="urn:schemas-microsoft-com:vml" Requires="v">
                <p:oleObj r:id="rId8" imgW="1231265" imgH="254000" progId="Equation.DSMT4">
                  <p:embed/>
                </p:oleObj>
              </mc:Choice>
              <mc:Fallback>
                <p:oleObj r:id="rId8" imgW="1231265" imgH="254000" progId="Equation.DSMT4">
                  <p:embed/>
                  <p:pic>
                    <p:nvPicPr>
                      <p:cNvPr id="0" name="图片 3146"/>
                      <p:cNvPicPr/>
                      <p:nvPr/>
                    </p:nvPicPr>
                    <p:blipFill>
                      <a:blip r:embed="rId9"/>
                      <a:stretch>
                        <a:fillRect/>
                      </a:stretch>
                    </p:blipFill>
                    <p:spPr>
                      <a:xfrm>
                        <a:off x="5544820" y="4000500"/>
                        <a:ext cx="2766060" cy="607060"/>
                      </a:xfrm>
                      <a:prstGeom prst="rect">
                        <a:avLst/>
                      </a:prstGeom>
                      <a:noFill/>
                      <a:ln w="38100">
                        <a:noFill/>
                        <a:miter/>
                      </a:ln>
                    </p:spPr>
                  </p:pic>
                </p:oleObj>
              </mc:Fallback>
            </mc:AlternateContent>
          </a:graphicData>
        </a:graphic>
      </p:graphicFrame>
      <p:graphicFrame>
        <p:nvGraphicFramePr>
          <p:cNvPr id="12" name="对象 11"/>
          <p:cNvGraphicFramePr/>
          <p:nvPr/>
        </p:nvGraphicFramePr>
        <p:xfrm>
          <a:off x="3411538" y="4580890"/>
          <a:ext cx="1541145" cy="2246630"/>
        </p:xfrm>
        <a:graphic>
          <a:graphicData uri="http://schemas.openxmlformats.org/presentationml/2006/ole">
            <mc:AlternateContent xmlns:mc="http://schemas.openxmlformats.org/markup-compatibility/2006">
              <mc:Choice xmlns:v="urn:schemas-microsoft-com:vml" Requires="v">
                <p:oleObj r:id="rId10" imgW="685800" imgH="939800" progId="Equation.DSMT4">
                  <p:embed/>
                </p:oleObj>
              </mc:Choice>
              <mc:Fallback>
                <p:oleObj r:id="rId10" imgW="685800" imgH="939800" progId="Equation.DSMT4">
                  <p:embed/>
                  <p:pic>
                    <p:nvPicPr>
                      <p:cNvPr id="0" name="图片 3146"/>
                      <p:cNvPicPr/>
                      <p:nvPr/>
                    </p:nvPicPr>
                    <p:blipFill>
                      <a:blip r:embed="rId11"/>
                      <a:stretch>
                        <a:fillRect/>
                      </a:stretch>
                    </p:blipFill>
                    <p:spPr>
                      <a:xfrm>
                        <a:off x="3411538" y="4580890"/>
                        <a:ext cx="1541145" cy="224663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800" decel="100000"/>
                                        <p:tgtEl>
                                          <p:spTgt spid="8194"/>
                                        </p:tgtEl>
                                      </p:cBhvr>
                                    </p:animEffect>
                                    <p:anim calcmode="lin" valueType="num">
                                      <p:cBhvr>
                                        <p:cTn id="8" dur="800" decel="100000" fill="hold"/>
                                        <p:tgtEl>
                                          <p:spTgt spid="8194"/>
                                        </p:tgtEl>
                                        <p:attrNameLst>
                                          <p:attrName>style.rotation</p:attrName>
                                        </p:attrNameLst>
                                      </p:cBhvr>
                                      <p:tavLst>
                                        <p:tav tm="0">
                                          <p:val>
                                            <p:fltVal val="-90"/>
                                          </p:val>
                                        </p:tav>
                                        <p:tav tm="100000">
                                          <p:val>
                                            <p:fltVal val="0"/>
                                          </p:val>
                                        </p:tav>
                                      </p:tavLst>
                                    </p:anim>
                                    <p:anim calcmode="lin" valueType="num">
                                      <p:cBhvr>
                                        <p:cTn id="9" dur="800" decel="100000" fill="hold"/>
                                        <p:tgtEl>
                                          <p:spTgt spid="8194"/>
                                        </p:tgtEl>
                                        <p:attrNameLst>
                                          <p:attrName>ppt_x</p:attrName>
                                        </p:attrNameLst>
                                      </p:cBhvr>
                                      <p:tavLst>
                                        <p:tav tm="0">
                                          <p:val>
                                            <p:strVal val="#ppt_x+0.4"/>
                                          </p:val>
                                        </p:tav>
                                        <p:tav tm="100000">
                                          <p:val>
                                            <p:strVal val="#ppt_x-0.05"/>
                                          </p:val>
                                        </p:tav>
                                      </p:tavLst>
                                    </p:anim>
                                    <p:anim calcmode="lin" valueType="num">
                                      <p:cBhvr>
                                        <p:cTn id="10" dur="800" decel="100000" fill="hold"/>
                                        <p:tgtEl>
                                          <p:spTgt spid="8194"/>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8194"/>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8194"/>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6" presetClass="entr" presetSubtype="0" fill="hold" grpId="1" nodeType="clickEffect">
                                  <p:stCondLst>
                                    <p:cond delay="0"/>
                                  </p:stCondLst>
                                  <p:childTnLst>
                                    <p:set>
                                      <p:cBhvr>
                                        <p:cTn id="16" dur="1" fill="hold">
                                          <p:stCondLst>
                                            <p:cond delay="0"/>
                                          </p:stCondLst>
                                        </p:cTn>
                                        <p:tgtEl>
                                          <p:spTgt spid="8194"/>
                                        </p:tgtEl>
                                        <p:attrNameLst>
                                          <p:attrName>style.visibility</p:attrName>
                                        </p:attrNameLst>
                                      </p:cBhvr>
                                      <p:to>
                                        <p:strVal val="visible"/>
                                      </p:to>
                                    </p:set>
                                    <p:animEffect transition="in" filter="wipe(down)">
                                      <p:cBhvr>
                                        <p:cTn id="17" dur="580">
                                          <p:stCondLst>
                                            <p:cond delay="0"/>
                                          </p:stCondLst>
                                        </p:cTn>
                                        <p:tgtEl>
                                          <p:spTgt spid="8194"/>
                                        </p:tgtEl>
                                      </p:cBhvr>
                                    </p:animEffect>
                                    <p:anim calcmode="lin" valueType="num">
                                      <p:cBhvr>
                                        <p:cTn id="18" dur="1822" tmFilter="0,0; 0.14,0.36; 0.43,0.73; 0.71,0.91; 1.0,1.0">
                                          <p:stCondLst>
                                            <p:cond delay="0"/>
                                          </p:stCondLst>
                                        </p:cTn>
                                        <p:tgtEl>
                                          <p:spTgt spid="8194"/>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8194"/>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8194"/>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8194"/>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8194"/>
                                        </p:tgtEl>
                                        <p:attrNameLst>
                                          <p:attrName>ppt_y</p:attrName>
                                        </p:attrNameLst>
                                      </p:cBhvr>
                                      <p:tavLst>
                                        <p:tav tm="0" fmla="#ppt_y-sin(pi*$)/81">
                                          <p:val>
                                            <p:fltVal val="0"/>
                                          </p:val>
                                        </p:tav>
                                        <p:tav tm="100000">
                                          <p:val>
                                            <p:fltVal val="1"/>
                                          </p:val>
                                        </p:tav>
                                      </p:tavLst>
                                    </p:anim>
                                    <p:animScale>
                                      <p:cBhvr>
                                        <p:cTn id="23" dur="26">
                                          <p:stCondLst>
                                            <p:cond delay="650"/>
                                          </p:stCondLst>
                                        </p:cTn>
                                        <p:tgtEl>
                                          <p:spTgt spid="8194"/>
                                        </p:tgtEl>
                                      </p:cBhvr>
                                      <p:to x="100000" y="60000"/>
                                    </p:animScale>
                                    <p:animScale>
                                      <p:cBhvr>
                                        <p:cTn id="24" dur="166" decel="50000">
                                          <p:stCondLst>
                                            <p:cond delay="676"/>
                                          </p:stCondLst>
                                        </p:cTn>
                                        <p:tgtEl>
                                          <p:spTgt spid="8194"/>
                                        </p:tgtEl>
                                      </p:cBhvr>
                                      <p:to x="100000" y="100000"/>
                                    </p:animScale>
                                    <p:animScale>
                                      <p:cBhvr>
                                        <p:cTn id="25" dur="26">
                                          <p:stCondLst>
                                            <p:cond delay="1312"/>
                                          </p:stCondLst>
                                        </p:cTn>
                                        <p:tgtEl>
                                          <p:spTgt spid="8194"/>
                                        </p:tgtEl>
                                      </p:cBhvr>
                                      <p:to x="100000" y="80000"/>
                                    </p:animScale>
                                    <p:animScale>
                                      <p:cBhvr>
                                        <p:cTn id="26" dur="166" decel="50000">
                                          <p:stCondLst>
                                            <p:cond delay="1338"/>
                                          </p:stCondLst>
                                        </p:cTn>
                                        <p:tgtEl>
                                          <p:spTgt spid="8194"/>
                                        </p:tgtEl>
                                      </p:cBhvr>
                                      <p:to x="100000" y="100000"/>
                                    </p:animScale>
                                    <p:animScale>
                                      <p:cBhvr>
                                        <p:cTn id="27" dur="26">
                                          <p:stCondLst>
                                            <p:cond delay="1642"/>
                                          </p:stCondLst>
                                        </p:cTn>
                                        <p:tgtEl>
                                          <p:spTgt spid="8194"/>
                                        </p:tgtEl>
                                      </p:cBhvr>
                                      <p:to x="100000" y="90000"/>
                                    </p:animScale>
                                    <p:animScale>
                                      <p:cBhvr>
                                        <p:cTn id="28" dur="166" decel="50000">
                                          <p:stCondLst>
                                            <p:cond delay="1668"/>
                                          </p:stCondLst>
                                        </p:cTn>
                                        <p:tgtEl>
                                          <p:spTgt spid="8194"/>
                                        </p:tgtEl>
                                      </p:cBhvr>
                                      <p:to x="100000" y="100000"/>
                                    </p:animScale>
                                    <p:animScale>
                                      <p:cBhvr>
                                        <p:cTn id="29" dur="26">
                                          <p:stCondLst>
                                            <p:cond delay="1808"/>
                                          </p:stCondLst>
                                        </p:cTn>
                                        <p:tgtEl>
                                          <p:spTgt spid="8194"/>
                                        </p:tgtEl>
                                      </p:cBhvr>
                                      <p:to x="100000" y="95000"/>
                                    </p:animScale>
                                    <p:animScale>
                                      <p:cBhvr>
                                        <p:cTn id="30" dur="166" decel="50000">
                                          <p:stCondLst>
                                            <p:cond delay="1834"/>
                                          </p:stCondLst>
                                        </p:cTn>
                                        <p:tgtEl>
                                          <p:spTgt spid="8194"/>
                                        </p:tgtEl>
                                      </p:cBhvr>
                                      <p:to x="100000" y="100000"/>
                                    </p:animScale>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207"/>
                                        </p:tgtEl>
                                        <p:attrNameLst>
                                          <p:attrName>style.visibility</p:attrName>
                                        </p:attrNameLst>
                                      </p:cBhvr>
                                      <p:to>
                                        <p:strVal val="visible"/>
                                      </p:to>
                                    </p:set>
                                    <p:animEffect transition="in" filter="wipe(left)">
                                      <p:cBhvr>
                                        <p:cTn id="35" dur="500"/>
                                        <p:tgtEl>
                                          <p:spTgt spid="820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8197"/>
                                        </p:tgtEl>
                                        <p:attrNameLst>
                                          <p:attrName>style.visibility</p:attrName>
                                        </p:attrNameLst>
                                      </p:cBhvr>
                                      <p:to>
                                        <p:strVal val="visible"/>
                                      </p:to>
                                    </p:set>
                                    <p:animEffect transition="in" filter="wipe(left)">
                                      <p:cBhvr>
                                        <p:cTn id="40" dur="500"/>
                                        <p:tgtEl>
                                          <p:spTgt spid="8197"/>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8201"/>
                                        </p:tgtEl>
                                        <p:attrNameLst>
                                          <p:attrName>style.visibility</p:attrName>
                                        </p:attrNameLst>
                                      </p:cBhvr>
                                      <p:to>
                                        <p:strVal val="visible"/>
                                      </p:to>
                                    </p:set>
                                    <p:animEffect transition="in" filter="wipe(left)">
                                      <p:cBhvr>
                                        <p:cTn id="44" dur="500"/>
                                        <p:tgtEl>
                                          <p:spTgt spid="820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wipe(left)">
                                      <p:cBhvr>
                                        <p:cTn id="49" dur="500"/>
                                        <p:tgtEl>
                                          <p:spTgt spid="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8196"/>
                                        </p:tgtEl>
                                        <p:attrNameLst>
                                          <p:attrName>style.visibility</p:attrName>
                                        </p:attrNameLst>
                                      </p:cBhvr>
                                      <p:to>
                                        <p:strVal val="visible"/>
                                      </p:to>
                                    </p:set>
                                    <p:animEffect transition="in" filter="wipe(left)">
                                      <p:cBhvr>
                                        <p:cTn id="54" dur="500"/>
                                        <p:tgtEl>
                                          <p:spTgt spid="819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8200"/>
                                        </p:tgtEl>
                                        <p:attrNameLst>
                                          <p:attrName>style.visibility</p:attrName>
                                        </p:attrNameLst>
                                      </p:cBhvr>
                                      <p:to>
                                        <p:strVal val="visible"/>
                                      </p:to>
                                    </p:set>
                                    <p:animEffect transition="in" filter="wipe(left)">
                                      <p:cBhvr>
                                        <p:cTn id="59" dur="500"/>
                                        <p:tgtEl>
                                          <p:spTgt spid="820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wipe(left)">
                                      <p:cBhvr>
                                        <p:cTn id="64" dur="500"/>
                                        <p:tgtEl>
                                          <p:spTgt spid="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8198"/>
                                        </p:tgtEl>
                                        <p:attrNameLst>
                                          <p:attrName>style.visibility</p:attrName>
                                        </p:attrNameLst>
                                      </p:cBhvr>
                                      <p:to>
                                        <p:strVal val="visible"/>
                                      </p:to>
                                    </p:set>
                                    <p:animEffect transition="in" filter="wipe(left)">
                                      <p:cBhvr>
                                        <p:cTn id="69" dur="500"/>
                                        <p:tgtEl>
                                          <p:spTgt spid="8198"/>
                                        </p:tgtEl>
                                      </p:cBhvr>
                                    </p:animEffect>
                                  </p:childTnLst>
                                </p:cTn>
                              </p:par>
                            </p:childTnLst>
                          </p:cTn>
                        </p:par>
                        <p:par>
                          <p:cTn id="70" fill="hold">
                            <p:stCondLst>
                              <p:cond delay="500"/>
                            </p:stCondLst>
                            <p:childTnLst>
                              <p:par>
                                <p:cTn id="71" presetID="22" presetClass="entr" presetSubtype="1" fill="hold" nodeType="afterEffect">
                                  <p:stCondLst>
                                    <p:cond delay="0"/>
                                  </p:stCondLst>
                                  <p:childTnLst>
                                    <p:set>
                                      <p:cBhvr>
                                        <p:cTn id="72" dur="1" fill="hold">
                                          <p:stCondLst>
                                            <p:cond delay="0"/>
                                          </p:stCondLst>
                                        </p:cTn>
                                        <p:tgtEl>
                                          <p:spTgt spid="8202"/>
                                        </p:tgtEl>
                                        <p:attrNameLst>
                                          <p:attrName>style.visibility</p:attrName>
                                        </p:attrNameLst>
                                      </p:cBhvr>
                                      <p:to>
                                        <p:strVal val="visible"/>
                                      </p:to>
                                    </p:set>
                                    <p:animEffect transition="in" filter="wipe(up)">
                                      <p:cBhvr>
                                        <p:cTn id="73" dur="500"/>
                                        <p:tgtEl>
                                          <p:spTgt spid="8202"/>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6"/>
                                        </p:tgtEl>
                                        <p:attrNameLst>
                                          <p:attrName>style.visibility</p:attrName>
                                        </p:attrNameLst>
                                      </p:cBhvr>
                                      <p:to>
                                        <p:strVal val="visible"/>
                                      </p:to>
                                    </p:set>
                                    <p:animEffect transition="in" filter="wipe(left)">
                                      <p:cBhvr>
                                        <p:cTn id="78" dur="500"/>
                                        <p:tgtEl>
                                          <p:spTgt spid="6"/>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8199"/>
                                        </p:tgtEl>
                                        <p:attrNameLst>
                                          <p:attrName>style.visibility</p:attrName>
                                        </p:attrNameLst>
                                      </p:cBhvr>
                                      <p:to>
                                        <p:strVal val="visible"/>
                                      </p:to>
                                    </p:set>
                                    <p:animEffect transition="in" filter="wipe(left)">
                                      <p:cBhvr>
                                        <p:cTn id="83" dur="500"/>
                                        <p:tgtEl>
                                          <p:spTgt spid="8199"/>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8195"/>
                                        </p:tgtEl>
                                        <p:attrNameLst>
                                          <p:attrName>style.visibility</p:attrName>
                                        </p:attrNameLst>
                                      </p:cBhvr>
                                      <p:to>
                                        <p:strVal val="visible"/>
                                      </p:to>
                                    </p:set>
                                    <p:animEffect transition="in" filter="wipe(left)">
                                      <p:cBhvr>
                                        <p:cTn id="88" dur="500"/>
                                        <p:tgtEl>
                                          <p:spTgt spid="8195"/>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12"/>
                                        </p:tgtEl>
                                        <p:attrNameLst>
                                          <p:attrName>style.visibility</p:attrName>
                                        </p:attrNameLst>
                                      </p:cBhvr>
                                      <p:to>
                                        <p:strVal val="visible"/>
                                      </p:to>
                                    </p:set>
                                    <p:animEffect transition="in" filter="wipe(left)">
                                      <p:cBhvr>
                                        <p:cTn id="93" dur="500"/>
                                        <p:tgtEl>
                                          <p:spTgt spid="12"/>
                                        </p:tgtEl>
                                      </p:cBhvr>
                                    </p:animEffect>
                                  </p:childTnLst>
                                </p:cTn>
                              </p:par>
                            </p:childTnLst>
                          </p:cTn>
                        </p:par>
                      </p:childTnLst>
                    </p:cTn>
                  </p:par>
                  <p:par>
                    <p:cTn id="94" fill="hold">
                      <p:stCondLst>
                        <p:cond delay="indefinite"/>
                      </p:stCondLst>
                      <p:childTnLst>
                        <p:par>
                          <p:cTn id="95" fill="hold">
                            <p:stCondLst>
                              <p:cond delay="0"/>
                            </p:stCondLst>
                            <p:childTnLst>
                              <p:par>
                                <p:cTn id="96" presetID="16" presetClass="entr" presetSubtype="42" fill="hold" nodeType="clickEffect">
                                  <p:stCondLst>
                                    <p:cond delay="0"/>
                                  </p:stCondLst>
                                  <p:childTnLst>
                                    <p:set>
                                      <p:cBhvr>
                                        <p:cTn id="97" dur="1" fill="hold">
                                          <p:stCondLst>
                                            <p:cond delay="0"/>
                                          </p:stCondLst>
                                        </p:cTn>
                                        <p:tgtEl>
                                          <p:spTgt spid="8205"/>
                                        </p:tgtEl>
                                        <p:attrNameLst>
                                          <p:attrName>style.visibility</p:attrName>
                                        </p:attrNameLst>
                                      </p:cBhvr>
                                      <p:to>
                                        <p:strVal val="visible"/>
                                      </p:to>
                                    </p:set>
                                    <p:animEffect transition="in" filter="barn(outHorizontal)">
                                      <p:cBhvr>
                                        <p:cTn id="98" dur="500"/>
                                        <p:tgtEl>
                                          <p:spTgt spid="8205"/>
                                        </p:tgtEl>
                                      </p:cBhvr>
                                    </p:animEffect>
                                  </p:childTnLst>
                                </p:cTn>
                              </p:par>
                            </p:childTnLst>
                          </p:cTn>
                        </p:par>
                        <p:par>
                          <p:cTn id="99" fill="hold">
                            <p:stCondLst>
                              <p:cond delay="500"/>
                            </p:stCondLst>
                            <p:childTnLst>
                              <p:par>
                                <p:cTn id="100" presetID="22" presetClass="entr" presetSubtype="8" fill="hold" nodeType="afterEffect">
                                  <p:stCondLst>
                                    <p:cond delay="0"/>
                                  </p:stCondLst>
                                  <p:childTnLst>
                                    <p:set>
                                      <p:cBhvr>
                                        <p:cTn id="101" dur="1" fill="hold">
                                          <p:stCondLst>
                                            <p:cond delay="0"/>
                                          </p:stCondLst>
                                        </p:cTn>
                                        <p:tgtEl>
                                          <p:spTgt spid="8203"/>
                                        </p:tgtEl>
                                        <p:attrNameLst>
                                          <p:attrName>style.visibility</p:attrName>
                                        </p:attrNameLst>
                                      </p:cBhvr>
                                      <p:to>
                                        <p:strVal val="visible"/>
                                      </p:to>
                                    </p:set>
                                    <p:animEffect transition="in" filter="wipe(left)">
                                      <p:cBhvr>
                                        <p:cTn id="102" dur="500"/>
                                        <p:tgtEl>
                                          <p:spTgt spid="8203"/>
                                        </p:tgtEl>
                                      </p:cBhvr>
                                    </p:animEffect>
                                  </p:childTnLst>
                                </p:cTn>
                              </p:par>
                            </p:childTnLst>
                          </p:cTn>
                        </p:par>
                      </p:childTnLst>
                    </p:cTn>
                  </p:par>
                  <p:par>
                    <p:cTn id="103" fill="hold">
                      <p:stCondLst>
                        <p:cond delay="indefinite"/>
                      </p:stCondLst>
                      <p:childTnLst>
                        <p:par>
                          <p:cTn id="104" fill="hold">
                            <p:stCondLst>
                              <p:cond delay="0"/>
                            </p:stCondLst>
                            <p:childTnLst>
                              <p:par>
                                <p:cTn id="105" presetID="27" presetClass="entr" presetSubtype="0" fill="hold" grpId="0" nodeType="clickEffect">
                                  <p:stCondLst>
                                    <p:cond delay="0"/>
                                  </p:stCondLst>
                                  <p:iterate type="lt">
                                    <p:tmPct val="50000"/>
                                  </p:iterate>
                                  <p:childTnLst>
                                    <p:set>
                                      <p:cBhvr>
                                        <p:cTn id="106" dur="1" fill="hold">
                                          <p:stCondLst>
                                            <p:cond delay="0"/>
                                          </p:stCondLst>
                                        </p:cTn>
                                        <p:tgtEl>
                                          <p:spTgt spid="8204"/>
                                        </p:tgtEl>
                                        <p:attrNameLst>
                                          <p:attrName>style.visibility</p:attrName>
                                        </p:attrNameLst>
                                      </p:cBhvr>
                                      <p:to>
                                        <p:strVal val="visible"/>
                                      </p:to>
                                    </p:set>
                                    <p:anim calcmode="discrete" valueType="clr">
                                      <p:cBhvr override="childStyle">
                                        <p:cTn id="107" dur="80"/>
                                        <p:tgtEl>
                                          <p:spTgt spid="8204"/>
                                        </p:tgtEl>
                                        <p:attrNameLst>
                                          <p:attrName>style.color</p:attrName>
                                        </p:attrNameLst>
                                      </p:cBhvr>
                                      <p:tavLst>
                                        <p:tav tm="0">
                                          <p:val>
                                            <p:clrVal>
                                              <a:schemeClr val="accent2"/>
                                            </p:clrVal>
                                          </p:val>
                                        </p:tav>
                                        <p:tav tm="50000">
                                          <p:val>
                                            <p:clrVal>
                                              <a:schemeClr val="hlink"/>
                                            </p:clrVal>
                                          </p:val>
                                        </p:tav>
                                      </p:tavLst>
                                    </p:anim>
                                    <p:anim calcmode="discrete" valueType="clr">
                                      <p:cBhvr>
                                        <p:cTn id="108" dur="80"/>
                                        <p:tgtEl>
                                          <p:spTgt spid="8204"/>
                                        </p:tgtEl>
                                        <p:attrNameLst>
                                          <p:attrName>fillcolor</p:attrName>
                                        </p:attrNameLst>
                                      </p:cBhvr>
                                      <p:tavLst>
                                        <p:tav tm="0">
                                          <p:val>
                                            <p:clrVal>
                                              <a:schemeClr val="accent2"/>
                                            </p:clrVal>
                                          </p:val>
                                        </p:tav>
                                        <p:tav tm="50000">
                                          <p:val>
                                            <p:clrVal>
                                              <a:schemeClr val="hlink"/>
                                            </p:clrVal>
                                          </p:val>
                                        </p:tav>
                                      </p:tavLst>
                                    </p:anim>
                                    <p:set>
                                      <p:cBhvr>
                                        <p:cTn id="109" dur="80"/>
                                        <p:tgtEl>
                                          <p:spTgt spid="8204"/>
                                        </p:tgtEl>
                                        <p:attrNameLst>
                                          <p:attrName>fill.type</p:attrName>
                                        </p:attrNameLst>
                                      </p:cBhvr>
                                      <p:to>
                                        <p:strVal val="solid"/>
                                      </p:to>
                                    </p:set>
                                  </p:childTnLst>
                                </p:cTn>
                              </p:par>
                            </p:childTnLst>
                          </p:cTn>
                        </p:par>
                      </p:childTnLst>
                    </p:cTn>
                  </p:par>
                  <p:par>
                    <p:cTn id="110" fill="hold">
                      <p:stCondLst>
                        <p:cond delay="indefinite"/>
                      </p:stCondLst>
                      <p:childTnLst>
                        <p:par>
                          <p:cTn id="111" fill="hold">
                            <p:stCondLst>
                              <p:cond delay="0"/>
                            </p:stCondLst>
                            <p:childTnLst>
                              <p:par>
                                <p:cTn id="112" presetID="27" presetClass="emph" presetSubtype="0" fill="hold" grpId="1" nodeType="clickEffect">
                                  <p:stCondLst>
                                    <p:cond delay="0"/>
                                  </p:stCondLst>
                                  <p:iterate type="lt">
                                    <p:tmPct val="0"/>
                                  </p:iterate>
                                  <p:childTnLst>
                                    <p:animClr clrSpc="rgb" dir="cw">
                                      <p:cBhvr override="childStyle">
                                        <p:cTn id="113" dur="1500" autoRev="1" fill="hold"/>
                                        <p:tgtEl>
                                          <p:spTgt spid="8204"/>
                                        </p:tgtEl>
                                        <p:attrNameLst>
                                          <p:attrName>style.color</p:attrName>
                                        </p:attrNameLst>
                                      </p:cBhvr>
                                      <p:to>
                                        <a:schemeClr val="bg1"/>
                                      </p:to>
                                    </p:animClr>
                                    <p:animClr clrSpc="rgb" dir="cw">
                                      <p:cBhvr>
                                        <p:cTn id="114" dur="1500" autoRev="1" fill="hold"/>
                                        <p:tgtEl>
                                          <p:spTgt spid="8204"/>
                                        </p:tgtEl>
                                        <p:attrNameLst>
                                          <p:attrName>fillcolor</p:attrName>
                                        </p:attrNameLst>
                                      </p:cBhvr>
                                      <p:to>
                                        <a:schemeClr val="bg1"/>
                                      </p:to>
                                    </p:animClr>
                                    <p:set>
                                      <p:cBhvr>
                                        <p:cTn id="115" dur="1500" autoRev="1" fill="hold"/>
                                        <p:tgtEl>
                                          <p:spTgt spid="8204"/>
                                        </p:tgtEl>
                                        <p:attrNameLst>
                                          <p:attrName>fill.type</p:attrName>
                                        </p:attrNameLst>
                                      </p:cBhvr>
                                      <p:to>
                                        <p:strVal val="solid"/>
                                      </p:to>
                                    </p:set>
                                    <p:set>
                                      <p:cBhvr>
                                        <p:cTn id="116" dur="1500" autoRev="1" fill="hold"/>
                                        <p:tgtEl>
                                          <p:spTgt spid="820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8194" grpId="1"/>
      <p:bldP spid="8195" grpId="0"/>
      <p:bldP spid="8196" grpId="0"/>
      <p:bldP spid="8197" grpId="0"/>
      <p:bldP spid="8198" grpId="0"/>
      <p:bldP spid="8199" grpId="0"/>
      <p:bldP spid="8200" grpId="0"/>
      <p:bldP spid="8204" grpId="0"/>
      <p:bldP spid="8204"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9217"/>
          <p:cNvSpPr/>
          <p:nvPr>
            <p:custDataLst>
              <p:tags r:id="rId1"/>
            </p:custDataLst>
          </p:nvPr>
        </p:nvSpPr>
        <p:spPr>
          <a:xfrm>
            <a:off x="395288" y="476250"/>
            <a:ext cx="4024312" cy="519113"/>
          </a:xfrm>
          <a:prstGeom prst="rect">
            <a:avLst/>
          </a:prstGeom>
          <a:noFill/>
          <a:ln w="12700">
            <a:noFill/>
          </a:ln>
        </p:spPr>
        <p:txBody>
          <a:bodyPr>
            <a:spAutoFit/>
          </a:bodyPr>
          <a:lstStyle/>
          <a:p>
            <a:pPr>
              <a:buNone/>
            </a:pPr>
            <a:r>
              <a:rPr lang="zh-CN" altLang="en-US" sz="2800" b="1" dirty="0">
                <a:effectLst/>
                <a:latin typeface="Arial" panose="020B0604020202020204" pitchFamily="34" charset="0"/>
                <a:ea typeface="楷体_GB2312" pitchFamily="49" charset="-122"/>
              </a:rPr>
              <a:t>（五）、向量的运算</a:t>
            </a:r>
          </a:p>
        </p:txBody>
      </p:sp>
      <p:sp>
        <p:nvSpPr>
          <p:cNvPr id="9219" name="文本框 9218"/>
          <p:cNvSpPr txBox="1"/>
          <p:nvPr>
            <p:custDataLst>
              <p:tags r:id="rId2"/>
            </p:custDataLst>
          </p:nvPr>
        </p:nvSpPr>
        <p:spPr>
          <a:xfrm>
            <a:off x="0" y="1052513"/>
            <a:ext cx="1751013" cy="519112"/>
          </a:xfrm>
          <a:prstGeom prst="rect">
            <a:avLst/>
          </a:prstGeom>
          <a:noFill/>
          <a:ln w="9525">
            <a:noFill/>
          </a:ln>
        </p:spPr>
        <p:txBody>
          <a:bodyPr>
            <a:spAutoFit/>
          </a:bodyPr>
          <a:lstStyle/>
          <a:p>
            <a:r>
              <a:rPr lang="en-US" altLang="zh-CN" sz="2800" b="1">
                <a:solidFill>
                  <a:srgbClr val="FF0000"/>
                </a:solidFill>
                <a:effectLst/>
                <a:latin typeface="楷体_GB2312" pitchFamily="49" charset="-122"/>
                <a:ea typeface="楷体_GB2312" pitchFamily="49" charset="-122"/>
              </a:rPr>
              <a:t>1</a:t>
            </a:r>
            <a:r>
              <a:rPr lang="zh-CN" altLang="en-US" sz="2800" b="1" dirty="0">
                <a:solidFill>
                  <a:srgbClr val="FF0000"/>
                </a:solidFill>
                <a:effectLst/>
                <a:latin typeface="楷体_GB2312" pitchFamily="49" charset="-122"/>
                <a:ea typeface="楷体_GB2312" pitchFamily="49" charset="-122"/>
              </a:rPr>
              <a:t>、加法</a:t>
            </a:r>
          </a:p>
        </p:txBody>
      </p:sp>
      <p:sp>
        <p:nvSpPr>
          <p:cNvPr id="9220" name="矩形 9219"/>
          <p:cNvSpPr/>
          <p:nvPr>
            <p:custDataLst>
              <p:tags r:id="rId3"/>
            </p:custDataLst>
          </p:nvPr>
        </p:nvSpPr>
        <p:spPr>
          <a:xfrm>
            <a:off x="971550" y="1720850"/>
            <a:ext cx="898525" cy="519113"/>
          </a:xfrm>
          <a:prstGeom prst="rect">
            <a:avLst/>
          </a:prstGeom>
          <a:noFill/>
          <a:ln w="25400">
            <a:noFill/>
          </a:ln>
        </p:spPr>
        <p:txBody>
          <a:bodyPr>
            <a:spAutoFit/>
          </a:bodyPr>
          <a:lstStyle/>
          <a:p>
            <a:r>
              <a:rPr lang="zh-CN" altLang="en-US" sz="2800" b="1" dirty="0">
                <a:solidFill>
                  <a:schemeClr val="tx2"/>
                </a:solidFill>
                <a:latin typeface="楷体_GB2312" pitchFamily="49" charset="-122"/>
                <a:ea typeface="楷体_GB2312" pitchFamily="49" charset="-122"/>
              </a:rPr>
              <a:t>规定</a:t>
            </a:r>
          </a:p>
        </p:txBody>
      </p:sp>
      <p:sp>
        <p:nvSpPr>
          <p:cNvPr id="9221" name="文本框 9220"/>
          <p:cNvSpPr txBox="1"/>
          <p:nvPr>
            <p:custDataLst>
              <p:tags r:id="rId4"/>
            </p:custDataLst>
          </p:nvPr>
        </p:nvSpPr>
        <p:spPr>
          <a:xfrm>
            <a:off x="76200" y="4038600"/>
            <a:ext cx="1676400" cy="519113"/>
          </a:xfrm>
          <a:prstGeom prst="rect">
            <a:avLst/>
          </a:prstGeom>
          <a:noFill/>
          <a:ln w="9525">
            <a:noFill/>
          </a:ln>
        </p:spPr>
        <p:txBody>
          <a:bodyPr>
            <a:spAutoFit/>
          </a:bodyPr>
          <a:lstStyle/>
          <a:p>
            <a:r>
              <a:rPr lang="en-US" altLang="zh-CN" sz="2800" b="1">
                <a:solidFill>
                  <a:srgbClr val="FF0000"/>
                </a:solidFill>
                <a:effectLst/>
                <a:latin typeface="楷体_GB2312" pitchFamily="49" charset="-122"/>
                <a:ea typeface="楷体_GB2312" pitchFamily="49" charset="-122"/>
              </a:rPr>
              <a:t>2</a:t>
            </a:r>
            <a:r>
              <a:rPr lang="zh-CN" altLang="en-US" sz="2800" b="1" dirty="0">
                <a:solidFill>
                  <a:srgbClr val="FF0000"/>
                </a:solidFill>
                <a:effectLst/>
                <a:latin typeface="楷体_GB2312" pitchFamily="49" charset="-122"/>
                <a:ea typeface="楷体_GB2312" pitchFamily="49" charset="-122"/>
              </a:rPr>
              <a:t>、数乘</a:t>
            </a:r>
          </a:p>
        </p:txBody>
      </p:sp>
      <p:sp>
        <p:nvSpPr>
          <p:cNvPr id="9222" name="矩形 9221"/>
          <p:cNvSpPr/>
          <p:nvPr>
            <p:custDataLst>
              <p:tags r:id="rId5"/>
            </p:custDataLst>
          </p:nvPr>
        </p:nvSpPr>
        <p:spPr>
          <a:xfrm>
            <a:off x="533400" y="4652963"/>
            <a:ext cx="898525" cy="519112"/>
          </a:xfrm>
          <a:prstGeom prst="rect">
            <a:avLst/>
          </a:prstGeom>
          <a:noFill/>
          <a:ln w="25400">
            <a:noFill/>
          </a:ln>
        </p:spPr>
        <p:txBody>
          <a:bodyPr>
            <a:spAutoFit/>
          </a:bodyPr>
          <a:lstStyle/>
          <a:p>
            <a:r>
              <a:rPr lang="zh-CN" altLang="en-US" sz="2800" b="1" dirty="0">
                <a:solidFill>
                  <a:schemeClr val="tx2"/>
                </a:solidFill>
                <a:latin typeface="楷体_GB2312" pitchFamily="49" charset="-122"/>
                <a:ea typeface="楷体_GB2312" pitchFamily="49" charset="-122"/>
              </a:rPr>
              <a:t>规定</a:t>
            </a:r>
          </a:p>
        </p:txBody>
      </p:sp>
      <p:sp>
        <p:nvSpPr>
          <p:cNvPr id="9223" name="矩形 9222"/>
          <p:cNvSpPr/>
          <p:nvPr>
            <p:custDataLst>
              <p:tags r:id="rId6"/>
            </p:custDataLst>
          </p:nvPr>
        </p:nvSpPr>
        <p:spPr>
          <a:xfrm>
            <a:off x="539750" y="5286375"/>
            <a:ext cx="4412615" cy="521970"/>
          </a:xfrm>
          <a:prstGeom prst="rect">
            <a:avLst/>
          </a:prstGeom>
          <a:noFill/>
          <a:ln w="12700">
            <a:noFill/>
          </a:ln>
        </p:spPr>
        <p:txBody>
          <a:bodyPr wrap="none" anchor="t" anchorCtr="0">
            <a:spAutoFit/>
          </a:bodyPr>
          <a:lstStyle/>
          <a:p>
            <a:pPr>
              <a:buNone/>
            </a:pPr>
            <a:r>
              <a:rPr lang="zh-CN" altLang="en-US" sz="2800" b="1" dirty="0">
                <a:solidFill>
                  <a:schemeClr val="tx1"/>
                </a:solidFill>
                <a:latin typeface="楷体_GB2312" pitchFamily="49" charset="-122"/>
                <a:ea typeface="楷体_GB2312" pitchFamily="49" charset="-122"/>
              </a:rPr>
              <a:t>称为数</a:t>
            </a:r>
            <a:r>
              <a:rPr lang="en-US" altLang="zh-CN" sz="2400" i="1" dirty="0">
                <a:solidFill>
                  <a:schemeClr val="tx1"/>
                </a:solidFill>
              </a:rPr>
              <a:t>ｋ</a:t>
            </a:r>
            <a:r>
              <a:rPr lang="zh-CN" altLang="en-US" sz="2800" b="1" dirty="0">
                <a:solidFill>
                  <a:schemeClr val="tx1"/>
                </a:solidFill>
                <a:latin typeface="Arial" panose="020B0604020202020204" pitchFamily="34" charset="0"/>
                <a:ea typeface="楷体_GB2312" pitchFamily="49" charset="-122"/>
              </a:rPr>
              <a:t>与向量</a:t>
            </a:r>
            <a:r>
              <a:rPr lang="en-US" altLang="zh-CN" sz="2400" i="1" dirty="0">
                <a:solidFill>
                  <a:schemeClr val="tx1"/>
                </a:solidFill>
              </a:rPr>
              <a:t>α</a:t>
            </a:r>
            <a:r>
              <a:rPr lang="zh-CN" altLang="en-US" sz="2800" b="1" dirty="0">
                <a:solidFill>
                  <a:schemeClr val="tx1"/>
                </a:solidFill>
                <a:latin typeface="Arial" panose="020B0604020202020204" pitchFamily="34" charset="0"/>
                <a:ea typeface="楷体_GB2312" pitchFamily="49" charset="-122"/>
              </a:rPr>
              <a:t>的</a:t>
            </a:r>
            <a:r>
              <a:rPr lang="zh-CN" altLang="en-US" sz="2800" b="1" dirty="0">
                <a:solidFill>
                  <a:srgbClr val="FF0000"/>
                </a:solidFill>
                <a:latin typeface="楷体_GB2312" pitchFamily="49" charset="-122"/>
                <a:ea typeface="楷体_GB2312" pitchFamily="49" charset="-122"/>
              </a:rPr>
              <a:t>数量积</a:t>
            </a:r>
            <a:r>
              <a:rPr lang="en-US" altLang="zh-CN" sz="2800" b="1">
                <a:solidFill>
                  <a:schemeClr val="tx1"/>
                </a:solidFill>
                <a:latin typeface="楷体_GB2312" pitchFamily="49" charset="-122"/>
                <a:ea typeface="楷体_GB2312" pitchFamily="49" charset="-122"/>
              </a:rPr>
              <a:t>.</a:t>
            </a:r>
          </a:p>
        </p:txBody>
      </p:sp>
      <p:sp>
        <p:nvSpPr>
          <p:cNvPr id="9224" name="文本框 9223"/>
          <p:cNvSpPr txBox="1"/>
          <p:nvPr/>
        </p:nvSpPr>
        <p:spPr>
          <a:xfrm>
            <a:off x="539750" y="5876925"/>
            <a:ext cx="6792913" cy="519113"/>
          </a:xfrm>
          <a:prstGeom prst="rect">
            <a:avLst/>
          </a:prstGeom>
          <a:noFill/>
          <a:ln w="9525">
            <a:noFill/>
          </a:ln>
        </p:spPr>
        <p:txBody>
          <a:bodyPr wrap="none" anchor="t" anchorCtr="0">
            <a:spAutoFit/>
          </a:bodyPr>
          <a:lstStyle/>
          <a:p>
            <a:r>
              <a:rPr lang="zh-CN" altLang="en-US" sz="2800" b="1" dirty="0">
                <a:solidFill>
                  <a:schemeClr val="tx2"/>
                </a:solidFill>
                <a:latin typeface="楷体_GB2312" pitchFamily="49" charset="-122"/>
                <a:ea typeface="楷体_GB2312" pitchFamily="49" charset="-122"/>
              </a:rPr>
              <a:t>向量的加法与数乘合称为向量的</a:t>
            </a:r>
            <a:r>
              <a:rPr lang="zh-CN" altLang="en-US" sz="2800" b="1" dirty="0">
                <a:solidFill>
                  <a:srgbClr val="FF0000"/>
                </a:solidFill>
                <a:latin typeface="楷体_GB2312" pitchFamily="49" charset="-122"/>
                <a:ea typeface="楷体_GB2312" pitchFamily="49" charset="-122"/>
              </a:rPr>
              <a:t>线性运算</a:t>
            </a:r>
            <a:r>
              <a:rPr lang="en-US" altLang="zh-CN" sz="2800" b="1">
                <a:solidFill>
                  <a:schemeClr val="tx2"/>
                </a:solidFill>
                <a:latin typeface="楷体_GB2312" pitchFamily="49" charset="-122"/>
                <a:ea typeface="楷体_GB2312" pitchFamily="49" charset="-122"/>
              </a:rPr>
              <a:t>.</a:t>
            </a:r>
          </a:p>
        </p:txBody>
      </p:sp>
      <p:sp>
        <p:nvSpPr>
          <p:cNvPr id="9225" name="矩形 9224"/>
          <p:cNvSpPr/>
          <p:nvPr>
            <p:custDataLst>
              <p:tags r:id="rId7"/>
            </p:custDataLst>
          </p:nvPr>
        </p:nvSpPr>
        <p:spPr>
          <a:xfrm>
            <a:off x="547847" y="2420938"/>
            <a:ext cx="3109595" cy="521970"/>
          </a:xfrm>
          <a:prstGeom prst="rect">
            <a:avLst/>
          </a:prstGeom>
          <a:noFill/>
          <a:ln w="12700">
            <a:noFill/>
          </a:ln>
        </p:spPr>
        <p:txBody>
          <a:bodyPr wrap="none" anchor="t" anchorCtr="0">
            <a:spAutoFit/>
          </a:bodyPr>
          <a:lstStyle/>
          <a:p>
            <a:pPr algn="ctr">
              <a:buNone/>
            </a:pPr>
            <a:r>
              <a:rPr lang="zh-CN" altLang="en-US" sz="2800" b="1" dirty="0">
                <a:solidFill>
                  <a:schemeClr val="tx1"/>
                </a:solidFill>
                <a:latin typeface="Arial" panose="020B0604020202020204" pitchFamily="34" charset="0"/>
                <a:ea typeface="楷体_GB2312" pitchFamily="49" charset="-122"/>
              </a:rPr>
              <a:t>称为</a:t>
            </a:r>
            <a:r>
              <a:rPr lang="en-US" altLang="zh-CN" sz="2400" i="1" dirty="0">
                <a:solidFill>
                  <a:schemeClr val="tx1"/>
                </a:solidFill>
              </a:rPr>
              <a:t>α</a:t>
            </a:r>
            <a:r>
              <a:rPr lang="zh-CN" altLang="en-US" sz="2800" b="1" dirty="0">
                <a:solidFill>
                  <a:schemeClr val="tx1"/>
                </a:solidFill>
                <a:latin typeface="Arial" panose="020B0604020202020204" pitchFamily="34" charset="0"/>
                <a:ea typeface="楷体_GB2312" pitchFamily="49" charset="-122"/>
              </a:rPr>
              <a:t>与</a:t>
            </a:r>
            <a:r>
              <a:rPr lang="en-US" altLang="zh-CN" sz="2400" i="1" dirty="0">
                <a:solidFill>
                  <a:schemeClr val="tx1"/>
                </a:solidFill>
              </a:rPr>
              <a:t>β</a:t>
            </a:r>
            <a:r>
              <a:rPr lang="zh-CN" altLang="en-US" sz="2800" b="1" dirty="0">
                <a:solidFill>
                  <a:schemeClr val="tx1"/>
                </a:solidFill>
                <a:latin typeface="Arial" panose="020B0604020202020204" pitchFamily="34" charset="0"/>
                <a:ea typeface="楷体_GB2312" pitchFamily="49" charset="-122"/>
              </a:rPr>
              <a:t>的</a:t>
            </a:r>
            <a:r>
              <a:rPr lang="zh-CN" altLang="en-US" sz="2800" b="1" dirty="0">
                <a:solidFill>
                  <a:srgbClr val="FF0000"/>
                </a:solidFill>
                <a:latin typeface="Arial" panose="020B0604020202020204" pitchFamily="34" charset="0"/>
                <a:ea typeface="楷体_GB2312" pitchFamily="49" charset="-122"/>
              </a:rPr>
              <a:t>和向量</a:t>
            </a:r>
            <a:r>
              <a:rPr lang="en-US" altLang="zh-CN" sz="2800" b="1">
                <a:solidFill>
                  <a:schemeClr val="tx1"/>
                </a:solidFill>
                <a:latin typeface="Arial" panose="020B0604020202020204" pitchFamily="34" charset="0"/>
                <a:ea typeface="楷体_GB2312" pitchFamily="49" charset="-122"/>
              </a:rPr>
              <a:t>.</a:t>
            </a:r>
          </a:p>
        </p:txBody>
      </p:sp>
      <p:sp>
        <p:nvSpPr>
          <p:cNvPr id="9226" name="矩形 9225"/>
          <p:cNvSpPr/>
          <p:nvPr>
            <p:custDataLst>
              <p:tags r:id="rId8"/>
            </p:custDataLst>
          </p:nvPr>
        </p:nvSpPr>
        <p:spPr>
          <a:xfrm>
            <a:off x="517684" y="3414713"/>
            <a:ext cx="3109595" cy="521970"/>
          </a:xfrm>
          <a:prstGeom prst="rect">
            <a:avLst/>
          </a:prstGeom>
          <a:noFill/>
          <a:ln w="12700">
            <a:noFill/>
          </a:ln>
        </p:spPr>
        <p:txBody>
          <a:bodyPr wrap="none" anchor="t" anchorCtr="0">
            <a:spAutoFit/>
          </a:bodyPr>
          <a:lstStyle/>
          <a:p>
            <a:pPr algn="ctr">
              <a:buNone/>
            </a:pPr>
            <a:r>
              <a:rPr lang="zh-CN" altLang="en-US" sz="2800" b="1" dirty="0">
                <a:solidFill>
                  <a:schemeClr val="tx1"/>
                </a:solidFill>
                <a:latin typeface="Arial" panose="020B0604020202020204" pitchFamily="34" charset="0"/>
                <a:ea typeface="楷体_GB2312" pitchFamily="49" charset="-122"/>
              </a:rPr>
              <a:t>称为</a:t>
            </a:r>
            <a:r>
              <a:rPr lang="en-US" altLang="zh-CN" sz="2400" i="1" dirty="0">
                <a:solidFill>
                  <a:schemeClr val="tx1"/>
                </a:solidFill>
              </a:rPr>
              <a:t>α</a:t>
            </a:r>
            <a:r>
              <a:rPr lang="zh-CN" altLang="en-US" sz="2800" b="1" dirty="0">
                <a:solidFill>
                  <a:schemeClr val="tx1"/>
                </a:solidFill>
                <a:latin typeface="Arial" panose="020B0604020202020204" pitchFamily="34" charset="0"/>
                <a:ea typeface="楷体_GB2312" pitchFamily="49" charset="-122"/>
              </a:rPr>
              <a:t>与</a:t>
            </a:r>
            <a:r>
              <a:rPr lang="en-US" altLang="zh-CN" sz="2400" i="1" dirty="0">
                <a:solidFill>
                  <a:schemeClr val="tx1"/>
                </a:solidFill>
              </a:rPr>
              <a:t>β</a:t>
            </a:r>
            <a:r>
              <a:rPr lang="zh-CN" altLang="en-US" sz="2800" b="1" dirty="0">
                <a:solidFill>
                  <a:schemeClr val="tx1"/>
                </a:solidFill>
                <a:latin typeface="Arial" panose="020B0604020202020204" pitchFamily="34" charset="0"/>
                <a:ea typeface="楷体_GB2312" pitchFamily="49" charset="-122"/>
              </a:rPr>
              <a:t>的</a:t>
            </a:r>
            <a:r>
              <a:rPr lang="zh-CN" altLang="en-US" sz="2800" b="1" dirty="0">
                <a:solidFill>
                  <a:srgbClr val="FF0000"/>
                </a:solidFill>
                <a:latin typeface="Arial" panose="020B0604020202020204" pitchFamily="34" charset="0"/>
                <a:ea typeface="楷体_GB2312" pitchFamily="49" charset="-122"/>
              </a:rPr>
              <a:t>差向量</a:t>
            </a:r>
            <a:r>
              <a:rPr lang="en-US" altLang="zh-CN" sz="2800" b="1">
                <a:solidFill>
                  <a:schemeClr val="tx1"/>
                </a:solidFill>
                <a:latin typeface="Arial" panose="020B0604020202020204" pitchFamily="34" charset="0"/>
                <a:ea typeface="楷体_GB2312" pitchFamily="49" charset="-122"/>
              </a:rPr>
              <a:t>.</a:t>
            </a:r>
          </a:p>
        </p:txBody>
      </p:sp>
      <p:graphicFrame>
        <p:nvGraphicFramePr>
          <p:cNvPr id="9227" name="对象 9226"/>
          <p:cNvGraphicFramePr/>
          <p:nvPr>
            <p:custDataLst>
              <p:tags r:id="rId9"/>
            </p:custDataLst>
          </p:nvPr>
        </p:nvGraphicFramePr>
        <p:xfrm>
          <a:off x="1751013" y="1022350"/>
          <a:ext cx="5450840" cy="579755"/>
        </p:xfrm>
        <a:graphic>
          <a:graphicData uri="http://schemas.openxmlformats.org/presentationml/2006/ole">
            <mc:AlternateContent xmlns:mc="http://schemas.openxmlformats.org/markup-compatibility/2006">
              <mc:Choice xmlns:v="urn:schemas-microsoft-com:vml" Requires="v">
                <p:oleObj r:id="rId15" imgW="2234565" imgH="228600" progId="Equation.DSMT4">
                  <p:embed/>
                </p:oleObj>
              </mc:Choice>
              <mc:Fallback>
                <p:oleObj r:id="rId15" imgW="2234565" imgH="228600" progId="Equation.DSMT4">
                  <p:embed/>
                  <p:pic>
                    <p:nvPicPr>
                      <p:cNvPr id="0" name="图片 3145"/>
                      <p:cNvPicPr/>
                      <p:nvPr/>
                    </p:nvPicPr>
                    <p:blipFill>
                      <a:blip r:embed="rId16"/>
                      <a:stretch>
                        <a:fillRect/>
                      </a:stretch>
                    </p:blipFill>
                    <p:spPr>
                      <a:xfrm>
                        <a:off x="1751013" y="1022350"/>
                        <a:ext cx="5450840" cy="579755"/>
                      </a:xfrm>
                      <a:prstGeom prst="rect">
                        <a:avLst/>
                      </a:prstGeom>
                      <a:noFill/>
                      <a:ln w="38100">
                        <a:noFill/>
                        <a:miter/>
                      </a:ln>
                    </p:spPr>
                  </p:pic>
                </p:oleObj>
              </mc:Fallback>
            </mc:AlternateContent>
          </a:graphicData>
        </a:graphic>
      </p:graphicFrame>
      <p:sp>
        <p:nvSpPr>
          <p:cNvPr id="9228" name="矩形 9227"/>
          <p:cNvSpPr/>
          <p:nvPr/>
        </p:nvSpPr>
        <p:spPr>
          <a:xfrm>
            <a:off x="3624263" y="3009900"/>
            <a:ext cx="215900" cy="244475"/>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endParaRPr lang="en-US" altLang="zh-CN" dirty="0">
              <a:latin typeface="Arial" panose="020B0604020202020204" pitchFamily="34" charset="0"/>
            </a:endParaRPr>
          </a:p>
        </p:txBody>
      </p:sp>
      <p:sp>
        <p:nvSpPr>
          <p:cNvPr id="9230" name="矩形 9229"/>
          <p:cNvSpPr/>
          <p:nvPr/>
        </p:nvSpPr>
        <p:spPr>
          <a:xfrm>
            <a:off x="3624263" y="3587750"/>
            <a:ext cx="222250" cy="260350"/>
          </a:xfrm>
          <a:prstGeom prst="rect">
            <a:avLst/>
          </a:prstGeom>
          <a:noFill/>
          <a:ln w="9525">
            <a:noFill/>
          </a:ln>
        </p:spPr>
        <p:txBody>
          <a:bodyPr wrap="none" anchor="ctr" anchorCtr="0">
            <a:spAutoFit/>
          </a:bodyPr>
          <a:lstStyle/>
          <a:p>
            <a:r>
              <a:rPr lang="en-US" altLang="zh-CN" sz="1100" dirty="0">
                <a:latin typeface="Arial" panose="020B0604020202020204" pitchFamily="34" charset="0"/>
              </a:rPr>
              <a:t> </a:t>
            </a:r>
            <a:endParaRPr lang="en-US" altLang="zh-CN" dirty="0">
              <a:latin typeface="Arial" panose="020B0604020202020204" pitchFamily="34" charset="0"/>
            </a:endParaRPr>
          </a:p>
        </p:txBody>
      </p:sp>
      <p:sp>
        <p:nvSpPr>
          <p:cNvPr id="9231" name="矩形 9230"/>
          <p:cNvSpPr/>
          <p:nvPr/>
        </p:nvSpPr>
        <p:spPr>
          <a:xfrm>
            <a:off x="0" y="3262313"/>
            <a:ext cx="9144000" cy="0"/>
          </a:xfrm>
          <a:prstGeom prst="rect">
            <a:avLst/>
          </a:prstGeom>
          <a:noFill/>
          <a:ln w="9525">
            <a:noFill/>
          </a:ln>
        </p:spPr>
        <p:txBody>
          <a:bodyPr/>
          <a:lstStyle/>
          <a:p>
            <a:endParaRPr lang="zh-CN" altLang="en-US"/>
          </a:p>
        </p:txBody>
      </p:sp>
      <p:graphicFrame>
        <p:nvGraphicFramePr>
          <p:cNvPr id="9232" name="对象 9231"/>
          <p:cNvGraphicFramePr/>
          <p:nvPr>
            <p:custDataLst>
              <p:tags r:id="rId10"/>
            </p:custDataLst>
          </p:nvPr>
        </p:nvGraphicFramePr>
        <p:xfrm>
          <a:off x="2114550" y="1629410"/>
          <a:ext cx="5087620" cy="646430"/>
        </p:xfrm>
        <a:graphic>
          <a:graphicData uri="http://schemas.openxmlformats.org/presentationml/2006/ole">
            <mc:AlternateContent xmlns:mc="http://schemas.openxmlformats.org/markup-compatibility/2006">
              <mc:Choice xmlns:v="urn:schemas-microsoft-com:vml" Requires="v">
                <p:oleObj r:id="rId17" imgW="2120900" imgH="228600" progId="Equation.DSMT4">
                  <p:embed/>
                </p:oleObj>
              </mc:Choice>
              <mc:Fallback>
                <p:oleObj r:id="rId17" imgW="2120900" imgH="228600" progId="Equation.DSMT4">
                  <p:embed/>
                  <p:pic>
                    <p:nvPicPr>
                      <p:cNvPr id="0" name="图片 3096"/>
                      <p:cNvPicPr/>
                      <p:nvPr/>
                    </p:nvPicPr>
                    <p:blipFill>
                      <a:blip r:embed="rId18"/>
                      <a:stretch>
                        <a:fillRect/>
                      </a:stretch>
                    </p:blipFill>
                    <p:spPr>
                      <a:xfrm>
                        <a:off x="2114550" y="1629410"/>
                        <a:ext cx="5087620" cy="646430"/>
                      </a:xfrm>
                      <a:prstGeom prst="rect">
                        <a:avLst/>
                      </a:prstGeom>
                      <a:noFill/>
                      <a:ln w="38100">
                        <a:noFill/>
                        <a:miter/>
                      </a:ln>
                    </p:spPr>
                  </p:pic>
                </p:oleObj>
              </mc:Fallback>
            </mc:AlternateContent>
          </a:graphicData>
        </a:graphic>
      </p:graphicFrame>
      <p:sp>
        <p:nvSpPr>
          <p:cNvPr id="9233" name="矩形 9232"/>
          <p:cNvSpPr/>
          <p:nvPr/>
        </p:nvSpPr>
        <p:spPr>
          <a:xfrm>
            <a:off x="0" y="3262313"/>
            <a:ext cx="9144000" cy="0"/>
          </a:xfrm>
          <a:prstGeom prst="rect">
            <a:avLst/>
          </a:prstGeom>
          <a:noFill/>
          <a:ln w="9525">
            <a:noFill/>
          </a:ln>
        </p:spPr>
        <p:txBody>
          <a:bodyPr/>
          <a:lstStyle/>
          <a:p>
            <a:endParaRPr lang="zh-CN" altLang="en-US"/>
          </a:p>
        </p:txBody>
      </p:sp>
      <p:graphicFrame>
        <p:nvGraphicFramePr>
          <p:cNvPr id="9234" name="对象 9233"/>
          <p:cNvGraphicFramePr/>
          <p:nvPr>
            <p:custDataLst>
              <p:tags r:id="rId11"/>
            </p:custDataLst>
          </p:nvPr>
        </p:nvGraphicFramePr>
        <p:xfrm>
          <a:off x="1979930" y="2841625"/>
          <a:ext cx="5010150" cy="692785"/>
        </p:xfrm>
        <a:graphic>
          <a:graphicData uri="http://schemas.openxmlformats.org/presentationml/2006/ole">
            <mc:AlternateContent xmlns:mc="http://schemas.openxmlformats.org/markup-compatibility/2006">
              <mc:Choice xmlns:v="urn:schemas-microsoft-com:vml" Requires="v">
                <p:oleObj r:id="rId19" imgW="2108200" imgH="228600" progId="Equation.DSMT4">
                  <p:embed/>
                </p:oleObj>
              </mc:Choice>
              <mc:Fallback>
                <p:oleObj r:id="rId19" imgW="2108200" imgH="228600" progId="Equation.DSMT4">
                  <p:embed/>
                  <p:pic>
                    <p:nvPicPr>
                      <p:cNvPr id="0" name="图片 3095"/>
                      <p:cNvPicPr/>
                      <p:nvPr/>
                    </p:nvPicPr>
                    <p:blipFill>
                      <a:blip r:embed="rId20"/>
                      <a:stretch>
                        <a:fillRect/>
                      </a:stretch>
                    </p:blipFill>
                    <p:spPr>
                      <a:xfrm>
                        <a:off x="1979930" y="2841625"/>
                        <a:ext cx="5010150" cy="692785"/>
                      </a:xfrm>
                      <a:prstGeom prst="rect">
                        <a:avLst/>
                      </a:prstGeom>
                      <a:noFill/>
                      <a:ln w="38100">
                        <a:noFill/>
                        <a:miter/>
                      </a:ln>
                    </p:spPr>
                  </p:pic>
                </p:oleObj>
              </mc:Fallback>
            </mc:AlternateContent>
          </a:graphicData>
        </a:graphic>
      </p:graphicFrame>
      <p:sp>
        <p:nvSpPr>
          <p:cNvPr id="9236" name="矩形 9235"/>
          <p:cNvSpPr/>
          <p:nvPr/>
        </p:nvSpPr>
        <p:spPr>
          <a:xfrm>
            <a:off x="179705" y="3338513"/>
            <a:ext cx="9144000" cy="0"/>
          </a:xfrm>
          <a:prstGeom prst="rect">
            <a:avLst/>
          </a:prstGeom>
          <a:noFill/>
          <a:ln w="9525">
            <a:noFill/>
          </a:ln>
        </p:spPr>
        <p:txBody>
          <a:bodyPr/>
          <a:lstStyle/>
          <a:p>
            <a:endParaRPr lang="zh-CN" altLang="en-US"/>
          </a:p>
        </p:txBody>
      </p:sp>
      <p:sp>
        <p:nvSpPr>
          <p:cNvPr id="9238" name="矩形 9237"/>
          <p:cNvSpPr/>
          <p:nvPr/>
        </p:nvSpPr>
        <p:spPr>
          <a:xfrm>
            <a:off x="3200400" y="3009900"/>
            <a:ext cx="215900" cy="244475"/>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endParaRPr lang="en-US" altLang="zh-CN" dirty="0">
              <a:latin typeface="Arial" panose="020B0604020202020204" pitchFamily="34" charset="0"/>
            </a:endParaRPr>
          </a:p>
        </p:txBody>
      </p:sp>
      <p:sp>
        <p:nvSpPr>
          <p:cNvPr id="9240" name="矩形 9239"/>
          <p:cNvSpPr/>
          <p:nvPr/>
        </p:nvSpPr>
        <p:spPr>
          <a:xfrm>
            <a:off x="3200400" y="3587750"/>
            <a:ext cx="222250" cy="260350"/>
          </a:xfrm>
          <a:prstGeom prst="rect">
            <a:avLst/>
          </a:prstGeom>
          <a:noFill/>
          <a:ln w="9525">
            <a:noFill/>
          </a:ln>
        </p:spPr>
        <p:txBody>
          <a:bodyPr wrap="none" anchor="ctr" anchorCtr="0">
            <a:spAutoFit/>
          </a:bodyPr>
          <a:lstStyle/>
          <a:p>
            <a:r>
              <a:rPr lang="en-US" altLang="zh-CN" sz="1100" dirty="0">
                <a:latin typeface="Arial" panose="020B0604020202020204" pitchFamily="34" charset="0"/>
              </a:rPr>
              <a:t> </a:t>
            </a:r>
            <a:endParaRPr lang="en-US" altLang="zh-CN" dirty="0">
              <a:latin typeface="Arial" panose="020B0604020202020204" pitchFamily="34" charset="0"/>
            </a:endParaRPr>
          </a:p>
        </p:txBody>
      </p:sp>
      <p:graphicFrame>
        <p:nvGraphicFramePr>
          <p:cNvPr id="2" name="对象 1"/>
          <p:cNvGraphicFramePr/>
          <p:nvPr>
            <p:custDataLst>
              <p:tags r:id="rId12"/>
            </p:custDataLst>
          </p:nvPr>
        </p:nvGraphicFramePr>
        <p:xfrm>
          <a:off x="2072005" y="3907155"/>
          <a:ext cx="4348480" cy="695325"/>
        </p:xfrm>
        <a:graphic>
          <a:graphicData uri="http://schemas.openxmlformats.org/presentationml/2006/ole">
            <mc:AlternateContent xmlns:mc="http://schemas.openxmlformats.org/markup-compatibility/2006">
              <mc:Choice xmlns:v="urn:schemas-microsoft-com:vml" Requires="v">
                <p:oleObj r:id="rId21" imgW="1587500" imgH="228600" progId="Equation.DSMT4">
                  <p:embed/>
                </p:oleObj>
              </mc:Choice>
              <mc:Fallback>
                <p:oleObj r:id="rId21" imgW="1587500" imgH="228600" progId="Equation.DSMT4">
                  <p:embed/>
                  <p:pic>
                    <p:nvPicPr>
                      <p:cNvPr id="0" name="图片 3145"/>
                      <p:cNvPicPr/>
                      <p:nvPr/>
                    </p:nvPicPr>
                    <p:blipFill>
                      <a:blip r:embed="rId22"/>
                      <a:stretch>
                        <a:fillRect/>
                      </a:stretch>
                    </p:blipFill>
                    <p:spPr>
                      <a:xfrm>
                        <a:off x="2072005" y="3907155"/>
                        <a:ext cx="4348480" cy="695325"/>
                      </a:xfrm>
                      <a:prstGeom prst="rect">
                        <a:avLst/>
                      </a:prstGeom>
                      <a:noFill/>
                      <a:ln w="38100">
                        <a:noFill/>
                        <a:miter/>
                      </a:ln>
                    </p:spPr>
                  </p:pic>
                </p:oleObj>
              </mc:Fallback>
            </mc:AlternateContent>
          </a:graphicData>
        </a:graphic>
      </p:graphicFrame>
      <p:graphicFrame>
        <p:nvGraphicFramePr>
          <p:cNvPr id="4" name="对象 3"/>
          <p:cNvGraphicFramePr/>
          <p:nvPr>
            <p:custDataLst>
              <p:tags r:id="rId13"/>
            </p:custDataLst>
          </p:nvPr>
        </p:nvGraphicFramePr>
        <p:xfrm>
          <a:off x="2257108" y="4655185"/>
          <a:ext cx="3675380" cy="721995"/>
        </p:xfrm>
        <a:graphic>
          <a:graphicData uri="http://schemas.openxmlformats.org/presentationml/2006/ole">
            <mc:AlternateContent xmlns:mc="http://schemas.openxmlformats.org/markup-compatibility/2006">
              <mc:Choice xmlns:v="urn:schemas-microsoft-com:vml" Requires="v">
                <p:oleObj r:id="rId23" imgW="1397000" imgH="228600" progId="Equation.DSMT4">
                  <p:embed/>
                </p:oleObj>
              </mc:Choice>
              <mc:Fallback>
                <p:oleObj r:id="rId23" imgW="1397000" imgH="228600" progId="Equation.DSMT4">
                  <p:embed/>
                  <p:pic>
                    <p:nvPicPr>
                      <p:cNvPr id="0" name="图片 3145"/>
                      <p:cNvPicPr/>
                      <p:nvPr/>
                    </p:nvPicPr>
                    <p:blipFill>
                      <a:blip r:embed="rId24"/>
                      <a:stretch>
                        <a:fillRect/>
                      </a:stretch>
                    </p:blipFill>
                    <p:spPr>
                      <a:xfrm>
                        <a:off x="2257108" y="4655185"/>
                        <a:ext cx="3675380" cy="72199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fade">
                                      <p:cBhvr>
                                        <p:cTn id="7" dur="800" decel="100000"/>
                                        <p:tgtEl>
                                          <p:spTgt spid="9218"/>
                                        </p:tgtEl>
                                      </p:cBhvr>
                                    </p:animEffect>
                                    <p:anim calcmode="lin" valueType="num">
                                      <p:cBhvr>
                                        <p:cTn id="8" dur="800" decel="100000" fill="hold"/>
                                        <p:tgtEl>
                                          <p:spTgt spid="9218"/>
                                        </p:tgtEl>
                                        <p:attrNameLst>
                                          <p:attrName>style.rotation</p:attrName>
                                        </p:attrNameLst>
                                      </p:cBhvr>
                                      <p:tavLst>
                                        <p:tav tm="0">
                                          <p:val>
                                            <p:fltVal val="-90"/>
                                          </p:val>
                                        </p:tav>
                                        <p:tav tm="100000">
                                          <p:val>
                                            <p:fltVal val="0"/>
                                          </p:val>
                                        </p:tav>
                                      </p:tavLst>
                                    </p:anim>
                                    <p:anim calcmode="lin" valueType="num">
                                      <p:cBhvr>
                                        <p:cTn id="9" dur="800" decel="100000" fill="hold"/>
                                        <p:tgtEl>
                                          <p:spTgt spid="9218"/>
                                        </p:tgtEl>
                                        <p:attrNameLst>
                                          <p:attrName>ppt_x</p:attrName>
                                        </p:attrNameLst>
                                      </p:cBhvr>
                                      <p:tavLst>
                                        <p:tav tm="0">
                                          <p:val>
                                            <p:strVal val="#ppt_x+0.4"/>
                                          </p:val>
                                        </p:tav>
                                        <p:tav tm="100000">
                                          <p:val>
                                            <p:strVal val="#ppt_x-0.05"/>
                                          </p:val>
                                        </p:tav>
                                      </p:tavLst>
                                    </p:anim>
                                    <p:anim calcmode="lin" valueType="num">
                                      <p:cBhvr>
                                        <p:cTn id="10" dur="800" decel="100000" fill="hold"/>
                                        <p:tgtEl>
                                          <p:spTgt spid="9218"/>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9218"/>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9218"/>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9"/>
                                        </p:tgtEl>
                                        <p:attrNameLst>
                                          <p:attrName>style.visibility</p:attrName>
                                        </p:attrNameLst>
                                      </p:cBhvr>
                                      <p:to>
                                        <p:strVal val="visible"/>
                                      </p:to>
                                    </p:set>
                                    <p:animEffect transition="in" filter="wipe(left)">
                                      <p:cBhvr>
                                        <p:cTn id="17" dur="500"/>
                                        <p:tgtEl>
                                          <p:spTgt spid="92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227"/>
                                        </p:tgtEl>
                                        <p:attrNameLst>
                                          <p:attrName>style.visibility</p:attrName>
                                        </p:attrNameLst>
                                      </p:cBhvr>
                                      <p:to>
                                        <p:strVal val="visible"/>
                                      </p:to>
                                    </p:set>
                                    <p:animEffect transition="in" filter="wipe(left)">
                                      <p:cBhvr>
                                        <p:cTn id="22" dur="1000"/>
                                        <p:tgtEl>
                                          <p:spTgt spid="92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220"/>
                                        </p:tgtEl>
                                        <p:attrNameLst>
                                          <p:attrName>style.visibility</p:attrName>
                                        </p:attrNameLst>
                                      </p:cBhvr>
                                      <p:to>
                                        <p:strVal val="visible"/>
                                      </p:to>
                                    </p:set>
                                    <p:animEffect transition="in" filter="wipe(left)">
                                      <p:cBhvr>
                                        <p:cTn id="27" dur="500"/>
                                        <p:tgtEl>
                                          <p:spTgt spid="92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232"/>
                                        </p:tgtEl>
                                        <p:attrNameLst>
                                          <p:attrName>style.visibility</p:attrName>
                                        </p:attrNameLst>
                                      </p:cBhvr>
                                      <p:to>
                                        <p:strVal val="visible"/>
                                      </p:to>
                                    </p:set>
                                    <p:animEffect transition="in" filter="wipe(left)">
                                      <p:cBhvr>
                                        <p:cTn id="32" dur="500"/>
                                        <p:tgtEl>
                                          <p:spTgt spid="923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9225">
                                            <p:txEl>
                                              <p:pRg st="0" end="0"/>
                                            </p:txEl>
                                          </p:spTgt>
                                        </p:tgtEl>
                                        <p:attrNameLst>
                                          <p:attrName>style.visibility</p:attrName>
                                        </p:attrNameLst>
                                      </p:cBhvr>
                                      <p:to>
                                        <p:strVal val="visible"/>
                                      </p:to>
                                    </p:set>
                                    <p:animEffect transition="in" filter="wipe(down)">
                                      <p:cBhvr>
                                        <p:cTn id="37" dur="500"/>
                                        <p:tgtEl>
                                          <p:spTgt spid="922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9234"/>
                                        </p:tgtEl>
                                        <p:attrNameLst>
                                          <p:attrName>style.visibility</p:attrName>
                                        </p:attrNameLst>
                                      </p:cBhvr>
                                      <p:to>
                                        <p:strVal val="visible"/>
                                      </p:to>
                                    </p:set>
                                    <p:anim calcmode="lin" valueType="num">
                                      <p:cBhvr additive="base">
                                        <p:cTn id="42" dur="2000" fill="hold"/>
                                        <p:tgtEl>
                                          <p:spTgt spid="9234"/>
                                        </p:tgtEl>
                                        <p:attrNameLst>
                                          <p:attrName>ppt_x</p:attrName>
                                        </p:attrNameLst>
                                      </p:cBhvr>
                                      <p:tavLst>
                                        <p:tav tm="0">
                                          <p:val>
                                            <p:strVal val="0-#ppt_w/2"/>
                                          </p:val>
                                        </p:tav>
                                        <p:tav tm="100000">
                                          <p:val>
                                            <p:strVal val="#ppt_x"/>
                                          </p:val>
                                        </p:tav>
                                      </p:tavLst>
                                    </p:anim>
                                    <p:anim calcmode="lin" valueType="num">
                                      <p:cBhvr additive="base">
                                        <p:cTn id="43" dur="2000" fill="hold"/>
                                        <p:tgtEl>
                                          <p:spTgt spid="9234"/>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9226"/>
                                        </p:tgtEl>
                                        <p:attrNameLst>
                                          <p:attrName>style.visibility</p:attrName>
                                        </p:attrNameLst>
                                      </p:cBhvr>
                                      <p:to>
                                        <p:strVal val="visible"/>
                                      </p:to>
                                    </p:set>
                                    <p:anim calcmode="lin" valueType="num">
                                      <p:cBhvr additive="base">
                                        <p:cTn id="48" dur="3000" fill="hold"/>
                                        <p:tgtEl>
                                          <p:spTgt spid="9226"/>
                                        </p:tgtEl>
                                        <p:attrNameLst>
                                          <p:attrName>ppt_x</p:attrName>
                                        </p:attrNameLst>
                                      </p:cBhvr>
                                      <p:tavLst>
                                        <p:tav tm="0">
                                          <p:val>
                                            <p:strVal val="1+#ppt_w/2"/>
                                          </p:val>
                                        </p:tav>
                                        <p:tav tm="100000">
                                          <p:val>
                                            <p:strVal val="#ppt_x"/>
                                          </p:val>
                                        </p:tav>
                                      </p:tavLst>
                                    </p:anim>
                                    <p:anim calcmode="lin" valueType="num">
                                      <p:cBhvr additive="base">
                                        <p:cTn id="49" dur="3000" fill="hold"/>
                                        <p:tgtEl>
                                          <p:spTgt spid="9226"/>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9221"/>
                                        </p:tgtEl>
                                        <p:attrNameLst>
                                          <p:attrName>style.visibility</p:attrName>
                                        </p:attrNameLst>
                                      </p:cBhvr>
                                      <p:to>
                                        <p:strVal val="visible"/>
                                      </p:to>
                                    </p:set>
                                    <p:animEffect transition="in" filter="wipe(left)">
                                      <p:cBhvr>
                                        <p:cTn id="54" dur="500"/>
                                        <p:tgtEl>
                                          <p:spTgt spid="922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9222"/>
                                        </p:tgtEl>
                                        <p:attrNameLst>
                                          <p:attrName>style.visibility</p:attrName>
                                        </p:attrNameLst>
                                      </p:cBhvr>
                                      <p:to>
                                        <p:strVal val="visible"/>
                                      </p:to>
                                    </p:set>
                                    <p:animEffect transition="in" filter="wipe(left)">
                                      <p:cBhvr>
                                        <p:cTn id="59" dur="500"/>
                                        <p:tgtEl>
                                          <p:spTgt spid="9222"/>
                                        </p:tgtEl>
                                      </p:cBhvr>
                                    </p:animEffect>
                                  </p:childTnLst>
                                </p:cTn>
                              </p:par>
                            </p:childTnLst>
                          </p:cTn>
                        </p:par>
                        <p:par>
                          <p:cTn id="60" fill="hold">
                            <p:stCondLst>
                              <p:cond delay="500"/>
                            </p:stCondLst>
                            <p:childTnLst>
                              <p:par>
                                <p:cTn id="61" presetID="27" presetClass="entr" presetSubtype="0" fill="hold" grpId="0" nodeType="afterEffect">
                                  <p:stCondLst>
                                    <p:cond delay="0"/>
                                  </p:stCondLst>
                                  <p:iterate type="lt">
                                    <p:tmPct val="50000"/>
                                  </p:iterate>
                                  <p:childTnLst>
                                    <p:set>
                                      <p:cBhvr>
                                        <p:cTn id="62" dur="1" fill="hold">
                                          <p:stCondLst>
                                            <p:cond delay="0"/>
                                          </p:stCondLst>
                                        </p:cTn>
                                        <p:tgtEl>
                                          <p:spTgt spid="9223"/>
                                        </p:tgtEl>
                                        <p:attrNameLst>
                                          <p:attrName>style.visibility</p:attrName>
                                        </p:attrNameLst>
                                      </p:cBhvr>
                                      <p:to>
                                        <p:strVal val="visible"/>
                                      </p:to>
                                    </p:set>
                                    <p:anim calcmode="discrete" valueType="clr">
                                      <p:cBhvr override="childStyle">
                                        <p:cTn id="63" dur="80"/>
                                        <p:tgtEl>
                                          <p:spTgt spid="9223"/>
                                        </p:tgtEl>
                                        <p:attrNameLst>
                                          <p:attrName>style.color</p:attrName>
                                        </p:attrNameLst>
                                      </p:cBhvr>
                                      <p:tavLst>
                                        <p:tav tm="0">
                                          <p:val>
                                            <p:clrVal>
                                              <a:schemeClr val="accent2"/>
                                            </p:clrVal>
                                          </p:val>
                                        </p:tav>
                                        <p:tav tm="50000">
                                          <p:val>
                                            <p:clrVal>
                                              <a:schemeClr val="hlink"/>
                                            </p:clrVal>
                                          </p:val>
                                        </p:tav>
                                      </p:tavLst>
                                    </p:anim>
                                    <p:anim calcmode="discrete" valueType="clr">
                                      <p:cBhvr>
                                        <p:cTn id="64" dur="80"/>
                                        <p:tgtEl>
                                          <p:spTgt spid="9223"/>
                                        </p:tgtEl>
                                        <p:attrNameLst>
                                          <p:attrName>fillcolor</p:attrName>
                                        </p:attrNameLst>
                                      </p:cBhvr>
                                      <p:tavLst>
                                        <p:tav tm="0">
                                          <p:val>
                                            <p:clrVal>
                                              <a:schemeClr val="accent2"/>
                                            </p:clrVal>
                                          </p:val>
                                        </p:tav>
                                        <p:tav tm="50000">
                                          <p:val>
                                            <p:clrVal>
                                              <a:schemeClr val="hlink"/>
                                            </p:clrVal>
                                          </p:val>
                                        </p:tav>
                                      </p:tavLst>
                                    </p:anim>
                                    <p:set>
                                      <p:cBhvr>
                                        <p:cTn id="65" dur="80"/>
                                        <p:tgtEl>
                                          <p:spTgt spid="9223"/>
                                        </p:tgtEl>
                                        <p:attrNameLst>
                                          <p:attrName>fill.type</p:attrName>
                                        </p:attrNameLst>
                                      </p:cBhvr>
                                      <p:to>
                                        <p:strVal val="solid"/>
                                      </p:to>
                                    </p:set>
                                  </p:childTnLst>
                                </p:cTn>
                              </p:par>
                            </p:childTnLst>
                          </p:cTn>
                        </p:par>
                      </p:childTnLst>
                    </p:cTn>
                  </p:par>
                  <p:par>
                    <p:cTn id="66" fill="hold">
                      <p:stCondLst>
                        <p:cond delay="indefinite"/>
                      </p:stCondLst>
                      <p:childTnLst>
                        <p:par>
                          <p:cTn id="67" fill="hold">
                            <p:stCondLst>
                              <p:cond delay="0"/>
                            </p:stCondLst>
                            <p:childTnLst>
                              <p:par>
                                <p:cTn id="68" presetID="26" presetClass="entr" presetSubtype="0" fill="hold" grpId="0" nodeType="clickEffect">
                                  <p:stCondLst>
                                    <p:cond delay="0"/>
                                  </p:stCondLst>
                                  <p:childTnLst>
                                    <p:set>
                                      <p:cBhvr>
                                        <p:cTn id="69" dur="1" fill="hold">
                                          <p:stCondLst>
                                            <p:cond delay="0"/>
                                          </p:stCondLst>
                                        </p:cTn>
                                        <p:tgtEl>
                                          <p:spTgt spid="9224"/>
                                        </p:tgtEl>
                                        <p:attrNameLst>
                                          <p:attrName>style.visibility</p:attrName>
                                        </p:attrNameLst>
                                      </p:cBhvr>
                                      <p:to>
                                        <p:strVal val="visible"/>
                                      </p:to>
                                    </p:set>
                                    <p:animEffect transition="in" filter="wipe(down)">
                                      <p:cBhvr>
                                        <p:cTn id="70" dur="580">
                                          <p:stCondLst>
                                            <p:cond delay="0"/>
                                          </p:stCondLst>
                                        </p:cTn>
                                        <p:tgtEl>
                                          <p:spTgt spid="9224"/>
                                        </p:tgtEl>
                                      </p:cBhvr>
                                    </p:animEffect>
                                    <p:anim calcmode="lin" valueType="num">
                                      <p:cBhvr>
                                        <p:cTn id="71" dur="1822" tmFilter="0,0; 0.14,0.36; 0.43,0.73; 0.71,0.91; 1.0,1.0">
                                          <p:stCondLst>
                                            <p:cond delay="0"/>
                                          </p:stCondLst>
                                        </p:cTn>
                                        <p:tgtEl>
                                          <p:spTgt spid="9224"/>
                                        </p:tgtEl>
                                        <p:attrNameLst>
                                          <p:attrName>ppt_x</p:attrName>
                                        </p:attrNameLst>
                                      </p:cBhvr>
                                      <p:tavLst>
                                        <p:tav tm="0">
                                          <p:val>
                                            <p:strVal val="#ppt_x-0.25"/>
                                          </p:val>
                                        </p:tav>
                                        <p:tav tm="100000">
                                          <p:val>
                                            <p:strVal val="#ppt_x"/>
                                          </p:val>
                                        </p:tav>
                                      </p:tavLst>
                                    </p:anim>
                                    <p:anim calcmode="lin" valueType="num">
                                      <p:cBhvr>
                                        <p:cTn id="72" dur="664" tmFilter="0.0,0.0; 0.25,0.07; 0.50,0.2; 0.75,0.467; 1.0,1.0">
                                          <p:stCondLst>
                                            <p:cond delay="0"/>
                                          </p:stCondLst>
                                        </p:cTn>
                                        <p:tgtEl>
                                          <p:spTgt spid="9224"/>
                                        </p:tgtEl>
                                        <p:attrNameLst>
                                          <p:attrName>ppt_y</p:attrName>
                                        </p:attrNameLst>
                                      </p:cBhvr>
                                      <p:tavLst>
                                        <p:tav tm="0" fmla="#ppt_y-sin(pi*$)/3">
                                          <p:val>
                                            <p:fltVal val="0.5"/>
                                          </p:val>
                                        </p:tav>
                                        <p:tav tm="100000">
                                          <p:val>
                                            <p:fltVal val="1"/>
                                          </p:val>
                                        </p:tav>
                                      </p:tavLst>
                                    </p:anim>
                                    <p:anim calcmode="lin" valueType="num">
                                      <p:cBhvr>
                                        <p:cTn id="73" dur="664" tmFilter="0, 0; 0.125,0.2665; 0.25,0.4; 0.375,0.465; 0.5,0.5;  0.625,0.535; 0.75,0.6; 0.875,0.7335; 1,1">
                                          <p:stCondLst>
                                            <p:cond delay="664"/>
                                          </p:stCondLst>
                                        </p:cTn>
                                        <p:tgtEl>
                                          <p:spTgt spid="9224"/>
                                        </p:tgtEl>
                                        <p:attrNameLst>
                                          <p:attrName>ppt_y</p:attrName>
                                        </p:attrNameLst>
                                      </p:cBhvr>
                                      <p:tavLst>
                                        <p:tav tm="0" fmla="#ppt_y-sin(pi*$)/9">
                                          <p:val>
                                            <p:fltVal val="0"/>
                                          </p:val>
                                        </p:tav>
                                        <p:tav tm="100000">
                                          <p:val>
                                            <p:fltVal val="1"/>
                                          </p:val>
                                        </p:tav>
                                      </p:tavLst>
                                    </p:anim>
                                    <p:anim calcmode="lin" valueType="num">
                                      <p:cBhvr>
                                        <p:cTn id="74" dur="332" tmFilter="0, 0; 0.125,0.2665; 0.25,0.4; 0.375,0.465; 0.5,0.5;  0.625,0.535; 0.75,0.6; 0.875,0.7335; 1,1">
                                          <p:stCondLst>
                                            <p:cond delay="1324"/>
                                          </p:stCondLst>
                                        </p:cTn>
                                        <p:tgtEl>
                                          <p:spTgt spid="9224"/>
                                        </p:tgtEl>
                                        <p:attrNameLst>
                                          <p:attrName>ppt_y</p:attrName>
                                        </p:attrNameLst>
                                      </p:cBhvr>
                                      <p:tavLst>
                                        <p:tav tm="0" fmla="#ppt_y-sin(pi*$)/27">
                                          <p:val>
                                            <p:fltVal val="0"/>
                                          </p:val>
                                        </p:tav>
                                        <p:tav tm="100000">
                                          <p:val>
                                            <p:fltVal val="1"/>
                                          </p:val>
                                        </p:tav>
                                      </p:tavLst>
                                    </p:anim>
                                    <p:anim calcmode="lin" valueType="num">
                                      <p:cBhvr>
                                        <p:cTn id="75" dur="164" tmFilter="0, 0; 0.125,0.2665; 0.25,0.4; 0.375,0.465; 0.5,0.5;  0.625,0.535; 0.75,0.6; 0.875,0.7335; 1,1">
                                          <p:stCondLst>
                                            <p:cond delay="1656"/>
                                          </p:stCondLst>
                                        </p:cTn>
                                        <p:tgtEl>
                                          <p:spTgt spid="9224"/>
                                        </p:tgtEl>
                                        <p:attrNameLst>
                                          <p:attrName>ppt_y</p:attrName>
                                        </p:attrNameLst>
                                      </p:cBhvr>
                                      <p:tavLst>
                                        <p:tav tm="0" fmla="#ppt_y-sin(pi*$)/81">
                                          <p:val>
                                            <p:fltVal val="0"/>
                                          </p:val>
                                        </p:tav>
                                        <p:tav tm="100000">
                                          <p:val>
                                            <p:fltVal val="1"/>
                                          </p:val>
                                        </p:tav>
                                      </p:tavLst>
                                    </p:anim>
                                    <p:animScale>
                                      <p:cBhvr>
                                        <p:cTn id="76" dur="26">
                                          <p:stCondLst>
                                            <p:cond delay="650"/>
                                          </p:stCondLst>
                                        </p:cTn>
                                        <p:tgtEl>
                                          <p:spTgt spid="9224"/>
                                        </p:tgtEl>
                                      </p:cBhvr>
                                      <p:to x="100000" y="60000"/>
                                    </p:animScale>
                                    <p:animScale>
                                      <p:cBhvr>
                                        <p:cTn id="77" dur="166" decel="50000">
                                          <p:stCondLst>
                                            <p:cond delay="676"/>
                                          </p:stCondLst>
                                        </p:cTn>
                                        <p:tgtEl>
                                          <p:spTgt spid="9224"/>
                                        </p:tgtEl>
                                      </p:cBhvr>
                                      <p:to x="100000" y="100000"/>
                                    </p:animScale>
                                    <p:animScale>
                                      <p:cBhvr>
                                        <p:cTn id="78" dur="26">
                                          <p:stCondLst>
                                            <p:cond delay="1312"/>
                                          </p:stCondLst>
                                        </p:cTn>
                                        <p:tgtEl>
                                          <p:spTgt spid="9224"/>
                                        </p:tgtEl>
                                      </p:cBhvr>
                                      <p:to x="100000" y="80000"/>
                                    </p:animScale>
                                    <p:animScale>
                                      <p:cBhvr>
                                        <p:cTn id="79" dur="166" decel="50000">
                                          <p:stCondLst>
                                            <p:cond delay="1338"/>
                                          </p:stCondLst>
                                        </p:cTn>
                                        <p:tgtEl>
                                          <p:spTgt spid="9224"/>
                                        </p:tgtEl>
                                      </p:cBhvr>
                                      <p:to x="100000" y="100000"/>
                                    </p:animScale>
                                    <p:animScale>
                                      <p:cBhvr>
                                        <p:cTn id="80" dur="26">
                                          <p:stCondLst>
                                            <p:cond delay="1642"/>
                                          </p:stCondLst>
                                        </p:cTn>
                                        <p:tgtEl>
                                          <p:spTgt spid="9224"/>
                                        </p:tgtEl>
                                      </p:cBhvr>
                                      <p:to x="100000" y="90000"/>
                                    </p:animScale>
                                    <p:animScale>
                                      <p:cBhvr>
                                        <p:cTn id="81" dur="166" decel="50000">
                                          <p:stCondLst>
                                            <p:cond delay="1668"/>
                                          </p:stCondLst>
                                        </p:cTn>
                                        <p:tgtEl>
                                          <p:spTgt spid="9224"/>
                                        </p:tgtEl>
                                      </p:cBhvr>
                                      <p:to x="100000" y="100000"/>
                                    </p:animScale>
                                    <p:animScale>
                                      <p:cBhvr>
                                        <p:cTn id="82" dur="26">
                                          <p:stCondLst>
                                            <p:cond delay="1808"/>
                                          </p:stCondLst>
                                        </p:cTn>
                                        <p:tgtEl>
                                          <p:spTgt spid="9224"/>
                                        </p:tgtEl>
                                      </p:cBhvr>
                                      <p:to x="100000" y="95000"/>
                                    </p:animScale>
                                    <p:animScale>
                                      <p:cBhvr>
                                        <p:cTn id="83" dur="166" decel="50000">
                                          <p:stCondLst>
                                            <p:cond delay="1834"/>
                                          </p:stCondLst>
                                        </p:cTn>
                                        <p:tgtEl>
                                          <p:spTgt spid="9224"/>
                                        </p:tgtEl>
                                      </p:cBhvr>
                                      <p:to x="100000" y="100000"/>
                                    </p:animScale>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2"/>
                                        </p:tgtEl>
                                        <p:attrNameLst>
                                          <p:attrName>style.visibility</p:attrName>
                                        </p:attrNameLst>
                                      </p:cBhvr>
                                      <p:to>
                                        <p:strVal val="visible"/>
                                      </p:to>
                                    </p:set>
                                    <p:animEffect transition="in" filter="wipe(left)">
                                      <p:cBhvr>
                                        <p:cTn id="88" dur="1000"/>
                                        <p:tgtEl>
                                          <p:spTgt spid="2"/>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4"/>
                                        </p:tgtEl>
                                        <p:attrNameLst>
                                          <p:attrName>style.visibility</p:attrName>
                                        </p:attrNameLst>
                                      </p:cBhvr>
                                      <p:to>
                                        <p:strVal val="visible"/>
                                      </p:to>
                                    </p:set>
                                    <p:animEffect transition="in" filter="wipe(left)">
                                      <p:cBhvr>
                                        <p:cTn id="9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p:bldP spid="9219" grpId="0"/>
      <p:bldP spid="9220" grpId="0"/>
      <p:bldP spid="9221" grpId="0"/>
      <p:bldP spid="9222" grpId="0"/>
      <p:bldP spid="9223" grpId="0"/>
      <p:bldP spid="9224" grpId="0"/>
      <p:bldP spid="922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框 11265"/>
          <p:cNvSpPr txBox="1"/>
          <p:nvPr/>
        </p:nvSpPr>
        <p:spPr>
          <a:xfrm>
            <a:off x="179388" y="355600"/>
            <a:ext cx="2640012" cy="521970"/>
          </a:xfrm>
          <a:prstGeom prst="rect">
            <a:avLst/>
          </a:prstGeom>
          <a:noFill/>
          <a:ln w="9525">
            <a:noFill/>
          </a:ln>
        </p:spPr>
        <p:txBody>
          <a:bodyPr>
            <a:spAutoFit/>
          </a:bodyPr>
          <a:lstStyle/>
          <a:p>
            <a:r>
              <a:rPr lang="zh-CN" altLang="en-US" sz="2800" b="1" dirty="0">
                <a:solidFill>
                  <a:srgbClr val="FF0000"/>
                </a:solidFill>
                <a:effectLst/>
                <a:latin typeface="楷体_GB2312" pitchFamily="49" charset="-122"/>
                <a:ea typeface="楷体_GB2312" pitchFamily="49" charset="-122"/>
              </a:rPr>
              <a:t>运算规律</a:t>
            </a:r>
          </a:p>
        </p:txBody>
      </p:sp>
      <p:grpSp>
        <p:nvGrpSpPr>
          <p:cNvPr id="11267" name="组合 11266"/>
          <p:cNvGrpSpPr/>
          <p:nvPr/>
        </p:nvGrpSpPr>
        <p:grpSpPr>
          <a:xfrm>
            <a:off x="533400" y="838200"/>
            <a:ext cx="6248400" cy="519113"/>
            <a:chOff x="337" y="551"/>
            <a:chExt cx="3385" cy="327"/>
          </a:xfrm>
        </p:grpSpPr>
        <p:sp>
          <p:nvSpPr>
            <p:cNvPr id="11268" name="文本框 11267"/>
            <p:cNvSpPr txBox="1"/>
            <p:nvPr/>
          </p:nvSpPr>
          <p:spPr>
            <a:xfrm>
              <a:off x="337" y="551"/>
              <a:ext cx="3385" cy="327"/>
            </a:xfrm>
            <a:prstGeom prst="rect">
              <a:avLst/>
            </a:prstGeom>
            <a:noFill/>
            <a:ln w="9525">
              <a:noFill/>
            </a:ln>
          </p:spPr>
          <p:txBody>
            <a:bodyPr>
              <a:spAutoFit/>
            </a:bodyPr>
            <a:lstStyle/>
            <a:p>
              <a:r>
                <a:rPr lang="zh-CN" altLang="en-US" sz="2800" b="1" dirty="0">
                  <a:solidFill>
                    <a:schemeClr val="tx2"/>
                  </a:solidFill>
                  <a:latin typeface="楷体_GB2312" pitchFamily="49" charset="-122"/>
                  <a:ea typeface="楷体_GB2312" pitchFamily="49" charset="-122"/>
                </a:rPr>
                <a:t>（</a:t>
              </a:r>
              <a:r>
                <a:rPr lang="en-US" altLang="zh-CN" sz="2800" b="1">
                  <a:solidFill>
                    <a:schemeClr val="tx2"/>
                  </a:solidFill>
                  <a:latin typeface="楷体_GB2312" pitchFamily="49" charset="-122"/>
                  <a:ea typeface="楷体_GB2312" pitchFamily="49" charset="-122"/>
                </a:rPr>
                <a:t>1</a:t>
              </a:r>
              <a:r>
                <a:rPr lang="zh-CN" altLang="en-US" sz="2800" b="1" dirty="0">
                  <a:solidFill>
                    <a:schemeClr val="tx2"/>
                  </a:solidFill>
                  <a:latin typeface="楷体_GB2312" pitchFamily="49" charset="-122"/>
                  <a:ea typeface="楷体_GB2312" pitchFamily="49" charset="-122"/>
                </a:rPr>
                <a:t>）</a:t>
              </a:r>
              <a:r>
                <a:rPr lang="zh-CN" altLang="en-US" sz="2800" b="1" i="1" dirty="0">
                  <a:solidFill>
                    <a:schemeClr val="tx2"/>
                  </a:solidFill>
                  <a:latin typeface="楷体_GB2312" pitchFamily="49" charset="-122"/>
                  <a:ea typeface="楷体_GB2312" pitchFamily="49" charset="-122"/>
                </a:rPr>
                <a:t>       </a:t>
              </a:r>
              <a:r>
                <a:rPr lang="zh-CN" altLang="en-US" sz="2800" b="1" dirty="0">
                  <a:solidFill>
                    <a:schemeClr val="tx2"/>
                  </a:solidFill>
                  <a:latin typeface="楷体_GB2312" pitchFamily="49" charset="-122"/>
                  <a:ea typeface="楷体_GB2312" pitchFamily="49" charset="-122"/>
                </a:rPr>
                <a:t>  　   （加法交换律）</a:t>
              </a:r>
            </a:p>
          </p:txBody>
        </p:sp>
        <p:graphicFrame>
          <p:nvGraphicFramePr>
            <p:cNvPr id="11269" name="对象 11268"/>
            <p:cNvGraphicFramePr/>
            <p:nvPr/>
          </p:nvGraphicFramePr>
          <p:xfrm>
            <a:off x="1061" y="607"/>
            <a:ext cx="1320" cy="240"/>
          </p:xfrm>
          <a:graphic>
            <a:graphicData uri="http://schemas.openxmlformats.org/presentationml/2006/ole">
              <mc:AlternateContent xmlns:mc="http://schemas.openxmlformats.org/markup-compatibility/2006">
                <mc:Choice xmlns:v="urn:schemas-microsoft-com:vml" Requires="v">
                  <p:oleObj r:id="rId2" imgW="2094865" imgH="381000" progId="Equation.DSMT4">
                    <p:embed/>
                  </p:oleObj>
                </mc:Choice>
                <mc:Fallback>
                  <p:oleObj r:id="rId2" imgW="2094865" imgH="381000" progId="Equation.DSMT4">
                    <p:embed/>
                    <p:pic>
                      <p:nvPicPr>
                        <p:cNvPr id="0" name="图片 3080"/>
                        <p:cNvPicPr/>
                        <p:nvPr/>
                      </p:nvPicPr>
                      <p:blipFill>
                        <a:blip r:embed="rId3"/>
                        <a:stretch>
                          <a:fillRect/>
                        </a:stretch>
                      </p:blipFill>
                      <p:spPr>
                        <a:xfrm>
                          <a:off x="1061" y="607"/>
                          <a:ext cx="1320" cy="240"/>
                        </a:xfrm>
                        <a:prstGeom prst="rect">
                          <a:avLst/>
                        </a:prstGeom>
                        <a:noFill/>
                        <a:ln w="38100">
                          <a:noFill/>
                          <a:miter/>
                        </a:ln>
                      </p:spPr>
                    </p:pic>
                  </p:oleObj>
                </mc:Fallback>
              </mc:AlternateContent>
            </a:graphicData>
          </a:graphic>
        </p:graphicFrame>
      </p:grpSp>
      <p:grpSp>
        <p:nvGrpSpPr>
          <p:cNvPr id="11270" name="组合 11269"/>
          <p:cNvGrpSpPr/>
          <p:nvPr/>
        </p:nvGrpSpPr>
        <p:grpSpPr>
          <a:xfrm>
            <a:off x="228600" y="1295400"/>
            <a:ext cx="8229600" cy="519113"/>
            <a:chOff x="337" y="914"/>
            <a:chExt cx="4402" cy="324"/>
          </a:xfrm>
        </p:grpSpPr>
        <p:sp>
          <p:nvSpPr>
            <p:cNvPr id="11271" name="文本框 11270"/>
            <p:cNvSpPr txBox="1"/>
            <p:nvPr/>
          </p:nvSpPr>
          <p:spPr>
            <a:xfrm>
              <a:off x="337" y="914"/>
              <a:ext cx="4402" cy="324"/>
            </a:xfrm>
            <a:prstGeom prst="rect">
              <a:avLst/>
            </a:prstGeom>
            <a:noFill/>
            <a:ln w="9525">
              <a:noFill/>
            </a:ln>
          </p:spPr>
          <p:txBody>
            <a:bodyPr>
              <a:spAutoFit/>
            </a:bodyPr>
            <a:lstStyle/>
            <a:p>
              <a:r>
                <a:rPr lang="en-US" altLang="zh-CN" sz="2800" b="1" dirty="0">
                  <a:solidFill>
                    <a:schemeClr val="tx2"/>
                  </a:solidFill>
                  <a:latin typeface="楷体_GB2312" pitchFamily="49" charset="-122"/>
                  <a:ea typeface="楷体_GB2312" pitchFamily="49" charset="-122"/>
                </a:rPr>
                <a:t>  </a:t>
              </a:r>
              <a:r>
                <a:rPr lang="zh-CN" altLang="en-US" sz="2800" b="1" dirty="0">
                  <a:solidFill>
                    <a:schemeClr val="tx2"/>
                  </a:solidFill>
                  <a:latin typeface="楷体_GB2312" pitchFamily="49" charset="-122"/>
                  <a:ea typeface="楷体_GB2312" pitchFamily="49" charset="-122"/>
                </a:rPr>
                <a:t>（</a:t>
              </a:r>
              <a:r>
                <a:rPr lang="en-US" altLang="zh-CN" sz="2800" b="1">
                  <a:solidFill>
                    <a:schemeClr val="tx2"/>
                  </a:solidFill>
                  <a:latin typeface="楷体_GB2312" pitchFamily="49" charset="-122"/>
                  <a:ea typeface="楷体_GB2312" pitchFamily="49" charset="-122"/>
                </a:rPr>
                <a:t>2</a:t>
              </a:r>
              <a:r>
                <a:rPr lang="zh-CN" altLang="en-US" sz="2800" b="1" dirty="0">
                  <a:solidFill>
                    <a:schemeClr val="tx2"/>
                  </a:solidFill>
                  <a:latin typeface="楷体_GB2312" pitchFamily="49" charset="-122"/>
                  <a:ea typeface="楷体_GB2312" pitchFamily="49" charset="-122"/>
                </a:rPr>
                <a:t>）</a:t>
              </a:r>
              <a:r>
                <a:rPr lang="zh-CN" altLang="en-US" sz="2800" b="1" i="1" dirty="0">
                  <a:solidFill>
                    <a:schemeClr val="tx2"/>
                  </a:solidFill>
                  <a:latin typeface="楷体_GB2312" pitchFamily="49" charset="-122"/>
                  <a:ea typeface="楷体_GB2312" pitchFamily="49" charset="-122"/>
                </a:rPr>
                <a:t>     </a:t>
              </a:r>
              <a:r>
                <a:rPr lang="zh-CN" altLang="en-US" sz="2800" b="1" dirty="0">
                  <a:solidFill>
                    <a:schemeClr val="tx2"/>
                  </a:solidFill>
                  <a:latin typeface="楷体_GB2312" pitchFamily="49" charset="-122"/>
                  <a:ea typeface="楷体_GB2312" pitchFamily="49" charset="-122"/>
                </a:rPr>
                <a:t>              　  （加法结合律）</a:t>
              </a:r>
            </a:p>
          </p:txBody>
        </p:sp>
        <p:graphicFrame>
          <p:nvGraphicFramePr>
            <p:cNvPr id="11272" name="对象 11271"/>
            <p:cNvGraphicFramePr/>
            <p:nvPr/>
          </p:nvGraphicFramePr>
          <p:xfrm>
            <a:off x="1059" y="983"/>
            <a:ext cx="2320" cy="248"/>
          </p:xfrm>
          <a:graphic>
            <a:graphicData uri="http://schemas.openxmlformats.org/presentationml/2006/ole">
              <mc:AlternateContent xmlns:mc="http://schemas.openxmlformats.org/markup-compatibility/2006">
                <mc:Choice xmlns:v="urn:schemas-microsoft-com:vml" Requires="v">
                  <p:oleObj r:id="rId4" imgW="3681095" imgH="393700" progId="Equation.DSMT4">
                    <p:embed/>
                  </p:oleObj>
                </mc:Choice>
                <mc:Fallback>
                  <p:oleObj r:id="rId4" imgW="3681095" imgH="393700" progId="Equation.DSMT4">
                    <p:embed/>
                    <p:pic>
                      <p:nvPicPr>
                        <p:cNvPr id="0" name="图片 3088"/>
                        <p:cNvPicPr/>
                        <p:nvPr/>
                      </p:nvPicPr>
                      <p:blipFill>
                        <a:blip r:embed="rId5"/>
                        <a:stretch>
                          <a:fillRect/>
                        </a:stretch>
                      </p:blipFill>
                      <p:spPr>
                        <a:xfrm>
                          <a:off x="1059" y="983"/>
                          <a:ext cx="2320" cy="248"/>
                        </a:xfrm>
                        <a:prstGeom prst="rect">
                          <a:avLst/>
                        </a:prstGeom>
                        <a:noFill/>
                        <a:ln w="38100">
                          <a:noFill/>
                          <a:miter/>
                        </a:ln>
                      </p:spPr>
                    </p:pic>
                  </p:oleObj>
                </mc:Fallback>
              </mc:AlternateContent>
            </a:graphicData>
          </a:graphic>
        </p:graphicFrame>
      </p:grpSp>
      <p:grpSp>
        <p:nvGrpSpPr>
          <p:cNvPr id="11273" name="组合 11272"/>
          <p:cNvGrpSpPr/>
          <p:nvPr/>
        </p:nvGrpSpPr>
        <p:grpSpPr>
          <a:xfrm>
            <a:off x="549593" y="1941513"/>
            <a:ext cx="2598737" cy="519112"/>
            <a:chOff x="337" y="1276"/>
            <a:chExt cx="1637" cy="327"/>
          </a:xfrm>
        </p:grpSpPr>
        <p:sp>
          <p:nvSpPr>
            <p:cNvPr id="11274" name="文本框 11273"/>
            <p:cNvSpPr txBox="1"/>
            <p:nvPr/>
          </p:nvSpPr>
          <p:spPr>
            <a:xfrm>
              <a:off x="337" y="1276"/>
              <a:ext cx="567" cy="327"/>
            </a:xfrm>
            <a:prstGeom prst="rect">
              <a:avLst/>
            </a:prstGeom>
            <a:noFill/>
            <a:ln w="9525">
              <a:noFill/>
            </a:ln>
          </p:spPr>
          <p:txBody>
            <a:bodyPr wrap="none" anchor="t" anchorCtr="0">
              <a:spAutoFit/>
            </a:bodyPr>
            <a:lstStyle/>
            <a:p>
              <a:r>
                <a:rPr lang="zh-CN" altLang="en-US" sz="2800" b="1" dirty="0">
                  <a:solidFill>
                    <a:schemeClr val="tx2"/>
                  </a:solidFill>
                  <a:latin typeface="楷体_GB2312" pitchFamily="49" charset="-122"/>
                  <a:ea typeface="楷体_GB2312" pitchFamily="49" charset="-122"/>
                </a:rPr>
                <a:t>（</a:t>
              </a:r>
              <a:r>
                <a:rPr lang="en-US" altLang="zh-CN" sz="2800" b="1">
                  <a:solidFill>
                    <a:schemeClr val="tx2"/>
                  </a:solidFill>
                  <a:latin typeface="楷体_GB2312" pitchFamily="49" charset="-122"/>
                  <a:ea typeface="楷体_GB2312" pitchFamily="49" charset="-122"/>
                </a:rPr>
                <a:t>3)</a:t>
              </a:r>
            </a:p>
          </p:txBody>
        </p:sp>
        <p:graphicFrame>
          <p:nvGraphicFramePr>
            <p:cNvPr id="11275" name="对象 11274"/>
            <p:cNvGraphicFramePr/>
            <p:nvPr/>
          </p:nvGraphicFramePr>
          <p:xfrm>
            <a:off x="1102" y="1367"/>
            <a:ext cx="872" cy="200"/>
          </p:xfrm>
          <a:graphic>
            <a:graphicData uri="http://schemas.openxmlformats.org/presentationml/2006/ole">
              <mc:AlternateContent xmlns:mc="http://schemas.openxmlformats.org/markup-compatibility/2006">
                <mc:Choice xmlns:v="urn:schemas-microsoft-com:vml" Requires="v">
                  <p:oleObj r:id="rId6" imgW="1384300" imgH="316865" progId="Equation.DSMT4">
                    <p:embed/>
                  </p:oleObj>
                </mc:Choice>
                <mc:Fallback>
                  <p:oleObj r:id="rId6" imgW="1384300" imgH="316865" progId="Equation.DSMT4">
                    <p:embed/>
                    <p:pic>
                      <p:nvPicPr>
                        <p:cNvPr id="0" name="图片 3079"/>
                        <p:cNvPicPr/>
                        <p:nvPr/>
                      </p:nvPicPr>
                      <p:blipFill>
                        <a:blip r:embed="rId7"/>
                        <a:stretch>
                          <a:fillRect/>
                        </a:stretch>
                      </p:blipFill>
                      <p:spPr>
                        <a:xfrm>
                          <a:off x="1102" y="1367"/>
                          <a:ext cx="872" cy="200"/>
                        </a:xfrm>
                        <a:prstGeom prst="rect">
                          <a:avLst/>
                        </a:prstGeom>
                        <a:noFill/>
                        <a:ln w="38100">
                          <a:noFill/>
                          <a:miter/>
                        </a:ln>
                      </p:spPr>
                    </p:pic>
                  </p:oleObj>
                </mc:Fallback>
              </mc:AlternateContent>
            </a:graphicData>
          </a:graphic>
        </p:graphicFrame>
      </p:grpSp>
      <p:grpSp>
        <p:nvGrpSpPr>
          <p:cNvPr id="11276" name="组合 11275"/>
          <p:cNvGrpSpPr/>
          <p:nvPr/>
        </p:nvGrpSpPr>
        <p:grpSpPr>
          <a:xfrm>
            <a:off x="534988" y="2549525"/>
            <a:ext cx="3062287" cy="519113"/>
            <a:chOff x="337" y="1640"/>
            <a:chExt cx="1929" cy="327"/>
          </a:xfrm>
        </p:grpSpPr>
        <p:sp>
          <p:nvSpPr>
            <p:cNvPr id="11277" name="文本框 11276"/>
            <p:cNvSpPr txBox="1"/>
            <p:nvPr/>
          </p:nvSpPr>
          <p:spPr>
            <a:xfrm>
              <a:off x="337" y="1640"/>
              <a:ext cx="679" cy="327"/>
            </a:xfrm>
            <a:prstGeom prst="rect">
              <a:avLst/>
            </a:prstGeom>
            <a:noFill/>
            <a:ln w="9525">
              <a:noFill/>
            </a:ln>
          </p:spPr>
          <p:txBody>
            <a:bodyPr wrap="none" anchor="t" anchorCtr="0">
              <a:spAutoFit/>
            </a:bodyPr>
            <a:lstStyle/>
            <a:p>
              <a:r>
                <a:rPr lang="zh-CN" altLang="en-US" sz="2800" b="1" dirty="0">
                  <a:solidFill>
                    <a:schemeClr val="tx2"/>
                  </a:solidFill>
                  <a:latin typeface="楷体_GB2312" pitchFamily="49" charset="-122"/>
                  <a:ea typeface="楷体_GB2312" pitchFamily="49" charset="-122"/>
                </a:rPr>
                <a:t>（</a:t>
              </a:r>
              <a:r>
                <a:rPr lang="en-US" altLang="zh-CN" sz="2800" b="1">
                  <a:solidFill>
                    <a:schemeClr val="tx2"/>
                  </a:solidFill>
                  <a:latin typeface="楷体_GB2312" pitchFamily="49" charset="-122"/>
                  <a:ea typeface="楷体_GB2312" pitchFamily="49" charset="-122"/>
                </a:rPr>
                <a:t>4</a:t>
              </a:r>
              <a:r>
                <a:rPr lang="zh-CN" altLang="en-US" sz="2800" b="1" dirty="0">
                  <a:solidFill>
                    <a:schemeClr val="tx2"/>
                  </a:solidFill>
                  <a:latin typeface="楷体_GB2312" pitchFamily="49" charset="-122"/>
                  <a:ea typeface="楷体_GB2312" pitchFamily="49" charset="-122"/>
                </a:rPr>
                <a:t>）</a:t>
              </a:r>
            </a:p>
          </p:txBody>
        </p:sp>
        <p:graphicFrame>
          <p:nvGraphicFramePr>
            <p:cNvPr id="11278" name="对象 11277"/>
            <p:cNvGraphicFramePr/>
            <p:nvPr/>
          </p:nvGraphicFramePr>
          <p:xfrm>
            <a:off x="1098" y="1719"/>
            <a:ext cx="1168" cy="248"/>
          </p:xfrm>
          <a:graphic>
            <a:graphicData uri="http://schemas.openxmlformats.org/presentationml/2006/ole">
              <mc:AlternateContent xmlns:mc="http://schemas.openxmlformats.org/markup-compatibility/2006">
                <mc:Choice xmlns:v="urn:schemas-microsoft-com:vml" Requires="v">
                  <p:oleObj r:id="rId8" imgW="1854200" imgH="393700" progId="Equation.DSMT4">
                    <p:embed/>
                  </p:oleObj>
                </mc:Choice>
                <mc:Fallback>
                  <p:oleObj r:id="rId8" imgW="1854200" imgH="393700" progId="Equation.DSMT4">
                    <p:embed/>
                    <p:pic>
                      <p:nvPicPr>
                        <p:cNvPr id="0" name="图片 3077"/>
                        <p:cNvPicPr/>
                        <p:nvPr/>
                      </p:nvPicPr>
                      <p:blipFill>
                        <a:blip r:embed="rId9"/>
                        <a:stretch>
                          <a:fillRect/>
                        </a:stretch>
                      </p:blipFill>
                      <p:spPr>
                        <a:xfrm>
                          <a:off x="1098" y="1719"/>
                          <a:ext cx="1168" cy="248"/>
                        </a:xfrm>
                        <a:prstGeom prst="rect">
                          <a:avLst/>
                        </a:prstGeom>
                        <a:noFill/>
                        <a:ln w="38100">
                          <a:noFill/>
                          <a:miter/>
                        </a:ln>
                      </p:spPr>
                    </p:pic>
                  </p:oleObj>
                </mc:Fallback>
              </mc:AlternateContent>
            </a:graphicData>
          </a:graphic>
        </p:graphicFrame>
      </p:grpSp>
      <p:sp>
        <p:nvSpPr>
          <p:cNvPr id="11282" name="矩形 11281"/>
          <p:cNvSpPr/>
          <p:nvPr/>
        </p:nvSpPr>
        <p:spPr>
          <a:xfrm>
            <a:off x="2239963" y="387350"/>
            <a:ext cx="5106670" cy="460375"/>
          </a:xfrm>
          <a:prstGeom prst="rect">
            <a:avLst/>
          </a:prstGeom>
          <a:noFill/>
          <a:ln w="25400">
            <a:noFill/>
          </a:ln>
        </p:spPr>
        <p:txBody>
          <a:bodyPr wrap="none" anchor="t" anchorCtr="0">
            <a:spAutoFit/>
          </a:bodyPr>
          <a:lstStyle/>
          <a:p>
            <a:pPr algn="l"/>
            <a:r>
              <a:rPr lang="en-US" altLang="zh-CN" sz="2400" b="1">
                <a:solidFill>
                  <a:schemeClr val="tx2"/>
                </a:solidFill>
                <a:latin typeface="楷体_GB2312" pitchFamily="49" charset="-122"/>
                <a:ea typeface="楷体_GB2312" pitchFamily="49" charset="-122"/>
              </a:rPr>
              <a:t>(</a:t>
            </a:r>
            <a:r>
              <a:rPr lang="zh-CN" altLang="en-US" sz="2400" b="1" dirty="0">
                <a:solidFill>
                  <a:schemeClr val="tx2"/>
                </a:solidFill>
                <a:latin typeface="楷体_GB2312" pitchFamily="49" charset="-122"/>
                <a:ea typeface="楷体_GB2312" pitchFamily="49" charset="-122"/>
              </a:rPr>
              <a:t>设</a:t>
            </a:r>
            <a:r>
              <a:rPr lang="en-US" altLang="zh-CN" sz="2400" b="1" i="1">
                <a:solidFill>
                  <a:schemeClr val="tx2"/>
                </a:solidFill>
                <a:latin typeface="楷体_GB2312" pitchFamily="49" charset="-122"/>
                <a:ea typeface="楷体_GB2312" pitchFamily="49" charset="-122"/>
              </a:rPr>
              <a:t>α</a:t>
            </a:r>
            <a:r>
              <a:rPr lang="en-US" altLang="zh-CN" sz="2400" b="1">
                <a:solidFill>
                  <a:schemeClr val="tx2"/>
                </a:solidFill>
                <a:latin typeface="楷体_GB2312" pitchFamily="49" charset="-122"/>
                <a:ea typeface="楷体_GB2312" pitchFamily="49" charset="-122"/>
              </a:rPr>
              <a:t>,</a:t>
            </a:r>
            <a:r>
              <a:rPr lang="en-US" altLang="zh-CN" sz="2400" b="1" i="1">
                <a:solidFill>
                  <a:schemeClr val="tx2"/>
                </a:solidFill>
                <a:latin typeface="楷体_GB2312" pitchFamily="49" charset="-122"/>
                <a:ea typeface="楷体_GB2312" pitchFamily="49" charset="-122"/>
              </a:rPr>
              <a:t>β</a:t>
            </a:r>
            <a:r>
              <a:rPr lang="en-US" altLang="zh-CN" sz="2400" b="1">
                <a:solidFill>
                  <a:schemeClr val="tx2"/>
                </a:solidFill>
                <a:latin typeface="楷体_GB2312" pitchFamily="49" charset="-122"/>
                <a:ea typeface="楷体_GB2312" pitchFamily="49" charset="-122"/>
              </a:rPr>
              <a:t>,</a:t>
            </a:r>
            <a:r>
              <a:rPr lang="en-US" altLang="zh-CN" sz="2400" b="1" i="1">
                <a:solidFill>
                  <a:schemeClr val="tx2"/>
                </a:solidFill>
                <a:latin typeface="楷体_GB2312" pitchFamily="49" charset="-122"/>
                <a:ea typeface="楷体_GB2312" pitchFamily="49" charset="-122"/>
              </a:rPr>
              <a:t>γ</a:t>
            </a:r>
            <a:r>
              <a:rPr lang="zh-CN" altLang="en-US" sz="2400" b="1" dirty="0">
                <a:solidFill>
                  <a:schemeClr val="tx2"/>
                </a:solidFill>
                <a:latin typeface="楷体_GB2312" pitchFamily="49" charset="-122"/>
                <a:ea typeface="楷体_GB2312" pitchFamily="49" charset="-122"/>
              </a:rPr>
              <a:t>均是</a:t>
            </a:r>
            <a:r>
              <a:rPr lang="en-US" altLang="zh-CN" sz="2400" i="1" dirty="0">
                <a:solidFill>
                  <a:schemeClr val="tx2"/>
                </a:solidFill>
                <a:sym typeface="+mn-ea"/>
              </a:rPr>
              <a:t>n</a:t>
            </a:r>
            <a:r>
              <a:rPr lang="zh-CN" altLang="en-US" sz="2400" b="1" dirty="0">
                <a:solidFill>
                  <a:schemeClr val="tx2"/>
                </a:solidFill>
                <a:latin typeface="楷体_GB2312" pitchFamily="49" charset="-122"/>
                <a:ea typeface="楷体_GB2312" pitchFamily="49" charset="-122"/>
              </a:rPr>
              <a:t>维向量</a:t>
            </a:r>
            <a:r>
              <a:rPr lang="en-US" altLang="zh-CN" sz="2400" b="1">
                <a:solidFill>
                  <a:schemeClr val="tx2"/>
                </a:solidFill>
                <a:latin typeface="楷体_GB2312" pitchFamily="49" charset="-122"/>
                <a:ea typeface="楷体_GB2312" pitchFamily="49" charset="-122"/>
              </a:rPr>
              <a:t>,</a:t>
            </a:r>
            <a:r>
              <a:rPr lang="en-US" altLang="zh-CN" sz="2400" b="1" i="1" dirty="0">
                <a:solidFill>
                  <a:schemeClr val="tx2"/>
                </a:solidFill>
              </a:rPr>
              <a:t>k,t</a:t>
            </a:r>
            <a:r>
              <a:rPr lang="zh-CN" altLang="en-US" sz="2400" b="1" dirty="0">
                <a:solidFill>
                  <a:schemeClr val="tx2"/>
                </a:solidFill>
                <a:latin typeface="楷体_GB2312" pitchFamily="49" charset="-122"/>
                <a:ea typeface="楷体_GB2312" pitchFamily="49" charset="-122"/>
              </a:rPr>
              <a:t>为实数</a:t>
            </a:r>
            <a:r>
              <a:rPr lang="en-US" altLang="zh-CN" sz="2400" b="1">
                <a:solidFill>
                  <a:schemeClr val="tx2"/>
                </a:solidFill>
                <a:latin typeface="楷体_GB2312" pitchFamily="49" charset="-122"/>
                <a:ea typeface="楷体_GB2312" pitchFamily="49" charset="-122"/>
              </a:rPr>
              <a:t>)</a:t>
            </a:r>
          </a:p>
        </p:txBody>
      </p:sp>
      <p:grpSp>
        <p:nvGrpSpPr>
          <p:cNvPr id="11283" name="组合 11282"/>
          <p:cNvGrpSpPr/>
          <p:nvPr/>
        </p:nvGrpSpPr>
        <p:grpSpPr>
          <a:xfrm>
            <a:off x="611505" y="3102293"/>
            <a:ext cx="2160588" cy="522287"/>
            <a:chOff x="340" y="2432"/>
            <a:chExt cx="1361" cy="329"/>
          </a:xfrm>
        </p:grpSpPr>
        <p:sp>
          <p:nvSpPr>
            <p:cNvPr id="11284" name="文本框 11283"/>
            <p:cNvSpPr txBox="1"/>
            <p:nvPr/>
          </p:nvSpPr>
          <p:spPr>
            <a:xfrm>
              <a:off x="340" y="2432"/>
              <a:ext cx="679" cy="329"/>
            </a:xfrm>
            <a:prstGeom prst="rect">
              <a:avLst/>
            </a:prstGeom>
            <a:noFill/>
            <a:ln w="9525">
              <a:noFill/>
            </a:ln>
          </p:spPr>
          <p:txBody>
            <a:bodyPr wrap="none" anchor="t" anchorCtr="0">
              <a:spAutoFit/>
            </a:bodyPr>
            <a:lstStyle/>
            <a:p>
              <a:r>
                <a:rPr lang="zh-CN" altLang="en-US" sz="2800" b="1" dirty="0">
                  <a:solidFill>
                    <a:schemeClr val="tx2"/>
                  </a:solidFill>
                  <a:latin typeface="楷体_GB2312" pitchFamily="49" charset="-122"/>
                  <a:ea typeface="楷体_GB2312" pitchFamily="49" charset="-122"/>
                </a:rPr>
                <a:t>（</a:t>
              </a:r>
              <a:r>
                <a:rPr lang="en-US" altLang="zh-CN" sz="2800" b="1">
                  <a:solidFill>
                    <a:schemeClr val="tx2"/>
                  </a:solidFill>
                  <a:latin typeface="楷体_GB2312" pitchFamily="49" charset="-122"/>
                  <a:ea typeface="楷体_GB2312" pitchFamily="49" charset="-122"/>
                </a:rPr>
                <a:t>5</a:t>
              </a:r>
              <a:r>
                <a:rPr lang="zh-CN" altLang="en-US" sz="2800" b="1" dirty="0">
                  <a:solidFill>
                    <a:schemeClr val="tx2"/>
                  </a:solidFill>
                  <a:latin typeface="楷体_GB2312" pitchFamily="49" charset="-122"/>
                  <a:ea typeface="楷体_GB2312" pitchFamily="49" charset="-122"/>
                </a:rPr>
                <a:t>）</a:t>
              </a:r>
            </a:p>
          </p:txBody>
        </p:sp>
        <p:graphicFrame>
          <p:nvGraphicFramePr>
            <p:cNvPr id="11285" name="对象 11284"/>
            <p:cNvGraphicFramePr/>
            <p:nvPr/>
          </p:nvGraphicFramePr>
          <p:xfrm>
            <a:off x="1045" y="2504"/>
            <a:ext cx="656" cy="200"/>
          </p:xfrm>
          <a:graphic>
            <a:graphicData uri="http://schemas.openxmlformats.org/presentationml/2006/ole">
              <mc:AlternateContent xmlns:mc="http://schemas.openxmlformats.org/markup-compatibility/2006">
                <mc:Choice xmlns:v="urn:schemas-microsoft-com:vml" Requires="v">
                  <p:oleObj r:id="rId10" imgW="1040765" imgH="317500" progId="Equation.DSMT4">
                    <p:embed/>
                  </p:oleObj>
                </mc:Choice>
                <mc:Fallback>
                  <p:oleObj r:id="rId10" imgW="1040765" imgH="317500" progId="Equation.DSMT4">
                    <p:embed/>
                    <p:pic>
                      <p:nvPicPr>
                        <p:cNvPr id="0" name="图片 3078"/>
                        <p:cNvPicPr/>
                        <p:nvPr/>
                      </p:nvPicPr>
                      <p:blipFill>
                        <a:blip r:embed="rId11"/>
                        <a:stretch>
                          <a:fillRect/>
                        </a:stretch>
                      </p:blipFill>
                      <p:spPr>
                        <a:xfrm>
                          <a:off x="1045" y="2504"/>
                          <a:ext cx="656" cy="200"/>
                        </a:xfrm>
                        <a:prstGeom prst="rect">
                          <a:avLst/>
                        </a:prstGeom>
                        <a:noFill/>
                        <a:ln w="38100">
                          <a:noFill/>
                          <a:miter/>
                        </a:ln>
                      </p:spPr>
                    </p:pic>
                  </p:oleObj>
                </mc:Fallback>
              </mc:AlternateContent>
            </a:graphicData>
          </a:graphic>
        </p:graphicFrame>
      </p:grpSp>
      <p:grpSp>
        <p:nvGrpSpPr>
          <p:cNvPr id="11286" name="组合 11285"/>
          <p:cNvGrpSpPr/>
          <p:nvPr/>
        </p:nvGrpSpPr>
        <p:grpSpPr>
          <a:xfrm>
            <a:off x="611505" y="3676968"/>
            <a:ext cx="4437063" cy="522287"/>
            <a:chOff x="361" y="2859"/>
            <a:chExt cx="2795" cy="329"/>
          </a:xfrm>
        </p:grpSpPr>
        <p:sp>
          <p:nvSpPr>
            <p:cNvPr id="11287" name="文本框 11286"/>
            <p:cNvSpPr txBox="1"/>
            <p:nvPr/>
          </p:nvSpPr>
          <p:spPr>
            <a:xfrm>
              <a:off x="361" y="2859"/>
              <a:ext cx="679" cy="329"/>
            </a:xfrm>
            <a:prstGeom prst="rect">
              <a:avLst/>
            </a:prstGeom>
            <a:noFill/>
            <a:ln w="9525">
              <a:noFill/>
            </a:ln>
          </p:spPr>
          <p:txBody>
            <a:bodyPr wrap="none" anchor="t" anchorCtr="0">
              <a:spAutoFit/>
            </a:bodyPr>
            <a:lstStyle/>
            <a:p>
              <a:r>
                <a:rPr lang="zh-CN" altLang="en-US" sz="2800" b="1" dirty="0">
                  <a:solidFill>
                    <a:schemeClr val="tx2"/>
                  </a:solidFill>
                  <a:latin typeface="楷体_GB2312" pitchFamily="49" charset="-122"/>
                  <a:ea typeface="楷体_GB2312" pitchFamily="49" charset="-122"/>
                </a:rPr>
                <a:t>（</a:t>
              </a:r>
              <a:r>
                <a:rPr lang="en-US" altLang="zh-CN" sz="2800" b="1">
                  <a:solidFill>
                    <a:schemeClr val="tx2"/>
                  </a:solidFill>
                  <a:latin typeface="楷体_GB2312" pitchFamily="49" charset="-122"/>
                  <a:ea typeface="楷体_GB2312" pitchFamily="49" charset="-122"/>
                </a:rPr>
                <a:t>6</a:t>
              </a:r>
              <a:r>
                <a:rPr lang="zh-CN" altLang="en-US" sz="2800" b="1" dirty="0">
                  <a:solidFill>
                    <a:schemeClr val="tx2"/>
                  </a:solidFill>
                  <a:latin typeface="楷体_GB2312" pitchFamily="49" charset="-122"/>
                  <a:ea typeface="楷体_GB2312" pitchFamily="49" charset="-122"/>
                </a:rPr>
                <a:t>）</a:t>
              </a:r>
            </a:p>
          </p:txBody>
        </p:sp>
        <p:graphicFrame>
          <p:nvGraphicFramePr>
            <p:cNvPr id="11288" name="对象 11287"/>
            <p:cNvGraphicFramePr/>
            <p:nvPr/>
          </p:nvGraphicFramePr>
          <p:xfrm>
            <a:off x="1140" y="2910"/>
            <a:ext cx="2016" cy="248"/>
          </p:xfrm>
          <a:graphic>
            <a:graphicData uri="http://schemas.openxmlformats.org/presentationml/2006/ole">
              <mc:AlternateContent xmlns:mc="http://schemas.openxmlformats.org/markup-compatibility/2006">
                <mc:Choice xmlns:v="urn:schemas-microsoft-com:vml" Requires="v">
                  <p:oleObj r:id="rId12" imgW="3199130" imgH="393700" progId="Equation.DSMT4">
                    <p:embed/>
                  </p:oleObj>
                </mc:Choice>
                <mc:Fallback>
                  <p:oleObj r:id="rId12" imgW="3199130" imgH="393700" progId="Equation.DSMT4">
                    <p:embed/>
                    <p:pic>
                      <p:nvPicPr>
                        <p:cNvPr id="0" name="图片 3087"/>
                        <p:cNvPicPr/>
                        <p:nvPr/>
                      </p:nvPicPr>
                      <p:blipFill>
                        <a:blip r:embed="rId13"/>
                        <a:stretch>
                          <a:fillRect/>
                        </a:stretch>
                      </p:blipFill>
                      <p:spPr>
                        <a:xfrm>
                          <a:off x="1140" y="2910"/>
                          <a:ext cx="2016" cy="248"/>
                        </a:xfrm>
                        <a:prstGeom prst="rect">
                          <a:avLst/>
                        </a:prstGeom>
                        <a:noFill/>
                        <a:ln w="38100">
                          <a:noFill/>
                          <a:miter/>
                        </a:ln>
                      </p:spPr>
                    </p:pic>
                  </p:oleObj>
                </mc:Fallback>
              </mc:AlternateContent>
            </a:graphicData>
          </a:graphic>
        </p:graphicFrame>
      </p:grpSp>
      <p:grpSp>
        <p:nvGrpSpPr>
          <p:cNvPr id="11289" name="组合 11288"/>
          <p:cNvGrpSpPr/>
          <p:nvPr/>
        </p:nvGrpSpPr>
        <p:grpSpPr>
          <a:xfrm>
            <a:off x="611505" y="4253230"/>
            <a:ext cx="3890963" cy="522288"/>
            <a:chOff x="340" y="3249"/>
            <a:chExt cx="2451" cy="329"/>
          </a:xfrm>
        </p:grpSpPr>
        <p:sp>
          <p:nvSpPr>
            <p:cNvPr id="11290" name="文本框 11289"/>
            <p:cNvSpPr txBox="1"/>
            <p:nvPr/>
          </p:nvSpPr>
          <p:spPr>
            <a:xfrm>
              <a:off x="340" y="3249"/>
              <a:ext cx="679" cy="329"/>
            </a:xfrm>
            <a:prstGeom prst="rect">
              <a:avLst/>
            </a:prstGeom>
            <a:noFill/>
            <a:ln w="9525">
              <a:noFill/>
            </a:ln>
          </p:spPr>
          <p:txBody>
            <a:bodyPr wrap="none" anchor="t" anchorCtr="0">
              <a:spAutoFit/>
            </a:bodyPr>
            <a:lstStyle/>
            <a:p>
              <a:r>
                <a:rPr lang="zh-CN" altLang="en-US" sz="2800" b="1" dirty="0">
                  <a:solidFill>
                    <a:schemeClr val="tx2"/>
                  </a:solidFill>
                  <a:latin typeface="楷体_GB2312" pitchFamily="49" charset="-122"/>
                  <a:ea typeface="楷体_GB2312" pitchFamily="49" charset="-122"/>
                </a:rPr>
                <a:t>（</a:t>
              </a:r>
              <a:r>
                <a:rPr lang="en-US" altLang="zh-CN" sz="2800" b="1">
                  <a:solidFill>
                    <a:schemeClr val="tx2"/>
                  </a:solidFill>
                  <a:latin typeface="楷体_GB2312" pitchFamily="49" charset="-122"/>
                  <a:ea typeface="楷体_GB2312" pitchFamily="49" charset="-122"/>
                </a:rPr>
                <a:t>7</a:t>
              </a:r>
              <a:r>
                <a:rPr lang="zh-CN" altLang="en-US" sz="2800" b="1" dirty="0">
                  <a:solidFill>
                    <a:schemeClr val="tx2"/>
                  </a:solidFill>
                  <a:latin typeface="楷体_GB2312" pitchFamily="49" charset="-122"/>
                  <a:ea typeface="楷体_GB2312" pitchFamily="49" charset="-122"/>
                </a:rPr>
                <a:t>）</a:t>
              </a:r>
            </a:p>
          </p:txBody>
        </p:sp>
        <p:graphicFrame>
          <p:nvGraphicFramePr>
            <p:cNvPr id="11291" name="对象 11290"/>
            <p:cNvGraphicFramePr/>
            <p:nvPr/>
          </p:nvGraphicFramePr>
          <p:xfrm>
            <a:off x="1095" y="3294"/>
            <a:ext cx="1696" cy="248"/>
          </p:xfrm>
          <a:graphic>
            <a:graphicData uri="http://schemas.openxmlformats.org/presentationml/2006/ole">
              <mc:AlternateContent xmlns:mc="http://schemas.openxmlformats.org/markup-compatibility/2006">
                <mc:Choice xmlns:v="urn:schemas-microsoft-com:vml" Requires="v">
                  <p:oleObj r:id="rId14" imgW="2691130" imgH="393700" progId="Equation.DSMT4">
                    <p:embed/>
                  </p:oleObj>
                </mc:Choice>
                <mc:Fallback>
                  <p:oleObj r:id="rId14" imgW="2691130" imgH="393700" progId="Equation.DSMT4">
                    <p:embed/>
                    <p:pic>
                      <p:nvPicPr>
                        <p:cNvPr id="0" name="图片 3089"/>
                        <p:cNvPicPr/>
                        <p:nvPr/>
                      </p:nvPicPr>
                      <p:blipFill>
                        <a:blip r:embed="rId15"/>
                        <a:stretch>
                          <a:fillRect/>
                        </a:stretch>
                      </p:blipFill>
                      <p:spPr>
                        <a:xfrm>
                          <a:off x="1095" y="3294"/>
                          <a:ext cx="1696" cy="248"/>
                        </a:xfrm>
                        <a:prstGeom prst="rect">
                          <a:avLst/>
                        </a:prstGeom>
                        <a:noFill/>
                        <a:ln w="38100">
                          <a:noFill/>
                          <a:miter/>
                        </a:ln>
                      </p:spPr>
                    </p:pic>
                  </p:oleObj>
                </mc:Fallback>
              </mc:AlternateContent>
            </a:graphicData>
          </a:graphic>
        </p:graphicFrame>
      </p:grpSp>
      <p:grpSp>
        <p:nvGrpSpPr>
          <p:cNvPr id="11292" name="组合 11291"/>
          <p:cNvGrpSpPr/>
          <p:nvPr/>
        </p:nvGrpSpPr>
        <p:grpSpPr>
          <a:xfrm>
            <a:off x="611505" y="4829493"/>
            <a:ext cx="4005263" cy="522287"/>
            <a:chOff x="340" y="3657"/>
            <a:chExt cx="2523" cy="329"/>
          </a:xfrm>
        </p:grpSpPr>
        <p:sp>
          <p:nvSpPr>
            <p:cNvPr id="11293" name="文本框 11292"/>
            <p:cNvSpPr txBox="1"/>
            <p:nvPr/>
          </p:nvSpPr>
          <p:spPr>
            <a:xfrm>
              <a:off x="340" y="3657"/>
              <a:ext cx="679" cy="329"/>
            </a:xfrm>
            <a:prstGeom prst="rect">
              <a:avLst/>
            </a:prstGeom>
            <a:noFill/>
            <a:ln w="9525">
              <a:noFill/>
            </a:ln>
          </p:spPr>
          <p:txBody>
            <a:bodyPr wrap="none" anchor="t" anchorCtr="0">
              <a:spAutoFit/>
            </a:bodyPr>
            <a:lstStyle/>
            <a:p>
              <a:r>
                <a:rPr lang="zh-CN" altLang="en-US" sz="2800" b="1" dirty="0">
                  <a:solidFill>
                    <a:schemeClr val="tx2"/>
                  </a:solidFill>
                  <a:latin typeface="楷体_GB2312" pitchFamily="49" charset="-122"/>
                  <a:ea typeface="楷体_GB2312" pitchFamily="49" charset="-122"/>
                </a:rPr>
                <a:t>（</a:t>
              </a:r>
              <a:r>
                <a:rPr lang="en-US" altLang="zh-CN" sz="2800" b="1">
                  <a:solidFill>
                    <a:schemeClr val="tx2"/>
                  </a:solidFill>
                  <a:latin typeface="楷体_GB2312" pitchFamily="49" charset="-122"/>
                  <a:ea typeface="楷体_GB2312" pitchFamily="49" charset="-122"/>
                </a:rPr>
                <a:t>8</a:t>
              </a:r>
              <a:r>
                <a:rPr lang="zh-CN" altLang="en-US" sz="2800" b="1" dirty="0">
                  <a:solidFill>
                    <a:schemeClr val="tx2"/>
                  </a:solidFill>
                  <a:latin typeface="楷体_GB2312" pitchFamily="49" charset="-122"/>
                  <a:ea typeface="楷体_GB2312" pitchFamily="49" charset="-122"/>
                </a:rPr>
                <a:t>）</a:t>
              </a:r>
            </a:p>
          </p:txBody>
        </p:sp>
        <p:graphicFrame>
          <p:nvGraphicFramePr>
            <p:cNvPr id="11294" name="对象 11293"/>
            <p:cNvGraphicFramePr/>
            <p:nvPr/>
          </p:nvGraphicFramePr>
          <p:xfrm>
            <a:off x="1023" y="3702"/>
            <a:ext cx="1840" cy="248"/>
          </p:xfrm>
          <a:graphic>
            <a:graphicData uri="http://schemas.openxmlformats.org/presentationml/2006/ole">
              <mc:AlternateContent xmlns:mc="http://schemas.openxmlformats.org/markup-compatibility/2006">
                <mc:Choice xmlns:v="urn:schemas-microsoft-com:vml" Requires="v">
                  <p:oleObj r:id="rId16" imgW="2919730" imgH="393700" progId="Equation.DSMT4">
                    <p:embed/>
                  </p:oleObj>
                </mc:Choice>
                <mc:Fallback>
                  <p:oleObj r:id="rId16" imgW="2919730" imgH="393700" progId="Equation.DSMT4">
                    <p:embed/>
                    <p:pic>
                      <p:nvPicPr>
                        <p:cNvPr id="0" name="图片 3075"/>
                        <p:cNvPicPr/>
                        <p:nvPr/>
                      </p:nvPicPr>
                      <p:blipFill>
                        <a:blip r:embed="rId17"/>
                        <a:stretch>
                          <a:fillRect/>
                        </a:stretch>
                      </p:blipFill>
                      <p:spPr>
                        <a:xfrm>
                          <a:off x="1023" y="3702"/>
                          <a:ext cx="1840" cy="248"/>
                        </a:xfrm>
                        <a:prstGeom prst="rect">
                          <a:avLst/>
                        </a:prstGeom>
                        <a:noFill/>
                        <a:ln w="38100">
                          <a:noFill/>
                          <a:miter/>
                        </a:ln>
                      </p:spPr>
                    </p:pic>
                  </p:oleObj>
                </mc:Fallback>
              </mc:AlternateContent>
            </a:graphicData>
          </a:graphic>
        </p:graphicFrame>
      </p:grpSp>
      <p:sp>
        <p:nvSpPr>
          <p:cNvPr id="11295" name="矩形 11294"/>
          <p:cNvSpPr/>
          <p:nvPr/>
        </p:nvSpPr>
        <p:spPr>
          <a:xfrm>
            <a:off x="278448" y="5564823"/>
            <a:ext cx="933450" cy="457200"/>
          </a:xfrm>
          <a:prstGeom prst="rect">
            <a:avLst/>
          </a:prstGeom>
        </p:spPr>
        <p:txBody>
          <a:bodyPr wrap="none" fromWordArt="1">
            <a:prstTxWarp prst="textPlain">
              <a:avLst>
                <a:gd name="adj" fmla="val 50000"/>
              </a:avLst>
            </a:prstTxWarp>
            <a:normAutofit/>
          </a:bodyPr>
          <a:lstStyle/>
          <a:p>
            <a:pPr algn="ctr"/>
            <a:r>
              <a:rPr lang="zh-CN" altLang="en-US" sz="3600" b="1">
                <a:ln w="19050" cap="flat" cmpd="sng">
                  <a:solidFill>
                    <a:srgbClr val="99CCFF"/>
                  </a:solidFill>
                  <a:prstDash val="solid"/>
                  <a:headEnd type="none" w="med" len="med"/>
                  <a:tailEnd type="none" w="med" len="med"/>
                </a:ln>
                <a:solidFill>
                  <a:srgbClr val="00FF00"/>
                </a:solidFill>
                <a:effectLst>
                  <a:outerShdw dist="35921" dir="2699999" algn="ctr" rotWithShape="0">
                    <a:srgbClr val="990000"/>
                  </a:outerShdw>
                </a:effectLst>
                <a:latin typeface="华文新魏" panose="02010800040101010101" charset="-122"/>
                <a:ea typeface="华文新魏" panose="02010800040101010101" charset="-122"/>
              </a:rPr>
              <a:t>特别</a:t>
            </a:r>
          </a:p>
        </p:txBody>
      </p:sp>
      <p:graphicFrame>
        <p:nvGraphicFramePr>
          <p:cNvPr id="11296" name="对象 11295"/>
          <p:cNvGraphicFramePr/>
          <p:nvPr/>
        </p:nvGraphicFramePr>
        <p:xfrm>
          <a:off x="4073843" y="5661660"/>
          <a:ext cx="1499235" cy="393700"/>
        </p:xfrm>
        <a:graphic>
          <a:graphicData uri="http://schemas.openxmlformats.org/presentationml/2006/ole">
            <mc:AlternateContent xmlns:mc="http://schemas.openxmlformats.org/markup-compatibility/2006">
              <mc:Choice xmlns:v="urn:schemas-microsoft-com:vml" Requires="v">
                <p:oleObj r:id="rId18" imgW="1498600" imgH="393700" progId="Equation.DSMT4">
                  <p:embed/>
                </p:oleObj>
              </mc:Choice>
              <mc:Fallback>
                <p:oleObj r:id="rId18" imgW="1498600" imgH="393700" progId="Equation.DSMT4">
                  <p:embed/>
                  <p:pic>
                    <p:nvPicPr>
                      <p:cNvPr id="0" name="图片 3076"/>
                      <p:cNvPicPr/>
                      <p:nvPr/>
                    </p:nvPicPr>
                    <p:blipFill>
                      <a:blip r:embed="rId19"/>
                      <a:stretch>
                        <a:fillRect/>
                      </a:stretch>
                    </p:blipFill>
                    <p:spPr>
                      <a:xfrm>
                        <a:off x="4073843" y="5661660"/>
                        <a:ext cx="1499235" cy="393700"/>
                      </a:xfrm>
                      <a:prstGeom prst="rect">
                        <a:avLst/>
                      </a:prstGeom>
                      <a:noFill/>
                      <a:ln w="38100">
                        <a:noFill/>
                        <a:miter/>
                      </a:ln>
                    </p:spPr>
                  </p:pic>
                </p:oleObj>
              </mc:Fallback>
            </mc:AlternateContent>
          </a:graphicData>
        </a:graphic>
      </p:graphicFrame>
      <p:graphicFrame>
        <p:nvGraphicFramePr>
          <p:cNvPr id="11297" name="对象 11296"/>
          <p:cNvGraphicFramePr/>
          <p:nvPr/>
        </p:nvGraphicFramePr>
        <p:xfrm>
          <a:off x="5868035" y="5661660"/>
          <a:ext cx="3098800" cy="393700"/>
        </p:xfrm>
        <a:graphic>
          <a:graphicData uri="http://schemas.openxmlformats.org/presentationml/2006/ole">
            <mc:AlternateContent xmlns:mc="http://schemas.openxmlformats.org/markup-compatibility/2006">
              <mc:Choice xmlns:v="urn:schemas-microsoft-com:vml" Requires="v">
                <p:oleObj r:id="rId20" imgW="3097530" imgH="393700" progId="Equation.DSMT4">
                  <p:embed/>
                </p:oleObj>
              </mc:Choice>
              <mc:Fallback>
                <p:oleObj r:id="rId20" imgW="3097530" imgH="393700" progId="Equation.DSMT4">
                  <p:embed/>
                  <p:pic>
                    <p:nvPicPr>
                      <p:cNvPr id="0" name="图片 3081"/>
                      <p:cNvPicPr/>
                      <p:nvPr/>
                    </p:nvPicPr>
                    <p:blipFill>
                      <a:blip r:embed="rId21"/>
                      <a:stretch>
                        <a:fillRect/>
                      </a:stretch>
                    </p:blipFill>
                    <p:spPr>
                      <a:xfrm>
                        <a:off x="5868035" y="5661660"/>
                        <a:ext cx="3098800" cy="393700"/>
                      </a:xfrm>
                      <a:prstGeom prst="rect">
                        <a:avLst/>
                      </a:prstGeom>
                      <a:noFill/>
                      <a:ln w="38100">
                        <a:noFill/>
                        <a:miter/>
                      </a:ln>
                    </p:spPr>
                  </p:pic>
                </p:oleObj>
              </mc:Fallback>
            </mc:AlternateContent>
          </a:graphicData>
        </a:graphic>
      </p:graphicFrame>
      <p:graphicFrame>
        <p:nvGraphicFramePr>
          <p:cNvPr id="11298" name="对象 11297"/>
          <p:cNvGraphicFramePr/>
          <p:nvPr/>
        </p:nvGraphicFramePr>
        <p:xfrm>
          <a:off x="1422083" y="5661978"/>
          <a:ext cx="1017905" cy="316865"/>
        </p:xfrm>
        <a:graphic>
          <a:graphicData uri="http://schemas.openxmlformats.org/presentationml/2006/ole">
            <mc:AlternateContent xmlns:mc="http://schemas.openxmlformats.org/markup-compatibility/2006">
              <mc:Choice xmlns:v="urn:schemas-microsoft-com:vml" Requires="v">
                <p:oleObj r:id="rId22" imgW="1016000" imgH="316865" progId="Equation.DSMT4">
                  <p:embed/>
                </p:oleObj>
              </mc:Choice>
              <mc:Fallback>
                <p:oleObj r:id="rId22" imgW="1016000" imgH="316865" progId="Equation.DSMT4">
                  <p:embed/>
                  <p:pic>
                    <p:nvPicPr>
                      <p:cNvPr id="0" name="图片 3082"/>
                      <p:cNvPicPr/>
                      <p:nvPr/>
                    </p:nvPicPr>
                    <p:blipFill>
                      <a:blip r:embed="rId23"/>
                      <a:stretch>
                        <a:fillRect/>
                      </a:stretch>
                    </p:blipFill>
                    <p:spPr>
                      <a:xfrm>
                        <a:off x="1422083" y="5661978"/>
                        <a:ext cx="1017905" cy="316865"/>
                      </a:xfrm>
                      <a:prstGeom prst="rect">
                        <a:avLst/>
                      </a:prstGeom>
                      <a:noFill/>
                      <a:ln w="38100">
                        <a:noFill/>
                        <a:miter/>
                      </a:ln>
                    </p:spPr>
                  </p:pic>
                </p:oleObj>
              </mc:Fallback>
            </mc:AlternateContent>
          </a:graphicData>
        </a:graphic>
      </p:graphicFrame>
      <p:graphicFrame>
        <p:nvGraphicFramePr>
          <p:cNvPr id="11299" name="对象 11298"/>
          <p:cNvGraphicFramePr/>
          <p:nvPr/>
        </p:nvGraphicFramePr>
        <p:xfrm>
          <a:off x="2621598" y="5661660"/>
          <a:ext cx="1206500" cy="317500"/>
        </p:xfrm>
        <a:graphic>
          <a:graphicData uri="http://schemas.openxmlformats.org/presentationml/2006/ole">
            <mc:AlternateContent xmlns:mc="http://schemas.openxmlformats.org/markup-compatibility/2006">
              <mc:Choice xmlns:v="urn:schemas-microsoft-com:vml" Requires="v">
                <p:oleObj r:id="rId24" imgW="1205230" imgH="317500" progId="Equation.DSMT4">
                  <p:embed/>
                </p:oleObj>
              </mc:Choice>
              <mc:Fallback>
                <p:oleObj r:id="rId24" imgW="1205230" imgH="317500" progId="Equation.DSMT4">
                  <p:embed/>
                  <p:pic>
                    <p:nvPicPr>
                      <p:cNvPr id="0" name="图片 3083"/>
                      <p:cNvPicPr/>
                      <p:nvPr/>
                    </p:nvPicPr>
                    <p:blipFill>
                      <a:blip r:embed="rId25"/>
                      <a:stretch>
                        <a:fillRect/>
                      </a:stretch>
                    </p:blipFill>
                    <p:spPr>
                      <a:xfrm>
                        <a:off x="2621598" y="5661660"/>
                        <a:ext cx="1206500" cy="317500"/>
                      </a:xfrm>
                      <a:prstGeom prst="rect">
                        <a:avLst/>
                      </a:prstGeom>
                      <a:noFill/>
                      <a:ln w="38100">
                        <a:noFill/>
                        <a:miter/>
                      </a:ln>
                    </p:spPr>
                  </p:pic>
                </p:oleObj>
              </mc:Fallback>
            </mc:AlternateContent>
          </a:graphicData>
        </a:graphic>
      </p:graphicFrame>
      <p:sp>
        <p:nvSpPr>
          <p:cNvPr id="11300" name="矩形标注 11299"/>
          <p:cNvSpPr/>
          <p:nvPr/>
        </p:nvSpPr>
        <p:spPr>
          <a:xfrm>
            <a:off x="5220335" y="2548255"/>
            <a:ext cx="3505200" cy="1828800"/>
          </a:xfrm>
          <a:prstGeom prst="wedgeRectCallout">
            <a:avLst>
              <a:gd name="adj1" fmla="val -54528"/>
              <a:gd name="adj2" fmla="val 72481"/>
            </a:avLst>
          </a:prstGeom>
          <a:solidFill>
            <a:srgbClr val="FFCC00"/>
          </a:solidFill>
          <a:ln w="9525" cap="flat" cmpd="sng">
            <a:solidFill>
              <a:schemeClr val="tx1"/>
            </a:solidFill>
            <a:prstDash val="solid"/>
            <a:miter/>
            <a:headEnd type="none" w="med" len="med"/>
            <a:tailEnd type="none" w="med" len="med"/>
          </a:ln>
        </p:spPr>
        <p:txBody>
          <a:bodyPr/>
          <a:lstStyle/>
          <a:p>
            <a:pPr algn="ctr" fontAlgn="ctr"/>
            <a:r>
              <a:rPr lang="zh-CN" altLang="en-US" sz="2400" b="1" dirty="0">
                <a:solidFill>
                  <a:srgbClr val="000099"/>
                </a:solidFill>
                <a:latin typeface="Arial" panose="020B0604020202020204" pitchFamily="34" charset="0"/>
                <a:ea typeface="楷体_GB2312" pitchFamily="49" charset="-122"/>
              </a:rPr>
              <a:t>易见，向量的运算性质和矩阵的运算性质是一致的。所以也可以从矩阵的运算性质推出向量中的这些运算性质。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fade">
                                      <p:cBhvr>
                                        <p:cTn id="7" dur="800" decel="100000"/>
                                        <p:tgtEl>
                                          <p:spTgt spid="11266"/>
                                        </p:tgtEl>
                                      </p:cBhvr>
                                    </p:animEffect>
                                    <p:anim calcmode="lin" valueType="num">
                                      <p:cBhvr>
                                        <p:cTn id="8" dur="800" decel="100000" fill="hold"/>
                                        <p:tgtEl>
                                          <p:spTgt spid="11266"/>
                                        </p:tgtEl>
                                        <p:attrNameLst>
                                          <p:attrName>style.rotation</p:attrName>
                                        </p:attrNameLst>
                                      </p:cBhvr>
                                      <p:tavLst>
                                        <p:tav tm="0">
                                          <p:val>
                                            <p:fltVal val="-90"/>
                                          </p:val>
                                        </p:tav>
                                        <p:tav tm="100000">
                                          <p:val>
                                            <p:fltVal val="0"/>
                                          </p:val>
                                        </p:tav>
                                      </p:tavLst>
                                    </p:anim>
                                    <p:anim calcmode="lin" valueType="num">
                                      <p:cBhvr>
                                        <p:cTn id="9" dur="800" decel="100000" fill="hold"/>
                                        <p:tgtEl>
                                          <p:spTgt spid="11266"/>
                                        </p:tgtEl>
                                        <p:attrNameLst>
                                          <p:attrName>ppt_x</p:attrName>
                                        </p:attrNameLst>
                                      </p:cBhvr>
                                      <p:tavLst>
                                        <p:tav tm="0">
                                          <p:val>
                                            <p:strVal val="#ppt_x+0.4"/>
                                          </p:val>
                                        </p:tav>
                                        <p:tav tm="100000">
                                          <p:val>
                                            <p:strVal val="#ppt_x-0.05"/>
                                          </p:val>
                                        </p:tav>
                                      </p:tavLst>
                                    </p:anim>
                                    <p:anim calcmode="lin" valueType="num">
                                      <p:cBhvr>
                                        <p:cTn id="10" dur="800" decel="100000" fill="hold"/>
                                        <p:tgtEl>
                                          <p:spTgt spid="1126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126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1266"/>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27" presetClass="entr" presetSubtype="0" fill="hold" grpId="0" nodeType="afterEffect">
                                  <p:stCondLst>
                                    <p:cond delay="0"/>
                                  </p:stCondLst>
                                  <p:iterate type="lt">
                                    <p:tmPct val="50000"/>
                                  </p:iterate>
                                  <p:childTnLst>
                                    <p:set>
                                      <p:cBhvr>
                                        <p:cTn id="15" dur="1" fill="hold">
                                          <p:stCondLst>
                                            <p:cond delay="0"/>
                                          </p:stCondLst>
                                        </p:cTn>
                                        <p:tgtEl>
                                          <p:spTgt spid="11282"/>
                                        </p:tgtEl>
                                        <p:attrNameLst>
                                          <p:attrName>style.visibility</p:attrName>
                                        </p:attrNameLst>
                                      </p:cBhvr>
                                      <p:to>
                                        <p:strVal val="visible"/>
                                      </p:to>
                                    </p:set>
                                    <p:anim calcmode="discrete" valueType="clr">
                                      <p:cBhvr override="childStyle">
                                        <p:cTn id="16" dur="80"/>
                                        <p:tgtEl>
                                          <p:spTgt spid="11282"/>
                                        </p:tgtEl>
                                        <p:attrNameLst>
                                          <p:attrName>style.color</p:attrName>
                                        </p:attrNameLst>
                                      </p:cBhvr>
                                      <p:tavLst>
                                        <p:tav tm="0">
                                          <p:val>
                                            <p:clrVal>
                                              <a:schemeClr val="accent2"/>
                                            </p:clrVal>
                                          </p:val>
                                        </p:tav>
                                        <p:tav tm="50000">
                                          <p:val>
                                            <p:clrVal>
                                              <a:schemeClr val="hlink"/>
                                            </p:clrVal>
                                          </p:val>
                                        </p:tav>
                                      </p:tavLst>
                                    </p:anim>
                                    <p:anim calcmode="discrete" valueType="clr">
                                      <p:cBhvr>
                                        <p:cTn id="17" dur="80"/>
                                        <p:tgtEl>
                                          <p:spTgt spid="11282"/>
                                        </p:tgtEl>
                                        <p:attrNameLst>
                                          <p:attrName>fillcolor</p:attrName>
                                        </p:attrNameLst>
                                      </p:cBhvr>
                                      <p:tavLst>
                                        <p:tav tm="0">
                                          <p:val>
                                            <p:clrVal>
                                              <a:schemeClr val="accent2"/>
                                            </p:clrVal>
                                          </p:val>
                                        </p:tav>
                                        <p:tav tm="50000">
                                          <p:val>
                                            <p:clrVal>
                                              <a:schemeClr val="hlink"/>
                                            </p:clrVal>
                                          </p:val>
                                        </p:tav>
                                      </p:tavLst>
                                    </p:anim>
                                    <p:set>
                                      <p:cBhvr>
                                        <p:cTn id="18" dur="80"/>
                                        <p:tgtEl>
                                          <p:spTgt spid="11282"/>
                                        </p:tgtEl>
                                        <p:attrNameLst>
                                          <p:attrName>fill.type</p:attrName>
                                        </p:attrNameLst>
                                      </p:cBhvr>
                                      <p:to>
                                        <p:strVal val="solid"/>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267"/>
                                        </p:tgtEl>
                                        <p:attrNameLst>
                                          <p:attrName>style.visibility</p:attrName>
                                        </p:attrNameLst>
                                      </p:cBhvr>
                                      <p:to>
                                        <p:strVal val="visible"/>
                                      </p:to>
                                    </p:set>
                                    <p:animEffect transition="in" filter="wipe(left)">
                                      <p:cBhvr>
                                        <p:cTn id="23" dur="500"/>
                                        <p:tgtEl>
                                          <p:spTgt spid="1126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270"/>
                                        </p:tgtEl>
                                        <p:attrNameLst>
                                          <p:attrName>style.visibility</p:attrName>
                                        </p:attrNameLst>
                                      </p:cBhvr>
                                      <p:to>
                                        <p:strVal val="visible"/>
                                      </p:to>
                                    </p:set>
                                    <p:animEffect transition="in" filter="wipe(left)">
                                      <p:cBhvr>
                                        <p:cTn id="28" dur="500"/>
                                        <p:tgtEl>
                                          <p:spTgt spid="1127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1273"/>
                                        </p:tgtEl>
                                        <p:attrNameLst>
                                          <p:attrName>style.visibility</p:attrName>
                                        </p:attrNameLst>
                                      </p:cBhvr>
                                      <p:to>
                                        <p:strVal val="visible"/>
                                      </p:to>
                                    </p:set>
                                    <p:animEffect transition="in" filter="wipe(left)">
                                      <p:cBhvr>
                                        <p:cTn id="33" dur="500"/>
                                        <p:tgtEl>
                                          <p:spTgt spid="1127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1276"/>
                                        </p:tgtEl>
                                        <p:attrNameLst>
                                          <p:attrName>style.visibility</p:attrName>
                                        </p:attrNameLst>
                                      </p:cBhvr>
                                      <p:to>
                                        <p:strVal val="visible"/>
                                      </p:to>
                                    </p:set>
                                    <p:animEffect transition="in" filter="wipe(left)">
                                      <p:cBhvr>
                                        <p:cTn id="38" dur="500"/>
                                        <p:tgtEl>
                                          <p:spTgt spid="1127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1283"/>
                                        </p:tgtEl>
                                        <p:attrNameLst>
                                          <p:attrName>style.visibility</p:attrName>
                                        </p:attrNameLst>
                                      </p:cBhvr>
                                      <p:to>
                                        <p:strVal val="visible"/>
                                      </p:to>
                                    </p:set>
                                    <p:animEffect transition="in" filter="wipe(left)">
                                      <p:cBhvr>
                                        <p:cTn id="43" dur="500"/>
                                        <p:tgtEl>
                                          <p:spTgt spid="1128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1286"/>
                                        </p:tgtEl>
                                        <p:attrNameLst>
                                          <p:attrName>style.visibility</p:attrName>
                                        </p:attrNameLst>
                                      </p:cBhvr>
                                      <p:to>
                                        <p:strVal val="visible"/>
                                      </p:to>
                                    </p:set>
                                    <p:animEffect transition="in" filter="wipe(left)">
                                      <p:cBhvr>
                                        <p:cTn id="48" dur="500"/>
                                        <p:tgtEl>
                                          <p:spTgt spid="1128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1289"/>
                                        </p:tgtEl>
                                        <p:attrNameLst>
                                          <p:attrName>style.visibility</p:attrName>
                                        </p:attrNameLst>
                                      </p:cBhvr>
                                      <p:to>
                                        <p:strVal val="visible"/>
                                      </p:to>
                                    </p:set>
                                    <p:animEffect transition="in" filter="wipe(left)">
                                      <p:cBhvr>
                                        <p:cTn id="53" dur="500"/>
                                        <p:tgtEl>
                                          <p:spTgt spid="1128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1292"/>
                                        </p:tgtEl>
                                        <p:attrNameLst>
                                          <p:attrName>style.visibility</p:attrName>
                                        </p:attrNameLst>
                                      </p:cBhvr>
                                      <p:to>
                                        <p:strVal val="visible"/>
                                      </p:to>
                                    </p:set>
                                    <p:animEffect transition="in" filter="wipe(left)">
                                      <p:cBhvr>
                                        <p:cTn id="58" dur="500"/>
                                        <p:tgtEl>
                                          <p:spTgt spid="11292"/>
                                        </p:tgtEl>
                                      </p:cBhvr>
                                    </p:animEffect>
                                  </p:childTnLst>
                                </p:cTn>
                              </p:par>
                            </p:childTnLst>
                          </p:cTn>
                        </p:par>
                      </p:childTnLst>
                    </p:cTn>
                  </p:par>
                  <p:par>
                    <p:cTn id="59" fill="hold">
                      <p:stCondLst>
                        <p:cond delay="indefinite"/>
                      </p:stCondLst>
                      <p:childTnLst>
                        <p:par>
                          <p:cTn id="60" fill="hold">
                            <p:stCondLst>
                              <p:cond delay="0"/>
                            </p:stCondLst>
                            <p:childTnLst>
                              <p:par>
                                <p:cTn id="61" presetID="26" presetClass="entr" presetSubtype="0" fill="hold" nodeType="clickEffect">
                                  <p:stCondLst>
                                    <p:cond delay="0"/>
                                  </p:stCondLst>
                                  <p:childTnLst>
                                    <p:set>
                                      <p:cBhvr>
                                        <p:cTn id="62" dur="1" fill="hold">
                                          <p:stCondLst>
                                            <p:cond delay="0"/>
                                          </p:stCondLst>
                                        </p:cTn>
                                        <p:tgtEl>
                                          <p:spTgt spid="11295"/>
                                        </p:tgtEl>
                                        <p:attrNameLst>
                                          <p:attrName>style.visibility</p:attrName>
                                        </p:attrNameLst>
                                      </p:cBhvr>
                                      <p:to>
                                        <p:strVal val="visible"/>
                                      </p:to>
                                    </p:set>
                                    <p:animEffect transition="in" filter="wipe(down)">
                                      <p:cBhvr>
                                        <p:cTn id="63" dur="580">
                                          <p:stCondLst>
                                            <p:cond delay="0"/>
                                          </p:stCondLst>
                                        </p:cTn>
                                        <p:tgtEl>
                                          <p:spTgt spid="11295"/>
                                        </p:tgtEl>
                                      </p:cBhvr>
                                    </p:animEffect>
                                    <p:anim calcmode="lin" valueType="num">
                                      <p:cBhvr>
                                        <p:cTn id="64" dur="1822" tmFilter="0,0; 0.14,0.36; 0.43,0.73; 0.71,0.91; 1.0,1.0">
                                          <p:stCondLst>
                                            <p:cond delay="0"/>
                                          </p:stCondLst>
                                        </p:cTn>
                                        <p:tgtEl>
                                          <p:spTgt spid="11295"/>
                                        </p:tgtEl>
                                        <p:attrNameLst>
                                          <p:attrName>ppt_x</p:attrName>
                                        </p:attrNameLst>
                                      </p:cBhvr>
                                      <p:tavLst>
                                        <p:tav tm="0">
                                          <p:val>
                                            <p:strVal val="#ppt_x-0.25"/>
                                          </p:val>
                                        </p:tav>
                                        <p:tav tm="100000">
                                          <p:val>
                                            <p:strVal val="#ppt_x"/>
                                          </p:val>
                                        </p:tav>
                                      </p:tavLst>
                                    </p:anim>
                                    <p:anim calcmode="lin" valueType="num">
                                      <p:cBhvr>
                                        <p:cTn id="65" dur="664" tmFilter="0.0,0.0; 0.25,0.07; 0.50,0.2; 0.75,0.467; 1.0,1.0">
                                          <p:stCondLst>
                                            <p:cond delay="0"/>
                                          </p:stCondLst>
                                        </p:cTn>
                                        <p:tgtEl>
                                          <p:spTgt spid="11295"/>
                                        </p:tgtEl>
                                        <p:attrNameLst>
                                          <p:attrName>ppt_y</p:attrName>
                                        </p:attrNameLst>
                                      </p:cBhvr>
                                      <p:tavLst>
                                        <p:tav tm="0" fmla="#ppt_y-sin(pi*$)/3">
                                          <p:val>
                                            <p:fltVal val="0.5"/>
                                          </p:val>
                                        </p:tav>
                                        <p:tav tm="100000">
                                          <p:val>
                                            <p:fltVal val="1"/>
                                          </p:val>
                                        </p:tav>
                                      </p:tavLst>
                                    </p:anim>
                                    <p:anim calcmode="lin" valueType="num">
                                      <p:cBhvr>
                                        <p:cTn id="66" dur="664" tmFilter="0, 0; 0.125,0.2665; 0.25,0.4; 0.375,0.465; 0.5,0.5;  0.625,0.535; 0.75,0.6; 0.875,0.7335; 1,1">
                                          <p:stCondLst>
                                            <p:cond delay="664"/>
                                          </p:stCondLst>
                                        </p:cTn>
                                        <p:tgtEl>
                                          <p:spTgt spid="11295"/>
                                        </p:tgtEl>
                                        <p:attrNameLst>
                                          <p:attrName>ppt_y</p:attrName>
                                        </p:attrNameLst>
                                      </p:cBhvr>
                                      <p:tavLst>
                                        <p:tav tm="0" fmla="#ppt_y-sin(pi*$)/9">
                                          <p:val>
                                            <p:fltVal val="0"/>
                                          </p:val>
                                        </p:tav>
                                        <p:tav tm="100000">
                                          <p:val>
                                            <p:fltVal val="1"/>
                                          </p:val>
                                        </p:tav>
                                      </p:tavLst>
                                    </p:anim>
                                    <p:anim calcmode="lin" valueType="num">
                                      <p:cBhvr>
                                        <p:cTn id="67" dur="332" tmFilter="0, 0; 0.125,0.2665; 0.25,0.4; 0.375,0.465; 0.5,0.5;  0.625,0.535; 0.75,0.6; 0.875,0.7335; 1,1">
                                          <p:stCondLst>
                                            <p:cond delay="1324"/>
                                          </p:stCondLst>
                                        </p:cTn>
                                        <p:tgtEl>
                                          <p:spTgt spid="11295"/>
                                        </p:tgtEl>
                                        <p:attrNameLst>
                                          <p:attrName>ppt_y</p:attrName>
                                        </p:attrNameLst>
                                      </p:cBhvr>
                                      <p:tavLst>
                                        <p:tav tm="0" fmla="#ppt_y-sin(pi*$)/27">
                                          <p:val>
                                            <p:fltVal val="0"/>
                                          </p:val>
                                        </p:tav>
                                        <p:tav tm="100000">
                                          <p:val>
                                            <p:fltVal val="1"/>
                                          </p:val>
                                        </p:tav>
                                      </p:tavLst>
                                    </p:anim>
                                    <p:anim calcmode="lin" valueType="num">
                                      <p:cBhvr>
                                        <p:cTn id="68" dur="164" tmFilter="0, 0; 0.125,0.2665; 0.25,0.4; 0.375,0.465; 0.5,0.5;  0.625,0.535; 0.75,0.6; 0.875,0.7335; 1,1">
                                          <p:stCondLst>
                                            <p:cond delay="1656"/>
                                          </p:stCondLst>
                                        </p:cTn>
                                        <p:tgtEl>
                                          <p:spTgt spid="11295"/>
                                        </p:tgtEl>
                                        <p:attrNameLst>
                                          <p:attrName>ppt_y</p:attrName>
                                        </p:attrNameLst>
                                      </p:cBhvr>
                                      <p:tavLst>
                                        <p:tav tm="0" fmla="#ppt_y-sin(pi*$)/81">
                                          <p:val>
                                            <p:fltVal val="0"/>
                                          </p:val>
                                        </p:tav>
                                        <p:tav tm="100000">
                                          <p:val>
                                            <p:fltVal val="1"/>
                                          </p:val>
                                        </p:tav>
                                      </p:tavLst>
                                    </p:anim>
                                    <p:animScale>
                                      <p:cBhvr>
                                        <p:cTn id="69" dur="26">
                                          <p:stCondLst>
                                            <p:cond delay="650"/>
                                          </p:stCondLst>
                                        </p:cTn>
                                        <p:tgtEl>
                                          <p:spTgt spid="11295"/>
                                        </p:tgtEl>
                                      </p:cBhvr>
                                      <p:to x="100000" y="60000"/>
                                    </p:animScale>
                                    <p:animScale>
                                      <p:cBhvr>
                                        <p:cTn id="70" dur="166" decel="50000">
                                          <p:stCondLst>
                                            <p:cond delay="676"/>
                                          </p:stCondLst>
                                        </p:cTn>
                                        <p:tgtEl>
                                          <p:spTgt spid="11295"/>
                                        </p:tgtEl>
                                      </p:cBhvr>
                                      <p:to x="100000" y="100000"/>
                                    </p:animScale>
                                    <p:animScale>
                                      <p:cBhvr>
                                        <p:cTn id="71" dur="26">
                                          <p:stCondLst>
                                            <p:cond delay="1312"/>
                                          </p:stCondLst>
                                        </p:cTn>
                                        <p:tgtEl>
                                          <p:spTgt spid="11295"/>
                                        </p:tgtEl>
                                      </p:cBhvr>
                                      <p:to x="100000" y="80000"/>
                                    </p:animScale>
                                    <p:animScale>
                                      <p:cBhvr>
                                        <p:cTn id="72" dur="166" decel="50000">
                                          <p:stCondLst>
                                            <p:cond delay="1338"/>
                                          </p:stCondLst>
                                        </p:cTn>
                                        <p:tgtEl>
                                          <p:spTgt spid="11295"/>
                                        </p:tgtEl>
                                      </p:cBhvr>
                                      <p:to x="100000" y="100000"/>
                                    </p:animScale>
                                    <p:animScale>
                                      <p:cBhvr>
                                        <p:cTn id="73" dur="26">
                                          <p:stCondLst>
                                            <p:cond delay="1642"/>
                                          </p:stCondLst>
                                        </p:cTn>
                                        <p:tgtEl>
                                          <p:spTgt spid="11295"/>
                                        </p:tgtEl>
                                      </p:cBhvr>
                                      <p:to x="100000" y="90000"/>
                                    </p:animScale>
                                    <p:animScale>
                                      <p:cBhvr>
                                        <p:cTn id="74" dur="166" decel="50000">
                                          <p:stCondLst>
                                            <p:cond delay="1668"/>
                                          </p:stCondLst>
                                        </p:cTn>
                                        <p:tgtEl>
                                          <p:spTgt spid="11295"/>
                                        </p:tgtEl>
                                      </p:cBhvr>
                                      <p:to x="100000" y="100000"/>
                                    </p:animScale>
                                    <p:animScale>
                                      <p:cBhvr>
                                        <p:cTn id="75" dur="26">
                                          <p:stCondLst>
                                            <p:cond delay="1808"/>
                                          </p:stCondLst>
                                        </p:cTn>
                                        <p:tgtEl>
                                          <p:spTgt spid="11295"/>
                                        </p:tgtEl>
                                      </p:cBhvr>
                                      <p:to x="100000" y="95000"/>
                                    </p:animScale>
                                    <p:animScale>
                                      <p:cBhvr>
                                        <p:cTn id="76" dur="166" decel="50000">
                                          <p:stCondLst>
                                            <p:cond delay="1834"/>
                                          </p:stCondLst>
                                        </p:cTn>
                                        <p:tgtEl>
                                          <p:spTgt spid="11295"/>
                                        </p:tgtEl>
                                      </p:cBhvr>
                                      <p:to x="100000" y="100000"/>
                                    </p:animScale>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1298"/>
                                        </p:tgtEl>
                                        <p:attrNameLst>
                                          <p:attrName>style.visibility</p:attrName>
                                        </p:attrNameLst>
                                      </p:cBhvr>
                                      <p:to>
                                        <p:strVal val="visible"/>
                                      </p:to>
                                    </p:set>
                                    <p:animEffect transition="in" filter="wipe(left)">
                                      <p:cBhvr>
                                        <p:cTn id="81" dur="500"/>
                                        <p:tgtEl>
                                          <p:spTgt spid="11298"/>
                                        </p:tgtEl>
                                      </p:cBhvr>
                                    </p:animEffect>
                                  </p:childTnLst>
                                </p:cTn>
                              </p:par>
                            </p:childTnLst>
                          </p:cTn>
                        </p:par>
                        <p:par>
                          <p:cTn id="82" fill="hold">
                            <p:stCondLst>
                              <p:cond delay="500"/>
                            </p:stCondLst>
                            <p:childTnLst>
                              <p:par>
                                <p:cTn id="83" presetID="22" presetClass="entr" presetSubtype="8" fill="hold" nodeType="afterEffect">
                                  <p:stCondLst>
                                    <p:cond delay="0"/>
                                  </p:stCondLst>
                                  <p:childTnLst>
                                    <p:set>
                                      <p:cBhvr>
                                        <p:cTn id="84" dur="1" fill="hold">
                                          <p:stCondLst>
                                            <p:cond delay="0"/>
                                          </p:stCondLst>
                                        </p:cTn>
                                        <p:tgtEl>
                                          <p:spTgt spid="11299"/>
                                        </p:tgtEl>
                                        <p:attrNameLst>
                                          <p:attrName>style.visibility</p:attrName>
                                        </p:attrNameLst>
                                      </p:cBhvr>
                                      <p:to>
                                        <p:strVal val="visible"/>
                                      </p:to>
                                    </p:set>
                                    <p:animEffect transition="in" filter="wipe(left)">
                                      <p:cBhvr>
                                        <p:cTn id="85" dur="500"/>
                                        <p:tgtEl>
                                          <p:spTgt spid="11299"/>
                                        </p:tgtEl>
                                      </p:cBhvr>
                                    </p:animEffect>
                                  </p:childTnLst>
                                </p:cTn>
                              </p:par>
                            </p:childTnLst>
                          </p:cTn>
                        </p:par>
                        <p:par>
                          <p:cTn id="86" fill="hold">
                            <p:stCondLst>
                              <p:cond delay="1000"/>
                            </p:stCondLst>
                            <p:childTnLst>
                              <p:par>
                                <p:cTn id="87" presetID="22" presetClass="entr" presetSubtype="8" fill="hold" nodeType="afterEffect">
                                  <p:stCondLst>
                                    <p:cond delay="0"/>
                                  </p:stCondLst>
                                  <p:childTnLst>
                                    <p:set>
                                      <p:cBhvr>
                                        <p:cTn id="88" dur="1" fill="hold">
                                          <p:stCondLst>
                                            <p:cond delay="0"/>
                                          </p:stCondLst>
                                        </p:cTn>
                                        <p:tgtEl>
                                          <p:spTgt spid="11296"/>
                                        </p:tgtEl>
                                        <p:attrNameLst>
                                          <p:attrName>style.visibility</p:attrName>
                                        </p:attrNameLst>
                                      </p:cBhvr>
                                      <p:to>
                                        <p:strVal val="visible"/>
                                      </p:to>
                                    </p:set>
                                    <p:animEffect transition="in" filter="wipe(left)">
                                      <p:cBhvr>
                                        <p:cTn id="89" dur="500"/>
                                        <p:tgtEl>
                                          <p:spTgt spid="11296"/>
                                        </p:tgtEl>
                                      </p:cBhvr>
                                    </p:animEffect>
                                  </p:childTnLst>
                                </p:cTn>
                              </p:par>
                            </p:childTnLst>
                          </p:cTn>
                        </p:par>
                        <p:par>
                          <p:cTn id="90" fill="hold">
                            <p:stCondLst>
                              <p:cond delay="1500"/>
                            </p:stCondLst>
                            <p:childTnLst>
                              <p:par>
                                <p:cTn id="91" presetID="22" presetClass="entr" presetSubtype="8" fill="hold" nodeType="afterEffect">
                                  <p:stCondLst>
                                    <p:cond delay="0"/>
                                  </p:stCondLst>
                                  <p:childTnLst>
                                    <p:set>
                                      <p:cBhvr>
                                        <p:cTn id="92" dur="1" fill="hold">
                                          <p:stCondLst>
                                            <p:cond delay="0"/>
                                          </p:stCondLst>
                                        </p:cTn>
                                        <p:tgtEl>
                                          <p:spTgt spid="11297"/>
                                        </p:tgtEl>
                                        <p:attrNameLst>
                                          <p:attrName>style.visibility</p:attrName>
                                        </p:attrNameLst>
                                      </p:cBhvr>
                                      <p:to>
                                        <p:strVal val="visible"/>
                                      </p:to>
                                    </p:set>
                                    <p:animEffect transition="in" filter="wipe(left)">
                                      <p:cBhvr>
                                        <p:cTn id="93" dur="500"/>
                                        <p:tgtEl>
                                          <p:spTgt spid="11297"/>
                                        </p:tgtEl>
                                      </p:cBhvr>
                                    </p:animEffect>
                                  </p:childTnLst>
                                </p:cTn>
                              </p:par>
                            </p:childTnLst>
                          </p:cTn>
                        </p:par>
                      </p:childTnLst>
                    </p:cTn>
                  </p:par>
                  <p:par>
                    <p:cTn id="94" fill="hold">
                      <p:stCondLst>
                        <p:cond delay="indefinite"/>
                      </p:stCondLst>
                      <p:childTnLst>
                        <p:par>
                          <p:cTn id="95" fill="hold">
                            <p:stCondLst>
                              <p:cond delay="0"/>
                            </p:stCondLst>
                            <p:childTnLst>
                              <p:par>
                                <p:cTn id="96" presetID="6" presetClass="entr" presetSubtype="16" fill="hold" grpId="0" nodeType="clickEffect">
                                  <p:stCondLst>
                                    <p:cond delay="0"/>
                                  </p:stCondLst>
                                  <p:childTnLst>
                                    <p:set>
                                      <p:cBhvr>
                                        <p:cTn id="97" dur="1" fill="hold">
                                          <p:stCondLst>
                                            <p:cond delay="0"/>
                                          </p:stCondLst>
                                        </p:cTn>
                                        <p:tgtEl>
                                          <p:spTgt spid="11300"/>
                                        </p:tgtEl>
                                        <p:attrNameLst>
                                          <p:attrName>style.visibility</p:attrName>
                                        </p:attrNameLst>
                                      </p:cBhvr>
                                      <p:to>
                                        <p:strVal val="visible"/>
                                      </p:to>
                                    </p:set>
                                    <p:animEffect transition="in" filter="circle(in)">
                                      <p:cBhvr>
                                        <p:cTn id="98" dur="2000"/>
                                        <p:tgtEl>
                                          <p:spTgt spid="11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82" grpId="0"/>
      <p:bldP spid="11300"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文本框 12289"/>
          <p:cNvSpPr txBox="1"/>
          <p:nvPr/>
        </p:nvSpPr>
        <p:spPr>
          <a:xfrm>
            <a:off x="76200" y="962025"/>
            <a:ext cx="914400" cy="519113"/>
          </a:xfrm>
          <a:prstGeom prst="rect">
            <a:avLst/>
          </a:prstGeom>
          <a:noFill/>
          <a:ln w="9525">
            <a:noFill/>
          </a:ln>
        </p:spPr>
        <p:txBody>
          <a:bodyPr>
            <a:spAutoFit/>
          </a:bodyPr>
          <a:lstStyle/>
          <a:p>
            <a:r>
              <a:rPr lang="zh-CN" altLang="en-US" sz="2800" b="1" dirty="0">
                <a:effectLst/>
                <a:latin typeface="楷体_GB2312" pitchFamily="49" charset="-122"/>
                <a:ea typeface="楷体_GB2312" pitchFamily="49" charset="-122"/>
              </a:rPr>
              <a:t>例</a:t>
            </a:r>
            <a:r>
              <a:rPr lang="en-US" altLang="zh-CN" sz="2800" b="1">
                <a:effectLst/>
                <a:latin typeface="楷体_GB2312" pitchFamily="49" charset="-122"/>
                <a:ea typeface="楷体_GB2312" pitchFamily="49" charset="-122"/>
              </a:rPr>
              <a:t>1</a:t>
            </a:r>
          </a:p>
        </p:txBody>
      </p:sp>
      <p:sp>
        <p:nvSpPr>
          <p:cNvPr id="12291" name="文本框 12290"/>
          <p:cNvSpPr txBox="1"/>
          <p:nvPr/>
        </p:nvSpPr>
        <p:spPr>
          <a:xfrm>
            <a:off x="838200" y="962025"/>
            <a:ext cx="1250950" cy="519113"/>
          </a:xfrm>
          <a:prstGeom prst="rect">
            <a:avLst/>
          </a:prstGeom>
          <a:noFill/>
          <a:ln w="12700">
            <a:noFill/>
          </a:ln>
        </p:spPr>
        <p:txBody>
          <a:bodyPr wrap="none" anchor="t" anchorCtr="0">
            <a:spAutoFit/>
          </a:bodyPr>
          <a:lstStyle/>
          <a:p>
            <a:pPr>
              <a:buNone/>
            </a:pPr>
            <a:r>
              <a:rPr lang="zh-CN" altLang="en-US" sz="2800" b="1" dirty="0">
                <a:latin typeface="Arial" panose="020B0604020202020204" pitchFamily="34" charset="0"/>
                <a:ea typeface="楷体_GB2312" pitchFamily="49" charset="-122"/>
              </a:rPr>
              <a:t>设向量</a:t>
            </a:r>
          </a:p>
        </p:txBody>
      </p:sp>
      <p:sp>
        <p:nvSpPr>
          <p:cNvPr id="12292" name="文本框 12291"/>
          <p:cNvSpPr txBox="1"/>
          <p:nvPr/>
        </p:nvSpPr>
        <p:spPr>
          <a:xfrm>
            <a:off x="228600" y="2500313"/>
            <a:ext cx="541338" cy="519112"/>
          </a:xfrm>
          <a:prstGeom prst="rect">
            <a:avLst/>
          </a:prstGeom>
          <a:noFill/>
          <a:ln w="12700">
            <a:noFill/>
          </a:ln>
        </p:spPr>
        <p:txBody>
          <a:bodyPr wrap="none" anchor="t" anchorCtr="0">
            <a:spAutoFit/>
          </a:bodyPr>
          <a:lstStyle/>
          <a:p>
            <a:pPr>
              <a:buNone/>
            </a:pPr>
            <a:r>
              <a:rPr lang="zh-CN" altLang="en-US" sz="2800" b="1" dirty="0">
                <a:solidFill>
                  <a:srgbClr val="FF0000"/>
                </a:solidFill>
                <a:latin typeface="Arial" panose="020B0604020202020204" pitchFamily="34" charset="0"/>
                <a:ea typeface="楷体_GB2312" pitchFamily="49" charset="-122"/>
              </a:rPr>
              <a:t>解</a:t>
            </a:r>
          </a:p>
        </p:txBody>
      </p:sp>
      <p:sp>
        <p:nvSpPr>
          <p:cNvPr id="12293" name="文本框 12292"/>
          <p:cNvSpPr txBox="1"/>
          <p:nvPr/>
        </p:nvSpPr>
        <p:spPr>
          <a:xfrm>
            <a:off x="304800" y="228600"/>
            <a:ext cx="6934200" cy="583565"/>
          </a:xfrm>
          <a:prstGeom prst="rect">
            <a:avLst/>
          </a:prstGeom>
          <a:noFill/>
          <a:ln w="9525">
            <a:noFill/>
          </a:ln>
        </p:spPr>
        <p:txBody>
          <a:bodyPr>
            <a:spAutoFit/>
          </a:bodyPr>
          <a:lstStyle/>
          <a:p>
            <a:r>
              <a:rPr lang="zh-CN" altLang="en-US" sz="3200" b="1" dirty="0">
                <a:solidFill>
                  <a:srgbClr val="000099"/>
                </a:solidFill>
                <a:effectLst/>
                <a:latin typeface="Arial" panose="020B0604020202020204" pitchFamily="34" charset="0"/>
                <a:ea typeface="楷体_GB2312" pitchFamily="49" charset="-122"/>
              </a:rPr>
              <a:t>向量运算应用举例</a:t>
            </a:r>
            <a:endParaRPr lang="en-US" altLang="zh-CN" sz="3200" b="1" dirty="0">
              <a:solidFill>
                <a:srgbClr val="000099"/>
              </a:solidFill>
              <a:effectLst/>
              <a:latin typeface="Arial" panose="020B0604020202020204" pitchFamily="34" charset="0"/>
              <a:ea typeface="楷体_GB2312" pitchFamily="49" charset="-122"/>
            </a:endParaRPr>
          </a:p>
        </p:txBody>
      </p:sp>
      <p:sp>
        <p:nvSpPr>
          <p:cNvPr id="12294" name="矩形 12293"/>
          <p:cNvSpPr/>
          <p:nvPr/>
        </p:nvSpPr>
        <p:spPr>
          <a:xfrm>
            <a:off x="0" y="3709988"/>
            <a:ext cx="9144000" cy="0"/>
          </a:xfrm>
          <a:prstGeom prst="rect">
            <a:avLst/>
          </a:prstGeom>
          <a:noFill/>
          <a:ln w="9525">
            <a:noFill/>
          </a:ln>
        </p:spPr>
        <p:txBody>
          <a:bodyPr/>
          <a:lstStyle/>
          <a:p>
            <a:endParaRPr lang="zh-CN" altLang="en-US"/>
          </a:p>
        </p:txBody>
      </p:sp>
      <p:graphicFrame>
        <p:nvGraphicFramePr>
          <p:cNvPr id="12295" name="对象 12294"/>
          <p:cNvGraphicFramePr/>
          <p:nvPr/>
        </p:nvGraphicFramePr>
        <p:xfrm>
          <a:off x="2336800" y="785813"/>
          <a:ext cx="2767013" cy="742950"/>
        </p:xfrm>
        <a:graphic>
          <a:graphicData uri="http://schemas.openxmlformats.org/presentationml/2006/ole">
            <mc:AlternateContent xmlns:mc="http://schemas.openxmlformats.org/markup-compatibility/2006">
              <mc:Choice xmlns:v="urn:schemas-microsoft-com:vml" Requires="v">
                <p:oleObj r:id="rId2" imgW="1028700" imgH="279400" progId="Equation.DSMT4">
                  <p:embed/>
                </p:oleObj>
              </mc:Choice>
              <mc:Fallback>
                <p:oleObj r:id="rId2" imgW="1028700" imgH="279400" progId="Equation.DSMT4">
                  <p:embed/>
                  <p:pic>
                    <p:nvPicPr>
                      <p:cNvPr id="0" name="图片 3104"/>
                      <p:cNvPicPr/>
                      <p:nvPr/>
                    </p:nvPicPr>
                    <p:blipFill>
                      <a:blip r:embed="rId3"/>
                      <a:stretch>
                        <a:fillRect/>
                      </a:stretch>
                    </p:blipFill>
                    <p:spPr>
                      <a:xfrm>
                        <a:off x="2336800" y="785813"/>
                        <a:ext cx="2767013" cy="742950"/>
                      </a:xfrm>
                      <a:prstGeom prst="rect">
                        <a:avLst/>
                      </a:prstGeom>
                      <a:noFill/>
                      <a:ln w="38100">
                        <a:noFill/>
                        <a:miter/>
                      </a:ln>
                    </p:spPr>
                  </p:pic>
                </p:oleObj>
              </mc:Fallback>
            </mc:AlternateContent>
          </a:graphicData>
        </a:graphic>
      </p:graphicFrame>
      <p:sp>
        <p:nvSpPr>
          <p:cNvPr id="12296" name="矩形 12295"/>
          <p:cNvSpPr/>
          <p:nvPr/>
        </p:nvSpPr>
        <p:spPr>
          <a:xfrm>
            <a:off x="0" y="3709988"/>
            <a:ext cx="9144000" cy="0"/>
          </a:xfrm>
          <a:prstGeom prst="rect">
            <a:avLst/>
          </a:prstGeom>
          <a:noFill/>
          <a:ln w="9525">
            <a:noFill/>
          </a:ln>
        </p:spPr>
        <p:txBody>
          <a:bodyPr/>
          <a:lstStyle/>
          <a:p>
            <a:endParaRPr lang="zh-CN" altLang="en-US"/>
          </a:p>
        </p:txBody>
      </p:sp>
      <p:graphicFrame>
        <p:nvGraphicFramePr>
          <p:cNvPr id="12297" name="对象 12296"/>
          <p:cNvGraphicFramePr/>
          <p:nvPr/>
        </p:nvGraphicFramePr>
        <p:xfrm>
          <a:off x="5878513" y="715963"/>
          <a:ext cx="2689225" cy="731837"/>
        </p:xfrm>
        <a:graphic>
          <a:graphicData uri="http://schemas.openxmlformats.org/presentationml/2006/ole">
            <mc:AlternateContent xmlns:mc="http://schemas.openxmlformats.org/markup-compatibility/2006">
              <mc:Choice xmlns:v="urn:schemas-microsoft-com:vml" Requires="v">
                <p:oleObj r:id="rId4" imgW="1016000" imgH="279400" progId="Equation.DSMT4">
                  <p:embed/>
                </p:oleObj>
              </mc:Choice>
              <mc:Fallback>
                <p:oleObj r:id="rId4" imgW="1016000" imgH="279400" progId="Equation.DSMT4">
                  <p:embed/>
                  <p:pic>
                    <p:nvPicPr>
                      <p:cNvPr id="0" name="图片 3099"/>
                      <p:cNvPicPr/>
                      <p:nvPr/>
                    </p:nvPicPr>
                    <p:blipFill>
                      <a:blip r:embed="rId5"/>
                      <a:stretch>
                        <a:fillRect/>
                      </a:stretch>
                    </p:blipFill>
                    <p:spPr>
                      <a:xfrm>
                        <a:off x="5878513" y="715963"/>
                        <a:ext cx="2689225" cy="731837"/>
                      </a:xfrm>
                      <a:prstGeom prst="rect">
                        <a:avLst/>
                      </a:prstGeom>
                      <a:noFill/>
                      <a:ln w="38100">
                        <a:noFill/>
                        <a:miter/>
                      </a:ln>
                    </p:spPr>
                  </p:pic>
                </p:oleObj>
              </mc:Fallback>
            </mc:AlternateContent>
          </a:graphicData>
        </a:graphic>
      </p:graphicFrame>
      <p:sp>
        <p:nvSpPr>
          <p:cNvPr id="12298" name="文本框 12297"/>
          <p:cNvSpPr txBox="1"/>
          <p:nvPr/>
        </p:nvSpPr>
        <p:spPr>
          <a:xfrm>
            <a:off x="152400" y="1419225"/>
            <a:ext cx="2438400" cy="519113"/>
          </a:xfrm>
          <a:prstGeom prst="rect">
            <a:avLst/>
          </a:prstGeom>
          <a:noFill/>
          <a:ln w="9525">
            <a:noFill/>
          </a:ln>
        </p:spPr>
        <p:txBody>
          <a:bodyPr>
            <a:spAutoFit/>
          </a:bodyPr>
          <a:lstStyle/>
          <a:p>
            <a:pPr fontAlgn="ctr">
              <a:spcBef>
                <a:spcPct val="50000"/>
              </a:spcBef>
            </a:pPr>
            <a:r>
              <a:rPr lang="en-US" altLang="zh-CN" sz="2800" b="1">
                <a:latin typeface="楷体_GB2312" pitchFamily="49" charset="-122"/>
                <a:ea typeface="楷体_GB2312" pitchFamily="49" charset="-122"/>
              </a:rPr>
              <a:t>(1) </a:t>
            </a:r>
            <a:r>
              <a:rPr lang="zh-CN" altLang="en-US" sz="2800" b="1" dirty="0">
                <a:latin typeface="楷体_GB2312" pitchFamily="49" charset="-122"/>
                <a:ea typeface="楷体_GB2312" pitchFamily="49" charset="-122"/>
              </a:rPr>
              <a:t>计算</a:t>
            </a:r>
          </a:p>
        </p:txBody>
      </p:sp>
      <p:graphicFrame>
        <p:nvGraphicFramePr>
          <p:cNvPr id="12299" name="对象 12298"/>
          <p:cNvGraphicFramePr/>
          <p:nvPr/>
        </p:nvGraphicFramePr>
        <p:xfrm>
          <a:off x="1752600" y="1419225"/>
          <a:ext cx="1295400" cy="604838"/>
        </p:xfrm>
        <a:graphic>
          <a:graphicData uri="http://schemas.openxmlformats.org/presentationml/2006/ole">
            <mc:AlternateContent xmlns:mc="http://schemas.openxmlformats.org/markup-compatibility/2006">
              <mc:Choice xmlns:v="urn:schemas-microsoft-com:vml" Requires="v">
                <p:oleObj r:id="rId6" imgW="545465" imgH="203200" progId="Equation.3">
                  <p:embed/>
                </p:oleObj>
              </mc:Choice>
              <mc:Fallback>
                <p:oleObj r:id="rId6" imgW="545465" imgH="203200" progId="Equation.3">
                  <p:embed/>
                  <p:pic>
                    <p:nvPicPr>
                      <p:cNvPr id="0" name="图片 3098"/>
                      <p:cNvPicPr/>
                      <p:nvPr/>
                    </p:nvPicPr>
                    <p:blipFill>
                      <a:blip r:embed="rId7"/>
                      <a:stretch>
                        <a:fillRect/>
                      </a:stretch>
                    </p:blipFill>
                    <p:spPr>
                      <a:xfrm>
                        <a:off x="1752600" y="1419225"/>
                        <a:ext cx="1295400" cy="604838"/>
                      </a:xfrm>
                      <a:prstGeom prst="rect">
                        <a:avLst/>
                      </a:prstGeom>
                      <a:noFill/>
                      <a:ln w="38100">
                        <a:noFill/>
                        <a:miter/>
                      </a:ln>
                    </p:spPr>
                  </p:pic>
                </p:oleObj>
              </mc:Fallback>
            </mc:AlternateContent>
          </a:graphicData>
        </a:graphic>
      </p:graphicFrame>
      <p:sp>
        <p:nvSpPr>
          <p:cNvPr id="12300" name="矩形 12299"/>
          <p:cNvSpPr/>
          <p:nvPr/>
        </p:nvSpPr>
        <p:spPr>
          <a:xfrm>
            <a:off x="1371600" y="1947863"/>
            <a:ext cx="282575" cy="519112"/>
          </a:xfrm>
          <a:prstGeom prst="rect">
            <a:avLst/>
          </a:prstGeom>
          <a:noFill/>
          <a:ln w="9525">
            <a:noFill/>
          </a:ln>
        </p:spPr>
        <p:txBody>
          <a:bodyPr wrap="none" anchor="ctr" anchorCtr="0">
            <a:spAutoFit/>
          </a:bodyPr>
          <a:lstStyle/>
          <a:p>
            <a:r>
              <a:rPr lang="en-US" altLang="zh-CN" sz="2800" dirty="0">
                <a:latin typeface="Arial" panose="020B0604020202020204" pitchFamily="34" charset="0"/>
              </a:rPr>
              <a:t> </a:t>
            </a:r>
          </a:p>
        </p:txBody>
      </p:sp>
      <p:sp>
        <p:nvSpPr>
          <p:cNvPr id="12301" name="文本框 12300"/>
          <p:cNvSpPr txBox="1"/>
          <p:nvPr/>
        </p:nvSpPr>
        <p:spPr>
          <a:xfrm>
            <a:off x="0" y="2000250"/>
            <a:ext cx="1828800" cy="519113"/>
          </a:xfrm>
          <a:prstGeom prst="rect">
            <a:avLst/>
          </a:prstGeom>
          <a:noFill/>
          <a:ln w="9525">
            <a:noFill/>
          </a:ln>
        </p:spPr>
        <p:txBody>
          <a:bodyPr>
            <a:spAutoFit/>
          </a:bodyPr>
          <a:lstStyle/>
          <a:p>
            <a:pPr fontAlgn="ctr">
              <a:spcBef>
                <a:spcPct val="50000"/>
              </a:spcBef>
            </a:pPr>
            <a:r>
              <a:rPr lang="zh-CN" altLang="en-US" sz="2800" b="1" dirty="0">
                <a:latin typeface="楷体_GB2312" pitchFamily="49" charset="-122"/>
                <a:ea typeface="楷体_GB2312" pitchFamily="49" charset="-122"/>
              </a:rPr>
              <a:t>（</a:t>
            </a:r>
            <a:r>
              <a:rPr lang="en-US" altLang="zh-CN" sz="2800" b="1">
                <a:latin typeface="楷体_GB2312" pitchFamily="49" charset="-122"/>
                <a:ea typeface="楷体_GB2312" pitchFamily="49" charset="-122"/>
              </a:rPr>
              <a:t>2</a:t>
            </a:r>
            <a:r>
              <a:rPr lang="zh-CN" altLang="en-US" sz="2800" b="1" dirty="0">
                <a:latin typeface="楷体_GB2312" pitchFamily="49" charset="-122"/>
                <a:ea typeface="楷体_GB2312" pitchFamily="49" charset="-122"/>
              </a:rPr>
              <a:t>）计算</a:t>
            </a:r>
          </a:p>
        </p:txBody>
      </p:sp>
      <p:sp>
        <p:nvSpPr>
          <p:cNvPr id="12302" name="矩形 12301"/>
          <p:cNvSpPr/>
          <p:nvPr/>
        </p:nvSpPr>
        <p:spPr>
          <a:xfrm>
            <a:off x="0" y="0"/>
            <a:ext cx="9144000" cy="0"/>
          </a:xfrm>
          <a:prstGeom prst="rect">
            <a:avLst/>
          </a:prstGeom>
          <a:noFill/>
          <a:ln w="9525">
            <a:noFill/>
          </a:ln>
        </p:spPr>
        <p:txBody>
          <a:bodyPr/>
          <a:lstStyle/>
          <a:p>
            <a:endParaRPr lang="zh-CN" altLang="en-US"/>
          </a:p>
        </p:txBody>
      </p:sp>
      <p:graphicFrame>
        <p:nvGraphicFramePr>
          <p:cNvPr id="12303" name="对象 12302"/>
          <p:cNvGraphicFramePr/>
          <p:nvPr/>
        </p:nvGraphicFramePr>
        <p:xfrm>
          <a:off x="1752600" y="1924050"/>
          <a:ext cx="2057400" cy="650875"/>
        </p:xfrm>
        <a:graphic>
          <a:graphicData uri="http://schemas.openxmlformats.org/presentationml/2006/ole">
            <mc:AlternateContent xmlns:mc="http://schemas.openxmlformats.org/markup-compatibility/2006">
              <mc:Choice xmlns:v="urn:schemas-microsoft-com:vml" Requires="v">
                <p:oleObj r:id="rId8" imgW="723900" imgH="228600" progId="Equation.3">
                  <p:embed/>
                </p:oleObj>
              </mc:Choice>
              <mc:Fallback>
                <p:oleObj r:id="rId8" imgW="723900" imgH="228600" progId="Equation.3">
                  <p:embed/>
                  <p:pic>
                    <p:nvPicPr>
                      <p:cNvPr id="0" name="图片 3106"/>
                      <p:cNvPicPr/>
                      <p:nvPr/>
                    </p:nvPicPr>
                    <p:blipFill>
                      <a:blip r:embed="rId9"/>
                      <a:stretch>
                        <a:fillRect/>
                      </a:stretch>
                    </p:blipFill>
                    <p:spPr>
                      <a:xfrm>
                        <a:off x="1752600" y="1924050"/>
                        <a:ext cx="2057400" cy="650875"/>
                      </a:xfrm>
                      <a:prstGeom prst="rect">
                        <a:avLst/>
                      </a:prstGeom>
                      <a:noFill/>
                      <a:ln w="38100">
                        <a:noFill/>
                        <a:miter/>
                      </a:ln>
                    </p:spPr>
                  </p:pic>
                </p:oleObj>
              </mc:Fallback>
            </mc:AlternateContent>
          </a:graphicData>
        </a:graphic>
      </p:graphicFrame>
      <p:sp>
        <p:nvSpPr>
          <p:cNvPr id="12304" name="文本框 12303"/>
          <p:cNvSpPr txBox="1"/>
          <p:nvPr/>
        </p:nvSpPr>
        <p:spPr>
          <a:xfrm>
            <a:off x="762000" y="2500313"/>
            <a:ext cx="685800" cy="519112"/>
          </a:xfrm>
          <a:prstGeom prst="rect">
            <a:avLst/>
          </a:prstGeom>
          <a:noFill/>
          <a:ln w="9525">
            <a:noFill/>
          </a:ln>
        </p:spPr>
        <p:txBody>
          <a:bodyPr>
            <a:spAutoFit/>
          </a:bodyPr>
          <a:lstStyle/>
          <a:p>
            <a:pPr fontAlgn="ctr">
              <a:spcBef>
                <a:spcPct val="50000"/>
              </a:spcBef>
            </a:pPr>
            <a:r>
              <a:rPr lang="en-US" altLang="zh-CN" sz="2800">
                <a:latin typeface="楷体_GB2312" pitchFamily="49" charset="-122"/>
                <a:ea typeface="楷体_GB2312" pitchFamily="49" charset="-122"/>
              </a:rPr>
              <a:t>(1)</a:t>
            </a:r>
          </a:p>
        </p:txBody>
      </p:sp>
      <p:graphicFrame>
        <p:nvGraphicFramePr>
          <p:cNvPr id="12305" name="对象 12304"/>
          <p:cNvGraphicFramePr/>
          <p:nvPr/>
        </p:nvGraphicFramePr>
        <p:xfrm>
          <a:off x="609600" y="3048000"/>
          <a:ext cx="1219200" cy="569913"/>
        </p:xfrm>
        <a:graphic>
          <a:graphicData uri="http://schemas.openxmlformats.org/presentationml/2006/ole">
            <mc:AlternateContent xmlns:mc="http://schemas.openxmlformats.org/markup-compatibility/2006">
              <mc:Choice xmlns:v="urn:schemas-microsoft-com:vml" Requires="v">
                <p:oleObj r:id="rId10" imgW="545465" imgH="203200" progId="Equation.DSMT4">
                  <p:embed/>
                </p:oleObj>
              </mc:Choice>
              <mc:Fallback>
                <p:oleObj r:id="rId10" imgW="545465" imgH="203200" progId="Equation.DSMT4">
                  <p:embed/>
                  <p:pic>
                    <p:nvPicPr>
                      <p:cNvPr id="0" name="图片 3101"/>
                      <p:cNvPicPr/>
                      <p:nvPr/>
                    </p:nvPicPr>
                    <p:blipFill>
                      <a:blip r:embed="rId11"/>
                      <a:stretch>
                        <a:fillRect/>
                      </a:stretch>
                    </p:blipFill>
                    <p:spPr>
                      <a:xfrm>
                        <a:off x="609600" y="3048000"/>
                        <a:ext cx="1219200" cy="569913"/>
                      </a:xfrm>
                      <a:prstGeom prst="rect">
                        <a:avLst/>
                      </a:prstGeom>
                      <a:noFill/>
                      <a:ln w="38100">
                        <a:noFill/>
                        <a:miter/>
                      </a:ln>
                    </p:spPr>
                  </p:pic>
                </p:oleObj>
              </mc:Fallback>
            </mc:AlternateContent>
          </a:graphicData>
        </a:graphic>
      </p:graphicFrame>
      <p:sp>
        <p:nvSpPr>
          <p:cNvPr id="12306" name="矩形 12305"/>
          <p:cNvSpPr/>
          <p:nvPr/>
        </p:nvSpPr>
        <p:spPr>
          <a:xfrm>
            <a:off x="0" y="3709988"/>
            <a:ext cx="9144000" cy="0"/>
          </a:xfrm>
          <a:prstGeom prst="rect">
            <a:avLst/>
          </a:prstGeom>
          <a:noFill/>
          <a:ln w="9525">
            <a:noFill/>
          </a:ln>
        </p:spPr>
        <p:txBody>
          <a:bodyPr/>
          <a:lstStyle/>
          <a:p>
            <a:endParaRPr lang="zh-CN" altLang="en-US"/>
          </a:p>
        </p:txBody>
      </p:sp>
      <p:graphicFrame>
        <p:nvGraphicFramePr>
          <p:cNvPr id="12307" name="对象 12306"/>
          <p:cNvGraphicFramePr/>
          <p:nvPr/>
        </p:nvGraphicFramePr>
        <p:xfrm>
          <a:off x="1908175" y="2924175"/>
          <a:ext cx="4826000" cy="711200"/>
        </p:xfrm>
        <a:graphic>
          <a:graphicData uri="http://schemas.openxmlformats.org/presentationml/2006/ole">
            <mc:AlternateContent xmlns:mc="http://schemas.openxmlformats.org/markup-compatibility/2006">
              <mc:Choice xmlns:v="urn:schemas-microsoft-com:vml" Requires="v">
                <p:oleObj r:id="rId12" imgW="1866900" imgH="279400" progId="Equation.DSMT4">
                  <p:embed/>
                </p:oleObj>
              </mc:Choice>
              <mc:Fallback>
                <p:oleObj r:id="rId12" imgW="1866900" imgH="279400" progId="Equation.DSMT4">
                  <p:embed/>
                  <p:pic>
                    <p:nvPicPr>
                      <p:cNvPr id="0" name="图片 3105"/>
                      <p:cNvPicPr/>
                      <p:nvPr/>
                    </p:nvPicPr>
                    <p:blipFill>
                      <a:blip r:embed="rId13"/>
                      <a:stretch>
                        <a:fillRect/>
                      </a:stretch>
                    </p:blipFill>
                    <p:spPr>
                      <a:xfrm>
                        <a:off x="1908175" y="2924175"/>
                        <a:ext cx="4826000" cy="711200"/>
                      </a:xfrm>
                      <a:prstGeom prst="rect">
                        <a:avLst/>
                      </a:prstGeom>
                      <a:noFill/>
                      <a:ln w="38100">
                        <a:noFill/>
                        <a:miter/>
                      </a:ln>
                    </p:spPr>
                  </p:pic>
                </p:oleObj>
              </mc:Fallback>
            </mc:AlternateContent>
          </a:graphicData>
        </a:graphic>
      </p:graphicFrame>
      <p:sp>
        <p:nvSpPr>
          <p:cNvPr id="12308" name="矩形 12307"/>
          <p:cNvSpPr/>
          <p:nvPr/>
        </p:nvSpPr>
        <p:spPr>
          <a:xfrm>
            <a:off x="0" y="3579813"/>
            <a:ext cx="9144000" cy="0"/>
          </a:xfrm>
          <a:prstGeom prst="rect">
            <a:avLst/>
          </a:prstGeom>
          <a:noFill/>
          <a:ln w="9525">
            <a:noFill/>
          </a:ln>
        </p:spPr>
        <p:txBody>
          <a:bodyPr/>
          <a:lstStyle/>
          <a:p>
            <a:endParaRPr lang="zh-CN" altLang="en-US"/>
          </a:p>
        </p:txBody>
      </p:sp>
      <p:graphicFrame>
        <p:nvGraphicFramePr>
          <p:cNvPr id="12309" name="对象 12308"/>
          <p:cNvGraphicFramePr/>
          <p:nvPr/>
        </p:nvGraphicFramePr>
        <p:xfrm>
          <a:off x="1908175" y="3573463"/>
          <a:ext cx="4752975" cy="711200"/>
        </p:xfrm>
        <a:graphic>
          <a:graphicData uri="http://schemas.openxmlformats.org/presentationml/2006/ole">
            <mc:AlternateContent xmlns:mc="http://schemas.openxmlformats.org/markup-compatibility/2006">
              <mc:Choice xmlns:v="urn:schemas-microsoft-com:vml" Requires="v">
                <p:oleObj r:id="rId14" imgW="1841500" imgH="279400" progId="Equation.DSMT4">
                  <p:embed/>
                </p:oleObj>
              </mc:Choice>
              <mc:Fallback>
                <p:oleObj r:id="rId14" imgW="1841500" imgH="279400" progId="Equation.DSMT4">
                  <p:embed/>
                  <p:pic>
                    <p:nvPicPr>
                      <p:cNvPr id="0" name="图片 3100"/>
                      <p:cNvPicPr/>
                      <p:nvPr/>
                    </p:nvPicPr>
                    <p:blipFill>
                      <a:blip r:embed="rId15"/>
                      <a:stretch>
                        <a:fillRect/>
                      </a:stretch>
                    </p:blipFill>
                    <p:spPr>
                      <a:xfrm>
                        <a:off x="1908175" y="3573463"/>
                        <a:ext cx="4752975" cy="711200"/>
                      </a:xfrm>
                      <a:prstGeom prst="rect">
                        <a:avLst/>
                      </a:prstGeom>
                      <a:noFill/>
                      <a:ln w="38100">
                        <a:noFill/>
                        <a:miter/>
                      </a:ln>
                    </p:spPr>
                  </p:pic>
                </p:oleObj>
              </mc:Fallback>
            </mc:AlternateContent>
          </a:graphicData>
        </a:graphic>
      </p:graphicFrame>
      <p:sp>
        <p:nvSpPr>
          <p:cNvPr id="12310" name="矩形 12309"/>
          <p:cNvSpPr/>
          <p:nvPr/>
        </p:nvSpPr>
        <p:spPr>
          <a:xfrm>
            <a:off x="0" y="3709988"/>
            <a:ext cx="9144000" cy="0"/>
          </a:xfrm>
          <a:prstGeom prst="rect">
            <a:avLst/>
          </a:prstGeom>
          <a:noFill/>
          <a:ln w="9525">
            <a:noFill/>
          </a:ln>
        </p:spPr>
        <p:txBody>
          <a:bodyPr/>
          <a:lstStyle/>
          <a:p>
            <a:endParaRPr lang="zh-CN" altLang="en-US"/>
          </a:p>
        </p:txBody>
      </p:sp>
      <p:graphicFrame>
        <p:nvGraphicFramePr>
          <p:cNvPr id="12311" name="对象 12310"/>
          <p:cNvGraphicFramePr/>
          <p:nvPr/>
        </p:nvGraphicFramePr>
        <p:xfrm>
          <a:off x="1908175" y="4221163"/>
          <a:ext cx="2406650" cy="714375"/>
        </p:xfrm>
        <a:graphic>
          <a:graphicData uri="http://schemas.openxmlformats.org/presentationml/2006/ole">
            <mc:AlternateContent xmlns:mc="http://schemas.openxmlformats.org/markup-compatibility/2006">
              <mc:Choice xmlns:v="urn:schemas-microsoft-com:vml" Requires="v">
                <p:oleObj r:id="rId16" imgW="927100" imgH="279400" progId="Equation.DSMT4">
                  <p:embed/>
                </p:oleObj>
              </mc:Choice>
              <mc:Fallback>
                <p:oleObj r:id="rId16" imgW="927100" imgH="279400" progId="Equation.DSMT4">
                  <p:embed/>
                  <p:pic>
                    <p:nvPicPr>
                      <p:cNvPr id="0" name="图片 3102"/>
                      <p:cNvPicPr/>
                      <p:nvPr/>
                    </p:nvPicPr>
                    <p:blipFill>
                      <a:blip r:embed="rId17"/>
                      <a:stretch>
                        <a:fillRect/>
                      </a:stretch>
                    </p:blipFill>
                    <p:spPr>
                      <a:xfrm>
                        <a:off x="1908175" y="4221163"/>
                        <a:ext cx="2406650" cy="71437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wipe(left)">
                                      <p:cBhvr>
                                        <p:cTn id="7" dur="1000"/>
                                        <p:tgtEl>
                                          <p:spTgt spid="12293"/>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transition="in" filter="wipe(down)">
                                      <p:cBhvr>
                                        <p:cTn id="12" dur="580">
                                          <p:stCondLst>
                                            <p:cond delay="0"/>
                                          </p:stCondLst>
                                        </p:cTn>
                                        <p:tgtEl>
                                          <p:spTgt spid="12290"/>
                                        </p:tgtEl>
                                      </p:cBhvr>
                                    </p:animEffect>
                                    <p:anim calcmode="lin" valueType="num">
                                      <p:cBhvr>
                                        <p:cTn id="13" dur="1822" tmFilter="0,0; 0.14,0.36; 0.43,0.73; 0.71,0.91; 1.0,1.0">
                                          <p:stCondLst>
                                            <p:cond delay="0"/>
                                          </p:stCondLst>
                                        </p:cTn>
                                        <p:tgtEl>
                                          <p:spTgt spid="12290"/>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12290"/>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12290"/>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12290"/>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12290"/>
                                        </p:tgtEl>
                                        <p:attrNameLst>
                                          <p:attrName>ppt_y</p:attrName>
                                        </p:attrNameLst>
                                      </p:cBhvr>
                                      <p:tavLst>
                                        <p:tav tm="0" fmla="#ppt_y-sin(pi*$)/81">
                                          <p:val>
                                            <p:fltVal val="0"/>
                                          </p:val>
                                        </p:tav>
                                        <p:tav tm="100000">
                                          <p:val>
                                            <p:fltVal val="1"/>
                                          </p:val>
                                        </p:tav>
                                      </p:tavLst>
                                    </p:anim>
                                    <p:animScale>
                                      <p:cBhvr>
                                        <p:cTn id="18" dur="26">
                                          <p:stCondLst>
                                            <p:cond delay="650"/>
                                          </p:stCondLst>
                                        </p:cTn>
                                        <p:tgtEl>
                                          <p:spTgt spid="12290"/>
                                        </p:tgtEl>
                                      </p:cBhvr>
                                      <p:to x="100000" y="60000"/>
                                    </p:animScale>
                                    <p:animScale>
                                      <p:cBhvr>
                                        <p:cTn id="19" dur="166" decel="50000">
                                          <p:stCondLst>
                                            <p:cond delay="676"/>
                                          </p:stCondLst>
                                        </p:cTn>
                                        <p:tgtEl>
                                          <p:spTgt spid="12290"/>
                                        </p:tgtEl>
                                      </p:cBhvr>
                                      <p:to x="100000" y="100000"/>
                                    </p:animScale>
                                    <p:animScale>
                                      <p:cBhvr>
                                        <p:cTn id="20" dur="26">
                                          <p:stCondLst>
                                            <p:cond delay="1312"/>
                                          </p:stCondLst>
                                        </p:cTn>
                                        <p:tgtEl>
                                          <p:spTgt spid="12290"/>
                                        </p:tgtEl>
                                      </p:cBhvr>
                                      <p:to x="100000" y="80000"/>
                                    </p:animScale>
                                    <p:animScale>
                                      <p:cBhvr>
                                        <p:cTn id="21" dur="166" decel="50000">
                                          <p:stCondLst>
                                            <p:cond delay="1338"/>
                                          </p:stCondLst>
                                        </p:cTn>
                                        <p:tgtEl>
                                          <p:spTgt spid="12290"/>
                                        </p:tgtEl>
                                      </p:cBhvr>
                                      <p:to x="100000" y="100000"/>
                                    </p:animScale>
                                    <p:animScale>
                                      <p:cBhvr>
                                        <p:cTn id="22" dur="26">
                                          <p:stCondLst>
                                            <p:cond delay="1642"/>
                                          </p:stCondLst>
                                        </p:cTn>
                                        <p:tgtEl>
                                          <p:spTgt spid="12290"/>
                                        </p:tgtEl>
                                      </p:cBhvr>
                                      <p:to x="100000" y="90000"/>
                                    </p:animScale>
                                    <p:animScale>
                                      <p:cBhvr>
                                        <p:cTn id="23" dur="166" decel="50000">
                                          <p:stCondLst>
                                            <p:cond delay="1668"/>
                                          </p:stCondLst>
                                        </p:cTn>
                                        <p:tgtEl>
                                          <p:spTgt spid="12290"/>
                                        </p:tgtEl>
                                      </p:cBhvr>
                                      <p:to x="100000" y="100000"/>
                                    </p:animScale>
                                    <p:animScale>
                                      <p:cBhvr>
                                        <p:cTn id="24" dur="26">
                                          <p:stCondLst>
                                            <p:cond delay="1808"/>
                                          </p:stCondLst>
                                        </p:cTn>
                                        <p:tgtEl>
                                          <p:spTgt spid="12290"/>
                                        </p:tgtEl>
                                      </p:cBhvr>
                                      <p:to x="100000" y="95000"/>
                                    </p:animScale>
                                    <p:animScale>
                                      <p:cBhvr>
                                        <p:cTn id="25" dur="166" decel="50000">
                                          <p:stCondLst>
                                            <p:cond delay="1834"/>
                                          </p:stCondLst>
                                        </p:cTn>
                                        <p:tgtEl>
                                          <p:spTgt spid="12290"/>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2291">
                                            <p:txEl>
                                              <p:pRg st="0" end="0"/>
                                            </p:txEl>
                                          </p:spTgt>
                                        </p:tgtEl>
                                        <p:attrNameLst>
                                          <p:attrName>style.visibility</p:attrName>
                                        </p:attrNameLst>
                                      </p:cBhvr>
                                      <p:to>
                                        <p:strVal val="visible"/>
                                      </p:to>
                                    </p:set>
                                    <p:animEffect transition="in" filter="wipe(left)">
                                      <p:cBhvr>
                                        <p:cTn id="30" dur="500"/>
                                        <p:tgtEl>
                                          <p:spTgt spid="12291">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12295"/>
                                        </p:tgtEl>
                                        <p:attrNameLst>
                                          <p:attrName>style.visibility</p:attrName>
                                        </p:attrNameLst>
                                      </p:cBhvr>
                                      <p:to>
                                        <p:strVal val="visible"/>
                                      </p:to>
                                    </p:set>
                                    <p:anim calcmode="lin" valueType="num">
                                      <p:cBhvr additive="base">
                                        <p:cTn id="35" dur="500" fill="hold"/>
                                        <p:tgtEl>
                                          <p:spTgt spid="12295"/>
                                        </p:tgtEl>
                                        <p:attrNameLst>
                                          <p:attrName>ppt_x</p:attrName>
                                        </p:attrNameLst>
                                      </p:cBhvr>
                                      <p:tavLst>
                                        <p:tav tm="0">
                                          <p:val>
                                            <p:strVal val="0-#ppt_w/2"/>
                                          </p:val>
                                        </p:tav>
                                        <p:tav tm="100000">
                                          <p:val>
                                            <p:strVal val="#ppt_x"/>
                                          </p:val>
                                        </p:tav>
                                      </p:tavLst>
                                    </p:anim>
                                    <p:anim calcmode="lin" valueType="num">
                                      <p:cBhvr additive="base">
                                        <p:cTn id="36" dur="500" fill="hold"/>
                                        <p:tgtEl>
                                          <p:spTgt spid="12295"/>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2297"/>
                                        </p:tgtEl>
                                        <p:attrNameLst>
                                          <p:attrName>style.visibility</p:attrName>
                                        </p:attrNameLst>
                                      </p:cBhvr>
                                      <p:to>
                                        <p:strVal val="visible"/>
                                      </p:to>
                                    </p:set>
                                    <p:animEffect transition="in" filter="wipe(left)">
                                      <p:cBhvr>
                                        <p:cTn id="41" dur="500"/>
                                        <p:tgtEl>
                                          <p:spTgt spid="1229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2298"/>
                                        </p:tgtEl>
                                        <p:attrNameLst>
                                          <p:attrName>style.visibility</p:attrName>
                                        </p:attrNameLst>
                                      </p:cBhvr>
                                      <p:to>
                                        <p:strVal val="visible"/>
                                      </p:to>
                                    </p:set>
                                    <p:animEffect transition="in" filter="wipe(left)">
                                      <p:cBhvr>
                                        <p:cTn id="46" dur="500"/>
                                        <p:tgtEl>
                                          <p:spTgt spid="12298"/>
                                        </p:tgtEl>
                                      </p:cBhvr>
                                    </p:animEffect>
                                  </p:childTnLst>
                                </p:cTn>
                              </p:par>
                            </p:childTnLst>
                          </p:cTn>
                        </p:par>
                      </p:childTnLst>
                    </p:cTn>
                  </p:par>
                  <p:par>
                    <p:cTn id="47" fill="hold">
                      <p:stCondLst>
                        <p:cond delay="indefinite"/>
                      </p:stCondLst>
                      <p:childTnLst>
                        <p:par>
                          <p:cTn id="48" fill="hold">
                            <p:stCondLst>
                              <p:cond delay="0"/>
                            </p:stCondLst>
                            <p:childTnLst>
                              <p:par>
                                <p:cTn id="49" presetID="4" presetClass="entr" presetSubtype="16" fill="hold" nodeType="clickEffect">
                                  <p:stCondLst>
                                    <p:cond delay="0"/>
                                  </p:stCondLst>
                                  <p:childTnLst>
                                    <p:set>
                                      <p:cBhvr>
                                        <p:cTn id="50" dur="1" fill="hold">
                                          <p:stCondLst>
                                            <p:cond delay="0"/>
                                          </p:stCondLst>
                                        </p:cTn>
                                        <p:tgtEl>
                                          <p:spTgt spid="12299"/>
                                        </p:tgtEl>
                                        <p:attrNameLst>
                                          <p:attrName>style.visibility</p:attrName>
                                        </p:attrNameLst>
                                      </p:cBhvr>
                                      <p:to>
                                        <p:strVal val="visible"/>
                                      </p:to>
                                    </p:set>
                                    <p:animEffect transition="in" filter="box(in)">
                                      <p:cBhvr>
                                        <p:cTn id="51" dur="1000"/>
                                        <p:tgtEl>
                                          <p:spTgt spid="12299"/>
                                        </p:tgtEl>
                                      </p:cBhvr>
                                    </p:animEffect>
                                  </p:childTnLst>
                                </p:cTn>
                              </p:par>
                            </p:childTnLst>
                          </p:cTn>
                        </p:par>
                      </p:childTnLst>
                    </p:cTn>
                  </p:par>
                  <p:par>
                    <p:cTn id="52" fill="hold">
                      <p:stCondLst>
                        <p:cond delay="indefinite"/>
                      </p:stCondLst>
                      <p:childTnLst>
                        <p:par>
                          <p:cTn id="53" fill="hold">
                            <p:stCondLst>
                              <p:cond delay="0"/>
                            </p:stCondLst>
                            <p:childTnLst>
                              <p:par>
                                <p:cTn id="54" presetID="27" presetClass="entr" presetSubtype="0" fill="hold" grpId="0" nodeType="clickEffect">
                                  <p:stCondLst>
                                    <p:cond delay="0"/>
                                  </p:stCondLst>
                                  <p:iterate type="lt">
                                    <p:tmPct val="50000"/>
                                  </p:iterate>
                                  <p:childTnLst>
                                    <p:set>
                                      <p:cBhvr>
                                        <p:cTn id="55" dur="1" fill="hold">
                                          <p:stCondLst>
                                            <p:cond delay="0"/>
                                          </p:stCondLst>
                                        </p:cTn>
                                        <p:tgtEl>
                                          <p:spTgt spid="12301"/>
                                        </p:tgtEl>
                                        <p:attrNameLst>
                                          <p:attrName>style.visibility</p:attrName>
                                        </p:attrNameLst>
                                      </p:cBhvr>
                                      <p:to>
                                        <p:strVal val="visible"/>
                                      </p:to>
                                    </p:set>
                                    <p:anim calcmode="discrete" valueType="clr">
                                      <p:cBhvr override="childStyle">
                                        <p:cTn id="56" dur="80"/>
                                        <p:tgtEl>
                                          <p:spTgt spid="12301"/>
                                        </p:tgtEl>
                                        <p:attrNameLst>
                                          <p:attrName>style.color</p:attrName>
                                        </p:attrNameLst>
                                      </p:cBhvr>
                                      <p:tavLst>
                                        <p:tav tm="0">
                                          <p:val>
                                            <p:clrVal>
                                              <a:schemeClr val="accent2"/>
                                            </p:clrVal>
                                          </p:val>
                                        </p:tav>
                                        <p:tav tm="50000">
                                          <p:val>
                                            <p:clrVal>
                                              <a:schemeClr val="hlink"/>
                                            </p:clrVal>
                                          </p:val>
                                        </p:tav>
                                      </p:tavLst>
                                    </p:anim>
                                    <p:anim calcmode="discrete" valueType="clr">
                                      <p:cBhvr>
                                        <p:cTn id="57" dur="80"/>
                                        <p:tgtEl>
                                          <p:spTgt spid="12301"/>
                                        </p:tgtEl>
                                        <p:attrNameLst>
                                          <p:attrName>fillcolor</p:attrName>
                                        </p:attrNameLst>
                                      </p:cBhvr>
                                      <p:tavLst>
                                        <p:tav tm="0">
                                          <p:val>
                                            <p:clrVal>
                                              <a:schemeClr val="accent2"/>
                                            </p:clrVal>
                                          </p:val>
                                        </p:tav>
                                        <p:tav tm="50000">
                                          <p:val>
                                            <p:clrVal>
                                              <a:schemeClr val="hlink"/>
                                            </p:clrVal>
                                          </p:val>
                                        </p:tav>
                                      </p:tavLst>
                                    </p:anim>
                                    <p:set>
                                      <p:cBhvr>
                                        <p:cTn id="58" dur="80"/>
                                        <p:tgtEl>
                                          <p:spTgt spid="12301"/>
                                        </p:tgtEl>
                                        <p:attrNameLst>
                                          <p:attrName>fill.type</p:attrName>
                                        </p:attrNameLst>
                                      </p:cBhvr>
                                      <p:to>
                                        <p:strVal val="solid"/>
                                      </p:to>
                                    </p:set>
                                  </p:childTnLst>
                                </p:cTn>
                              </p:par>
                            </p:childTnLst>
                          </p:cTn>
                        </p:par>
                      </p:childTnLst>
                    </p:cTn>
                  </p:par>
                  <p:par>
                    <p:cTn id="59" fill="hold">
                      <p:stCondLst>
                        <p:cond delay="indefinite"/>
                      </p:stCondLst>
                      <p:childTnLst>
                        <p:par>
                          <p:cTn id="60" fill="hold">
                            <p:stCondLst>
                              <p:cond delay="0"/>
                            </p:stCondLst>
                            <p:childTnLst>
                              <p:par>
                                <p:cTn id="61" presetID="5" presetClass="entr" presetSubtype="10" fill="hold" nodeType="clickEffect">
                                  <p:stCondLst>
                                    <p:cond delay="0"/>
                                  </p:stCondLst>
                                  <p:childTnLst>
                                    <p:set>
                                      <p:cBhvr>
                                        <p:cTn id="62" dur="1" fill="hold">
                                          <p:stCondLst>
                                            <p:cond delay="0"/>
                                          </p:stCondLst>
                                        </p:cTn>
                                        <p:tgtEl>
                                          <p:spTgt spid="12303"/>
                                        </p:tgtEl>
                                        <p:attrNameLst>
                                          <p:attrName>style.visibility</p:attrName>
                                        </p:attrNameLst>
                                      </p:cBhvr>
                                      <p:to>
                                        <p:strVal val="visible"/>
                                      </p:to>
                                    </p:set>
                                    <p:animEffect transition="in" filter="checkerboard(across)">
                                      <p:cBhvr>
                                        <p:cTn id="63" dur="500"/>
                                        <p:tgtEl>
                                          <p:spTgt spid="12303"/>
                                        </p:tgtEl>
                                      </p:cBhvr>
                                    </p:animEffect>
                                  </p:childTnLst>
                                </p:cTn>
                              </p:par>
                            </p:childTnLst>
                          </p:cTn>
                        </p:par>
                      </p:childTnLst>
                    </p:cTn>
                  </p:par>
                  <p:par>
                    <p:cTn id="64" fill="hold">
                      <p:stCondLst>
                        <p:cond delay="indefinite"/>
                      </p:stCondLst>
                      <p:childTnLst>
                        <p:par>
                          <p:cTn id="65" fill="hold">
                            <p:stCondLst>
                              <p:cond delay="0"/>
                            </p:stCondLst>
                            <p:childTnLst>
                              <p:par>
                                <p:cTn id="66" presetID="26" presetClass="entr" presetSubtype="0" fill="hold" grpId="0" nodeType="clickEffect">
                                  <p:stCondLst>
                                    <p:cond delay="0"/>
                                  </p:stCondLst>
                                  <p:childTnLst>
                                    <p:set>
                                      <p:cBhvr>
                                        <p:cTn id="67" dur="1" fill="hold">
                                          <p:stCondLst>
                                            <p:cond delay="0"/>
                                          </p:stCondLst>
                                        </p:cTn>
                                        <p:tgtEl>
                                          <p:spTgt spid="12292"/>
                                        </p:tgtEl>
                                        <p:attrNameLst>
                                          <p:attrName>style.visibility</p:attrName>
                                        </p:attrNameLst>
                                      </p:cBhvr>
                                      <p:to>
                                        <p:strVal val="visible"/>
                                      </p:to>
                                    </p:set>
                                    <p:animEffect transition="in" filter="wipe(down)">
                                      <p:cBhvr>
                                        <p:cTn id="68" dur="580">
                                          <p:stCondLst>
                                            <p:cond delay="0"/>
                                          </p:stCondLst>
                                        </p:cTn>
                                        <p:tgtEl>
                                          <p:spTgt spid="12292"/>
                                        </p:tgtEl>
                                      </p:cBhvr>
                                    </p:animEffect>
                                    <p:anim calcmode="lin" valueType="num">
                                      <p:cBhvr>
                                        <p:cTn id="69" dur="1822" tmFilter="0,0; 0.14,0.36; 0.43,0.73; 0.71,0.91; 1.0,1.0">
                                          <p:stCondLst>
                                            <p:cond delay="0"/>
                                          </p:stCondLst>
                                        </p:cTn>
                                        <p:tgtEl>
                                          <p:spTgt spid="12292"/>
                                        </p:tgtEl>
                                        <p:attrNameLst>
                                          <p:attrName>ppt_x</p:attrName>
                                        </p:attrNameLst>
                                      </p:cBhvr>
                                      <p:tavLst>
                                        <p:tav tm="0">
                                          <p:val>
                                            <p:strVal val="#ppt_x-0.25"/>
                                          </p:val>
                                        </p:tav>
                                        <p:tav tm="100000">
                                          <p:val>
                                            <p:strVal val="#ppt_x"/>
                                          </p:val>
                                        </p:tav>
                                      </p:tavLst>
                                    </p:anim>
                                    <p:anim calcmode="lin" valueType="num">
                                      <p:cBhvr>
                                        <p:cTn id="70" dur="664" tmFilter="0.0,0.0; 0.25,0.07; 0.50,0.2; 0.75,0.467; 1.0,1.0">
                                          <p:stCondLst>
                                            <p:cond delay="0"/>
                                          </p:stCondLst>
                                        </p:cTn>
                                        <p:tgtEl>
                                          <p:spTgt spid="12292"/>
                                        </p:tgtEl>
                                        <p:attrNameLst>
                                          <p:attrName>ppt_y</p:attrName>
                                        </p:attrNameLst>
                                      </p:cBhvr>
                                      <p:tavLst>
                                        <p:tav tm="0" fmla="#ppt_y-sin(pi*$)/3">
                                          <p:val>
                                            <p:fltVal val="0.5"/>
                                          </p:val>
                                        </p:tav>
                                        <p:tav tm="100000">
                                          <p:val>
                                            <p:fltVal val="1"/>
                                          </p:val>
                                        </p:tav>
                                      </p:tavLst>
                                    </p:anim>
                                    <p:anim calcmode="lin" valueType="num">
                                      <p:cBhvr>
                                        <p:cTn id="71" dur="664" tmFilter="0, 0; 0.125,0.2665; 0.25,0.4; 0.375,0.465; 0.5,0.5;  0.625,0.535; 0.75,0.6; 0.875,0.7335; 1,1">
                                          <p:stCondLst>
                                            <p:cond delay="664"/>
                                          </p:stCondLst>
                                        </p:cTn>
                                        <p:tgtEl>
                                          <p:spTgt spid="12292"/>
                                        </p:tgtEl>
                                        <p:attrNameLst>
                                          <p:attrName>ppt_y</p:attrName>
                                        </p:attrNameLst>
                                      </p:cBhvr>
                                      <p:tavLst>
                                        <p:tav tm="0" fmla="#ppt_y-sin(pi*$)/9">
                                          <p:val>
                                            <p:fltVal val="0"/>
                                          </p:val>
                                        </p:tav>
                                        <p:tav tm="100000">
                                          <p:val>
                                            <p:fltVal val="1"/>
                                          </p:val>
                                        </p:tav>
                                      </p:tavLst>
                                    </p:anim>
                                    <p:anim calcmode="lin" valueType="num">
                                      <p:cBhvr>
                                        <p:cTn id="72" dur="332" tmFilter="0, 0; 0.125,0.2665; 0.25,0.4; 0.375,0.465; 0.5,0.5;  0.625,0.535; 0.75,0.6; 0.875,0.7335; 1,1">
                                          <p:stCondLst>
                                            <p:cond delay="1324"/>
                                          </p:stCondLst>
                                        </p:cTn>
                                        <p:tgtEl>
                                          <p:spTgt spid="12292"/>
                                        </p:tgtEl>
                                        <p:attrNameLst>
                                          <p:attrName>ppt_y</p:attrName>
                                        </p:attrNameLst>
                                      </p:cBhvr>
                                      <p:tavLst>
                                        <p:tav tm="0" fmla="#ppt_y-sin(pi*$)/27">
                                          <p:val>
                                            <p:fltVal val="0"/>
                                          </p:val>
                                        </p:tav>
                                        <p:tav tm="100000">
                                          <p:val>
                                            <p:fltVal val="1"/>
                                          </p:val>
                                        </p:tav>
                                      </p:tavLst>
                                    </p:anim>
                                    <p:anim calcmode="lin" valueType="num">
                                      <p:cBhvr>
                                        <p:cTn id="73" dur="164" tmFilter="0, 0; 0.125,0.2665; 0.25,0.4; 0.375,0.465; 0.5,0.5;  0.625,0.535; 0.75,0.6; 0.875,0.7335; 1,1">
                                          <p:stCondLst>
                                            <p:cond delay="1656"/>
                                          </p:stCondLst>
                                        </p:cTn>
                                        <p:tgtEl>
                                          <p:spTgt spid="12292"/>
                                        </p:tgtEl>
                                        <p:attrNameLst>
                                          <p:attrName>ppt_y</p:attrName>
                                        </p:attrNameLst>
                                      </p:cBhvr>
                                      <p:tavLst>
                                        <p:tav tm="0" fmla="#ppt_y-sin(pi*$)/81">
                                          <p:val>
                                            <p:fltVal val="0"/>
                                          </p:val>
                                        </p:tav>
                                        <p:tav tm="100000">
                                          <p:val>
                                            <p:fltVal val="1"/>
                                          </p:val>
                                        </p:tav>
                                      </p:tavLst>
                                    </p:anim>
                                    <p:animScale>
                                      <p:cBhvr>
                                        <p:cTn id="74" dur="26">
                                          <p:stCondLst>
                                            <p:cond delay="650"/>
                                          </p:stCondLst>
                                        </p:cTn>
                                        <p:tgtEl>
                                          <p:spTgt spid="12292"/>
                                        </p:tgtEl>
                                      </p:cBhvr>
                                      <p:to x="100000" y="60000"/>
                                    </p:animScale>
                                    <p:animScale>
                                      <p:cBhvr>
                                        <p:cTn id="75" dur="166" decel="50000">
                                          <p:stCondLst>
                                            <p:cond delay="676"/>
                                          </p:stCondLst>
                                        </p:cTn>
                                        <p:tgtEl>
                                          <p:spTgt spid="12292"/>
                                        </p:tgtEl>
                                      </p:cBhvr>
                                      <p:to x="100000" y="100000"/>
                                    </p:animScale>
                                    <p:animScale>
                                      <p:cBhvr>
                                        <p:cTn id="76" dur="26">
                                          <p:stCondLst>
                                            <p:cond delay="1312"/>
                                          </p:stCondLst>
                                        </p:cTn>
                                        <p:tgtEl>
                                          <p:spTgt spid="12292"/>
                                        </p:tgtEl>
                                      </p:cBhvr>
                                      <p:to x="100000" y="80000"/>
                                    </p:animScale>
                                    <p:animScale>
                                      <p:cBhvr>
                                        <p:cTn id="77" dur="166" decel="50000">
                                          <p:stCondLst>
                                            <p:cond delay="1338"/>
                                          </p:stCondLst>
                                        </p:cTn>
                                        <p:tgtEl>
                                          <p:spTgt spid="12292"/>
                                        </p:tgtEl>
                                      </p:cBhvr>
                                      <p:to x="100000" y="100000"/>
                                    </p:animScale>
                                    <p:animScale>
                                      <p:cBhvr>
                                        <p:cTn id="78" dur="26">
                                          <p:stCondLst>
                                            <p:cond delay="1642"/>
                                          </p:stCondLst>
                                        </p:cTn>
                                        <p:tgtEl>
                                          <p:spTgt spid="12292"/>
                                        </p:tgtEl>
                                      </p:cBhvr>
                                      <p:to x="100000" y="90000"/>
                                    </p:animScale>
                                    <p:animScale>
                                      <p:cBhvr>
                                        <p:cTn id="79" dur="166" decel="50000">
                                          <p:stCondLst>
                                            <p:cond delay="1668"/>
                                          </p:stCondLst>
                                        </p:cTn>
                                        <p:tgtEl>
                                          <p:spTgt spid="12292"/>
                                        </p:tgtEl>
                                      </p:cBhvr>
                                      <p:to x="100000" y="100000"/>
                                    </p:animScale>
                                    <p:animScale>
                                      <p:cBhvr>
                                        <p:cTn id="80" dur="26">
                                          <p:stCondLst>
                                            <p:cond delay="1808"/>
                                          </p:stCondLst>
                                        </p:cTn>
                                        <p:tgtEl>
                                          <p:spTgt spid="12292"/>
                                        </p:tgtEl>
                                      </p:cBhvr>
                                      <p:to x="100000" y="95000"/>
                                    </p:animScale>
                                    <p:animScale>
                                      <p:cBhvr>
                                        <p:cTn id="81" dur="166" decel="50000">
                                          <p:stCondLst>
                                            <p:cond delay="1834"/>
                                          </p:stCondLst>
                                        </p:cTn>
                                        <p:tgtEl>
                                          <p:spTgt spid="12292"/>
                                        </p:tgtEl>
                                      </p:cBhvr>
                                      <p:to x="100000" y="100000"/>
                                    </p:animScale>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grpId="0" nodeType="clickEffect">
                                  <p:stCondLst>
                                    <p:cond delay="0"/>
                                  </p:stCondLst>
                                  <p:childTnLst>
                                    <p:set>
                                      <p:cBhvr>
                                        <p:cTn id="85" dur="1" fill="hold">
                                          <p:stCondLst>
                                            <p:cond delay="0"/>
                                          </p:stCondLst>
                                        </p:cTn>
                                        <p:tgtEl>
                                          <p:spTgt spid="12304"/>
                                        </p:tgtEl>
                                        <p:attrNameLst>
                                          <p:attrName>style.visibility</p:attrName>
                                        </p:attrNameLst>
                                      </p:cBhvr>
                                      <p:to>
                                        <p:strVal val="visible"/>
                                      </p:to>
                                    </p:set>
                                    <p:animEffect transition="in" filter="wipe(down)">
                                      <p:cBhvr>
                                        <p:cTn id="86" dur="500"/>
                                        <p:tgtEl>
                                          <p:spTgt spid="1230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12305"/>
                                        </p:tgtEl>
                                        <p:attrNameLst>
                                          <p:attrName>style.visibility</p:attrName>
                                        </p:attrNameLst>
                                      </p:cBhvr>
                                      <p:to>
                                        <p:strVal val="visible"/>
                                      </p:to>
                                    </p:set>
                                    <p:animEffect transition="in" filter="wipe(left)">
                                      <p:cBhvr>
                                        <p:cTn id="91" dur="500"/>
                                        <p:tgtEl>
                                          <p:spTgt spid="12305"/>
                                        </p:tgtEl>
                                      </p:cBhvr>
                                    </p:animEffect>
                                  </p:childTnLst>
                                </p:cTn>
                              </p:par>
                            </p:childTnLst>
                          </p:cTn>
                        </p:par>
                      </p:childTnLst>
                    </p:cTn>
                  </p:par>
                  <p:par>
                    <p:cTn id="92" fill="hold">
                      <p:stCondLst>
                        <p:cond delay="indefinite"/>
                      </p:stCondLst>
                      <p:childTnLst>
                        <p:par>
                          <p:cTn id="93" fill="hold">
                            <p:stCondLst>
                              <p:cond delay="0"/>
                            </p:stCondLst>
                            <p:childTnLst>
                              <p:par>
                                <p:cTn id="94" presetID="2" presetClass="entr" presetSubtype="2" fill="hold" nodeType="clickEffect">
                                  <p:stCondLst>
                                    <p:cond delay="0"/>
                                  </p:stCondLst>
                                  <p:childTnLst>
                                    <p:set>
                                      <p:cBhvr>
                                        <p:cTn id="95" dur="1" fill="hold">
                                          <p:stCondLst>
                                            <p:cond delay="0"/>
                                          </p:stCondLst>
                                        </p:cTn>
                                        <p:tgtEl>
                                          <p:spTgt spid="12307"/>
                                        </p:tgtEl>
                                        <p:attrNameLst>
                                          <p:attrName>style.visibility</p:attrName>
                                        </p:attrNameLst>
                                      </p:cBhvr>
                                      <p:to>
                                        <p:strVal val="visible"/>
                                      </p:to>
                                    </p:set>
                                    <p:anim calcmode="lin" valueType="num">
                                      <p:cBhvr additive="base">
                                        <p:cTn id="96" dur="2000" fill="hold"/>
                                        <p:tgtEl>
                                          <p:spTgt spid="12307"/>
                                        </p:tgtEl>
                                        <p:attrNameLst>
                                          <p:attrName>ppt_x</p:attrName>
                                        </p:attrNameLst>
                                      </p:cBhvr>
                                      <p:tavLst>
                                        <p:tav tm="0">
                                          <p:val>
                                            <p:strVal val="1+#ppt_w/2"/>
                                          </p:val>
                                        </p:tav>
                                        <p:tav tm="100000">
                                          <p:val>
                                            <p:strVal val="#ppt_x"/>
                                          </p:val>
                                        </p:tav>
                                      </p:tavLst>
                                    </p:anim>
                                    <p:anim calcmode="lin" valueType="num">
                                      <p:cBhvr additive="base">
                                        <p:cTn id="97" dur="2000" fill="hold"/>
                                        <p:tgtEl>
                                          <p:spTgt spid="12307"/>
                                        </p:tgtEl>
                                        <p:attrNameLst>
                                          <p:attrName>ppt_y</p:attrName>
                                        </p:attrNameLst>
                                      </p:cBhvr>
                                      <p:tavLst>
                                        <p:tav tm="0">
                                          <p:val>
                                            <p:strVal val="#ppt_y"/>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3" presetClass="emph" presetSubtype="0" fill="hold" nodeType="clickEffect">
                                  <p:stCondLst>
                                    <p:cond delay="0"/>
                                  </p:stCondLst>
                                  <p:childTnLst>
                                    <p:animClr clrSpc="hsl" dir="cw">
                                      <p:cBhvr override="childStyle">
                                        <p:cTn id="101" dur="500" fill="hold"/>
                                        <p:tgtEl>
                                          <p:spTgt spid="12310"/>
                                        </p:tgtEl>
                                        <p:attrNameLst>
                                          <p:attrName>style.color</p:attrName>
                                        </p:attrNameLst>
                                      </p:cBhvr>
                                      <p:by>
                                        <p:hsl h="10842353" s="0" l="0"/>
                                      </p:by>
                                    </p:animClr>
                                    <p:animClr clrSpc="hsl" dir="cw">
                                      <p:cBhvr>
                                        <p:cTn id="102" dur="500" fill="hold"/>
                                        <p:tgtEl>
                                          <p:spTgt spid="12310"/>
                                        </p:tgtEl>
                                        <p:attrNameLst>
                                          <p:attrName>fillcolor</p:attrName>
                                        </p:attrNameLst>
                                      </p:cBhvr>
                                      <p:by>
                                        <p:hsl h="10842353" s="0" l="0"/>
                                      </p:by>
                                    </p:animClr>
                                    <p:animClr clrSpc="hsl" dir="cw">
                                      <p:cBhvr>
                                        <p:cTn id="103" dur="500" fill="hold"/>
                                        <p:tgtEl>
                                          <p:spTgt spid="12310"/>
                                        </p:tgtEl>
                                        <p:attrNameLst>
                                          <p:attrName>stroke.color</p:attrName>
                                        </p:attrNameLst>
                                      </p:cBhvr>
                                      <p:by>
                                        <p:hsl h="10842353" s="0" l="0"/>
                                      </p:by>
                                    </p:animClr>
                                    <p:set>
                                      <p:cBhvr>
                                        <p:cTn id="104" dur="500" fill="hold"/>
                                        <p:tgtEl>
                                          <p:spTgt spid="12310"/>
                                        </p:tgtEl>
                                        <p:attrNameLst>
                                          <p:attrName>fill.type</p:attrName>
                                        </p:attrNameLst>
                                      </p:cBhvr>
                                      <p:to>
                                        <p:strVal val="solid"/>
                                      </p:to>
                                    </p:se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12309"/>
                                        </p:tgtEl>
                                        <p:attrNameLst>
                                          <p:attrName>style.visibility</p:attrName>
                                        </p:attrNameLst>
                                      </p:cBhvr>
                                      <p:to>
                                        <p:strVal val="visible"/>
                                      </p:to>
                                    </p:set>
                                    <p:animEffect transition="in" filter="wipe(left)">
                                      <p:cBhvr>
                                        <p:cTn id="109" dur="1000"/>
                                        <p:tgtEl>
                                          <p:spTgt spid="12309"/>
                                        </p:tgtEl>
                                      </p:cBhvr>
                                    </p:animEffect>
                                  </p:childTnLst>
                                </p:cTn>
                              </p:par>
                            </p:childTnLst>
                          </p:cTn>
                        </p:par>
                      </p:childTnLst>
                    </p:cTn>
                  </p:par>
                  <p:par>
                    <p:cTn id="110" fill="hold">
                      <p:stCondLst>
                        <p:cond delay="indefinite"/>
                      </p:stCondLst>
                      <p:childTnLst>
                        <p:par>
                          <p:cTn id="111" fill="hold">
                            <p:stCondLst>
                              <p:cond delay="0"/>
                            </p:stCondLst>
                            <p:childTnLst>
                              <p:par>
                                <p:cTn id="112" presetID="26" presetClass="entr" presetSubtype="0" fill="hold" nodeType="clickEffect">
                                  <p:stCondLst>
                                    <p:cond delay="0"/>
                                  </p:stCondLst>
                                  <p:childTnLst>
                                    <p:set>
                                      <p:cBhvr>
                                        <p:cTn id="113" dur="1" fill="hold">
                                          <p:stCondLst>
                                            <p:cond delay="0"/>
                                          </p:stCondLst>
                                        </p:cTn>
                                        <p:tgtEl>
                                          <p:spTgt spid="12311"/>
                                        </p:tgtEl>
                                        <p:attrNameLst>
                                          <p:attrName>style.visibility</p:attrName>
                                        </p:attrNameLst>
                                      </p:cBhvr>
                                      <p:to>
                                        <p:strVal val="visible"/>
                                      </p:to>
                                    </p:set>
                                    <p:animEffect transition="in" filter="wipe(down)">
                                      <p:cBhvr>
                                        <p:cTn id="114" dur="580">
                                          <p:stCondLst>
                                            <p:cond delay="0"/>
                                          </p:stCondLst>
                                        </p:cTn>
                                        <p:tgtEl>
                                          <p:spTgt spid="12311"/>
                                        </p:tgtEl>
                                      </p:cBhvr>
                                    </p:animEffect>
                                    <p:anim calcmode="lin" valueType="num">
                                      <p:cBhvr>
                                        <p:cTn id="115" dur="1822" tmFilter="0,0; 0.14,0.36; 0.43,0.73; 0.71,0.91; 1.0,1.0">
                                          <p:stCondLst>
                                            <p:cond delay="0"/>
                                          </p:stCondLst>
                                        </p:cTn>
                                        <p:tgtEl>
                                          <p:spTgt spid="12311"/>
                                        </p:tgtEl>
                                        <p:attrNameLst>
                                          <p:attrName>ppt_x</p:attrName>
                                        </p:attrNameLst>
                                      </p:cBhvr>
                                      <p:tavLst>
                                        <p:tav tm="0">
                                          <p:val>
                                            <p:strVal val="#ppt_x-0.25"/>
                                          </p:val>
                                        </p:tav>
                                        <p:tav tm="100000">
                                          <p:val>
                                            <p:strVal val="#ppt_x"/>
                                          </p:val>
                                        </p:tav>
                                      </p:tavLst>
                                    </p:anim>
                                    <p:anim calcmode="lin" valueType="num">
                                      <p:cBhvr>
                                        <p:cTn id="116" dur="664" tmFilter="0.0,0.0; 0.25,0.07; 0.50,0.2; 0.75,0.467; 1.0,1.0">
                                          <p:stCondLst>
                                            <p:cond delay="0"/>
                                          </p:stCondLst>
                                        </p:cTn>
                                        <p:tgtEl>
                                          <p:spTgt spid="12311"/>
                                        </p:tgtEl>
                                        <p:attrNameLst>
                                          <p:attrName>ppt_y</p:attrName>
                                        </p:attrNameLst>
                                      </p:cBhvr>
                                      <p:tavLst>
                                        <p:tav tm="0" fmla="#ppt_y-sin(pi*$)/3">
                                          <p:val>
                                            <p:fltVal val="0.5"/>
                                          </p:val>
                                        </p:tav>
                                        <p:tav tm="100000">
                                          <p:val>
                                            <p:fltVal val="1"/>
                                          </p:val>
                                        </p:tav>
                                      </p:tavLst>
                                    </p:anim>
                                    <p:anim calcmode="lin" valueType="num">
                                      <p:cBhvr>
                                        <p:cTn id="117" dur="664" tmFilter="0, 0; 0.125,0.2665; 0.25,0.4; 0.375,0.465; 0.5,0.5;  0.625,0.535; 0.75,0.6; 0.875,0.7335; 1,1">
                                          <p:stCondLst>
                                            <p:cond delay="664"/>
                                          </p:stCondLst>
                                        </p:cTn>
                                        <p:tgtEl>
                                          <p:spTgt spid="12311"/>
                                        </p:tgtEl>
                                        <p:attrNameLst>
                                          <p:attrName>ppt_y</p:attrName>
                                        </p:attrNameLst>
                                      </p:cBhvr>
                                      <p:tavLst>
                                        <p:tav tm="0" fmla="#ppt_y-sin(pi*$)/9">
                                          <p:val>
                                            <p:fltVal val="0"/>
                                          </p:val>
                                        </p:tav>
                                        <p:tav tm="100000">
                                          <p:val>
                                            <p:fltVal val="1"/>
                                          </p:val>
                                        </p:tav>
                                      </p:tavLst>
                                    </p:anim>
                                    <p:anim calcmode="lin" valueType="num">
                                      <p:cBhvr>
                                        <p:cTn id="118" dur="332" tmFilter="0, 0; 0.125,0.2665; 0.25,0.4; 0.375,0.465; 0.5,0.5;  0.625,0.535; 0.75,0.6; 0.875,0.7335; 1,1">
                                          <p:stCondLst>
                                            <p:cond delay="1324"/>
                                          </p:stCondLst>
                                        </p:cTn>
                                        <p:tgtEl>
                                          <p:spTgt spid="12311"/>
                                        </p:tgtEl>
                                        <p:attrNameLst>
                                          <p:attrName>ppt_y</p:attrName>
                                        </p:attrNameLst>
                                      </p:cBhvr>
                                      <p:tavLst>
                                        <p:tav tm="0" fmla="#ppt_y-sin(pi*$)/27">
                                          <p:val>
                                            <p:fltVal val="0"/>
                                          </p:val>
                                        </p:tav>
                                        <p:tav tm="100000">
                                          <p:val>
                                            <p:fltVal val="1"/>
                                          </p:val>
                                        </p:tav>
                                      </p:tavLst>
                                    </p:anim>
                                    <p:anim calcmode="lin" valueType="num">
                                      <p:cBhvr>
                                        <p:cTn id="119" dur="164" tmFilter="0, 0; 0.125,0.2665; 0.25,0.4; 0.375,0.465; 0.5,0.5;  0.625,0.535; 0.75,0.6; 0.875,0.7335; 1,1">
                                          <p:stCondLst>
                                            <p:cond delay="1656"/>
                                          </p:stCondLst>
                                        </p:cTn>
                                        <p:tgtEl>
                                          <p:spTgt spid="12311"/>
                                        </p:tgtEl>
                                        <p:attrNameLst>
                                          <p:attrName>ppt_y</p:attrName>
                                        </p:attrNameLst>
                                      </p:cBhvr>
                                      <p:tavLst>
                                        <p:tav tm="0" fmla="#ppt_y-sin(pi*$)/81">
                                          <p:val>
                                            <p:fltVal val="0"/>
                                          </p:val>
                                        </p:tav>
                                        <p:tav tm="100000">
                                          <p:val>
                                            <p:fltVal val="1"/>
                                          </p:val>
                                        </p:tav>
                                      </p:tavLst>
                                    </p:anim>
                                    <p:animScale>
                                      <p:cBhvr>
                                        <p:cTn id="120" dur="26">
                                          <p:stCondLst>
                                            <p:cond delay="650"/>
                                          </p:stCondLst>
                                        </p:cTn>
                                        <p:tgtEl>
                                          <p:spTgt spid="12311"/>
                                        </p:tgtEl>
                                      </p:cBhvr>
                                      <p:to x="100000" y="60000"/>
                                    </p:animScale>
                                    <p:animScale>
                                      <p:cBhvr>
                                        <p:cTn id="121" dur="166" decel="50000">
                                          <p:stCondLst>
                                            <p:cond delay="676"/>
                                          </p:stCondLst>
                                        </p:cTn>
                                        <p:tgtEl>
                                          <p:spTgt spid="12311"/>
                                        </p:tgtEl>
                                      </p:cBhvr>
                                      <p:to x="100000" y="100000"/>
                                    </p:animScale>
                                    <p:animScale>
                                      <p:cBhvr>
                                        <p:cTn id="122" dur="26">
                                          <p:stCondLst>
                                            <p:cond delay="1312"/>
                                          </p:stCondLst>
                                        </p:cTn>
                                        <p:tgtEl>
                                          <p:spTgt spid="12311"/>
                                        </p:tgtEl>
                                      </p:cBhvr>
                                      <p:to x="100000" y="80000"/>
                                    </p:animScale>
                                    <p:animScale>
                                      <p:cBhvr>
                                        <p:cTn id="123" dur="166" decel="50000">
                                          <p:stCondLst>
                                            <p:cond delay="1338"/>
                                          </p:stCondLst>
                                        </p:cTn>
                                        <p:tgtEl>
                                          <p:spTgt spid="12311"/>
                                        </p:tgtEl>
                                      </p:cBhvr>
                                      <p:to x="100000" y="100000"/>
                                    </p:animScale>
                                    <p:animScale>
                                      <p:cBhvr>
                                        <p:cTn id="124" dur="26">
                                          <p:stCondLst>
                                            <p:cond delay="1642"/>
                                          </p:stCondLst>
                                        </p:cTn>
                                        <p:tgtEl>
                                          <p:spTgt spid="12311"/>
                                        </p:tgtEl>
                                      </p:cBhvr>
                                      <p:to x="100000" y="90000"/>
                                    </p:animScale>
                                    <p:animScale>
                                      <p:cBhvr>
                                        <p:cTn id="125" dur="166" decel="50000">
                                          <p:stCondLst>
                                            <p:cond delay="1668"/>
                                          </p:stCondLst>
                                        </p:cTn>
                                        <p:tgtEl>
                                          <p:spTgt spid="12311"/>
                                        </p:tgtEl>
                                      </p:cBhvr>
                                      <p:to x="100000" y="100000"/>
                                    </p:animScale>
                                    <p:animScale>
                                      <p:cBhvr>
                                        <p:cTn id="126" dur="26">
                                          <p:stCondLst>
                                            <p:cond delay="1808"/>
                                          </p:stCondLst>
                                        </p:cTn>
                                        <p:tgtEl>
                                          <p:spTgt spid="12311"/>
                                        </p:tgtEl>
                                      </p:cBhvr>
                                      <p:to x="100000" y="95000"/>
                                    </p:animScale>
                                    <p:animScale>
                                      <p:cBhvr>
                                        <p:cTn id="127" dur="166" decel="50000">
                                          <p:stCondLst>
                                            <p:cond delay="1834"/>
                                          </p:stCondLst>
                                        </p:cTn>
                                        <p:tgtEl>
                                          <p:spTgt spid="123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2" grpId="0"/>
      <p:bldP spid="12293" grpId="0"/>
      <p:bldP spid="12298" grpId="0"/>
      <p:bldP spid="12301" grpId="0"/>
      <p:bldP spid="1230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矩形 13313"/>
          <p:cNvSpPr/>
          <p:nvPr/>
        </p:nvSpPr>
        <p:spPr>
          <a:xfrm>
            <a:off x="0" y="457200"/>
            <a:ext cx="254000" cy="260350"/>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r>
              <a:rPr lang="en-US" altLang="zh-CN" sz="1100" dirty="0">
                <a:latin typeface="Arial" panose="020B0604020202020204" pitchFamily="34" charset="0"/>
              </a:rPr>
              <a:t> </a:t>
            </a:r>
            <a:endParaRPr lang="en-US" altLang="zh-CN" dirty="0">
              <a:latin typeface="Arial" panose="020B0604020202020204" pitchFamily="34" charset="0"/>
            </a:endParaRPr>
          </a:p>
        </p:txBody>
      </p:sp>
      <p:sp>
        <p:nvSpPr>
          <p:cNvPr id="13315" name="文本框 13314"/>
          <p:cNvSpPr txBox="1"/>
          <p:nvPr/>
        </p:nvSpPr>
        <p:spPr>
          <a:xfrm>
            <a:off x="228600" y="1143000"/>
            <a:ext cx="1138238" cy="519113"/>
          </a:xfrm>
          <a:prstGeom prst="rect">
            <a:avLst/>
          </a:prstGeom>
          <a:noFill/>
          <a:ln w="9525">
            <a:noFill/>
          </a:ln>
        </p:spPr>
        <p:txBody>
          <a:bodyPr>
            <a:spAutoFit/>
          </a:bodyPr>
          <a:lstStyle/>
          <a:p>
            <a:pPr fontAlgn="ctr">
              <a:spcBef>
                <a:spcPct val="50000"/>
              </a:spcBef>
            </a:pPr>
            <a:r>
              <a:rPr lang="en-US" altLang="zh-CN" sz="2800">
                <a:latin typeface="楷体_GB2312" pitchFamily="49" charset="-122"/>
                <a:ea typeface="楷体_GB2312" pitchFamily="49" charset="-122"/>
              </a:rPr>
              <a:t>(2)</a:t>
            </a:r>
          </a:p>
        </p:txBody>
      </p:sp>
      <p:graphicFrame>
        <p:nvGraphicFramePr>
          <p:cNvPr id="13316" name="对象 13315"/>
          <p:cNvGraphicFramePr/>
          <p:nvPr/>
        </p:nvGraphicFramePr>
        <p:xfrm>
          <a:off x="1168400" y="260350"/>
          <a:ext cx="3479800" cy="2338388"/>
        </p:xfrm>
        <a:graphic>
          <a:graphicData uri="http://schemas.openxmlformats.org/presentationml/2006/ole">
            <mc:AlternateContent xmlns:mc="http://schemas.openxmlformats.org/markup-compatibility/2006">
              <mc:Choice xmlns:v="urn:schemas-microsoft-com:vml" Requires="v">
                <p:oleObj r:id="rId2" imgW="1358900" imgH="914400" progId="Equation.DSMT4">
                  <p:embed/>
                </p:oleObj>
              </mc:Choice>
              <mc:Fallback>
                <p:oleObj r:id="rId2" imgW="1358900" imgH="914400" progId="Equation.DSMT4">
                  <p:embed/>
                  <p:pic>
                    <p:nvPicPr>
                      <p:cNvPr id="0" name="图片 3103"/>
                      <p:cNvPicPr/>
                      <p:nvPr/>
                    </p:nvPicPr>
                    <p:blipFill>
                      <a:blip r:embed="rId3"/>
                      <a:stretch>
                        <a:fillRect/>
                      </a:stretch>
                    </p:blipFill>
                    <p:spPr>
                      <a:xfrm>
                        <a:off x="1168400" y="260350"/>
                        <a:ext cx="3479800" cy="2338388"/>
                      </a:xfrm>
                      <a:prstGeom prst="rect">
                        <a:avLst/>
                      </a:prstGeom>
                      <a:noFill/>
                      <a:ln w="38100">
                        <a:noFill/>
                        <a:miter/>
                      </a:ln>
                    </p:spPr>
                  </p:pic>
                </p:oleObj>
              </mc:Fallback>
            </mc:AlternateContent>
          </a:graphicData>
        </a:graphic>
      </p:graphicFrame>
      <p:graphicFrame>
        <p:nvGraphicFramePr>
          <p:cNvPr id="13317" name="对象 13316"/>
          <p:cNvGraphicFramePr/>
          <p:nvPr/>
        </p:nvGraphicFramePr>
        <p:xfrm>
          <a:off x="5029200" y="1143000"/>
          <a:ext cx="3597275" cy="496888"/>
        </p:xfrm>
        <a:graphic>
          <a:graphicData uri="http://schemas.openxmlformats.org/presentationml/2006/ole">
            <mc:AlternateContent xmlns:mc="http://schemas.openxmlformats.org/markup-compatibility/2006">
              <mc:Choice xmlns:v="urn:schemas-microsoft-com:vml" Requires="v">
                <p:oleObj r:id="rId4" imgW="1305560" imgH="177800" progId="Equation.DSMT4">
                  <p:embed/>
                </p:oleObj>
              </mc:Choice>
              <mc:Fallback>
                <p:oleObj r:id="rId4" imgW="1305560" imgH="177800" progId="Equation.DSMT4">
                  <p:embed/>
                  <p:pic>
                    <p:nvPicPr>
                      <p:cNvPr id="0" name="图片 3116"/>
                      <p:cNvPicPr/>
                      <p:nvPr/>
                    </p:nvPicPr>
                    <p:blipFill>
                      <a:blip r:embed="rId5"/>
                      <a:stretch>
                        <a:fillRect/>
                      </a:stretch>
                    </p:blipFill>
                    <p:spPr>
                      <a:xfrm>
                        <a:off x="5029200" y="1143000"/>
                        <a:ext cx="3597275" cy="496888"/>
                      </a:xfrm>
                      <a:prstGeom prst="rect">
                        <a:avLst/>
                      </a:prstGeom>
                      <a:noFill/>
                      <a:ln w="38100">
                        <a:noFill/>
                        <a:miter/>
                      </a:ln>
                    </p:spPr>
                  </p:pic>
                </p:oleObj>
              </mc:Fallback>
            </mc:AlternateContent>
          </a:graphicData>
        </a:graphic>
      </p:graphicFrame>
      <p:graphicFrame>
        <p:nvGraphicFramePr>
          <p:cNvPr id="13318" name="对象 13317"/>
          <p:cNvGraphicFramePr/>
          <p:nvPr/>
        </p:nvGraphicFramePr>
        <p:xfrm>
          <a:off x="855663" y="2565400"/>
          <a:ext cx="3336925" cy="2166938"/>
        </p:xfrm>
        <a:graphic>
          <a:graphicData uri="http://schemas.openxmlformats.org/presentationml/2006/ole">
            <mc:AlternateContent xmlns:mc="http://schemas.openxmlformats.org/markup-compatibility/2006">
              <mc:Choice xmlns:v="urn:schemas-microsoft-com:vml" Requires="v">
                <p:oleObj r:id="rId6" imgW="1409700" imgH="914400" progId="Equation.DSMT4">
                  <p:embed/>
                </p:oleObj>
              </mc:Choice>
              <mc:Fallback>
                <p:oleObj r:id="rId6" imgW="1409700" imgH="914400" progId="Equation.DSMT4">
                  <p:embed/>
                  <p:pic>
                    <p:nvPicPr>
                      <p:cNvPr id="0" name="图片 3118"/>
                      <p:cNvPicPr/>
                      <p:nvPr/>
                    </p:nvPicPr>
                    <p:blipFill>
                      <a:blip r:embed="rId7"/>
                      <a:stretch>
                        <a:fillRect/>
                      </a:stretch>
                    </p:blipFill>
                    <p:spPr>
                      <a:xfrm>
                        <a:off x="855663" y="2565400"/>
                        <a:ext cx="3336925" cy="2166938"/>
                      </a:xfrm>
                      <a:prstGeom prst="rect">
                        <a:avLst/>
                      </a:prstGeom>
                      <a:noFill/>
                      <a:ln w="38100">
                        <a:noFill/>
                        <a:miter/>
                      </a:ln>
                    </p:spPr>
                  </p:pic>
                </p:oleObj>
              </mc:Fallback>
            </mc:AlternateContent>
          </a:graphicData>
        </a:graphic>
      </p:graphicFrame>
      <p:graphicFrame>
        <p:nvGraphicFramePr>
          <p:cNvPr id="13319" name="对象 13318"/>
          <p:cNvGraphicFramePr/>
          <p:nvPr/>
        </p:nvGraphicFramePr>
        <p:xfrm>
          <a:off x="4192905" y="2514600"/>
          <a:ext cx="3362325" cy="2259013"/>
        </p:xfrm>
        <a:graphic>
          <a:graphicData uri="http://schemas.openxmlformats.org/presentationml/2006/ole">
            <mc:AlternateContent xmlns:mc="http://schemas.openxmlformats.org/markup-compatibility/2006">
              <mc:Choice xmlns:v="urn:schemas-microsoft-com:vml" Requires="v">
                <p:oleObj r:id="rId8" imgW="1358900" imgH="914400" progId="Equation.DSMT4">
                  <p:embed/>
                </p:oleObj>
              </mc:Choice>
              <mc:Fallback>
                <p:oleObj r:id="rId8" imgW="1358900" imgH="914400" progId="Equation.DSMT4">
                  <p:embed/>
                  <p:pic>
                    <p:nvPicPr>
                      <p:cNvPr id="0" name="图片 3111"/>
                      <p:cNvPicPr/>
                      <p:nvPr/>
                    </p:nvPicPr>
                    <p:blipFill>
                      <a:blip r:embed="rId9"/>
                      <a:stretch>
                        <a:fillRect/>
                      </a:stretch>
                    </p:blipFill>
                    <p:spPr>
                      <a:xfrm>
                        <a:off x="4192905" y="2514600"/>
                        <a:ext cx="3362325" cy="2259013"/>
                      </a:xfrm>
                      <a:prstGeom prst="rect">
                        <a:avLst/>
                      </a:prstGeom>
                      <a:noFill/>
                      <a:ln w="38100">
                        <a:noFill/>
                        <a:miter/>
                      </a:ln>
                    </p:spPr>
                  </p:pic>
                </p:oleObj>
              </mc:Fallback>
            </mc:AlternateContent>
          </a:graphicData>
        </a:graphic>
      </p:graphicFrame>
      <p:sp>
        <p:nvSpPr>
          <p:cNvPr id="13320" name="椭圆形标注 13319"/>
          <p:cNvSpPr/>
          <p:nvPr/>
        </p:nvSpPr>
        <p:spPr>
          <a:xfrm>
            <a:off x="4716145" y="4580890"/>
            <a:ext cx="4343400" cy="2362200"/>
          </a:xfrm>
          <a:prstGeom prst="wedgeEllipseCallout">
            <a:avLst>
              <a:gd name="adj1" fmla="val -65315"/>
              <a:gd name="adj2" fmla="val -44222"/>
            </a:avLst>
          </a:prstGeom>
          <a:solidFill>
            <a:schemeClr val="accent1"/>
          </a:solidFill>
          <a:ln w="9525" cap="flat" cmpd="sng">
            <a:solidFill>
              <a:schemeClr val="tx1"/>
            </a:solidFill>
            <a:prstDash val="solid"/>
            <a:miter/>
            <a:headEnd type="none" w="med" len="med"/>
            <a:tailEnd type="none" w="med" len="med"/>
          </a:ln>
        </p:spPr>
        <p:txBody>
          <a:bodyPr/>
          <a:lstStyle/>
          <a:p>
            <a:pPr algn="ctr" fontAlgn="ctr"/>
            <a:r>
              <a:rPr lang="zh-CN" altLang="en-US" sz="2400" dirty="0">
                <a:solidFill>
                  <a:schemeClr val="accent2"/>
                </a:solidFill>
                <a:latin typeface="Arial" panose="020B0604020202020204" pitchFamily="34" charset="0"/>
                <a:ea typeface="楷体_GB2312" pitchFamily="49" charset="-122"/>
              </a:rPr>
              <a:t>向量乘法与矩阵的乘法一样，注意两个向量什么时候可以相乘，什么时候是数，什么时候是矩阵。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blinds(horizontal)">
                                      <p:cBhvr>
                                        <p:cTn id="7" dur="500"/>
                                        <p:tgtEl>
                                          <p:spTgt spid="133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316"/>
                                        </p:tgtEl>
                                        <p:attrNameLst>
                                          <p:attrName>style.visibility</p:attrName>
                                        </p:attrNameLst>
                                      </p:cBhvr>
                                      <p:to>
                                        <p:strVal val="visible"/>
                                      </p:to>
                                    </p:set>
                                    <p:animEffect transition="in" filter="wipe(left)">
                                      <p:cBhvr>
                                        <p:cTn id="12" dur="1000"/>
                                        <p:tgtEl>
                                          <p:spTgt spid="133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317"/>
                                        </p:tgtEl>
                                        <p:attrNameLst>
                                          <p:attrName>style.visibility</p:attrName>
                                        </p:attrNameLst>
                                      </p:cBhvr>
                                      <p:to>
                                        <p:strVal val="visible"/>
                                      </p:to>
                                    </p:set>
                                    <p:animEffect transition="in" filter="wipe(left)">
                                      <p:cBhvr>
                                        <p:cTn id="17" dur="1000"/>
                                        <p:tgtEl>
                                          <p:spTgt spid="133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318"/>
                                        </p:tgtEl>
                                        <p:attrNameLst>
                                          <p:attrName>style.visibility</p:attrName>
                                        </p:attrNameLst>
                                      </p:cBhvr>
                                      <p:to>
                                        <p:strVal val="visible"/>
                                      </p:to>
                                    </p:set>
                                    <p:animEffect transition="in" filter="blinds(horizontal)">
                                      <p:cBhvr>
                                        <p:cTn id="22" dur="500"/>
                                        <p:tgtEl>
                                          <p:spTgt spid="13318"/>
                                        </p:tgtEl>
                                      </p:cBhvr>
                                    </p:animEffect>
                                  </p:childTnLst>
                                </p:cTn>
                              </p:par>
                            </p:childTnLst>
                          </p:cTn>
                        </p:par>
                      </p:childTnLst>
                    </p:cTn>
                  </p:par>
                  <p:par>
                    <p:cTn id="23" fill="hold">
                      <p:stCondLst>
                        <p:cond delay="indefinite"/>
                      </p:stCondLst>
                      <p:childTnLst>
                        <p:par>
                          <p:cTn id="24" fill="hold">
                            <p:stCondLst>
                              <p:cond delay="0"/>
                            </p:stCondLst>
                            <p:childTnLst>
                              <p:par>
                                <p:cTn id="25" presetID="7" presetClass="entr" presetSubtype="4" fill="hold" nodeType="clickEffect">
                                  <p:stCondLst>
                                    <p:cond delay="0"/>
                                  </p:stCondLst>
                                  <p:childTnLst>
                                    <p:set>
                                      <p:cBhvr>
                                        <p:cTn id="26" dur="1" fill="hold">
                                          <p:stCondLst>
                                            <p:cond delay="0"/>
                                          </p:stCondLst>
                                        </p:cTn>
                                        <p:tgtEl>
                                          <p:spTgt spid="13319"/>
                                        </p:tgtEl>
                                        <p:attrNameLst>
                                          <p:attrName>style.visibility</p:attrName>
                                        </p:attrNameLst>
                                      </p:cBhvr>
                                      <p:to>
                                        <p:strVal val="visible"/>
                                      </p:to>
                                    </p:set>
                                    <p:anim calcmode="lin" valueType="num">
                                      <p:cBhvr additive="base">
                                        <p:cTn id="27" dur="5000" fill="hold"/>
                                        <p:tgtEl>
                                          <p:spTgt spid="13319"/>
                                        </p:tgtEl>
                                        <p:attrNameLst>
                                          <p:attrName>ppt_x</p:attrName>
                                        </p:attrNameLst>
                                      </p:cBhvr>
                                      <p:tavLst>
                                        <p:tav tm="0">
                                          <p:val>
                                            <p:strVal val="#ppt_x"/>
                                          </p:val>
                                        </p:tav>
                                        <p:tav tm="100000">
                                          <p:val>
                                            <p:strVal val="#ppt_x"/>
                                          </p:val>
                                        </p:tav>
                                      </p:tavLst>
                                    </p:anim>
                                    <p:anim calcmode="lin" valueType="num">
                                      <p:cBhvr additive="base">
                                        <p:cTn id="28" dur="5000" fill="hold"/>
                                        <p:tgtEl>
                                          <p:spTgt spid="1331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6" presetClass="entr" presetSubtype="0" fill="hold" grpId="0" nodeType="clickEffect">
                                  <p:stCondLst>
                                    <p:cond delay="0"/>
                                  </p:stCondLst>
                                  <p:iterate type="lt">
                                    <p:tmPct val="10000"/>
                                  </p:iterate>
                                  <p:childTnLst>
                                    <p:set>
                                      <p:cBhvr>
                                        <p:cTn id="32" dur="1" fill="hold">
                                          <p:stCondLst>
                                            <p:cond delay="0"/>
                                          </p:stCondLst>
                                        </p:cTn>
                                        <p:tgtEl>
                                          <p:spTgt spid="13320"/>
                                        </p:tgtEl>
                                        <p:attrNameLst>
                                          <p:attrName>style.visibility</p:attrName>
                                        </p:attrNameLst>
                                      </p:cBhvr>
                                      <p:to>
                                        <p:strVal val="visible"/>
                                      </p:to>
                                    </p:set>
                                    <p:anim by="(-#ppt_w*2)" calcmode="lin" valueType="num">
                                      <p:cBhvr rctx="PPT">
                                        <p:cTn id="33" dur="500" autoRev="1" fill="hold">
                                          <p:stCondLst>
                                            <p:cond delay="0"/>
                                          </p:stCondLst>
                                        </p:cTn>
                                        <p:tgtEl>
                                          <p:spTgt spid="13320"/>
                                        </p:tgtEl>
                                        <p:attrNameLst>
                                          <p:attrName>ppt_w</p:attrName>
                                        </p:attrNameLst>
                                      </p:cBhvr>
                                    </p:anim>
                                    <p:anim by="(#ppt_w*0.50)" calcmode="lin" valueType="num">
                                      <p:cBhvr>
                                        <p:cTn id="34" dur="500" decel="50000" autoRev="1" fill="hold">
                                          <p:stCondLst>
                                            <p:cond delay="0"/>
                                          </p:stCondLst>
                                        </p:cTn>
                                        <p:tgtEl>
                                          <p:spTgt spid="13320"/>
                                        </p:tgtEl>
                                        <p:attrNameLst>
                                          <p:attrName>ppt_x</p:attrName>
                                        </p:attrNameLst>
                                      </p:cBhvr>
                                    </p:anim>
                                    <p:anim from="(-#ppt_h/2)" to="(#ppt_y)" calcmode="lin" valueType="num">
                                      <p:cBhvr>
                                        <p:cTn id="35" dur="1000" fill="hold">
                                          <p:stCondLst>
                                            <p:cond delay="0"/>
                                          </p:stCondLst>
                                        </p:cTn>
                                        <p:tgtEl>
                                          <p:spTgt spid="13320"/>
                                        </p:tgtEl>
                                        <p:attrNameLst>
                                          <p:attrName>ppt_y</p:attrName>
                                        </p:attrNameLst>
                                      </p:cBhvr>
                                    </p:anim>
                                    <p:animRot by="21600000">
                                      <p:cBhvr>
                                        <p:cTn id="36" dur="1000" fill="hold">
                                          <p:stCondLst>
                                            <p:cond delay="0"/>
                                          </p:stCondLst>
                                        </p:cTn>
                                        <p:tgtEl>
                                          <p:spTgt spid="13320"/>
                                        </p:tgtEl>
                                        <p:attrNameLst>
                                          <p:attrName>r</p:attrName>
                                        </p:attrNameLst>
                                      </p:cBhvr>
                                    </p:animRot>
                                  </p:childTnLst>
                                </p:cTn>
                              </p:par>
                            </p:childTnLst>
                          </p:cTn>
                        </p:par>
                      </p:childTnLst>
                    </p:cTn>
                  </p:par>
                  <p:par>
                    <p:cTn id="37" fill="hold">
                      <p:stCondLst>
                        <p:cond delay="indefinite"/>
                      </p:stCondLst>
                      <p:childTnLst>
                        <p:par>
                          <p:cTn id="38" fill="hold">
                            <p:stCondLst>
                              <p:cond delay="0"/>
                            </p:stCondLst>
                            <p:childTnLst>
                              <p:par>
                                <p:cTn id="39" presetID="2" presetClass="emph" presetSubtype="0" grpId="1" nodeType="clickEffect">
                                  <p:stCondLst>
                                    <p:cond delay="0"/>
                                  </p:stCondLst>
                                  <p:childTnLst>
                                    <p:set>
                                      <p:cBhvr override="childStyle">
                                        <p:cTn id="40" dur="indefinite"/>
                                        <p:tgtEl>
                                          <p:spTgt spid="13320"/>
                                        </p:tgtEl>
                                        <p:attrNameLst>
                                          <p:attrName>style.fontFamily</p:attrName>
                                        </p:attrNameLst>
                                      </p:cBhvr>
                                      <p:to>
                                        <p:strVal val="黑体"/>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P spid="13320" grpId="0" animBg="1"/>
      <p:bldP spid="13320"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Rectangle 12"/>
          <p:cNvSpPr>
            <a:spLocks noGrp="1"/>
          </p:cNvSpPr>
          <p:nvPr>
            <p:ph type="title"/>
          </p:nvPr>
        </p:nvSpPr>
        <p:spPr>
          <a:xfrm>
            <a:off x="611505" y="44450"/>
            <a:ext cx="7772400" cy="760730"/>
          </a:xfrm>
        </p:spPr>
        <p:txBody>
          <a:bodyPr vert="horz" wrap="square" lIns="91440" tIns="45720" rIns="91440" bIns="45720" anchor="ctr" anchorCtr="0"/>
          <a:lstStyle/>
          <a:p>
            <a:pPr eaLnBrk="1" hangingPunct="1"/>
            <a:r>
              <a:rPr lang="zh-CN" altLang="en-US" sz="3200" b="1" dirty="0">
                <a:solidFill>
                  <a:srgbClr val="FF0000"/>
                </a:solidFill>
                <a:latin typeface="Times New Roman" panose="02020603050405020304" pitchFamily="18" charset="0"/>
                <a:ea typeface="楷体_GB2312"/>
                <a:sym typeface="+mn-ea"/>
              </a:rPr>
              <a:t>§</a:t>
            </a:r>
            <a:r>
              <a:rPr lang="en-US" altLang="zh-CN" sz="3200" b="1" dirty="0">
                <a:solidFill>
                  <a:srgbClr val="FF0000"/>
                </a:solidFill>
                <a:latin typeface="Times New Roman" panose="02020603050405020304" pitchFamily="18" charset="0"/>
                <a:ea typeface="楷体_GB2312"/>
                <a:sym typeface="+mn-ea"/>
              </a:rPr>
              <a:t>3.3</a:t>
            </a:r>
            <a:r>
              <a:rPr lang="zh-CN" altLang="en-US" sz="3200" dirty="0">
                <a:solidFill>
                  <a:srgbClr val="FF0000"/>
                </a:solidFill>
              </a:rPr>
              <a:t>向量组的线性相关性</a:t>
            </a:r>
          </a:p>
        </p:txBody>
      </p:sp>
      <p:sp>
        <p:nvSpPr>
          <p:cNvPr id="14349" name="Rectangle 13"/>
          <p:cNvSpPr>
            <a:spLocks noGrp="1"/>
          </p:cNvSpPr>
          <p:nvPr>
            <p:ph idx="1"/>
          </p:nvPr>
        </p:nvSpPr>
        <p:spPr>
          <a:xfrm>
            <a:off x="467360" y="692785"/>
            <a:ext cx="8229600" cy="5257800"/>
          </a:xfrm>
        </p:spPr>
        <p:txBody>
          <a:bodyPr vert="horz" wrap="square" lIns="91440" tIns="45720" rIns="91440" bIns="45720" anchor="t" anchorCtr="0">
            <a:spAutoFit/>
          </a:bodyPr>
          <a:lstStyle/>
          <a:p>
            <a:pPr eaLnBrk="1" hangingPunct="1">
              <a:lnSpc>
                <a:spcPct val="120000"/>
              </a:lnSpc>
              <a:buNone/>
            </a:pPr>
            <a:r>
              <a:rPr lang="zh-CN" altLang="en-US" sz="2800" b="1" dirty="0">
                <a:solidFill>
                  <a:srgbClr val="FF3300"/>
                </a:solidFill>
              </a:rPr>
              <a:t>定义</a:t>
            </a:r>
            <a:r>
              <a:rPr lang="en-US" altLang="zh-CN" sz="2800" b="1" dirty="0">
                <a:solidFill>
                  <a:srgbClr val="FF3300"/>
                </a:solidFill>
              </a:rPr>
              <a:t>3.3.1</a:t>
            </a:r>
            <a:r>
              <a:rPr lang="zh-CN" altLang="en-US" sz="2800" dirty="0">
                <a:solidFill>
                  <a:srgbClr val="0000FF"/>
                </a:solidFill>
              </a:rPr>
              <a:t>：</a:t>
            </a:r>
            <a:r>
              <a:rPr lang="zh-CN" altLang="en-US" sz="2800" dirty="0"/>
              <a:t>给定向量组 ：</a:t>
            </a:r>
            <a:r>
              <a:rPr lang="en-US" altLang="zh-CN" sz="2800" i="1" dirty="0">
                <a:sym typeface="+mn-ea"/>
              </a:rPr>
              <a:t>α</a:t>
            </a:r>
            <a:r>
              <a:rPr lang="en-US" altLang="zh-CN" sz="2800" baseline="-25000" dirty="0"/>
              <a:t>1</a:t>
            </a:r>
            <a:r>
              <a:rPr lang="en-US" altLang="zh-CN" sz="2800" dirty="0"/>
              <a:t>, </a:t>
            </a:r>
            <a:r>
              <a:rPr lang="en-US" altLang="zh-CN" sz="2800" i="1" dirty="0">
                <a:sym typeface="+mn-ea"/>
              </a:rPr>
              <a:t>α</a:t>
            </a:r>
            <a:r>
              <a:rPr lang="en-US" altLang="zh-CN" sz="2800" baseline="-25000" dirty="0"/>
              <a:t>2</a:t>
            </a:r>
            <a:r>
              <a:rPr lang="en-US" altLang="zh-CN" sz="2800" dirty="0"/>
              <a:t>, …, </a:t>
            </a:r>
            <a:r>
              <a:rPr lang="en-US" altLang="zh-CN" sz="2800" i="1" dirty="0">
                <a:sym typeface="+mn-ea"/>
              </a:rPr>
              <a:t>α</a:t>
            </a:r>
            <a:r>
              <a:rPr lang="en-US" altLang="zh-CN" sz="2800" i="1" baseline="-25000" dirty="0"/>
              <a:t>s </a:t>
            </a:r>
            <a:r>
              <a:rPr lang="en-US" altLang="zh-CN" sz="2800" dirty="0">
                <a:sym typeface="+mn-ea"/>
              </a:rPr>
              <a:t>,</a:t>
            </a:r>
            <a:r>
              <a:rPr lang="zh-CN" altLang="en-US" sz="2800" dirty="0"/>
              <a:t>对于任何一组实数 </a:t>
            </a:r>
            <a:r>
              <a:rPr lang="en-US" altLang="zh-CN" sz="2800" i="1" dirty="0"/>
              <a:t>k</a:t>
            </a:r>
            <a:r>
              <a:rPr lang="en-US" altLang="zh-CN" sz="2800" baseline="-25000" dirty="0"/>
              <a:t>1</a:t>
            </a:r>
            <a:r>
              <a:rPr lang="en-US" altLang="zh-CN" sz="2800" dirty="0"/>
              <a:t>, </a:t>
            </a:r>
            <a:r>
              <a:rPr lang="en-US" altLang="zh-CN" sz="2800" i="1" dirty="0"/>
              <a:t>k</a:t>
            </a:r>
            <a:r>
              <a:rPr lang="en-US" altLang="zh-CN" sz="2800" baseline="-25000" dirty="0"/>
              <a:t>2</a:t>
            </a:r>
            <a:r>
              <a:rPr lang="en-US" altLang="zh-CN" sz="2800" dirty="0"/>
              <a:t>, …, </a:t>
            </a:r>
            <a:r>
              <a:rPr lang="en-US" altLang="zh-CN" sz="2800" i="1" dirty="0"/>
              <a:t>k</a:t>
            </a:r>
            <a:r>
              <a:rPr lang="en-US" altLang="zh-CN" sz="2800" i="1" baseline="-25000" dirty="0"/>
              <a:t>s</a:t>
            </a:r>
            <a:r>
              <a:rPr lang="en-US" altLang="zh-CN" sz="2800" dirty="0"/>
              <a:t> </a:t>
            </a:r>
            <a:r>
              <a:rPr lang="zh-CN" altLang="en-US" sz="2800" dirty="0"/>
              <a:t>，表达式</a:t>
            </a:r>
          </a:p>
          <a:p>
            <a:pPr algn="ctr" eaLnBrk="1" hangingPunct="1">
              <a:lnSpc>
                <a:spcPct val="120000"/>
              </a:lnSpc>
              <a:buNone/>
            </a:pPr>
            <a:r>
              <a:rPr lang="en-US" altLang="zh-CN" sz="2800" i="1" dirty="0"/>
              <a:t>k</a:t>
            </a:r>
            <a:r>
              <a:rPr lang="en-US" altLang="zh-CN" sz="2800" baseline="-25000" dirty="0"/>
              <a:t>1</a:t>
            </a:r>
            <a:r>
              <a:rPr lang="en-US" altLang="zh-CN" sz="2800" i="1" dirty="0">
                <a:sym typeface="+mn-ea"/>
              </a:rPr>
              <a:t>α</a:t>
            </a:r>
            <a:r>
              <a:rPr lang="en-US" altLang="zh-CN" sz="2800" baseline="-25000" dirty="0"/>
              <a:t>1 </a:t>
            </a:r>
            <a:r>
              <a:rPr lang="en-US" altLang="zh-CN" sz="2800" dirty="0"/>
              <a:t>+ </a:t>
            </a:r>
            <a:r>
              <a:rPr lang="en-US" altLang="zh-CN" sz="2800" i="1" dirty="0"/>
              <a:t>k</a:t>
            </a:r>
            <a:r>
              <a:rPr lang="en-US" altLang="zh-CN" sz="2800" baseline="-25000" dirty="0"/>
              <a:t>2</a:t>
            </a:r>
            <a:r>
              <a:rPr lang="en-US" altLang="zh-CN" sz="2800" i="1" dirty="0">
                <a:sym typeface="+mn-ea"/>
              </a:rPr>
              <a:t>α</a:t>
            </a:r>
            <a:r>
              <a:rPr lang="en-US" altLang="zh-CN" sz="2800" baseline="-25000" dirty="0"/>
              <a:t>2 </a:t>
            </a:r>
            <a:r>
              <a:rPr lang="en-US" altLang="zh-CN" sz="2800" dirty="0"/>
              <a:t>+ … + </a:t>
            </a:r>
            <a:r>
              <a:rPr lang="en-US" altLang="zh-CN" sz="2800" i="1" dirty="0"/>
              <a:t>k</a:t>
            </a:r>
            <a:r>
              <a:rPr lang="en-US" altLang="zh-CN" sz="2800" i="1" baseline="-25000" dirty="0"/>
              <a:t>s</a:t>
            </a:r>
            <a:r>
              <a:rPr lang="en-US" altLang="zh-CN" sz="2800" i="1" dirty="0">
                <a:sym typeface="+mn-ea"/>
              </a:rPr>
              <a:t>α</a:t>
            </a:r>
            <a:r>
              <a:rPr lang="en-US" altLang="zh-CN" sz="2800" i="1" baseline="-25000" dirty="0"/>
              <a:t>s</a:t>
            </a:r>
            <a:endParaRPr lang="en-US" altLang="zh-CN" sz="2800" baseline="-25000" dirty="0"/>
          </a:p>
          <a:p>
            <a:pPr eaLnBrk="1" hangingPunct="1">
              <a:lnSpc>
                <a:spcPct val="120000"/>
              </a:lnSpc>
              <a:buNone/>
            </a:pPr>
            <a:r>
              <a:rPr lang="zh-CN" altLang="en-US" sz="2800" dirty="0"/>
              <a:t>称为向量组 </a:t>
            </a:r>
            <a:r>
              <a:rPr lang="en-US" altLang="zh-CN" sz="2800" i="1" dirty="0">
                <a:sym typeface="+mn-ea"/>
              </a:rPr>
              <a:t>α</a:t>
            </a:r>
            <a:r>
              <a:rPr lang="en-US" altLang="zh-CN" sz="2800" baseline="-25000" dirty="0">
                <a:sym typeface="+mn-ea"/>
              </a:rPr>
              <a:t>1</a:t>
            </a:r>
            <a:r>
              <a:rPr lang="en-US" altLang="zh-CN" sz="2800" dirty="0">
                <a:sym typeface="+mn-ea"/>
              </a:rPr>
              <a:t>, </a:t>
            </a:r>
            <a:r>
              <a:rPr lang="en-US" altLang="zh-CN" sz="2800" i="1" dirty="0">
                <a:sym typeface="+mn-ea"/>
              </a:rPr>
              <a:t>α</a:t>
            </a:r>
            <a:r>
              <a:rPr lang="en-US" altLang="zh-CN" sz="2800" baseline="-25000" dirty="0">
                <a:sym typeface="+mn-ea"/>
              </a:rPr>
              <a:t>2</a:t>
            </a:r>
            <a:r>
              <a:rPr lang="en-US" altLang="zh-CN" sz="2800" dirty="0">
                <a:sym typeface="+mn-ea"/>
              </a:rPr>
              <a:t>, …, </a:t>
            </a:r>
            <a:r>
              <a:rPr lang="en-US" altLang="zh-CN" sz="2800" i="1" dirty="0">
                <a:sym typeface="+mn-ea"/>
              </a:rPr>
              <a:t>α</a:t>
            </a:r>
            <a:r>
              <a:rPr lang="en-US" altLang="zh-CN" sz="2800" i="1" baseline="-25000" dirty="0">
                <a:sym typeface="+mn-ea"/>
              </a:rPr>
              <a:t>s </a:t>
            </a:r>
            <a:r>
              <a:rPr lang="zh-CN" altLang="en-US" sz="2800" dirty="0"/>
              <a:t>的一个</a:t>
            </a:r>
            <a:r>
              <a:rPr lang="zh-CN" altLang="en-US" sz="2800" dirty="0">
                <a:solidFill>
                  <a:srgbClr val="FF0000"/>
                </a:solidFill>
              </a:rPr>
              <a:t>线性组合</a:t>
            </a:r>
            <a:r>
              <a:rPr lang="zh-CN" altLang="en-US" sz="2800" dirty="0"/>
              <a:t>．</a:t>
            </a:r>
          </a:p>
          <a:p>
            <a:pPr eaLnBrk="1" hangingPunct="1">
              <a:lnSpc>
                <a:spcPct val="120000"/>
              </a:lnSpc>
              <a:buNone/>
            </a:pPr>
            <a:r>
              <a:rPr lang="en-US" altLang="zh-CN" sz="2800" i="1" dirty="0"/>
              <a:t>k</a:t>
            </a:r>
            <a:r>
              <a:rPr lang="en-US" altLang="zh-CN" sz="2800" baseline="-25000" dirty="0"/>
              <a:t>1</a:t>
            </a:r>
            <a:r>
              <a:rPr lang="en-US" altLang="zh-CN" sz="2800" dirty="0"/>
              <a:t>, </a:t>
            </a:r>
            <a:r>
              <a:rPr lang="en-US" altLang="zh-CN" sz="2800" i="1" dirty="0"/>
              <a:t>k</a:t>
            </a:r>
            <a:r>
              <a:rPr lang="en-US" altLang="zh-CN" sz="2800" baseline="-25000" dirty="0"/>
              <a:t>2</a:t>
            </a:r>
            <a:r>
              <a:rPr lang="en-US" altLang="zh-CN" sz="2800" dirty="0"/>
              <a:t>, …, </a:t>
            </a:r>
            <a:r>
              <a:rPr lang="en-US" altLang="zh-CN" sz="2800" i="1" dirty="0"/>
              <a:t>k</a:t>
            </a:r>
            <a:r>
              <a:rPr lang="en-US" altLang="zh-CN" sz="2800" i="1" baseline="-25000" dirty="0"/>
              <a:t>s </a:t>
            </a:r>
            <a:r>
              <a:rPr lang="zh-CN" altLang="en-US" sz="2800" dirty="0"/>
              <a:t>称为这个</a:t>
            </a:r>
            <a:r>
              <a:rPr lang="zh-CN" altLang="en-US" sz="2800" dirty="0">
                <a:solidFill>
                  <a:srgbClr val="FF0000"/>
                </a:solidFill>
              </a:rPr>
              <a:t>线性组合的系数</a:t>
            </a:r>
            <a:r>
              <a:rPr lang="zh-CN" altLang="en-US" sz="2800" dirty="0"/>
              <a:t>．</a:t>
            </a:r>
          </a:p>
          <a:p>
            <a:pPr eaLnBrk="1" hangingPunct="1">
              <a:lnSpc>
                <a:spcPct val="120000"/>
              </a:lnSpc>
              <a:buNone/>
            </a:pPr>
            <a:r>
              <a:rPr lang="zh-CN" altLang="en-US" sz="2800" b="1" dirty="0">
                <a:solidFill>
                  <a:srgbClr val="FF3300"/>
                </a:solidFill>
              </a:rPr>
              <a:t>定义</a:t>
            </a:r>
            <a:r>
              <a:rPr lang="en-US" altLang="zh-CN" sz="2800" b="1" dirty="0">
                <a:solidFill>
                  <a:srgbClr val="FF3300"/>
                </a:solidFill>
              </a:rPr>
              <a:t>3.3.2</a:t>
            </a:r>
            <a:r>
              <a:rPr lang="zh-CN" altLang="en-US" sz="2800" dirty="0">
                <a:solidFill>
                  <a:srgbClr val="0000FF"/>
                </a:solidFill>
              </a:rPr>
              <a:t>：</a:t>
            </a:r>
            <a:r>
              <a:rPr lang="zh-CN" altLang="en-US" sz="2800" dirty="0"/>
              <a:t>给定向量组 </a:t>
            </a:r>
            <a:r>
              <a:rPr lang="en-US" altLang="zh-CN" sz="2800" i="1" dirty="0">
                <a:sym typeface="+mn-ea"/>
              </a:rPr>
              <a:t>α</a:t>
            </a:r>
            <a:r>
              <a:rPr lang="en-US" altLang="zh-CN" sz="2800" baseline="-25000" dirty="0">
                <a:sym typeface="+mn-ea"/>
              </a:rPr>
              <a:t>1</a:t>
            </a:r>
            <a:r>
              <a:rPr lang="en-US" altLang="zh-CN" sz="2800" dirty="0">
                <a:sym typeface="+mn-ea"/>
              </a:rPr>
              <a:t>, </a:t>
            </a:r>
            <a:r>
              <a:rPr lang="en-US" altLang="zh-CN" sz="2800" i="1" dirty="0">
                <a:sym typeface="+mn-ea"/>
              </a:rPr>
              <a:t>α</a:t>
            </a:r>
            <a:r>
              <a:rPr lang="en-US" altLang="zh-CN" sz="2800" baseline="-25000" dirty="0">
                <a:sym typeface="+mn-ea"/>
              </a:rPr>
              <a:t>2</a:t>
            </a:r>
            <a:r>
              <a:rPr lang="en-US" altLang="zh-CN" sz="2800" dirty="0">
                <a:sym typeface="+mn-ea"/>
              </a:rPr>
              <a:t>, …, </a:t>
            </a:r>
            <a:r>
              <a:rPr lang="en-US" altLang="zh-CN" sz="2800" i="1" dirty="0">
                <a:sym typeface="+mn-ea"/>
              </a:rPr>
              <a:t>α</a:t>
            </a:r>
            <a:r>
              <a:rPr lang="en-US" altLang="zh-CN" sz="2800" i="1" baseline="-25000" dirty="0">
                <a:sym typeface="+mn-ea"/>
              </a:rPr>
              <a:t>s </a:t>
            </a:r>
            <a:r>
              <a:rPr lang="en-US" altLang="zh-CN" sz="2800" i="1" baseline="-25000" dirty="0"/>
              <a:t> </a:t>
            </a:r>
            <a:r>
              <a:rPr lang="zh-CN" altLang="en-US" sz="2800" dirty="0"/>
              <a:t>和向量 </a:t>
            </a:r>
            <a:r>
              <a:rPr lang="en-US" altLang="zh-CN" sz="2800" i="1" dirty="0">
                <a:sym typeface="+mn-ea"/>
              </a:rPr>
              <a:t>α</a:t>
            </a:r>
            <a:r>
              <a:rPr lang="zh-CN" altLang="en-US" sz="2800" dirty="0"/>
              <a:t>，如果存在一组实数 </a:t>
            </a:r>
            <a:r>
              <a:rPr lang="en-US" altLang="zh-CN" sz="2800" i="1" dirty="0">
                <a:sym typeface="+mn-ea"/>
              </a:rPr>
              <a:t>k</a:t>
            </a:r>
            <a:r>
              <a:rPr lang="en-US" altLang="zh-CN" sz="2800" baseline="-25000" dirty="0">
                <a:sym typeface="+mn-ea"/>
              </a:rPr>
              <a:t>1</a:t>
            </a:r>
            <a:r>
              <a:rPr lang="en-US" altLang="zh-CN" sz="2800" dirty="0">
                <a:sym typeface="+mn-ea"/>
              </a:rPr>
              <a:t>, </a:t>
            </a:r>
            <a:r>
              <a:rPr lang="en-US" altLang="zh-CN" sz="2800" i="1" dirty="0">
                <a:sym typeface="+mn-ea"/>
              </a:rPr>
              <a:t>k</a:t>
            </a:r>
            <a:r>
              <a:rPr lang="en-US" altLang="zh-CN" sz="2800" baseline="-25000" dirty="0">
                <a:sym typeface="+mn-ea"/>
              </a:rPr>
              <a:t>2</a:t>
            </a:r>
            <a:r>
              <a:rPr lang="en-US" altLang="zh-CN" sz="2800" dirty="0">
                <a:sym typeface="+mn-ea"/>
              </a:rPr>
              <a:t>, …, </a:t>
            </a:r>
            <a:r>
              <a:rPr lang="en-US" altLang="zh-CN" sz="2800" i="1" dirty="0">
                <a:sym typeface="+mn-ea"/>
              </a:rPr>
              <a:t>k</a:t>
            </a:r>
            <a:r>
              <a:rPr lang="en-US" altLang="zh-CN" sz="2800" i="1" baseline="-25000" dirty="0">
                <a:sym typeface="+mn-ea"/>
              </a:rPr>
              <a:t>s</a:t>
            </a:r>
            <a:r>
              <a:rPr lang="en-US" altLang="zh-CN" sz="2800" dirty="0">
                <a:sym typeface="+mn-ea"/>
              </a:rPr>
              <a:t> </a:t>
            </a:r>
            <a:r>
              <a:rPr lang="zh-CN" altLang="en-US" sz="2800" dirty="0"/>
              <a:t>，使得</a:t>
            </a:r>
          </a:p>
          <a:p>
            <a:pPr algn="ctr" eaLnBrk="1" hangingPunct="1">
              <a:lnSpc>
                <a:spcPct val="120000"/>
              </a:lnSpc>
              <a:buNone/>
            </a:pPr>
            <a:r>
              <a:rPr lang="en-US" altLang="zh-CN" sz="2800" i="1" dirty="0">
                <a:sym typeface="+mn-ea"/>
              </a:rPr>
              <a:t>α</a:t>
            </a:r>
            <a:r>
              <a:rPr lang="en-US" altLang="zh-CN" sz="2800" b="0" dirty="0"/>
              <a:t> = </a:t>
            </a:r>
            <a:r>
              <a:rPr lang="en-US" altLang="zh-CN" sz="2800" i="1" dirty="0">
                <a:sym typeface="+mn-ea"/>
              </a:rPr>
              <a:t>k</a:t>
            </a:r>
            <a:r>
              <a:rPr lang="en-US" altLang="zh-CN" sz="2800" baseline="-25000" dirty="0">
                <a:sym typeface="+mn-ea"/>
              </a:rPr>
              <a:t>1</a:t>
            </a:r>
            <a:r>
              <a:rPr lang="en-US" altLang="zh-CN" sz="2800" i="1" dirty="0">
                <a:sym typeface="+mn-ea"/>
              </a:rPr>
              <a:t>α</a:t>
            </a:r>
            <a:r>
              <a:rPr lang="en-US" altLang="zh-CN" sz="2800" baseline="-25000" dirty="0">
                <a:sym typeface="+mn-ea"/>
              </a:rPr>
              <a:t>1 </a:t>
            </a:r>
            <a:r>
              <a:rPr lang="en-US" altLang="zh-CN" sz="2800" dirty="0">
                <a:sym typeface="+mn-ea"/>
              </a:rPr>
              <a:t>+ </a:t>
            </a:r>
            <a:r>
              <a:rPr lang="en-US" altLang="zh-CN" sz="2800" i="1" dirty="0">
                <a:sym typeface="+mn-ea"/>
              </a:rPr>
              <a:t>k</a:t>
            </a:r>
            <a:r>
              <a:rPr lang="en-US" altLang="zh-CN" sz="2800" baseline="-25000" dirty="0">
                <a:sym typeface="+mn-ea"/>
              </a:rPr>
              <a:t>2</a:t>
            </a:r>
            <a:r>
              <a:rPr lang="en-US" altLang="zh-CN" sz="2800" i="1" dirty="0">
                <a:sym typeface="+mn-ea"/>
              </a:rPr>
              <a:t>α</a:t>
            </a:r>
            <a:r>
              <a:rPr lang="en-US" altLang="zh-CN" sz="2800" baseline="-25000" dirty="0">
                <a:sym typeface="+mn-ea"/>
              </a:rPr>
              <a:t>2 </a:t>
            </a:r>
            <a:r>
              <a:rPr lang="en-US" altLang="zh-CN" sz="2800" dirty="0">
                <a:sym typeface="+mn-ea"/>
              </a:rPr>
              <a:t>+ … + </a:t>
            </a:r>
            <a:r>
              <a:rPr lang="en-US" altLang="zh-CN" sz="2800" i="1" dirty="0">
                <a:sym typeface="+mn-ea"/>
              </a:rPr>
              <a:t>k</a:t>
            </a:r>
            <a:r>
              <a:rPr lang="en-US" altLang="zh-CN" sz="2800" i="1" baseline="-25000" dirty="0">
                <a:sym typeface="+mn-ea"/>
              </a:rPr>
              <a:t>s</a:t>
            </a:r>
            <a:r>
              <a:rPr lang="en-US" altLang="zh-CN" sz="2800" i="1" dirty="0">
                <a:sym typeface="+mn-ea"/>
              </a:rPr>
              <a:t>α</a:t>
            </a:r>
            <a:r>
              <a:rPr lang="en-US" altLang="zh-CN" sz="2800" i="1" baseline="-25000" dirty="0">
                <a:sym typeface="+mn-ea"/>
              </a:rPr>
              <a:t>s</a:t>
            </a:r>
            <a:endParaRPr lang="en-US" altLang="zh-CN" sz="2800" dirty="0"/>
          </a:p>
          <a:p>
            <a:pPr eaLnBrk="1" hangingPunct="1">
              <a:lnSpc>
                <a:spcPct val="120000"/>
              </a:lnSpc>
              <a:buNone/>
            </a:pPr>
            <a:r>
              <a:rPr lang="zh-CN" altLang="en-US" sz="2800" dirty="0"/>
              <a:t>则称</a:t>
            </a:r>
            <a:r>
              <a:rPr lang="zh-CN" altLang="en-US" sz="2800" dirty="0">
                <a:solidFill>
                  <a:srgbClr val="FF0000"/>
                </a:solidFill>
              </a:rPr>
              <a:t>向量 </a:t>
            </a:r>
            <a:r>
              <a:rPr lang="en-US" altLang="zh-CN" sz="2800" i="1" dirty="0">
                <a:solidFill>
                  <a:srgbClr val="FF0000"/>
                </a:solidFill>
                <a:sym typeface="+mn-ea"/>
              </a:rPr>
              <a:t>α</a:t>
            </a:r>
            <a:r>
              <a:rPr lang="en-US" altLang="zh-CN" sz="2800" i="1" dirty="0">
                <a:solidFill>
                  <a:srgbClr val="FF0000"/>
                </a:solidFill>
              </a:rPr>
              <a:t> </a:t>
            </a:r>
            <a:r>
              <a:rPr lang="zh-CN" altLang="en-US" sz="2800" dirty="0">
                <a:solidFill>
                  <a:srgbClr val="FF0000"/>
                </a:solidFill>
              </a:rPr>
              <a:t>能由向量组 </a:t>
            </a:r>
            <a:r>
              <a:rPr lang="en-US" altLang="zh-CN" sz="2800" i="1" dirty="0">
                <a:solidFill>
                  <a:srgbClr val="FF0000"/>
                </a:solidFill>
                <a:sym typeface="+mn-ea"/>
              </a:rPr>
              <a:t>α</a:t>
            </a:r>
            <a:r>
              <a:rPr lang="en-US" altLang="zh-CN" sz="2800" baseline="-25000" dirty="0">
                <a:solidFill>
                  <a:srgbClr val="FF0000"/>
                </a:solidFill>
                <a:sym typeface="+mn-ea"/>
              </a:rPr>
              <a:t>1</a:t>
            </a:r>
            <a:r>
              <a:rPr lang="en-US" altLang="zh-CN" sz="2800" dirty="0">
                <a:solidFill>
                  <a:srgbClr val="FF0000"/>
                </a:solidFill>
                <a:sym typeface="+mn-ea"/>
              </a:rPr>
              <a:t>, </a:t>
            </a:r>
            <a:r>
              <a:rPr lang="en-US" altLang="zh-CN" sz="2800" i="1" dirty="0">
                <a:solidFill>
                  <a:srgbClr val="FF0000"/>
                </a:solidFill>
                <a:sym typeface="+mn-ea"/>
              </a:rPr>
              <a:t>α</a:t>
            </a:r>
            <a:r>
              <a:rPr lang="en-US" altLang="zh-CN" sz="2800" baseline="-25000" dirty="0">
                <a:solidFill>
                  <a:srgbClr val="FF0000"/>
                </a:solidFill>
                <a:sym typeface="+mn-ea"/>
              </a:rPr>
              <a:t>2</a:t>
            </a:r>
            <a:r>
              <a:rPr lang="en-US" altLang="zh-CN" sz="2800" dirty="0">
                <a:solidFill>
                  <a:srgbClr val="FF0000"/>
                </a:solidFill>
                <a:sym typeface="+mn-ea"/>
              </a:rPr>
              <a:t>, …, </a:t>
            </a:r>
            <a:r>
              <a:rPr lang="en-US" altLang="zh-CN" sz="2800" i="1" dirty="0">
                <a:solidFill>
                  <a:srgbClr val="FF0000"/>
                </a:solidFill>
                <a:sym typeface="+mn-ea"/>
              </a:rPr>
              <a:t>α</a:t>
            </a:r>
            <a:r>
              <a:rPr lang="en-US" altLang="zh-CN" sz="2800" i="1" baseline="-25000" dirty="0">
                <a:solidFill>
                  <a:srgbClr val="FF0000"/>
                </a:solidFill>
                <a:sym typeface="+mn-ea"/>
              </a:rPr>
              <a:t>s  </a:t>
            </a:r>
            <a:r>
              <a:rPr lang="en-US" altLang="zh-CN" sz="2800" dirty="0">
                <a:solidFill>
                  <a:srgbClr val="FF0000"/>
                </a:solidFill>
              </a:rPr>
              <a:t> </a:t>
            </a:r>
            <a:r>
              <a:rPr lang="zh-CN" altLang="en-US" sz="2800" dirty="0">
                <a:solidFill>
                  <a:srgbClr val="FF0000"/>
                </a:solidFill>
              </a:rPr>
              <a:t>的线性表示</a:t>
            </a:r>
            <a:r>
              <a:rPr lang="zh-CN" altLang="en-US" sz="28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9">
                                            <p:txEl>
                                              <p:pRg st="0" end="0"/>
                                            </p:txEl>
                                          </p:spTgt>
                                        </p:tgtEl>
                                        <p:attrNameLst>
                                          <p:attrName>style.visibility</p:attrName>
                                        </p:attrNameLst>
                                      </p:cBhvr>
                                      <p:to>
                                        <p:strVal val="visible"/>
                                      </p:to>
                                    </p:set>
                                    <p:animEffect transition="in" filter="blinds(horizontal)">
                                      <p:cBhvr>
                                        <p:cTn id="7" dur="500"/>
                                        <p:tgtEl>
                                          <p:spTgt spid="143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49">
                                            <p:txEl>
                                              <p:pRg st="1" end="1"/>
                                            </p:txEl>
                                          </p:spTgt>
                                        </p:tgtEl>
                                        <p:attrNameLst>
                                          <p:attrName>style.visibility</p:attrName>
                                        </p:attrNameLst>
                                      </p:cBhvr>
                                      <p:to>
                                        <p:strVal val="visible"/>
                                      </p:to>
                                    </p:set>
                                    <p:animEffect transition="in" filter="blinds(horizontal)">
                                      <p:cBhvr>
                                        <p:cTn id="12" dur="500"/>
                                        <p:tgtEl>
                                          <p:spTgt spid="1434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49">
                                            <p:txEl>
                                              <p:pRg st="2" end="2"/>
                                            </p:txEl>
                                          </p:spTgt>
                                        </p:tgtEl>
                                        <p:attrNameLst>
                                          <p:attrName>style.visibility</p:attrName>
                                        </p:attrNameLst>
                                      </p:cBhvr>
                                      <p:to>
                                        <p:strVal val="visible"/>
                                      </p:to>
                                    </p:set>
                                    <p:animEffect transition="in" filter="blinds(horizontal)">
                                      <p:cBhvr>
                                        <p:cTn id="17" dur="500"/>
                                        <p:tgtEl>
                                          <p:spTgt spid="1434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49">
                                            <p:txEl>
                                              <p:pRg st="3" end="3"/>
                                            </p:txEl>
                                          </p:spTgt>
                                        </p:tgtEl>
                                        <p:attrNameLst>
                                          <p:attrName>style.visibility</p:attrName>
                                        </p:attrNameLst>
                                      </p:cBhvr>
                                      <p:to>
                                        <p:strVal val="visible"/>
                                      </p:to>
                                    </p:set>
                                    <p:animEffect transition="in" filter="blinds(horizontal)">
                                      <p:cBhvr>
                                        <p:cTn id="22" dur="500"/>
                                        <p:tgtEl>
                                          <p:spTgt spid="1434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349">
                                            <p:txEl>
                                              <p:pRg st="4" end="4"/>
                                            </p:txEl>
                                          </p:spTgt>
                                        </p:tgtEl>
                                        <p:attrNameLst>
                                          <p:attrName>style.visibility</p:attrName>
                                        </p:attrNameLst>
                                      </p:cBhvr>
                                      <p:to>
                                        <p:strVal val="visible"/>
                                      </p:to>
                                    </p:set>
                                    <p:animEffect transition="in" filter="blinds(horizontal)">
                                      <p:cBhvr>
                                        <p:cTn id="27" dur="500"/>
                                        <p:tgtEl>
                                          <p:spTgt spid="1434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349">
                                            <p:txEl>
                                              <p:pRg st="5" end="5"/>
                                            </p:txEl>
                                          </p:spTgt>
                                        </p:tgtEl>
                                        <p:attrNameLst>
                                          <p:attrName>style.visibility</p:attrName>
                                        </p:attrNameLst>
                                      </p:cBhvr>
                                      <p:to>
                                        <p:strVal val="visible"/>
                                      </p:to>
                                    </p:set>
                                    <p:animEffect transition="in" filter="blinds(horizontal)">
                                      <p:cBhvr>
                                        <p:cTn id="32" dur="500"/>
                                        <p:tgtEl>
                                          <p:spTgt spid="1434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349">
                                            <p:txEl>
                                              <p:pRg st="6" end="6"/>
                                            </p:txEl>
                                          </p:spTgt>
                                        </p:tgtEl>
                                        <p:attrNameLst>
                                          <p:attrName>style.visibility</p:attrName>
                                        </p:attrNameLst>
                                      </p:cBhvr>
                                      <p:to>
                                        <p:strVal val="visible"/>
                                      </p:to>
                                    </p:set>
                                    <p:animEffect transition="in" filter="blinds(horizontal)">
                                      <p:cBhvr>
                                        <p:cTn id="37" dur="500"/>
                                        <p:tgtEl>
                                          <p:spTgt spid="1434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4349">
                                            <p:txEl>
                                              <p:pRg st="1" end="1"/>
                                            </p:txEl>
                                          </p:spTgt>
                                        </p:tgtEl>
                                        <p:attrNameLst>
                                          <p:attrName>style.visibility</p:attrName>
                                        </p:attrNameLst>
                                      </p:cBhvr>
                                      <p:to>
                                        <p:strVal val="visible"/>
                                      </p:to>
                                    </p:set>
                                    <p:animEffect transition="in" filter="blinds(horizontal)">
                                      <p:cBhvr>
                                        <p:cTn id="42" dur="500"/>
                                        <p:tgtEl>
                                          <p:spTgt spid="14349">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4349">
                                            <p:txEl>
                                              <p:pRg st="2" end="2"/>
                                            </p:txEl>
                                          </p:spTgt>
                                        </p:tgtEl>
                                        <p:attrNameLst>
                                          <p:attrName>style.visibility</p:attrName>
                                        </p:attrNameLst>
                                      </p:cBhvr>
                                      <p:to>
                                        <p:strVal val="visible"/>
                                      </p:to>
                                    </p:set>
                                    <p:animEffect transition="in" filter="wipe(down)">
                                      <p:cBhvr>
                                        <p:cTn id="47" dur="500"/>
                                        <p:tgtEl>
                                          <p:spTgt spid="14349">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4349">
                                            <p:txEl>
                                              <p:pRg st="3" end="3"/>
                                            </p:txEl>
                                          </p:spTgt>
                                        </p:tgtEl>
                                        <p:attrNameLst>
                                          <p:attrName>style.visibility</p:attrName>
                                        </p:attrNameLst>
                                      </p:cBhvr>
                                      <p:to>
                                        <p:strVal val="visible"/>
                                      </p:to>
                                    </p:set>
                                    <p:animEffect transition="in" filter="wipe(down)">
                                      <p:cBhvr>
                                        <p:cTn id="52" dur="500"/>
                                        <p:tgtEl>
                                          <p:spTgt spid="14349">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4349">
                                            <p:txEl>
                                              <p:pRg st="4" end="4"/>
                                            </p:txEl>
                                          </p:spTgt>
                                        </p:tgtEl>
                                        <p:attrNameLst>
                                          <p:attrName>style.visibility</p:attrName>
                                        </p:attrNameLst>
                                      </p:cBhvr>
                                      <p:to>
                                        <p:strVal val="visible"/>
                                      </p:to>
                                    </p:set>
                                    <p:animEffect transition="in" filter="wipe(down)">
                                      <p:cBhvr>
                                        <p:cTn id="57" dur="500"/>
                                        <p:tgtEl>
                                          <p:spTgt spid="14349">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14349">
                                            <p:txEl>
                                              <p:pRg st="5" end="5"/>
                                            </p:txEl>
                                          </p:spTgt>
                                        </p:tgtEl>
                                        <p:attrNameLst>
                                          <p:attrName>style.visibility</p:attrName>
                                        </p:attrNameLst>
                                      </p:cBhvr>
                                      <p:to>
                                        <p:strVal val="visible"/>
                                      </p:to>
                                    </p:set>
                                    <p:animEffect transition="in" filter="wipe(down)">
                                      <p:cBhvr>
                                        <p:cTn id="62" dur="500"/>
                                        <p:tgtEl>
                                          <p:spTgt spid="14349">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14349">
                                            <p:txEl>
                                              <p:pRg st="6" end="6"/>
                                            </p:txEl>
                                          </p:spTgt>
                                        </p:tgtEl>
                                        <p:attrNameLst>
                                          <p:attrName>style.visibility</p:attrName>
                                        </p:attrNameLst>
                                      </p:cBhvr>
                                      <p:to>
                                        <p:strVal val="visible"/>
                                      </p:to>
                                    </p:set>
                                    <p:animEffect transition="in" filter="wipe(down)">
                                      <p:cBhvr>
                                        <p:cTn id="67" dur="500"/>
                                        <p:tgtEl>
                                          <p:spTgt spid="1434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9"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10241"/>
          <p:cNvSpPr txBox="1"/>
          <p:nvPr/>
        </p:nvSpPr>
        <p:spPr>
          <a:xfrm>
            <a:off x="0" y="457200"/>
            <a:ext cx="7162800" cy="521970"/>
          </a:xfrm>
          <a:prstGeom prst="rect">
            <a:avLst/>
          </a:prstGeom>
          <a:noFill/>
          <a:ln w="9525">
            <a:noFill/>
          </a:ln>
        </p:spPr>
        <p:txBody>
          <a:bodyPr>
            <a:spAutoFit/>
          </a:bodyPr>
          <a:lstStyle/>
          <a:p>
            <a:pPr fontAlgn="ctr">
              <a:spcBef>
                <a:spcPct val="50000"/>
              </a:spcBef>
            </a:pPr>
            <a:r>
              <a:rPr lang="zh-CN" altLang="en-US" dirty="0">
                <a:latin typeface="楷体_GB2312" pitchFamily="49" charset="-122"/>
                <a:ea typeface="楷体_GB2312" pitchFamily="49" charset="-122"/>
              </a:rPr>
              <a:t>由上述定义有：</a:t>
            </a:r>
          </a:p>
        </p:txBody>
      </p:sp>
      <p:sp>
        <p:nvSpPr>
          <p:cNvPr id="10244" name="矩形 10243"/>
          <p:cNvSpPr/>
          <p:nvPr/>
        </p:nvSpPr>
        <p:spPr>
          <a:xfrm>
            <a:off x="0" y="3408363"/>
            <a:ext cx="254000" cy="260350"/>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r>
              <a:rPr lang="en-US" altLang="zh-CN" sz="1100" dirty="0">
                <a:latin typeface="Arial" panose="020B0604020202020204" pitchFamily="34" charset="0"/>
              </a:rPr>
              <a:t> </a:t>
            </a:r>
            <a:endParaRPr lang="en-US" altLang="zh-CN" dirty="0">
              <a:latin typeface="Arial" panose="020B0604020202020204" pitchFamily="34" charset="0"/>
            </a:endParaRPr>
          </a:p>
        </p:txBody>
      </p:sp>
      <p:sp>
        <p:nvSpPr>
          <p:cNvPr id="10246" name="矩形 10245"/>
          <p:cNvSpPr/>
          <p:nvPr/>
        </p:nvSpPr>
        <p:spPr>
          <a:xfrm>
            <a:off x="0" y="3319463"/>
            <a:ext cx="9144000" cy="0"/>
          </a:xfrm>
          <a:prstGeom prst="rect">
            <a:avLst/>
          </a:prstGeom>
          <a:noFill/>
          <a:ln w="9525">
            <a:noFill/>
          </a:ln>
        </p:spPr>
        <p:txBody>
          <a:bodyPr/>
          <a:lstStyle/>
          <a:p>
            <a:endParaRPr lang="zh-CN" altLang="en-US"/>
          </a:p>
        </p:txBody>
      </p:sp>
      <p:sp>
        <p:nvSpPr>
          <p:cNvPr id="10248" name="文本框 10247"/>
          <p:cNvSpPr txBox="1"/>
          <p:nvPr/>
        </p:nvSpPr>
        <p:spPr>
          <a:xfrm>
            <a:off x="285115" y="1052830"/>
            <a:ext cx="8172450" cy="521970"/>
          </a:xfrm>
          <a:prstGeom prst="rect">
            <a:avLst/>
          </a:prstGeom>
          <a:noFill/>
          <a:ln w="9525">
            <a:noFill/>
          </a:ln>
        </p:spPr>
        <p:txBody>
          <a:bodyPr wrap="square">
            <a:spAutoFit/>
          </a:bodyPr>
          <a:lstStyle/>
          <a:p>
            <a:pPr fontAlgn="ctr">
              <a:spcBef>
                <a:spcPct val="50000"/>
              </a:spcBef>
            </a:pPr>
            <a:r>
              <a:rPr lang="zh-CN" altLang="en-US" dirty="0">
                <a:solidFill>
                  <a:srgbClr val="FF0000"/>
                </a:solidFill>
                <a:latin typeface="楷体_GB2312" pitchFamily="49" charset="-122"/>
                <a:ea typeface="楷体_GB2312" pitchFamily="49" charset="-122"/>
              </a:rPr>
              <a:t>例</a:t>
            </a:r>
            <a:r>
              <a:rPr lang="en-US" altLang="zh-CN" dirty="0">
                <a:solidFill>
                  <a:srgbClr val="FF0000"/>
                </a:solidFill>
                <a:latin typeface="楷体_GB2312" pitchFamily="49" charset="-122"/>
                <a:ea typeface="楷体_GB2312" pitchFamily="49" charset="-122"/>
              </a:rPr>
              <a:t>3.3.1</a:t>
            </a:r>
            <a:r>
              <a:rPr lang="zh-CN" altLang="en-US" dirty="0">
                <a:latin typeface="楷体_GB2312" pitchFamily="49" charset="-122"/>
                <a:ea typeface="楷体_GB2312" pitchFamily="49" charset="-122"/>
              </a:rPr>
              <a:t>任意</a:t>
            </a:r>
            <a:r>
              <a:rPr lang="en-US" altLang="zh-CN" i="1" dirty="0">
                <a:sym typeface="+mn-ea"/>
              </a:rPr>
              <a:t>n</a:t>
            </a:r>
            <a:r>
              <a:rPr lang="zh-CN" altLang="en-US" dirty="0">
                <a:latin typeface="楷体_GB2312" pitchFamily="49" charset="-122"/>
                <a:ea typeface="楷体_GB2312" pitchFamily="49" charset="-122"/>
              </a:rPr>
              <a:t>元向量</a:t>
            </a:r>
            <a:r>
              <a:rPr lang="en-US" altLang="zh-CN" i="1" dirty="0">
                <a:sym typeface="+mn-ea"/>
              </a:rPr>
              <a:t>α=</a:t>
            </a:r>
            <a:r>
              <a:rPr lang="en-US" altLang="zh-CN" dirty="0">
                <a:solidFill>
                  <a:srgbClr val="000000"/>
                </a:solidFill>
                <a:ea typeface="楷体_GB2312"/>
                <a:sym typeface="+mn-ea"/>
              </a:rPr>
              <a:t>(</a:t>
            </a:r>
            <a:r>
              <a:rPr lang="en-US" altLang="zh-CN" i="1" dirty="0">
                <a:sym typeface="+mn-ea"/>
              </a:rPr>
              <a:t>a</a:t>
            </a:r>
            <a:r>
              <a:rPr lang="en-US" altLang="zh-CN" baseline="-25000" dirty="0">
                <a:sym typeface="+mn-ea"/>
              </a:rPr>
              <a:t>1</a:t>
            </a:r>
            <a:r>
              <a:rPr lang="en-US" altLang="zh-CN" dirty="0">
                <a:sym typeface="+mn-ea"/>
              </a:rPr>
              <a:t>, </a:t>
            </a:r>
            <a:r>
              <a:rPr lang="en-US" altLang="zh-CN" i="1" dirty="0">
                <a:sym typeface="+mn-ea"/>
              </a:rPr>
              <a:t>a</a:t>
            </a:r>
            <a:r>
              <a:rPr lang="en-US" altLang="zh-CN" baseline="-25000" dirty="0">
                <a:sym typeface="+mn-ea"/>
              </a:rPr>
              <a:t>2</a:t>
            </a:r>
            <a:r>
              <a:rPr lang="en-US" altLang="zh-CN" dirty="0">
                <a:sym typeface="+mn-ea"/>
              </a:rPr>
              <a:t>, …, </a:t>
            </a:r>
            <a:r>
              <a:rPr lang="en-US" altLang="zh-CN" i="1" dirty="0">
                <a:sym typeface="+mn-ea"/>
              </a:rPr>
              <a:t>a</a:t>
            </a:r>
            <a:r>
              <a:rPr lang="en-US" altLang="zh-CN" i="1" baseline="-25000" dirty="0">
                <a:sym typeface="+mn-ea"/>
              </a:rPr>
              <a:t>n</a:t>
            </a:r>
            <a:r>
              <a:rPr lang="en-US" altLang="zh-CN" dirty="0">
                <a:solidFill>
                  <a:srgbClr val="000000"/>
                </a:solidFill>
                <a:ea typeface="楷体_GB2312"/>
                <a:sym typeface="+mn-ea"/>
              </a:rPr>
              <a:t>)</a:t>
            </a:r>
            <a:r>
              <a:rPr lang="zh-CN" altLang="en-US" dirty="0">
                <a:latin typeface="Arial" panose="020B0604020202020204" pitchFamily="34" charset="0"/>
                <a:ea typeface="楷体_GB2312" pitchFamily="49" charset="-122"/>
                <a:sym typeface="+mn-ea"/>
              </a:rPr>
              <a:t>均可经向量组</a:t>
            </a:r>
            <a:endParaRPr lang="zh-CN" altLang="en-US" dirty="0">
              <a:latin typeface="楷体_GB2312" pitchFamily="49" charset="-122"/>
              <a:ea typeface="楷体_GB2312" pitchFamily="49" charset="-122"/>
            </a:endParaRPr>
          </a:p>
        </p:txBody>
      </p:sp>
      <p:sp>
        <p:nvSpPr>
          <p:cNvPr id="10250" name="矩形 10249"/>
          <p:cNvSpPr/>
          <p:nvPr/>
        </p:nvSpPr>
        <p:spPr>
          <a:xfrm>
            <a:off x="0" y="3465513"/>
            <a:ext cx="254000" cy="260350"/>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r>
              <a:rPr lang="en-US" altLang="zh-CN" sz="1100" dirty="0">
                <a:latin typeface="Arial" panose="020B0604020202020204" pitchFamily="34" charset="0"/>
              </a:rPr>
              <a:t> </a:t>
            </a:r>
            <a:endParaRPr lang="en-US" altLang="zh-CN" dirty="0">
              <a:latin typeface="Arial" panose="020B0604020202020204" pitchFamily="34" charset="0"/>
            </a:endParaRPr>
          </a:p>
        </p:txBody>
      </p:sp>
      <p:sp>
        <p:nvSpPr>
          <p:cNvPr id="10255" name="矩形 10254"/>
          <p:cNvSpPr/>
          <p:nvPr/>
        </p:nvSpPr>
        <p:spPr>
          <a:xfrm>
            <a:off x="0" y="0"/>
            <a:ext cx="9144000" cy="0"/>
          </a:xfrm>
          <a:prstGeom prst="rect">
            <a:avLst/>
          </a:prstGeom>
          <a:noFill/>
          <a:ln w="9525">
            <a:noFill/>
          </a:ln>
        </p:spPr>
        <p:txBody>
          <a:bodyPr/>
          <a:lstStyle/>
          <a:p>
            <a:endParaRPr lang="zh-CN" altLang="en-US"/>
          </a:p>
        </p:txBody>
      </p:sp>
      <p:sp>
        <p:nvSpPr>
          <p:cNvPr id="10256" name="矩形 10255"/>
          <p:cNvSpPr/>
          <p:nvPr/>
        </p:nvSpPr>
        <p:spPr>
          <a:xfrm>
            <a:off x="0" y="914400"/>
            <a:ext cx="215900" cy="244475"/>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endParaRPr lang="en-US" altLang="zh-CN" dirty="0">
              <a:latin typeface="Arial" panose="020B0604020202020204" pitchFamily="34" charset="0"/>
            </a:endParaRPr>
          </a:p>
        </p:txBody>
      </p:sp>
      <p:sp>
        <p:nvSpPr>
          <p:cNvPr id="10257" name="矩形 10256"/>
          <p:cNvSpPr/>
          <p:nvPr/>
        </p:nvSpPr>
        <p:spPr>
          <a:xfrm>
            <a:off x="0" y="2073275"/>
            <a:ext cx="215900" cy="244475"/>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endParaRPr lang="en-US" altLang="zh-CN" dirty="0">
              <a:latin typeface="Arial" panose="020B0604020202020204" pitchFamily="34" charset="0"/>
            </a:endParaRPr>
          </a:p>
        </p:txBody>
      </p:sp>
      <p:sp>
        <p:nvSpPr>
          <p:cNvPr id="10258" name="矩形 10257"/>
          <p:cNvSpPr/>
          <p:nvPr/>
        </p:nvSpPr>
        <p:spPr>
          <a:xfrm>
            <a:off x="0" y="3232150"/>
            <a:ext cx="215900" cy="244475"/>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endParaRPr lang="en-US" altLang="zh-CN" dirty="0">
              <a:latin typeface="Arial" panose="020B0604020202020204" pitchFamily="34" charset="0"/>
            </a:endParaRPr>
          </a:p>
        </p:txBody>
      </p:sp>
      <p:sp>
        <p:nvSpPr>
          <p:cNvPr id="10260" name="文本框 10259"/>
          <p:cNvSpPr txBox="1"/>
          <p:nvPr/>
        </p:nvSpPr>
        <p:spPr>
          <a:xfrm>
            <a:off x="360680" y="2317750"/>
            <a:ext cx="8175625" cy="1034415"/>
          </a:xfrm>
          <a:prstGeom prst="rect">
            <a:avLst/>
          </a:prstGeom>
          <a:noFill/>
          <a:ln w="9525">
            <a:noFill/>
          </a:ln>
        </p:spPr>
        <p:txBody>
          <a:bodyPr wrap="square">
            <a:noAutofit/>
          </a:bodyPr>
          <a:lstStyle/>
          <a:p>
            <a:pPr fontAlgn="ctr">
              <a:spcBef>
                <a:spcPct val="50000"/>
              </a:spcBef>
            </a:pPr>
            <a:r>
              <a:rPr lang="zh-CN" altLang="en-US" dirty="0">
                <a:latin typeface="楷体_GB2312" pitchFamily="49" charset="-122"/>
                <a:ea typeface="楷体_GB2312" pitchFamily="49" charset="-122"/>
              </a:rPr>
              <a:t>线性表示</a:t>
            </a:r>
            <a:r>
              <a:rPr lang="en-US" altLang="zh-CN">
                <a:latin typeface="楷体_GB2312" pitchFamily="49" charset="-122"/>
                <a:ea typeface="楷体_GB2312" pitchFamily="49" charset="-122"/>
              </a:rPr>
              <a:t>.</a:t>
            </a:r>
            <a:r>
              <a:rPr lang="zh-CN" altLang="en-US" dirty="0">
                <a:latin typeface="Arial" panose="020B0604020202020204" pitchFamily="34" charset="0"/>
                <a:ea typeface="楷体_GB2312" pitchFamily="49" charset="-122"/>
                <a:sym typeface="+mn-ea"/>
              </a:rPr>
              <a:t>通常称向量组</a:t>
            </a:r>
            <a:r>
              <a:rPr lang="en-US" altLang="zh-CN" dirty="0">
                <a:latin typeface="Arial" panose="020B0604020202020204" pitchFamily="34" charset="0"/>
                <a:ea typeface="楷体_GB2312" pitchFamily="49" charset="-122"/>
                <a:sym typeface="+mn-ea"/>
              </a:rPr>
              <a:t>                   </a:t>
            </a:r>
            <a:r>
              <a:rPr lang="zh-CN" altLang="en-US" dirty="0">
                <a:latin typeface="Arial" panose="020B0604020202020204" pitchFamily="34" charset="0"/>
                <a:ea typeface="楷体_GB2312" pitchFamily="49" charset="-122"/>
                <a:sym typeface="+mn-ea"/>
              </a:rPr>
              <a:t>为</a:t>
            </a:r>
            <a:r>
              <a:rPr lang="en-US" altLang="zh-CN" i="1" dirty="0">
                <a:sym typeface="+mn-ea"/>
              </a:rPr>
              <a:t>n</a:t>
            </a:r>
            <a:r>
              <a:rPr lang="zh-CN" altLang="en-US" dirty="0">
                <a:latin typeface="Arial" panose="020B0604020202020204" pitchFamily="34" charset="0"/>
                <a:ea typeface="楷体_GB2312" pitchFamily="49" charset="-122"/>
                <a:sym typeface="+mn-ea"/>
              </a:rPr>
              <a:t>维</a:t>
            </a:r>
            <a:r>
              <a:rPr lang="zh-CN" altLang="en-US" dirty="0">
                <a:solidFill>
                  <a:srgbClr val="FF0000"/>
                </a:solidFill>
                <a:latin typeface="Arial" panose="020B0604020202020204" pitchFamily="34" charset="0"/>
                <a:ea typeface="楷体_GB2312" pitchFamily="49" charset="-122"/>
                <a:sym typeface="+mn-ea"/>
              </a:rPr>
              <a:t>标准正交向量组</a:t>
            </a:r>
            <a:r>
              <a:rPr lang="en-US" altLang="zh-CN" dirty="0">
                <a:latin typeface="Arial" panose="020B0604020202020204" pitchFamily="34" charset="0"/>
                <a:ea typeface="楷体_GB2312" pitchFamily="49" charset="-122"/>
                <a:sym typeface="+mn-ea"/>
              </a:rPr>
              <a:t>.</a:t>
            </a:r>
            <a:endParaRPr lang="zh-CN" altLang="en-US" dirty="0">
              <a:latin typeface="Arial" panose="020B0604020202020204" pitchFamily="34" charset="0"/>
              <a:ea typeface="楷体_GB2312" pitchFamily="49" charset="-122"/>
            </a:endParaRPr>
          </a:p>
          <a:p>
            <a:pPr fontAlgn="ctr">
              <a:spcBef>
                <a:spcPct val="50000"/>
              </a:spcBef>
            </a:pPr>
            <a:r>
              <a:rPr lang="en-US" altLang="zh-CN" dirty="0">
                <a:latin typeface="Arial" panose="020B0604020202020204" pitchFamily="34" charset="0"/>
                <a:ea typeface="楷体_GB2312" pitchFamily="49" charset="-122"/>
                <a:sym typeface="+mn-ea"/>
              </a:rPr>
              <a:t>  </a:t>
            </a:r>
            <a:r>
              <a:rPr lang="zh-CN" altLang="en-US" dirty="0">
                <a:solidFill>
                  <a:srgbClr val="3333FF"/>
                </a:solidFill>
                <a:latin typeface="Arial" panose="020B0604020202020204" pitchFamily="34" charset="0"/>
                <a:ea typeface="楷体_GB2312" pitchFamily="49" charset="-122"/>
                <a:sym typeface="+mn-ea"/>
              </a:rPr>
              <a:t>解：</a:t>
            </a:r>
          </a:p>
        </p:txBody>
      </p:sp>
      <p:sp>
        <p:nvSpPr>
          <p:cNvPr id="10262" name="矩形 10261"/>
          <p:cNvSpPr/>
          <p:nvPr/>
        </p:nvSpPr>
        <p:spPr>
          <a:xfrm>
            <a:off x="0" y="2843213"/>
            <a:ext cx="9144000" cy="0"/>
          </a:xfrm>
          <a:prstGeom prst="rect">
            <a:avLst/>
          </a:prstGeom>
          <a:noFill/>
          <a:ln w="9525">
            <a:noFill/>
          </a:ln>
        </p:spPr>
        <p:txBody>
          <a:bodyPr/>
          <a:lstStyle/>
          <a:p>
            <a:endParaRPr lang="zh-CN" altLang="en-US"/>
          </a:p>
        </p:txBody>
      </p:sp>
      <p:graphicFrame>
        <p:nvGraphicFramePr>
          <p:cNvPr id="10263" name="对象 10262"/>
          <p:cNvGraphicFramePr/>
          <p:nvPr/>
        </p:nvGraphicFramePr>
        <p:xfrm>
          <a:off x="1330325" y="3285490"/>
          <a:ext cx="6769735" cy="568325"/>
        </p:xfrm>
        <a:graphic>
          <a:graphicData uri="http://schemas.openxmlformats.org/presentationml/2006/ole">
            <mc:AlternateContent xmlns:mc="http://schemas.openxmlformats.org/markup-compatibility/2006">
              <mc:Choice xmlns:v="urn:schemas-microsoft-com:vml" Requires="v">
                <p:oleObj r:id="rId2" imgW="2806700" imgH="228600" progId="Equation.DSMT4">
                  <p:embed/>
                </p:oleObj>
              </mc:Choice>
              <mc:Fallback>
                <p:oleObj r:id="rId2" imgW="2806700" imgH="228600" progId="Equation.DSMT4">
                  <p:embed/>
                  <p:pic>
                    <p:nvPicPr>
                      <p:cNvPr id="0" name="图片 3077"/>
                      <p:cNvPicPr/>
                      <p:nvPr/>
                    </p:nvPicPr>
                    <p:blipFill>
                      <a:blip r:embed="rId3"/>
                      <a:stretch>
                        <a:fillRect/>
                      </a:stretch>
                    </p:blipFill>
                    <p:spPr>
                      <a:xfrm>
                        <a:off x="1330325" y="3285490"/>
                        <a:ext cx="6769735" cy="568325"/>
                      </a:xfrm>
                      <a:prstGeom prst="rect">
                        <a:avLst/>
                      </a:prstGeom>
                      <a:noFill/>
                      <a:ln w="38100">
                        <a:noFill/>
                        <a:miter/>
                      </a:ln>
                    </p:spPr>
                  </p:pic>
                </p:oleObj>
              </mc:Fallback>
            </mc:AlternateContent>
          </a:graphicData>
        </a:graphic>
      </p:graphicFrame>
      <p:grpSp>
        <p:nvGrpSpPr>
          <p:cNvPr id="10264" name="组合 10263"/>
          <p:cNvGrpSpPr/>
          <p:nvPr/>
        </p:nvGrpSpPr>
        <p:grpSpPr>
          <a:xfrm>
            <a:off x="1979930" y="5023803"/>
            <a:ext cx="6788150" cy="1878013"/>
            <a:chOff x="1339" y="3012"/>
            <a:chExt cx="4276" cy="1183"/>
          </a:xfrm>
        </p:grpSpPr>
        <p:grpSp>
          <p:nvGrpSpPr>
            <p:cNvPr id="10265" name="组合 10264"/>
            <p:cNvGrpSpPr/>
            <p:nvPr/>
          </p:nvGrpSpPr>
          <p:grpSpPr>
            <a:xfrm>
              <a:off x="4554" y="3075"/>
              <a:ext cx="1061" cy="1120"/>
              <a:chOff x="2205" y="1448"/>
              <a:chExt cx="2120" cy="2239"/>
            </a:xfrm>
          </p:grpSpPr>
          <p:sp>
            <p:nvSpPr>
              <p:cNvPr id="10266" name="任意多边形 10265"/>
              <p:cNvSpPr/>
              <p:nvPr/>
            </p:nvSpPr>
            <p:spPr>
              <a:xfrm>
                <a:off x="3256" y="1670"/>
                <a:ext cx="463" cy="354"/>
              </a:xfrm>
              <a:custGeom>
                <a:avLst/>
                <a:gdLst/>
                <a:ahLst/>
                <a:cxnLst/>
                <a:rect l="0" t="0" r="0" b="0"/>
                <a:pathLst>
                  <a:path w="463" h="354">
                    <a:moveTo>
                      <a:pt x="0" y="111"/>
                    </a:moveTo>
                    <a:lnTo>
                      <a:pt x="89" y="202"/>
                    </a:lnTo>
                    <a:lnTo>
                      <a:pt x="95" y="261"/>
                    </a:lnTo>
                    <a:lnTo>
                      <a:pt x="102" y="354"/>
                    </a:lnTo>
                    <a:lnTo>
                      <a:pt x="127" y="354"/>
                    </a:lnTo>
                    <a:lnTo>
                      <a:pt x="153" y="326"/>
                    </a:lnTo>
                    <a:lnTo>
                      <a:pt x="165" y="273"/>
                    </a:lnTo>
                    <a:lnTo>
                      <a:pt x="165" y="196"/>
                    </a:lnTo>
                    <a:lnTo>
                      <a:pt x="172" y="240"/>
                    </a:lnTo>
                    <a:lnTo>
                      <a:pt x="178" y="267"/>
                    </a:lnTo>
                    <a:lnTo>
                      <a:pt x="185" y="293"/>
                    </a:lnTo>
                    <a:lnTo>
                      <a:pt x="210" y="293"/>
                    </a:lnTo>
                    <a:lnTo>
                      <a:pt x="236" y="267"/>
                    </a:lnTo>
                    <a:lnTo>
                      <a:pt x="236" y="235"/>
                    </a:lnTo>
                    <a:lnTo>
                      <a:pt x="254" y="187"/>
                    </a:lnTo>
                    <a:lnTo>
                      <a:pt x="261" y="222"/>
                    </a:lnTo>
                    <a:lnTo>
                      <a:pt x="273" y="255"/>
                    </a:lnTo>
                    <a:lnTo>
                      <a:pt x="305" y="240"/>
                    </a:lnTo>
                    <a:lnTo>
                      <a:pt x="317" y="214"/>
                    </a:lnTo>
                    <a:lnTo>
                      <a:pt x="317" y="235"/>
                    </a:lnTo>
                    <a:lnTo>
                      <a:pt x="356" y="214"/>
                    </a:lnTo>
                    <a:lnTo>
                      <a:pt x="374" y="169"/>
                    </a:lnTo>
                    <a:lnTo>
                      <a:pt x="362" y="240"/>
                    </a:lnTo>
                    <a:lnTo>
                      <a:pt x="356" y="267"/>
                    </a:lnTo>
                    <a:lnTo>
                      <a:pt x="380" y="273"/>
                    </a:lnTo>
                    <a:lnTo>
                      <a:pt x="387" y="307"/>
                    </a:lnTo>
                    <a:lnTo>
                      <a:pt x="424" y="300"/>
                    </a:lnTo>
                    <a:lnTo>
                      <a:pt x="449" y="240"/>
                    </a:lnTo>
                    <a:lnTo>
                      <a:pt x="463" y="169"/>
                    </a:lnTo>
                    <a:lnTo>
                      <a:pt x="449" y="106"/>
                    </a:lnTo>
                    <a:lnTo>
                      <a:pt x="412" y="53"/>
                    </a:lnTo>
                    <a:lnTo>
                      <a:pt x="366" y="11"/>
                    </a:lnTo>
                    <a:lnTo>
                      <a:pt x="343" y="46"/>
                    </a:lnTo>
                    <a:lnTo>
                      <a:pt x="311" y="20"/>
                    </a:lnTo>
                    <a:lnTo>
                      <a:pt x="292" y="5"/>
                    </a:lnTo>
                    <a:lnTo>
                      <a:pt x="279" y="20"/>
                    </a:lnTo>
                    <a:lnTo>
                      <a:pt x="247" y="11"/>
                    </a:lnTo>
                    <a:lnTo>
                      <a:pt x="241" y="46"/>
                    </a:lnTo>
                    <a:lnTo>
                      <a:pt x="229" y="26"/>
                    </a:lnTo>
                    <a:lnTo>
                      <a:pt x="196" y="20"/>
                    </a:lnTo>
                    <a:lnTo>
                      <a:pt x="165" y="0"/>
                    </a:lnTo>
                    <a:lnTo>
                      <a:pt x="153" y="26"/>
                    </a:lnTo>
                    <a:lnTo>
                      <a:pt x="134" y="11"/>
                    </a:lnTo>
                    <a:lnTo>
                      <a:pt x="108" y="5"/>
                    </a:lnTo>
                    <a:lnTo>
                      <a:pt x="89" y="11"/>
                    </a:lnTo>
                    <a:lnTo>
                      <a:pt x="84" y="53"/>
                    </a:lnTo>
                    <a:lnTo>
                      <a:pt x="89" y="58"/>
                    </a:lnTo>
                    <a:lnTo>
                      <a:pt x="70" y="58"/>
                    </a:lnTo>
                    <a:lnTo>
                      <a:pt x="6" y="53"/>
                    </a:lnTo>
                    <a:lnTo>
                      <a:pt x="0" y="111"/>
                    </a:lnTo>
                    <a:close/>
                  </a:path>
                </a:pathLst>
              </a:custGeom>
              <a:solidFill>
                <a:srgbClr val="B07000"/>
              </a:solidFill>
              <a:ln w="11113" cap="flat" cmpd="sng">
                <a:solidFill>
                  <a:srgbClr val="000000"/>
                </a:solidFill>
                <a:prstDash val="solid"/>
                <a:headEnd type="none" w="med" len="med"/>
                <a:tailEnd type="none" w="med" len="med"/>
              </a:ln>
            </p:spPr>
            <p:txBody>
              <a:bodyPr/>
              <a:lstStyle/>
              <a:p>
                <a:endParaRPr lang="zh-CN" altLang="en-US"/>
              </a:p>
            </p:txBody>
          </p:sp>
          <p:grpSp>
            <p:nvGrpSpPr>
              <p:cNvPr id="10267" name="组合 10266"/>
              <p:cNvGrpSpPr/>
              <p:nvPr/>
            </p:nvGrpSpPr>
            <p:grpSpPr>
              <a:xfrm>
                <a:off x="3351" y="2420"/>
                <a:ext cx="974" cy="1143"/>
                <a:chOff x="3351" y="2420"/>
                <a:chExt cx="974" cy="1143"/>
              </a:xfrm>
            </p:grpSpPr>
            <p:sp>
              <p:nvSpPr>
                <p:cNvPr id="10268" name="任意多边形 10267"/>
                <p:cNvSpPr/>
                <p:nvPr/>
              </p:nvSpPr>
              <p:spPr>
                <a:xfrm>
                  <a:off x="3351" y="2420"/>
                  <a:ext cx="974" cy="1143"/>
                </a:xfrm>
                <a:custGeom>
                  <a:avLst/>
                  <a:gdLst/>
                  <a:ahLst/>
                  <a:cxnLst/>
                  <a:rect l="0" t="0" r="0" b="0"/>
                  <a:pathLst>
                    <a:path w="974" h="1143">
                      <a:moveTo>
                        <a:pt x="0" y="0"/>
                      </a:moveTo>
                      <a:lnTo>
                        <a:pt x="106" y="88"/>
                      </a:lnTo>
                      <a:lnTo>
                        <a:pt x="124" y="151"/>
                      </a:lnTo>
                      <a:lnTo>
                        <a:pt x="242" y="547"/>
                      </a:lnTo>
                      <a:lnTo>
                        <a:pt x="285" y="648"/>
                      </a:lnTo>
                      <a:lnTo>
                        <a:pt x="317" y="699"/>
                      </a:lnTo>
                      <a:lnTo>
                        <a:pt x="361" y="751"/>
                      </a:lnTo>
                      <a:lnTo>
                        <a:pt x="412" y="808"/>
                      </a:lnTo>
                      <a:lnTo>
                        <a:pt x="437" y="902"/>
                      </a:lnTo>
                      <a:lnTo>
                        <a:pt x="464" y="966"/>
                      </a:lnTo>
                      <a:lnTo>
                        <a:pt x="540" y="978"/>
                      </a:lnTo>
                      <a:lnTo>
                        <a:pt x="609" y="1028"/>
                      </a:lnTo>
                      <a:lnTo>
                        <a:pt x="653" y="1073"/>
                      </a:lnTo>
                      <a:lnTo>
                        <a:pt x="697" y="1143"/>
                      </a:lnTo>
                      <a:lnTo>
                        <a:pt x="974" y="1143"/>
                      </a:lnTo>
                      <a:lnTo>
                        <a:pt x="917" y="1108"/>
                      </a:lnTo>
                      <a:lnTo>
                        <a:pt x="875" y="1074"/>
                      </a:lnTo>
                      <a:lnTo>
                        <a:pt x="847" y="1042"/>
                      </a:lnTo>
                      <a:lnTo>
                        <a:pt x="820" y="996"/>
                      </a:lnTo>
                      <a:lnTo>
                        <a:pt x="782" y="952"/>
                      </a:lnTo>
                      <a:lnTo>
                        <a:pt x="744" y="932"/>
                      </a:lnTo>
                      <a:lnTo>
                        <a:pt x="703" y="931"/>
                      </a:lnTo>
                      <a:lnTo>
                        <a:pt x="659" y="946"/>
                      </a:lnTo>
                      <a:lnTo>
                        <a:pt x="643" y="900"/>
                      </a:lnTo>
                      <a:lnTo>
                        <a:pt x="626" y="852"/>
                      </a:lnTo>
                      <a:lnTo>
                        <a:pt x="602" y="820"/>
                      </a:lnTo>
                      <a:lnTo>
                        <a:pt x="560" y="791"/>
                      </a:lnTo>
                      <a:lnTo>
                        <a:pt x="514" y="769"/>
                      </a:lnTo>
                      <a:lnTo>
                        <a:pt x="487" y="728"/>
                      </a:lnTo>
                      <a:lnTo>
                        <a:pt x="475" y="687"/>
                      </a:lnTo>
                      <a:lnTo>
                        <a:pt x="456" y="634"/>
                      </a:lnTo>
                      <a:lnTo>
                        <a:pt x="429" y="593"/>
                      </a:lnTo>
                      <a:lnTo>
                        <a:pt x="404" y="547"/>
                      </a:lnTo>
                      <a:lnTo>
                        <a:pt x="389" y="482"/>
                      </a:lnTo>
                      <a:lnTo>
                        <a:pt x="362" y="427"/>
                      </a:lnTo>
                      <a:lnTo>
                        <a:pt x="329" y="387"/>
                      </a:lnTo>
                      <a:lnTo>
                        <a:pt x="281" y="344"/>
                      </a:lnTo>
                      <a:lnTo>
                        <a:pt x="229" y="313"/>
                      </a:lnTo>
                      <a:lnTo>
                        <a:pt x="152" y="209"/>
                      </a:lnTo>
                      <a:lnTo>
                        <a:pt x="207" y="248"/>
                      </a:lnTo>
                      <a:lnTo>
                        <a:pt x="368" y="294"/>
                      </a:lnTo>
                      <a:lnTo>
                        <a:pt x="322" y="246"/>
                      </a:lnTo>
                      <a:lnTo>
                        <a:pt x="275" y="180"/>
                      </a:lnTo>
                      <a:lnTo>
                        <a:pt x="216" y="120"/>
                      </a:lnTo>
                      <a:lnTo>
                        <a:pt x="149" y="79"/>
                      </a:lnTo>
                      <a:lnTo>
                        <a:pt x="58" y="37"/>
                      </a:lnTo>
                      <a:lnTo>
                        <a:pt x="0" y="0"/>
                      </a:lnTo>
                      <a:close/>
                    </a:path>
                  </a:pathLst>
                </a:custGeom>
                <a:solidFill>
                  <a:srgbClr val="4080FF"/>
                </a:solidFill>
                <a:ln w="11113" cap="flat" cmpd="sng">
                  <a:solidFill>
                    <a:srgbClr val="000000"/>
                  </a:solidFill>
                  <a:prstDash val="solid"/>
                  <a:headEnd type="none" w="med" len="med"/>
                  <a:tailEnd type="none" w="med" len="med"/>
                </a:ln>
              </p:spPr>
              <p:txBody>
                <a:bodyPr/>
                <a:lstStyle/>
                <a:p>
                  <a:endParaRPr lang="zh-CN" altLang="en-US"/>
                </a:p>
              </p:txBody>
            </p:sp>
            <p:sp>
              <p:nvSpPr>
                <p:cNvPr id="10269" name="任意多边形 10268"/>
                <p:cNvSpPr/>
                <p:nvPr/>
              </p:nvSpPr>
              <p:spPr>
                <a:xfrm>
                  <a:off x="3452" y="2479"/>
                  <a:ext cx="77" cy="124"/>
                </a:xfrm>
                <a:custGeom>
                  <a:avLst/>
                  <a:gdLst/>
                  <a:ahLst/>
                  <a:cxnLst/>
                  <a:rect l="0" t="0" r="0" b="0"/>
                  <a:pathLst>
                    <a:path w="77" h="124">
                      <a:moveTo>
                        <a:pt x="0" y="0"/>
                      </a:moveTo>
                      <a:lnTo>
                        <a:pt x="33" y="19"/>
                      </a:lnTo>
                      <a:lnTo>
                        <a:pt x="58" y="34"/>
                      </a:lnTo>
                      <a:lnTo>
                        <a:pt x="77" y="66"/>
                      </a:lnTo>
                      <a:lnTo>
                        <a:pt x="48" y="73"/>
                      </a:lnTo>
                      <a:lnTo>
                        <a:pt x="42" y="124"/>
                      </a:lnTo>
                      <a:lnTo>
                        <a:pt x="40" y="108"/>
                      </a:lnTo>
                      <a:lnTo>
                        <a:pt x="26" y="69"/>
                      </a:lnTo>
                      <a:lnTo>
                        <a:pt x="16" y="60"/>
                      </a:lnTo>
                      <a:lnTo>
                        <a:pt x="0" y="0"/>
                      </a:lnTo>
                      <a:close/>
                    </a:path>
                  </a:pathLst>
                </a:custGeom>
                <a:solidFill>
                  <a:srgbClr val="0020A0"/>
                </a:solidFill>
                <a:ln w="11113" cap="flat" cmpd="sng">
                  <a:solidFill>
                    <a:srgbClr val="000000"/>
                  </a:solidFill>
                  <a:prstDash val="solid"/>
                  <a:headEnd type="none" w="med" len="med"/>
                  <a:tailEnd type="none" w="med" len="med"/>
                </a:ln>
              </p:spPr>
              <p:txBody>
                <a:bodyPr/>
                <a:lstStyle/>
                <a:p>
                  <a:endParaRPr lang="zh-CN" altLang="en-US"/>
                </a:p>
              </p:txBody>
            </p:sp>
          </p:grpSp>
          <p:sp>
            <p:nvSpPr>
              <p:cNvPr id="10270" name="任意多边形 10269"/>
              <p:cNvSpPr/>
              <p:nvPr/>
            </p:nvSpPr>
            <p:spPr>
              <a:xfrm>
                <a:off x="2577" y="1448"/>
                <a:ext cx="1106" cy="1218"/>
              </a:xfrm>
              <a:custGeom>
                <a:avLst/>
                <a:gdLst/>
                <a:ahLst/>
                <a:cxnLst/>
                <a:rect l="0" t="0" r="0" b="0"/>
                <a:pathLst>
                  <a:path w="1106" h="1218">
                    <a:moveTo>
                      <a:pt x="120" y="741"/>
                    </a:moveTo>
                    <a:lnTo>
                      <a:pt x="152" y="844"/>
                    </a:lnTo>
                    <a:lnTo>
                      <a:pt x="207" y="921"/>
                    </a:lnTo>
                    <a:lnTo>
                      <a:pt x="303" y="981"/>
                    </a:lnTo>
                    <a:lnTo>
                      <a:pt x="400" y="1007"/>
                    </a:lnTo>
                    <a:lnTo>
                      <a:pt x="406" y="1038"/>
                    </a:lnTo>
                    <a:lnTo>
                      <a:pt x="917" y="1218"/>
                    </a:lnTo>
                    <a:lnTo>
                      <a:pt x="892" y="1115"/>
                    </a:lnTo>
                    <a:lnTo>
                      <a:pt x="857" y="1020"/>
                    </a:lnTo>
                    <a:lnTo>
                      <a:pt x="825" y="969"/>
                    </a:lnTo>
                    <a:lnTo>
                      <a:pt x="818" y="906"/>
                    </a:lnTo>
                    <a:lnTo>
                      <a:pt x="835" y="804"/>
                    </a:lnTo>
                    <a:lnTo>
                      <a:pt x="861" y="741"/>
                    </a:lnTo>
                    <a:lnTo>
                      <a:pt x="895" y="690"/>
                    </a:lnTo>
                    <a:lnTo>
                      <a:pt x="952" y="658"/>
                    </a:lnTo>
                    <a:lnTo>
                      <a:pt x="1000" y="610"/>
                    </a:lnTo>
                    <a:lnTo>
                      <a:pt x="1045" y="540"/>
                    </a:lnTo>
                    <a:lnTo>
                      <a:pt x="1071" y="483"/>
                    </a:lnTo>
                    <a:lnTo>
                      <a:pt x="1103" y="395"/>
                    </a:lnTo>
                    <a:lnTo>
                      <a:pt x="1106" y="303"/>
                    </a:lnTo>
                    <a:lnTo>
                      <a:pt x="1066" y="233"/>
                    </a:lnTo>
                    <a:lnTo>
                      <a:pt x="1000" y="171"/>
                    </a:lnTo>
                    <a:lnTo>
                      <a:pt x="908" y="104"/>
                    </a:lnTo>
                    <a:lnTo>
                      <a:pt x="818" y="59"/>
                    </a:lnTo>
                    <a:lnTo>
                      <a:pt x="717" y="30"/>
                    </a:lnTo>
                    <a:lnTo>
                      <a:pt x="631" y="12"/>
                    </a:lnTo>
                    <a:lnTo>
                      <a:pt x="539" y="0"/>
                    </a:lnTo>
                    <a:lnTo>
                      <a:pt x="447" y="2"/>
                    </a:lnTo>
                    <a:lnTo>
                      <a:pt x="361" y="19"/>
                    </a:lnTo>
                    <a:lnTo>
                      <a:pt x="286" y="44"/>
                    </a:lnTo>
                    <a:lnTo>
                      <a:pt x="223" y="81"/>
                    </a:lnTo>
                    <a:lnTo>
                      <a:pt x="149" y="129"/>
                    </a:lnTo>
                    <a:lnTo>
                      <a:pt x="82" y="190"/>
                    </a:lnTo>
                    <a:lnTo>
                      <a:pt x="19" y="273"/>
                    </a:lnTo>
                    <a:lnTo>
                      <a:pt x="0" y="348"/>
                    </a:lnTo>
                    <a:lnTo>
                      <a:pt x="6" y="435"/>
                    </a:lnTo>
                    <a:lnTo>
                      <a:pt x="38" y="505"/>
                    </a:lnTo>
                    <a:lnTo>
                      <a:pt x="77" y="550"/>
                    </a:lnTo>
                    <a:lnTo>
                      <a:pt x="102" y="621"/>
                    </a:lnTo>
                    <a:lnTo>
                      <a:pt x="120" y="741"/>
                    </a:lnTo>
                    <a:close/>
                  </a:path>
                </a:pathLst>
              </a:custGeom>
              <a:solidFill>
                <a:srgbClr val="E0A080"/>
              </a:solidFill>
              <a:ln w="11113" cap="flat" cmpd="sng">
                <a:solidFill>
                  <a:srgbClr val="000000"/>
                </a:solidFill>
                <a:prstDash val="solid"/>
                <a:headEnd type="none" w="med" len="med"/>
                <a:tailEnd type="none" w="med" len="med"/>
              </a:ln>
            </p:spPr>
            <p:txBody>
              <a:bodyPr/>
              <a:lstStyle/>
              <a:p>
                <a:endParaRPr lang="zh-CN" altLang="en-US"/>
              </a:p>
            </p:txBody>
          </p:sp>
          <p:grpSp>
            <p:nvGrpSpPr>
              <p:cNvPr id="10271" name="组合 10270"/>
              <p:cNvGrpSpPr/>
              <p:nvPr/>
            </p:nvGrpSpPr>
            <p:grpSpPr>
              <a:xfrm>
                <a:off x="2691" y="2120"/>
                <a:ext cx="355" cy="220"/>
                <a:chOff x="2691" y="2120"/>
                <a:chExt cx="355" cy="220"/>
              </a:xfrm>
            </p:grpSpPr>
            <p:sp>
              <p:nvSpPr>
                <p:cNvPr id="10272" name="任意多边形 10271"/>
                <p:cNvSpPr/>
                <p:nvPr/>
              </p:nvSpPr>
              <p:spPr>
                <a:xfrm>
                  <a:off x="2710" y="2120"/>
                  <a:ext cx="336" cy="220"/>
                </a:xfrm>
                <a:custGeom>
                  <a:avLst/>
                  <a:gdLst/>
                  <a:ahLst/>
                  <a:cxnLst/>
                  <a:rect l="0" t="0" r="0" b="0"/>
                  <a:pathLst>
                    <a:path w="336" h="220">
                      <a:moveTo>
                        <a:pt x="0" y="63"/>
                      </a:moveTo>
                      <a:lnTo>
                        <a:pt x="97" y="6"/>
                      </a:lnTo>
                      <a:lnTo>
                        <a:pt x="159" y="0"/>
                      </a:lnTo>
                      <a:lnTo>
                        <a:pt x="241" y="25"/>
                      </a:lnTo>
                      <a:lnTo>
                        <a:pt x="299" y="69"/>
                      </a:lnTo>
                      <a:lnTo>
                        <a:pt x="336" y="100"/>
                      </a:lnTo>
                      <a:lnTo>
                        <a:pt x="336" y="125"/>
                      </a:lnTo>
                      <a:lnTo>
                        <a:pt x="311" y="137"/>
                      </a:lnTo>
                      <a:lnTo>
                        <a:pt x="267" y="106"/>
                      </a:lnTo>
                      <a:lnTo>
                        <a:pt x="203" y="74"/>
                      </a:lnTo>
                      <a:lnTo>
                        <a:pt x="260" y="112"/>
                      </a:lnTo>
                      <a:lnTo>
                        <a:pt x="273" y="137"/>
                      </a:lnTo>
                      <a:lnTo>
                        <a:pt x="273" y="157"/>
                      </a:lnTo>
                      <a:lnTo>
                        <a:pt x="235" y="157"/>
                      </a:lnTo>
                      <a:lnTo>
                        <a:pt x="216" y="157"/>
                      </a:lnTo>
                      <a:lnTo>
                        <a:pt x="203" y="132"/>
                      </a:lnTo>
                      <a:lnTo>
                        <a:pt x="191" y="100"/>
                      </a:lnTo>
                      <a:lnTo>
                        <a:pt x="148" y="74"/>
                      </a:lnTo>
                      <a:lnTo>
                        <a:pt x="167" y="119"/>
                      </a:lnTo>
                      <a:lnTo>
                        <a:pt x="178" y="145"/>
                      </a:lnTo>
                      <a:lnTo>
                        <a:pt x="178" y="157"/>
                      </a:lnTo>
                      <a:lnTo>
                        <a:pt x="167" y="176"/>
                      </a:lnTo>
                      <a:lnTo>
                        <a:pt x="148" y="176"/>
                      </a:lnTo>
                      <a:lnTo>
                        <a:pt x="122" y="157"/>
                      </a:lnTo>
                      <a:lnTo>
                        <a:pt x="84" y="125"/>
                      </a:lnTo>
                      <a:lnTo>
                        <a:pt x="84" y="145"/>
                      </a:lnTo>
                      <a:lnTo>
                        <a:pt x="90" y="169"/>
                      </a:lnTo>
                      <a:lnTo>
                        <a:pt x="90" y="176"/>
                      </a:lnTo>
                      <a:lnTo>
                        <a:pt x="71" y="169"/>
                      </a:lnTo>
                      <a:lnTo>
                        <a:pt x="52" y="157"/>
                      </a:lnTo>
                      <a:lnTo>
                        <a:pt x="52" y="183"/>
                      </a:lnTo>
                      <a:lnTo>
                        <a:pt x="46" y="208"/>
                      </a:lnTo>
                      <a:lnTo>
                        <a:pt x="13" y="220"/>
                      </a:lnTo>
                      <a:lnTo>
                        <a:pt x="0" y="214"/>
                      </a:lnTo>
                      <a:lnTo>
                        <a:pt x="0" y="183"/>
                      </a:lnTo>
                      <a:lnTo>
                        <a:pt x="0" y="145"/>
                      </a:lnTo>
                      <a:lnTo>
                        <a:pt x="0" y="63"/>
                      </a:lnTo>
                      <a:close/>
                    </a:path>
                  </a:pathLst>
                </a:custGeom>
                <a:solidFill>
                  <a:srgbClr val="B07000"/>
                </a:solidFill>
                <a:ln w="11113" cap="flat" cmpd="sng">
                  <a:solidFill>
                    <a:srgbClr val="000000"/>
                  </a:solidFill>
                  <a:prstDash val="solid"/>
                  <a:headEnd type="none" w="med" len="med"/>
                  <a:tailEnd type="none" w="med" len="med"/>
                </a:ln>
              </p:spPr>
              <p:txBody>
                <a:bodyPr/>
                <a:lstStyle/>
                <a:p>
                  <a:endParaRPr lang="zh-CN" altLang="en-US"/>
                </a:p>
              </p:txBody>
            </p:sp>
            <p:sp>
              <p:nvSpPr>
                <p:cNvPr id="10273" name="任意多边形 10272"/>
                <p:cNvSpPr/>
                <p:nvPr/>
              </p:nvSpPr>
              <p:spPr>
                <a:xfrm>
                  <a:off x="2691" y="2120"/>
                  <a:ext cx="337" cy="220"/>
                </a:xfrm>
                <a:custGeom>
                  <a:avLst/>
                  <a:gdLst/>
                  <a:ahLst/>
                  <a:cxnLst/>
                  <a:rect l="0" t="0" r="0" b="0"/>
                  <a:pathLst>
                    <a:path w="337" h="220">
                      <a:moveTo>
                        <a:pt x="0" y="63"/>
                      </a:moveTo>
                      <a:lnTo>
                        <a:pt x="96" y="6"/>
                      </a:lnTo>
                      <a:lnTo>
                        <a:pt x="160" y="0"/>
                      </a:lnTo>
                      <a:lnTo>
                        <a:pt x="241" y="25"/>
                      </a:lnTo>
                      <a:lnTo>
                        <a:pt x="297" y="69"/>
                      </a:lnTo>
                      <a:lnTo>
                        <a:pt x="337" y="100"/>
                      </a:lnTo>
                      <a:lnTo>
                        <a:pt x="337" y="125"/>
                      </a:lnTo>
                      <a:lnTo>
                        <a:pt x="311" y="137"/>
                      </a:lnTo>
                      <a:lnTo>
                        <a:pt x="267" y="106"/>
                      </a:lnTo>
                      <a:lnTo>
                        <a:pt x="204" y="74"/>
                      </a:lnTo>
                      <a:lnTo>
                        <a:pt x="260" y="112"/>
                      </a:lnTo>
                      <a:lnTo>
                        <a:pt x="273" y="137"/>
                      </a:lnTo>
                      <a:lnTo>
                        <a:pt x="273" y="157"/>
                      </a:lnTo>
                      <a:lnTo>
                        <a:pt x="235" y="157"/>
                      </a:lnTo>
                      <a:lnTo>
                        <a:pt x="218" y="157"/>
                      </a:lnTo>
                      <a:lnTo>
                        <a:pt x="204" y="132"/>
                      </a:lnTo>
                      <a:lnTo>
                        <a:pt x="192" y="100"/>
                      </a:lnTo>
                      <a:lnTo>
                        <a:pt x="146" y="74"/>
                      </a:lnTo>
                      <a:lnTo>
                        <a:pt x="167" y="119"/>
                      </a:lnTo>
                      <a:lnTo>
                        <a:pt x="178" y="145"/>
                      </a:lnTo>
                      <a:lnTo>
                        <a:pt x="178" y="157"/>
                      </a:lnTo>
                      <a:lnTo>
                        <a:pt x="167" y="176"/>
                      </a:lnTo>
                      <a:lnTo>
                        <a:pt x="146" y="176"/>
                      </a:lnTo>
                      <a:lnTo>
                        <a:pt x="121" y="157"/>
                      </a:lnTo>
                      <a:lnTo>
                        <a:pt x="84" y="125"/>
                      </a:lnTo>
                      <a:lnTo>
                        <a:pt x="84" y="145"/>
                      </a:lnTo>
                      <a:lnTo>
                        <a:pt x="90" y="169"/>
                      </a:lnTo>
                      <a:lnTo>
                        <a:pt x="90" y="176"/>
                      </a:lnTo>
                      <a:lnTo>
                        <a:pt x="71" y="169"/>
                      </a:lnTo>
                      <a:lnTo>
                        <a:pt x="52" y="157"/>
                      </a:lnTo>
                      <a:lnTo>
                        <a:pt x="52" y="183"/>
                      </a:lnTo>
                      <a:lnTo>
                        <a:pt x="46" y="208"/>
                      </a:lnTo>
                      <a:lnTo>
                        <a:pt x="14" y="220"/>
                      </a:lnTo>
                      <a:lnTo>
                        <a:pt x="0" y="214"/>
                      </a:lnTo>
                      <a:lnTo>
                        <a:pt x="0" y="183"/>
                      </a:lnTo>
                      <a:lnTo>
                        <a:pt x="0" y="145"/>
                      </a:lnTo>
                      <a:lnTo>
                        <a:pt x="0" y="63"/>
                      </a:lnTo>
                      <a:close/>
                    </a:path>
                  </a:pathLst>
                </a:custGeom>
                <a:solidFill>
                  <a:srgbClr val="C08040"/>
                </a:solidFill>
                <a:ln w="11113" cap="flat" cmpd="sng">
                  <a:solidFill>
                    <a:srgbClr val="000000"/>
                  </a:solidFill>
                  <a:prstDash val="solid"/>
                  <a:headEnd type="none" w="med" len="med"/>
                  <a:tailEnd type="none" w="med" len="med"/>
                </a:ln>
              </p:spPr>
              <p:txBody>
                <a:bodyPr/>
                <a:lstStyle/>
                <a:p>
                  <a:endParaRPr lang="zh-CN" altLang="en-US"/>
                </a:p>
              </p:txBody>
            </p:sp>
          </p:grpSp>
          <p:sp>
            <p:nvSpPr>
              <p:cNvPr id="10274" name="任意多边形 10273"/>
              <p:cNvSpPr/>
              <p:nvPr/>
            </p:nvSpPr>
            <p:spPr>
              <a:xfrm>
                <a:off x="3237" y="1658"/>
                <a:ext cx="468" cy="354"/>
              </a:xfrm>
              <a:custGeom>
                <a:avLst/>
                <a:gdLst/>
                <a:ahLst/>
                <a:cxnLst/>
                <a:rect l="0" t="0" r="0" b="0"/>
                <a:pathLst>
                  <a:path w="468" h="354">
                    <a:moveTo>
                      <a:pt x="0" y="110"/>
                    </a:moveTo>
                    <a:lnTo>
                      <a:pt x="90" y="202"/>
                    </a:lnTo>
                    <a:lnTo>
                      <a:pt x="96" y="261"/>
                    </a:lnTo>
                    <a:lnTo>
                      <a:pt x="104" y="354"/>
                    </a:lnTo>
                    <a:lnTo>
                      <a:pt x="129" y="354"/>
                    </a:lnTo>
                    <a:lnTo>
                      <a:pt x="155" y="326"/>
                    </a:lnTo>
                    <a:lnTo>
                      <a:pt x="167" y="273"/>
                    </a:lnTo>
                    <a:lnTo>
                      <a:pt x="167" y="195"/>
                    </a:lnTo>
                    <a:lnTo>
                      <a:pt x="174" y="240"/>
                    </a:lnTo>
                    <a:lnTo>
                      <a:pt x="180" y="267"/>
                    </a:lnTo>
                    <a:lnTo>
                      <a:pt x="186" y="293"/>
                    </a:lnTo>
                    <a:lnTo>
                      <a:pt x="212" y="293"/>
                    </a:lnTo>
                    <a:lnTo>
                      <a:pt x="238" y="267"/>
                    </a:lnTo>
                    <a:lnTo>
                      <a:pt x="238" y="235"/>
                    </a:lnTo>
                    <a:lnTo>
                      <a:pt x="258" y="187"/>
                    </a:lnTo>
                    <a:lnTo>
                      <a:pt x="263" y="221"/>
                    </a:lnTo>
                    <a:lnTo>
                      <a:pt x="278" y="254"/>
                    </a:lnTo>
                    <a:lnTo>
                      <a:pt x="310" y="240"/>
                    </a:lnTo>
                    <a:lnTo>
                      <a:pt x="321" y="214"/>
                    </a:lnTo>
                    <a:lnTo>
                      <a:pt x="321" y="235"/>
                    </a:lnTo>
                    <a:lnTo>
                      <a:pt x="362" y="214"/>
                    </a:lnTo>
                    <a:lnTo>
                      <a:pt x="380" y="168"/>
                    </a:lnTo>
                    <a:lnTo>
                      <a:pt x="367" y="240"/>
                    </a:lnTo>
                    <a:lnTo>
                      <a:pt x="362" y="267"/>
                    </a:lnTo>
                    <a:lnTo>
                      <a:pt x="386" y="273"/>
                    </a:lnTo>
                    <a:lnTo>
                      <a:pt x="391" y="306"/>
                    </a:lnTo>
                    <a:lnTo>
                      <a:pt x="431" y="300"/>
                    </a:lnTo>
                    <a:lnTo>
                      <a:pt x="456" y="240"/>
                    </a:lnTo>
                    <a:lnTo>
                      <a:pt x="468" y="168"/>
                    </a:lnTo>
                    <a:lnTo>
                      <a:pt x="456" y="105"/>
                    </a:lnTo>
                    <a:lnTo>
                      <a:pt x="416" y="52"/>
                    </a:lnTo>
                    <a:lnTo>
                      <a:pt x="373" y="11"/>
                    </a:lnTo>
                    <a:lnTo>
                      <a:pt x="347" y="45"/>
                    </a:lnTo>
                    <a:lnTo>
                      <a:pt x="315" y="19"/>
                    </a:lnTo>
                    <a:lnTo>
                      <a:pt x="296" y="5"/>
                    </a:lnTo>
                    <a:lnTo>
                      <a:pt x="284" y="19"/>
                    </a:lnTo>
                    <a:lnTo>
                      <a:pt x="251" y="11"/>
                    </a:lnTo>
                    <a:lnTo>
                      <a:pt x="244" y="45"/>
                    </a:lnTo>
                    <a:lnTo>
                      <a:pt x="232" y="25"/>
                    </a:lnTo>
                    <a:lnTo>
                      <a:pt x="200" y="19"/>
                    </a:lnTo>
                    <a:lnTo>
                      <a:pt x="167" y="0"/>
                    </a:lnTo>
                    <a:lnTo>
                      <a:pt x="155" y="25"/>
                    </a:lnTo>
                    <a:lnTo>
                      <a:pt x="136" y="11"/>
                    </a:lnTo>
                    <a:lnTo>
                      <a:pt x="109" y="5"/>
                    </a:lnTo>
                    <a:lnTo>
                      <a:pt x="90" y="11"/>
                    </a:lnTo>
                    <a:lnTo>
                      <a:pt x="84" y="52"/>
                    </a:lnTo>
                    <a:lnTo>
                      <a:pt x="90" y="58"/>
                    </a:lnTo>
                    <a:lnTo>
                      <a:pt x="71" y="58"/>
                    </a:lnTo>
                    <a:lnTo>
                      <a:pt x="5" y="52"/>
                    </a:lnTo>
                    <a:lnTo>
                      <a:pt x="0" y="110"/>
                    </a:lnTo>
                    <a:close/>
                  </a:path>
                </a:pathLst>
              </a:custGeom>
              <a:solidFill>
                <a:srgbClr val="C08040"/>
              </a:solidFill>
              <a:ln w="11113" cap="flat" cmpd="sng">
                <a:solidFill>
                  <a:srgbClr val="000000"/>
                </a:solidFill>
                <a:prstDash val="solid"/>
                <a:headEnd type="none" w="med" len="med"/>
                <a:tailEnd type="none" w="med" len="med"/>
              </a:ln>
            </p:spPr>
            <p:txBody>
              <a:bodyPr/>
              <a:lstStyle/>
              <a:p>
                <a:endParaRPr lang="zh-CN" altLang="en-US"/>
              </a:p>
            </p:txBody>
          </p:sp>
          <p:grpSp>
            <p:nvGrpSpPr>
              <p:cNvPr id="10275" name="组合 10274"/>
              <p:cNvGrpSpPr/>
              <p:nvPr/>
            </p:nvGrpSpPr>
            <p:grpSpPr>
              <a:xfrm>
                <a:off x="2829" y="1472"/>
                <a:ext cx="573" cy="140"/>
                <a:chOff x="2829" y="1472"/>
                <a:chExt cx="573" cy="140"/>
              </a:xfrm>
            </p:grpSpPr>
            <p:sp>
              <p:nvSpPr>
                <p:cNvPr id="10276" name="任意多边形 10275"/>
                <p:cNvSpPr/>
                <p:nvPr/>
              </p:nvSpPr>
              <p:spPr>
                <a:xfrm>
                  <a:off x="2829" y="1497"/>
                  <a:ext cx="522" cy="102"/>
                </a:xfrm>
                <a:custGeom>
                  <a:avLst/>
                  <a:gdLst/>
                  <a:ahLst/>
                  <a:cxnLst/>
                  <a:rect l="0" t="0" r="0" b="0"/>
                  <a:pathLst>
                    <a:path w="522" h="102">
                      <a:moveTo>
                        <a:pt x="0" y="4"/>
                      </a:moveTo>
                      <a:lnTo>
                        <a:pt x="66" y="0"/>
                      </a:lnTo>
                      <a:lnTo>
                        <a:pt x="135" y="17"/>
                      </a:lnTo>
                      <a:lnTo>
                        <a:pt x="185" y="35"/>
                      </a:lnTo>
                      <a:lnTo>
                        <a:pt x="259" y="67"/>
                      </a:lnTo>
                      <a:lnTo>
                        <a:pt x="322" y="83"/>
                      </a:lnTo>
                      <a:lnTo>
                        <a:pt x="379" y="75"/>
                      </a:lnTo>
                      <a:lnTo>
                        <a:pt x="440" y="83"/>
                      </a:lnTo>
                      <a:lnTo>
                        <a:pt x="487" y="86"/>
                      </a:lnTo>
                      <a:lnTo>
                        <a:pt x="522" y="102"/>
                      </a:lnTo>
                    </a:path>
                  </a:pathLst>
                </a:custGeom>
                <a:noFill/>
                <a:ln w="11113" cap="flat" cmpd="sng">
                  <a:solidFill>
                    <a:srgbClr val="C08040"/>
                  </a:solidFill>
                  <a:prstDash val="solid"/>
                  <a:headEnd type="none" w="med" len="med"/>
                  <a:tailEnd type="none" w="med" len="med"/>
                </a:ln>
              </p:spPr>
              <p:txBody>
                <a:bodyPr/>
                <a:lstStyle/>
                <a:p>
                  <a:endParaRPr lang="zh-CN" altLang="en-US"/>
                </a:p>
              </p:txBody>
            </p:sp>
            <p:sp>
              <p:nvSpPr>
                <p:cNvPr id="10277" name="任意多边形 10276"/>
                <p:cNvSpPr/>
                <p:nvPr/>
              </p:nvSpPr>
              <p:spPr>
                <a:xfrm>
                  <a:off x="2938" y="1472"/>
                  <a:ext cx="464" cy="140"/>
                </a:xfrm>
                <a:custGeom>
                  <a:avLst/>
                  <a:gdLst/>
                  <a:ahLst/>
                  <a:cxnLst/>
                  <a:rect l="0" t="0" r="0" b="0"/>
                  <a:pathLst>
                    <a:path w="464" h="140">
                      <a:moveTo>
                        <a:pt x="0" y="0"/>
                      </a:moveTo>
                      <a:lnTo>
                        <a:pt x="35" y="23"/>
                      </a:lnTo>
                      <a:lnTo>
                        <a:pt x="93" y="42"/>
                      </a:lnTo>
                      <a:lnTo>
                        <a:pt x="133" y="54"/>
                      </a:lnTo>
                      <a:lnTo>
                        <a:pt x="181" y="60"/>
                      </a:lnTo>
                      <a:lnTo>
                        <a:pt x="226" y="49"/>
                      </a:lnTo>
                      <a:lnTo>
                        <a:pt x="302" y="60"/>
                      </a:lnTo>
                      <a:lnTo>
                        <a:pt x="353" y="71"/>
                      </a:lnTo>
                      <a:lnTo>
                        <a:pt x="398" y="76"/>
                      </a:lnTo>
                      <a:lnTo>
                        <a:pt x="449" y="100"/>
                      </a:lnTo>
                      <a:lnTo>
                        <a:pt x="464" y="140"/>
                      </a:lnTo>
                    </a:path>
                  </a:pathLst>
                </a:custGeom>
                <a:noFill/>
                <a:ln w="11113" cap="flat" cmpd="sng">
                  <a:solidFill>
                    <a:srgbClr val="C08040"/>
                  </a:solidFill>
                  <a:prstDash val="solid"/>
                  <a:headEnd type="none" w="med" len="med"/>
                  <a:tailEnd type="none" w="med" len="med"/>
                </a:ln>
              </p:spPr>
              <p:txBody>
                <a:bodyPr/>
                <a:lstStyle/>
                <a:p>
                  <a:endParaRPr lang="zh-CN" altLang="en-US"/>
                </a:p>
              </p:txBody>
            </p:sp>
          </p:grpSp>
          <p:sp>
            <p:nvSpPr>
              <p:cNvPr id="10278" name="任意多边形 10277"/>
              <p:cNvSpPr/>
              <p:nvPr/>
            </p:nvSpPr>
            <p:spPr>
              <a:xfrm>
                <a:off x="2581" y="1833"/>
                <a:ext cx="142" cy="159"/>
              </a:xfrm>
              <a:custGeom>
                <a:avLst/>
                <a:gdLst/>
                <a:ahLst/>
                <a:cxnLst/>
                <a:rect l="0" t="0" r="0" b="0"/>
                <a:pathLst>
                  <a:path w="142" h="159">
                    <a:moveTo>
                      <a:pt x="129" y="0"/>
                    </a:moveTo>
                    <a:lnTo>
                      <a:pt x="22" y="76"/>
                    </a:lnTo>
                    <a:lnTo>
                      <a:pt x="0" y="108"/>
                    </a:lnTo>
                    <a:lnTo>
                      <a:pt x="9" y="139"/>
                    </a:lnTo>
                    <a:lnTo>
                      <a:pt x="27" y="159"/>
                    </a:lnTo>
                    <a:lnTo>
                      <a:pt x="63" y="149"/>
                    </a:lnTo>
                    <a:lnTo>
                      <a:pt x="142" y="67"/>
                    </a:lnTo>
                    <a:lnTo>
                      <a:pt x="129" y="0"/>
                    </a:lnTo>
                    <a:close/>
                  </a:path>
                </a:pathLst>
              </a:custGeom>
              <a:solidFill>
                <a:srgbClr val="F0F0FF"/>
              </a:solidFill>
              <a:ln w="11113" cap="flat" cmpd="sng">
                <a:solidFill>
                  <a:srgbClr val="000000"/>
                </a:solidFill>
                <a:prstDash val="solid"/>
                <a:headEnd type="none" w="med" len="med"/>
                <a:tailEnd type="none" w="med" len="med"/>
              </a:ln>
            </p:spPr>
            <p:txBody>
              <a:bodyPr/>
              <a:lstStyle/>
              <a:p>
                <a:endParaRPr lang="zh-CN" altLang="en-US"/>
              </a:p>
            </p:txBody>
          </p:sp>
          <p:sp>
            <p:nvSpPr>
              <p:cNvPr id="10279" name="椭圆 10278"/>
              <p:cNvSpPr/>
              <p:nvPr/>
            </p:nvSpPr>
            <p:spPr>
              <a:xfrm>
                <a:off x="2652" y="1886"/>
                <a:ext cx="50" cy="49"/>
              </a:xfrm>
              <a:prstGeom prst="ellipse">
                <a:avLst/>
              </a:prstGeom>
              <a:solidFill>
                <a:srgbClr val="009080"/>
              </a:solidFill>
              <a:ln w="11176" cap="flat" cmpd="sng">
                <a:solidFill>
                  <a:srgbClr val="000000"/>
                </a:solidFill>
                <a:prstDash val="solid"/>
                <a:headEnd type="none" w="med" len="med"/>
                <a:tailEnd type="none" w="med" len="med"/>
              </a:ln>
            </p:spPr>
            <p:txBody>
              <a:bodyPr/>
              <a:lstStyle/>
              <a:p>
                <a:endParaRPr lang="zh-CN" altLang="en-US"/>
              </a:p>
            </p:txBody>
          </p:sp>
          <p:sp>
            <p:nvSpPr>
              <p:cNvPr id="10280" name="任意多边形 10279"/>
              <p:cNvSpPr/>
              <p:nvPr/>
            </p:nvSpPr>
            <p:spPr>
              <a:xfrm rot="1500000">
                <a:off x="2523" y="1795"/>
                <a:ext cx="190" cy="144"/>
              </a:xfrm>
              <a:custGeom>
                <a:avLst/>
                <a:gdLst/>
                <a:ahLst/>
                <a:cxnLst/>
                <a:rect l="0" t="0" r="0" b="0"/>
                <a:pathLst>
                  <a:path w="190" h="144">
                    <a:moveTo>
                      <a:pt x="184" y="15"/>
                    </a:moveTo>
                    <a:lnTo>
                      <a:pt x="175" y="4"/>
                    </a:lnTo>
                    <a:lnTo>
                      <a:pt x="166" y="0"/>
                    </a:lnTo>
                    <a:lnTo>
                      <a:pt x="155" y="1"/>
                    </a:lnTo>
                    <a:lnTo>
                      <a:pt x="145" y="9"/>
                    </a:lnTo>
                    <a:lnTo>
                      <a:pt x="6" y="100"/>
                    </a:lnTo>
                    <a:lnTo>
                      <a:pt x="2" y="108"/>
                    </a:lnTo>
                    <a:lnTo>
                      <a:pt x="0" y="120"/>
                    </a:lnTo>
                    <a:lnTo>
                      <a:pt x="4" y="132"/>
                    </a:lnTo>
                    <a:lnTo>
                      <a:pt x="12" y="141"/>
                    </a:lnTo>
                    <a:lnTo>
                      <a:pt x="22" y="144"/>
                    </a:lnTo>
                    <a:lnTo>
                      <a:pt x="35" y="141"/>
                    </a:lnTo>
                    <a:lnTo>
                      <a:pt x="181" y="46"/>
                    </a:lnTo>
                    <a:lnTo>
                      <a:pt x="189" y="38"/>
                    </a:lnTo>
                    <a:lnTo>
                      <a:pt x="190" y="28"/>
                    </a:lnTo>
                    <a:lnTo>
                      <a:pt x="184" y="15"/>
                    </a:lnTo>
                    <a:close/>
                  </a:path>
                </a:pathLst>
              </a:custGeom>
              <a:solidFill>
                <a:srgbClr val="C08040"/>
              </a:solidFill>
              <a:ln w="11176" cap="flat" cmpd="sng">
                <a:solidFill>
                  <a:srgbClr val="000000"/>
                </a:solidFill>
                <a:prstDash val="solid"/>
                <a:headEnd type="none" w="med" len="med"/>
                <a:tailEnd type="none" w="med" len="med"/>
              </a:ln>
            </p:spPr>
            <p:txBody>
              <a:bodyPr/>
              <a:lstStyle/>
              <a:p>
                <a:endParaRPr lang="zh-CN" altLang="en-US"/>
              </a:p>
            </p:txBody>
          </p:sp>
          <p:sp>
            <p:nvSpPr>
              <p:cNvPr id="10281" name="任意多边形 10280"/>
              <p:cNvSpPr/>
              <p:nvPr/>
            </p:nvSpPr>
            <p:spPr>
              <a:xfrm>
                <a:off x="2577" y="1877"/>
                <a:ext cx="336" cy="321"/>
              </a:xfrm>
              <a:custGeom>
                <a:avLst/>
                <a:gdLst/>
                <a:ahLst/>
                <a:cxnLst/>
                <a:rect l="0" t="0" r="0" b="0"/>
                <a:pathLst>
                  <a:path w="336" h="321">
                    <a:moveTo>
                      <a:pt x="172" y="0"/>
                    </a:moveTo>
                    <a:lnTo>
                      <a:pt x="95" y="71"/>
                    </a:lnTo>
                    <a:lnTo>
                      <a:pt x="29" y="147"/>
                    </a:lnTo>
                    <a:lnTo>
                      <a:pt x="0" y="210"/>
                    </a:lnTo>
                    <a:lnTo>
                      <a:pt x="9" y="264"/>
                    </a:lnTo>
                    <a:lnTo>
                      <a:pt x="38" y="299"/>
                    </a:lnTo>
                    <a:lnTo>
                      <a:pt x="82" y="312"/>
                    </a:lnTo>
                    <a:lnTo>
                      <a:pt x="157" y="321"/>
                    </a:lnTo>
                    <a:lnTo>
                      <a:pt x="238" y="280"/>
                    </a:lnTo>
                    <a:lnTo>
                      <a:pt x="281" y="280"/>
                    </a:lnTo>
                    <a:lnTo>
                      <a:pt x="315" y="264"/>
                    </a:lnTo>
                    <a:lnTo>
                      <a:pt x="334" y="236"/>
                    </a:lnTo>
                    <a:lnTo>
                      <a:pt x="336" y="201"/>
                    </a:lnTo>
                    <a:lnTo>
                      <a:pt x="172" y="0"/>
                    </a:lnTo>
                    <a:close/>
                  </a:path>
                </a:pathLst>
              </a:custGeom>
              <a:solidFill>
                <a:srgbClr val="E0A080"/>
              </a:solidFill>
              <a:ln w="11176" cap="flat" cmpd="sng">
                <a:solidFill>
                  <a:srgbClr val="000000"/>
                </a:solidFill>
                <a:prstDash val="solid"/>
                <a:headEnd type="none" w="med" len="med"/>
                <a:tailEnd type="none" w="med" len="med"/>
              </a:ln>
            </p:spPr>
            <p:txBody>
              <a:bodyPr/>
              <a:lstStyle/>
              <a:p>
                <a:endParaRPr lang="zh-CN" altLang="en-US"/>
              </a:p>
            </p:txBody>
          </p:sp>
          <p:sp>
            <p:nvSpPr>
              <p:cNvPr id="10282" name="任意多边形 10281"/>
              <p:cNvSpPr/>
              <p:nvPr/>
            </p:nvSpPr>
            <p:spPr>
              <a:xfrm>
                <a:off x="2775" y="1833"/>
                <a:ext cx="167" cy="185"/>
              </a:xfrm>
              <a:custGeom>
                <a:avLst/>
                <a:gdLst/>
                <a:ahLst/>
                <a:cxnLst/>
                <a:rect l="0" t="0" r="0" b="0"/>
                <a:pathLst>
                  <a:path w="167" h="185">
                    <a:moveTo>
                      <a:pt x="37" y="0"/>
                    </a:moveTo>
                    <a:lnTo>
                      <a:pt x="138" y="58"/>
                    </a:lnTo>
                    <a:lnTo>
                      <a:pt x="157" y="89"/>
                    </a:lnTo>
                    <a:lnTo>
                      <a:pt x="167" y="120"/>
                    </a:lnTo>
                    <a:lnTo>
                      <a:pt x="163" y="159"/>
                    </a:lnTo>
                    <a:lnTo>
                      <a:pt x="144" y="179"/>
                    </a:lnTo>
                    <a:lnTo>
                      <a:pt x="108" y="185"/>
                    </a:lnTo>
                    <a:lnTo>
                      <a:pt x="66" y="172"/>
                    </a:lnTo>
                    <a:lnTo>
                      <a:pt x="32" y="139"/>
                    </a:lnTo>
                    <a:lnTo>
                      <a:pt x="6" y="101"/>
                    </a:lnTo>
                    <a:lnTo>
                      <a:pt x="0" y="69"/>
                    </a:lnTo>
                    <a:lnTo>
                      <a:pt x="37" y="0"/>
                    </a:lnTo>
                    <a:close/>
                  </a:path>
                </a:pathLst>
              </a:custGeom>
              <a:solidFill>
                <a:srgbClr val="F0F0FF"/>
              </a:solidFill>
              <a:ln w="11113" cap="flat" cmpd="sng">
                <a:solidFill>
                  <a:srgbClr val="000000"/>
                </a:solidFill>
                <a:prstDash val="solid"/>
                <a:headEnd type="none" w="med" len="med"/>
                <a:tailEnd type="none" w="med" len="med"/>
              </a:ln>
            </p:spPr>
            <p:txBody>
              <a:bodyPr/>
              <a:lstStyle/>
              <a:p>
                <a:endParaRPr lang="zh-CN" altLang="en-US"/>
              </a:p>
            </p:txBody>
          </p:sp>
          <p:sp>
            <p:nvSpPr>
              <p:cNvPr id="10283" name="椭圆 10282"/>
              <p:cNvSpPr/>
              <p:nvPr/>
            </p:nvSpPr>
            <p:spPr>
              <a:xfrm>
                <a:off x="2876" y="1897"/>
                <a:ext cx="48" cy="46"/>
              </a:xfrm>
              <a:prstGeom prst="ellipse">
                <a:avLst/>
              </a:prstGeom>
              <a:solidFill>
                <a:srgbClr val="009080"/>
              </a:solidFill>
              <a:ln w="11176" cap="flat" cmpd="sng">
                <a:solidFill>
                  <a:srgbClr val="000000"/>
                </a:solidFill>
                <a:prstDash val="solid"/>
                <a:headEnd type="none" w="med" len="med"/>
                <a:tailEnd type="none" w="med" len="med"/>
              </a:ln>
            </p:spPr>
            <p:txBody>
              <a:bodyPr/>
              <a:lstStyle/>
              <a:p>
                <a:endParaRPr lang="zh-CN" altLang="en-US"/>
              </a:p>
            </p:txBody>
          </p:sp>
          <p:sp>
            <p:nvSpPr>
              <p:cNvPr id="10284" name="任意多边形 10283"/>
              <p:cNvSpPr/>
              <p:nvPr/>
            </p:nvSpPr>
            <p:spPr>
              <a:xfrm>
                <a:off x="2784" y="2064"/>
                <a:ext cx="296" cy="240"/>
              </a:xfrm>
              <a:custGeom>
                <a:avLst/>
                <a:gdLst/>
                <a:ahLst/>
                <a:cxnLst/>
                <a:rect l="0" t="0" r="0" b="0"/>
                <a:pathLst>
                  <a:path w="296" h="240">
                    <a:moveTo>
                      <a:pt x="0" y="240"/>
                    </a:moveTo>
                    <a:cubicBezTo>
                      <a:pt x="72" y="228"/>
                      <a:pt x="144" y="216"/>
                      <a:pt x="192" y="192"/>
                    </a:cubicBezTo>
                    <a:cubicBezTo>
                      <a:pt x="240" y="168"/>
                      <a:pt x="280" y="128"/>
                      <a:pt x="288" y="96"/>
                    </a:cubicBezTo>
                    <a:cubicBezTo>
                      <a:pt x="296" y="64"/>
                      <a:pt x="268" y="32"/>
                      <a:pt x="240" y="0"/>
                    </a:cubicBezTo>
                  </a:path>
                </a:pathLst>
              </a:custGeom>
              <a:noFill/>
              <a:ln w="25400" cap="flat" cmpd="sng">
                <a:solidFill>
                  <a:schemeClr val="tx1"/>
                </a:solidFill>
                <a:prstDash val="solid"/>
                <a:headEnd type="none" w="med" len="med"/>
                <a:tailEnd type="none" w="med" len="med"/>
              </a:ln>
            </p:spPr>
            <p:txBody>
              <a:bodyPr/>
              <a:lstStyle/>
              <a:p>
                <a:endParaRPr lang="zh-CN" altLang="en-US"/>
              </a:p>
            </p:txBody>
          </p:sp>
          <p:sp>
            <p:nvSpPr>
              <p:cNvPr id="10285" name="任意多边形 10284"/>
              <p:cNvSpPr/>
              <p:nvPr/>
            </p:nvSpPr>
            <p:spPr>
              <a:xfrm rot="20100000">
                <a:off x="2766" y="1775"/>
                <a:ext cx="194" cy="132"/>
              </a:xfrm>
              <a:custGeom>
                <a:avLst/>
                <a:gdLst/>
                <a:ahLst/>
                <a:cxnLst/>
                <a:rect l="0" t="0" r="0" b="0"/>
                <a:pathLst>
                  <a:path w="194" h="132">
                    <a:moveTo>
                      <a:pt x="5" y="14"/>
                    </a:moveTo>
                    <a:lnTo>
                      <a:pt x="14" y="6"/>
                    </a:lnTo>
                    <a:lnTo>
                      <a:pt x="24" y="0"/>
                    </a:lnTo>
                    <a:lnTo>
                      <a:pt x="34" y="2"/>
                    </a:lnTo>
                    <a:lnTo>
                      <a:pt x="44" y="9"/>
                    </a:lnTo>
                    <a:lnTo>
                      <a:pt x="188" y="92"/>
                    </a:lnTo>
                    <a:lnTo>
                      <a:pt x="191" y="99"/>
                    </a:lnTo>
                    <a:lnTo>
                      <a:pt x="194" y="110"/>
                    </a:lnTo>
                    <a:lnTo>
                      <a:pt x="190" y="121"/>
                    </a:lnTo>
                    <a:lnTo>
                      <a:pt x="181" y="129"/>
                    </a:lnTo>
                    <a:lnTo>
                      <a:pt x="172" y="132"/>
                    </a:lnTo>
                    <a:lnTo>
                      <a:pt x="160" y="130"/>
                    </a:lnTo>
                    <a:lnTo>
                      <a:pt x="8" y="42"/>
                    </a:lnTo>
                    <a:lnTo>
                      <a:pt x="2" y="35"/>
                    </a:lnTo>
                    <a:lnTo>
                      <a:pt x="0" y="26"/>
                    </a:lnTo>
                    <a:lnTo>
                      <a:pt x="5" y="14"/>
                    </a:lnTo>
                    <a:close/>
                  </a:path>
                </a:pathLst>
              </a:custGeom>
              <a:solidFill>
                <a:srgbClr val="C08040"/>
              </a:solidFill>
              <a:ln w="11176" cap="flat" cmpd="sng">
                <a:solidFill>
                  <a:srgbClr val="000000"/>
                </a:solidFill>
                <a:prstDash val="solid"/>
                <a:headEnd type="none" w="med" len="med"/>
                <a:tailEnd type="none" w="med" len="med"/>
              </a:ln>
            </p:spPr>
            <p:txBody>
              <a:bodyPr/>
              <a:lstStyle/>
              <a:p>
                <a:endParaRPr lang="zh-CN" altLang="en-US"/>
              </a:p>
            </p:txBody>
          </p:sp>
          <p:grpSp>
            <p:nvGrpSpPr>
              <p:cNvPr id="10286" name="组合 10285"/>
              <p:cNvGrpSpPr/>
              <p:nvPr/>
            </p:nvGrpSpPr>
            <p:grpSpPr>
              <a:xfrm>
                <a:off x="2205" y="2198"/>
                <a:ext cx="1888" cy="1489"/>
                <a:chOff x="2205" y="2198"/>
                <a:chExt cx="1888" cy="1489"/>
              </a:xfrm>
            </p:grpSpPr>
            <p:grpSp>
              <p:nvGrpSpPr>
                <p:cNvPr id="10287" name="组合 10286"/>
                <p:cNvGrpSpPr/>
                <p:nvPr/>
              </p:nvGrpSpPr>
              <p:grpSpPr>
                <a:xfrm>
                  <a:off x="2205" y="2423"/>
                  <a:ext cx="1888" cy="1159"/>
                  <a:chOff x="2205" y="2423"/>
                  <a:chExt cx="1888" cy="1159"/>
                </a:xfrm>
              </p:grpSpPr>
              <p:sp>
                <p:nvSpPr>
                  <p:cNvPr id="10288" name="任意多边形 10287"/>
                  <p:cNvSpPr/>
                  <p:nvPr/>
                </p:nvSpPr>
                <p:spPr>
                  <a:xfrm>
                    <a:off x="2205" y="2423"/>
                    <a:ext cx="1888" cy="1159"/>
                  </a:xfrm>
                  <a:custGeom>
                    <a:avLst/>
                    <a:gdLst/>
                    <a:ahLst/>
                    <a:cxnLst/>
                    <a:rect l="0" t="0" r="0" b="0"/>
                    <a:pathLst>
                      <a:path w="1888" h="1159">
                        <a:moveTo>
                          <a:pt x="690" y="6"/>
                        </a:moveTo>
                        <a:lnTo>
                          <a:pt x="1233" y="120"/>
                        </a:lnTo>
                        <a:lnTo>
                          <a:pt x="1381" y="488"/>
                        </a:lnTo>
                        <a:lnTo>
                          <a:pt x="1421" y="531"/>
                        </a:lnTo>
                        <a:lnTo>
                          <a:pt x="1449" y="588"/>
                        </a:lnTo>
                        <a:lnTo>
                          <a:pt x="1489" y="652"/>
                        </a:lnTo>
                        <a:lnTo>
                          <a:pt x="1519" y="699"/>
                        </a:lnTo>
                        <a:lnTo>
                          <a:pt x="1577" y="748"/>
                        </a:lnTo>
                        <a:lnTo>
                          <a:pt x="1610" y="811"/>
                        </a:lnTo>
                        <a:lnTo>
                          <a:pt x="1631" y="869"/>
                        </a:lnTo>
                        <a:lnTo>
                          <a:pt x="1635" y="931"/>
                        </a:lnTo>
                        <a:lnTo>
                          <a:pt x="1689" y="943"/>
                        </a:lnTo>
                        <a:lnTo>
                          <a:pt x="1741" y="963"/>
                        </a:lnTo>
                        <a:lnTo>
                          <a:pt x="1797" y="995"/>
                        </a:lnTo>
                        <a:lnTo>
                          <a:pt x="1838" y="1039"/>
                        </a:lnTo>
                        <a:lnTo>
                          <a:pt x="1863" y="1090"/>
                        </a:lnTo>
                        <a:lnTo>
                          <a:pt x="1888" y="1159"/>
                        </a:lnTo>
                        <a:lnTo>
                          <a:pt x="704" y="1159"/>
                        </a:lnTo>
                        <a:lnTo>
                          <a:pt x="672" y="1116"/>
                        </a:lnTo>
                        <a:lnTo>
                          <a:pt x="658" y="1076"/>
                        </a:lnTo>
                        <a:lnTo>
                          <a:pt x="649" y="1014"/>
                        </a:lnTo>
                        <a:lnTo>
                          <a:pt x="632" y="950"/>
                        </a:lnTo>
                        <a:lnTo>
                          <a:pt x="582" y="893"/>
                        </a:lnTo>
                        <a:lnTo>
                          <a:pt x="538" y="913"/>
                        </a:lnTo>
                        <a:lnTo>
                          <a:pt x="492" y="950"/>
                        </a:lnTo>
                        <a:lnTo>
                          <a:pt x="449" y="982"/>
                        </a:lnTo>
                        <a:lnTo>
                          <a:pt x="406" y="1044"/>
                        </a:lnTo>
                        <a:lnTo>
                          <a:pt x="372" y="1127"/>
                        </a:lnTo>
                        <a:lnTo>
                          <a:pt x="298" y="1105"/>
                        </a:lnTo>
                        <a:lnTo>
                          <a:pt x="49" y="1127"/>
                        </a:lnTo>
                        <a:lnTo>
                          <a:pt x="24" y="1087"/>
                        </a:lnTo>
                        <a:lnTo>
                          <a:pt x="2" y="1007"/>
                        </a:lnTo>
                        <a:lnTo>
                          <a:pt x="0" y="924"/>
                        </a:lnTo>
                        <a:lnTo>
                          <a:pt x="19" y="837"/>
                        </a:lnTo>
                        <a:lnTo>
                          <a:pt x="56" y="758"/>
                        </a:lnTo>
                        <a:lnTo>
                          <a:pt x="120" y="690"/>
                        </a:lnTo>
                        <a:lnTo>
                          <a:pt x="199" y="645"/>
                        </a:lnTo>
                        <a:lnTo>
                          <a:pt x="190" y="566"/>
                        </a:lnTo>
                        <a:lnTo>
                          <a:pt x="208" y="500"/>
                        </a:lnTo>
                        <a:lnTo>
                          <a:pt x="236" y="422"/>
                        </a:lnTo>
                        <a:lnTo>
                          <a:pt x="278" y="358"/>
                        </a:lnTo>
                        <a:lnTo>
                          <a:pt x="322" y="323"/>
                        </a:lnTo>
                        <a:lnTo>
                          <a:pt x="388" y="294"/>
                        </a:lnTo>
                        <a:lnTo>
                          <a:pt x="435" y="279"/>
                        </a:lnTo>
                        <a:lnTo>
                          <a:pt x="486" y="203"/>
                        </a:lnTo>
                        <a:lnTo>
                          <a:pt x="480" y="76"/>
                        </a:lnTo>
                        <a:lnTo>
                          <a:pt x="524" y="19"/>
                        </a:lnTo>
                        <a:lnTo>
                          <a:pt x="582" y="0"/>
                        </a:lnTo>
                        <a:lnTo>
                          <a:pt x="690" y="6"/>
                        </a:lnTo>
                        <a:close/>
                      </a:path>
                    </a:pathLst>
                  </a:custGeom>
                  <a:solidFill>
                    <a:srgbClr val="4080FF"/>
                  </a:solidFill>
                  <a:ln w="11176" cap="flat" cmpd="sng">
                    <a:solidFill>
                      <a:srgbClr val="000000"/>
                    </a:solidFill>
                    <a:prstDash val="solid"/>
                    <a:headEnd type="none" w="med" len="med"/>
                    <a:tailEnd type="none" w="med" len="med"/>
                  </a:ln>
                </p:spPr>
                <p:txBody>
                  <a:bodyPr/>
                  <a:lstStyle/>
                  <a:p>
                    <a:endParaRPr lang="zh-CN" altLang="en-US"/>
                  </a:p>
                </p:txBody>
              </p:sp>
              <p:sp>
                <p:nvSpPr>
                  <p:cNvPr id="10289" name="任意多边形 10288"/>
                  <p:cNvSpPr/>
                  <p:nvPr/>
                </p:nvSpPr>
                <p:spPr>
                  <a:xfrm>
                    <a:off x="2275" y="3203"/>
                    <a:ext cx="75" cy="213"/>
                  </a:xfrm>
                  <a:custGeom>
                    <a:avLst/>
                    <a:gdLst/>
                    <a:ahLst/>
                    <a:cxnLst/>
                    <a:rect l="0" t="0" r="0" b="0"/>
                    <a:pathLst>
                      <a:path w="75" h="213">
                        <a:moveTo>
                          <a:pt x="75" y="0"/>
                        </a:moveTo>
                        <a:lnTo>
                          <a:pt x="5" y="76"/>
                        </a:lnTo>
                        <a:lnTo>
                          <a:pt x="0" y="138"/>
                        </a:lnTo>
                        <a:lnTo>
                          <a:pt x="5" y="195"/>
                        </a:lnTo>
                        <a:lnTo>
                          <a:pt x="18" y="213"/>
                        </a:lnTo>
                      </a:path>
                    </a:pathLst>
                  </a:custGeom>
                  <a:noFill/>
                  <a:ln w="11176" cap="flat" cmpd="sng">
                    <a:solidFill>
                      <a:srgbClr val="0020A0"/>
                    </a:solidFill>
                    <a:prstDash val="solid"/>
                    <a:headEnd type="none" w="med" len="med"/>
                    <a:tailEnd type="none" w="med" len="med"/>
                  </a:ln>
                </p:spPr>
                <p:txBody>
                  <a:bodyPr/>
                  <a:lstStyle/>
                  <a:p>
                    <a:endParaRPr lang="zh-CN" altLang="en-US"/>
                  </a:p>
                </p:txBody>
              </p:sp>
              <p:sp>
                <p:nvSpPr>
                  <p:cNvPr id="10290" name="任意多边形 10289"/>
                  <p:cNvSpPr/>
                  <p:nvPr/>
                </p:nvSpPr>
                <p:spPr>
                  <a:xfrm>
                    <a:off x="2740" y="3107"/>
                    <a:ext cx="173" cy="237"/>
                  </a:xfrm>
                  <a:custGeom>
                    <a:avLst/>
                    <a:gdLst/>
                    <a:ahLst/>
                    <a:cxnLst/>
                    <a:rect l="0" t="0" r="0" b="0"/>
                    <a:pathLst>
                      <a:path w="173" h="237">
                        <a:moveTo>
                          <a:pt x="0" y="172"/>
                        </a:moveTo>
                        <a:lnTo>
                          <a:pt x="28" y="184"/>
                        </a:lnTo>
                        <a:lnTo>
                          <a:pt x="44" y="197"/>
                        </a:lnTo>
                        <a:lnTo>
                          <a:pt x="22" y="206"/>
                        </a:lnTo>
                        <a:lnTo>
                          <a:pt x="51" y="215"/>
                        </a:lnTo>
                        <a:lnTo>
                          <a:pt x="79" y="237"/>
                        </a:lnTo>
                        <a:lnTo>
                          <a:pt x="72" y="179"/>
                        </a:lnTo>
                        <a:lnTo>
                          <a:pt x="118" y="121"/>
                        </a:lnTo>
                        <a:lnTo>
                          <a:pt x="148" y="99"/>
                        </a:lnTo>
                        <a:lnTo>
                          <a:pt x="173" y="89"/>
                        </a:lnTo>
                        <a:lnTo>
                          <a:pt x="152" y="89"/>
                        </a:lnTo>
                        <a:lnTo>
                          <a:pt x="108" y="99"/>
                        </a:lnTo>
                        <a:lnTo>
                          <a:pt x="75" y="125"/>
                        </a:lnTo>
                        <a:lnTo>
                          <a:pt x="83" y="89"/>
                        </a:lnTo>
                        <a:lnTo>
                          <a:pt x="111" y="38"/>
                        </a:lnTo>
                        <a:lnTo>
                          <a:pt x="146" y="0"/>
                        </a:lnTo>
                        <a:lnTo>
                          <a:pt x="111" y="18"/>
                        </a:lnTo>
                        <a:lnTo>
                          <a:pt x="67" y="61"/>
                        </a:lnTo>
                        <a:lnTo>
                          <a:pt x="51" y="115"/>
                        </a:lnTo>
                        <a:lnTo>
                          <a:pt x="51" y="162"/>
                        </a:lnTo>
                        <a:lnTo>
                          <a:pt x="51" y="187"/>
                        </a:lnTo>
                        <a:lnTo>
                          <a:pt x="35" y="165"/>
                        </a:lnTo>
                        <a:lnTo>
                          <a:pt x="0" y="172"/>
                        </a:lnTo>
                        <a:close/>
                      </a:path>
                    </a:pathLst>
                  </a:custGeom>
                  <a:solidFill>
                    <a:srgbClr val="0020A0"/>
                  </a:solidFill>
                  <a:ln w="11176" cap="flat" cmpd="sng">
                    <a:solidFill>
                      <a:srgbClr val="000000"/>
                    </a:solidFill>
                    <a:prstDash val="solid"/>
                    <a:headEnd type="none" w="med" len="med"/>
                    <a:tailEnd type="none" w="med" len="med"/>
                  </a:ln>
                </p:spPr>
                <p:txBody>
                  <a:bodyPr/>
                  <a:lstStyle/>
                  <a:p>
                    <a:endParaRPr lang="zh-CN" altLang="en-US"/>
                  </a:p>
                </p:txBody>
              </p:sp>
              <p:sp>
                <p:nvSpPr>
                  <p:cNvPr id="10291" name="任意多边形 10290"/>
                  <p:cNvSpPr/>
                  <p:nvPr/>
                </p:nvSpPr>
                <p:spPr>
                  <a:xfrm>
                    <a:off x="2404" y="3050"/>
                    <a:ext cx="70" cy="21"/>
                  </a:xfrm>
                  <a:custGeom>
                    <a:avLst/>
                    <a:gdLst/>
                    <a:ahLst/>
                    <a:cxnLst/>
                    <a:rect l="0" t="0" r="0" b="0"/>
                    <a:pathLst>
                      <a:path w="70" h="21">
                        <a:moveTo>
                          <a:pt x="0" y="21"/>
                        </a:moveTo>
                        <a:lnTo>
                          <a:pt x="22" y="18"/>
                        </a:lnTo>
                        <a:lnTo>
                          <a:pt x="42" y="3"/>
                        </a:lnTo>
                        <a:lnTo>
                          <a:pt x="70" y="0"/>
                        </a:lnTo>
                      </a:path>
                    </a:pathLst>
                  </a:custGeom>
                  <a:noFill/>
                  <a:ln w="11176" cap="flat" cmpd="sng">
                    <a:solidFill>
                      <a:srgbClr val="000000"/>
                    </a:solidFill>
                    <a:prstDash val="solid"/>
                    <a:headEnd type="none" w="med" len="med"/>
                    <a:tailEnd type="none" w="med" len="med"/>
                  </a:ln>
                </p:spPr>
                <p:txBody>
                  <a:bodyPr/>
                  <a:lstStyle/>
                  <a:p>
                    <a:endParaRPr lang="zh-CN" altLang="en-US"/>
                  </a:p>
                </p:txBody>
              </p:sp>
              <p:sp>
                <p:nvSpPr>
                  <p:cNvPr id="10292" name="任意多边形 10291"/>
                  <p:cNvSpPr/>
                  <p:nvPr/>
                </p:nvSpPr>
                <p:spPr>
                  <a:xfrm>
                    <a:off x="2775" y="2539"/>
                    <a:ext cx="844" cy="510"/>
                  </a:xfrm>
                  <a:custGeom>
                    <a:avLst/>
                    <a:gdLst/>
                    <a:ahLst/>
                    <a:cxnLst/>
                    <a:rect l="0" t="0" r="0" b="0"/>
                    <a:pathLst>
                      <a:path w="844" h="510">
                        <a:moveTo>
                          <a:pt x="0" y="17"/>
                        </a:moveTo>
                        <a:lnTo>
                          <a:pt x="16" y="54"/>
                        </a:lnTo>
                        <a:lnTo>
                          <a:pt x="54" y="89"/>
                        </a:lnTo>
                        <a:lnTo>
                          <a:pt x="91" y="102"/>
                        </a:lnTo>
                        <a:lnTo>
                          <a:pt x="144" y="114"/>
                        </a:lnTo>
                        <a:lnTo>
                          <a:pt x="186" y="126"/>
                        </a:lnTo>
                        <a:lnTo>
                          <a:pt x="256" y="140"/>
                        </a:lnTo>
                        <a:lnTo>
                          <a:pt x="335" y="155"/>
                        </a:lnTo>
                        <a:lnTo>
                          <a:pt x="405" y="177"/>
                        </a:lnTo>
                        <a:lnTo>
                          <a:pt x="451" y="196"/>
                        </a:lnTo>
                        <a:lnTo>
                          <a:pt x="503" y="231"/>
                        </a:lnTo>
                        <a:lnTo>
                          <a:pt x="541" y="279"/>
                        </a:lnTo>
                        <a:lnTo>
                          <a:pt x="576" y="351"/>
                        </a:lnTo>
                        <a:lnTo>
                          <a:pt x="601" y="430"/>
                        </a:lnTo>
                        <a:lnTo>
                          <a:pt x="614" y="510"/>
                        </a:lnTo>
                        <a:lnTo>
                          <a:pt x="627" y="456"/>
                        </a:lnTo>
                        <a:lnTo>
                          <a:pt x="640" y="410"/>
                        </a:lnTo>
                        <a:lnTo>
                          <a:pt x="649" y="344"/>
                        </a:lnTo>
                        <a:lnTo>
                          <a:pt x="652" y="272"/>
                        </a:lnTo>
                        <a:lnTo>
                          <a:pt x="660" y="206"/>
                        </a:lnTo>
                        <a:lnTo>
                          <a:pt x="661" y="121"/>
                        </a:lnTo>
                        <a:lnTo>
                          <a:pt x="710" y="181"/>
                        </a:lnTo>
                        <a:lnTo>
                          <a:pt x="731" y="238"/>
                        </a:lnTo>
                        <a:lnTo>
                          <a:pt x="751" y="289"/>
                        </a:lnTo>
                        <a:lnTo>
                          <a:pt x="763" y="338"/>
                        </a:lnTo>
                        <a:lnTo>
                          <a:pt x="770" y="368"/>
                        </a:lnTo>
                        <a:lnTo>
                          <a:pt x="844" y="426"/>
                        </a:lnTo>
                        <a:lnTo>
                          <a:pt x="783" y="358"/>
                        </a:lnTo>
                        <a:lnTo>
                          <a:pt x="770" y="308"/>
                        </a:lnTo>
                        <a:lnTo>
                          <a:pt x="735" y="199"/>
                        </a:lnTo>
                        <a:lnTo>
                          <a:pt x="668" y="102"/>
                        </a:lnTo>
                        <a:lnTo>
                          <a:pt x="634" y="44"/>
                        </a:lnTo>
                        <a:lnTo>
                          <a:pt x="586" y="48"/>
                        </a:lnTo>
                        <a:lnTo>
                          <a:pt x="548" y="48"/>
                        </a:lnTo>
                        <a:lnTo>
                          <a:pt x="494" y="48"/>
                        </a:lnTo>
                        <a:lnTo>
                          <a:pt x="433" y="38"/>
                        </a:lnTo>
                        <a:lnTo>
                          <a:pt x="379" y="38"/>
                        </a:lnTo>
                        <a:lnTo>
                          <a:pt x="339" y="19"/>
                        </a:lnTo>
                        <a:lnTo>
                          <a:pt x="275" y="3"/>
                        </a:lnTo>
                        <a:lnTo>
                          <a:pt x="186" y="0"/>
                        </a:lnTo>
                        <a:lnTo>
                          <a:pt x="66" y="9"/>
                        </a:lnTo>
                        <a:lnTo>
                          <a:pt x="0" y="17"/>
                        </a:lnTo>
                        <a:close/>
                      </a:path>
                    </a:pathLst>
                  </a:custGeom>
                  <a:solidFill>
                    <a:srgbClr val="0020A0"/>
                  </a:solidFill>
                  <a:ln w="11176" cap="flat" cmpd="sng">
                    <a:solidFill>
                      <a:srgbClr val="0020A0"/>
                    </a:solidFill>
                    <a:prstDash val="solid"/>
                    <a:headEnd type="none" w="med" len="med"/>
                    <a:tailEnd type="none" w="med" len="med"/>
                  </a:ln>
                </p:spPr>
                <p:txBody>
                  <a:bodyPr/>
                  <a:lstStyle/>
                  <a:p>
                    <a:endParaRPr lang="zh-CN" altLang="en-US"/>
                  </a:p>
                </p:txBody>
              </p:sp>
              <p:sp>
                <p:nvSpPr>
                  <p:cNvPr id="10293" name="任意多边形 10292"/>
                  <p:cNvSpPr/>
                  <p:nvPr/>
                </p:nvSpPr>
                <p:spPr>
                  <a:xfrm>
                    <a:off x="2768" y="2462"/>
                    <a:ext cx="909" cy="590"/>
                  </a:xfrm>
                  <a:custGeom>
                    <a:avLst/>
                    <a:gdLst/>
                    <a:ahLst/>
                    <a:cxnLst/>
                    <a:rect l="0" t="0" r="0" b="0"/>
                    <a:pathLst>
                      <a:path w="909" h="590">
                        <a:moveTo>
                          <a:pt x="0" y="17"/>
                        </a:moveTo>
                        <a:lnTo>
                          <a:pt x="16" y="54"/>
                        </a:lnTo>
                        <a:lnTo>
                          <a:pt x="55" y="90"/>
                        </a:lnTo>
                        <a:lnTo>
                          <a:pt x="93" y="102"/>
                        </a:lnTo>
                        <a:lnTo>
                          <a:pt x="145" y="115"/>
                        </a:lnTo>
                        <a:lnTo>
                          <a:pt x="186" y="128"/>
                        </a:lnTo>
                        <a:lnTo>
                          <a:pt x="256" y="141"/>
                        </a:lnTo>
                        <a:lnTo>
                          <a:pt x="335" y="156"/>
                        </a:lnTo>
                        <a:lnTo>
                          <a:pt x="405" y="179"/>
                        </a:lnTo>
                        <a:lnTo>
                          <a:pt x="449" y="203"/>
                        </a:lnTo>
                        <a:lnTo>
                          <a:pt x="496" y="248"/>
                        </a:lnTo>
                        <a:lnTo>
                          <a:pt x="538" y="289"/>
                        </a:lnTo>
                        <a:lnTo>
                          <a:pt x="577" y="353"/>
                        </a:lnTo>
                        <a:lnTo>
                          <a:pt x="606" y="428"/>
                        </a:lnTo>
                        <a:lnTo>
                          <a:pt x="624" y="514"/>
                        </a:lnTo>
                        <a:lnTo>
                          <a:pt x="641" y="454"/>
                        </a:lnTo>
                        <a:lnTo>
                          <a:pt x="650" y="401"/>
                        </a:lnTo>
                        <a:lnTo>
                          <a:pt x="651" y="337"/>
                        </a:lnTo>
                        <a:lnTo>
                          <a:pt x="663" y="264"/>
                        </a:lnTo>
                        <a:lnTo>
                          <a:pt x="660" y="203"/>
                        </a:lnTo>
                        <a:lnTo>
                          <a:pt x="673" y="191"/>
                        </a:lnTo>
                        <a:lnTo>
                          <a:pt x="695" y="217"/>
                        </a:lnTo>
                        <a:lnTo>
                          <a:pt x="729" y="254"/>
                        </a:lnTo>
                        <a:lnTo>
                          <a:pt x="790" y="425"/>
                        </a:lnTo>
                        <a:lnTo>
                          <a:pt x="862" y="520"/>
                        </a:lnTo>
                        <a:lnTo>
                          <a:pt x="909" y="590"/>
                        </a:lnTo>
                        <a:lnTo>
                          <a:pt x="858" y="494"/>
                        </a:lnTo>
                        <a:lnTo>
                          <a:pt x="825" y="464"/>
                        </a:lnTo>
                        <a:lnTo>
                          <a:pt x="770" y="308"/>
                        </a:lnTo>
                        <a:lnTo>
                          <a:pt x="735" y="200"/>
                        </a:lnTo>
                        <a:lnTo>
                          <a:pt x="670" y="102"/>
                        </a:lnTo>
                        <a:lnTo>
                          <a:pt x="634" y="45"/>
                        </a:lnTo>
                        <a:lnTo>
                          <a:pt x="587" y="48"/>
                        </a:lnTo>
                        <a:lnTo>
                          <a:pt x="548" y="48"/>
                        </a:lnTo>
                        <a:lnTo>
                          <a:pt x="494" y="48"/>
                        </a:lnTo>
                        <a:lnTo>
                          <a:pt x="434" y="40"/>
                        </a:lnTo>
                        <a:lnTo>
                          <a:pt x="380" y="40"/>
                        </a:lnTo>
                        <a:lnTo>
                          <a:pt x="338" y="19"/>
                        </a:lnTo>
                        <a:lnTo>
                          <a:pt x="275" y="3"/>
                        </a:lnTo>
                        <a:lnTo>
                          <a:pt x="186" y="0"/>
                        </a:lnTo>
                        <a:lnTo>
                          <a:pt x="67" y="11"/>
                        </a:lnTo>
                        <a:lnTo>
                          <a:pt x="0" y="17"/>
                        </a:lnTo>
                        <a:close/>
                      </a:path>
                    </a:pathLst>
                  </a:custGeom>
                  <a:solidFill>
                    <a:srgbClr val="4080FF"/>
                  </a:solidFill>
                  <a:ln w="11176" cap="flat" cmpd="sng">
                    <a:solidFill>
                      <a:srgbClr val="000000"/>
                    </a:solidFill>
                    <a:prstDash val="solid"/>
                    <a:headEnd type="none" w="med" len="med"/>
                    <a:tailEnd type="none" w="med" len="med"/>
                  </a:ln>
                </p:spPr>
                <p:txBody>
                  <a:bodyPr/>
                  <a:lstStyle/>
                  <a:p>
                    <a:endParaRPr lang="zh-CN" altLang="en-US"/>
                  </a:p>
                </p:txBody>
              </p:sp>
            </p:grpSp>
            <p:sp>
              <p:nvSpPr>
                <p:cNvPr id="10294" name="任意多边形 10293"/>
                <p:cNvSpPr/>
                <p:nvPr/>
              </p:nvSpPr>
              <p:spPr>
                <a:xfrm>
                  <a:off x="2258" y="2198"/>
                  <a:ext cx="925" cy="1489"/>
                </a:xfrm>
                <a:custGeom>
                  <a:avLst/>
                  <a:gdLst/>
                  <a:ahLst/>
                  <a:cxnLst/>
                  <a:rect l="0" t="0" r="0" b="0"/>
                  <a:pathLst>
                    <a:path w="925" h="1489">
                      <a:moveTo>
                        <a:pt x="407" y="1146"/>
                      </a:moveTo>
                      <a:lnTo>
                        <a:pt x="476" y="1042"/>
                      </a:lnTo>
                      <a:lnTo>
                        <a:pt x="501" y="973"/>
                      </a:lnTo>
                      <a:lnTo>
                        <a:pt x="536" y="858"/>
                      </a:lnTo>
                      <a:lnTo>
                        <a:pt x="557" y="750"/>
                      </a:lnTo>
                      <a:lnTo>
                        <a:pt x="577" y="636"/>
                      </a:lnTo>
                      <a:lnTo>
                        <a:pt x="574" y="561"/>
                      </a:lnTo>
                      <a:lnTo>
                        <a:pt x="568" y="491"/>
                      </a:lnTo>
                      <a:lnTo>
                        <a:pt x="603" y="479"/>
                      </a:lnTo>
                      <a:lnTo>
                        <a:pt x="633" y="458"/>
                      </a:lnTo>
                      <a:lnTo>
                        <a:pt x="654" y="427"/>
                      </a:lnTo>
                      <a:lnTo>
                        <a:pt x="671" y="387"/>
                      </a:lnTo>
                      <a:lnTo>
                        <a:pt x="679" y="356"/>
                      </a:lnTo>
                      <a:lnTo>
                        <a:pt x="680" y="335"/>
                      </a:lnTo>
                      <a:lnTo>
                        <a:pt x="694" y="348"/>
                      </a:lnTo>
                      <a:lnTo>
                        <a:pt x="710" y="356"/>
                      </a:lnTo>
                      <a:lnTo>
                        <a:pt x="731" y="363"/>
                      </a:lnTo>
                      <a:lnTo>
                        <a:pt x="757" y="359"/>
                      </a:lnTo>
                      <a:lnTo>
                        <a:pt x="732" y="371"/>
                      </a:lnTo>
                      <a:lnTo>
                        <a:pt x="728" y="393"/>
                      </a:lnTo>
                      <a:lnTo>
                        <a:pt x="739" y="409"/>
                      </a:lnTo>
                      <a:lnTo>
                        <a:pt x="761" y="414"/>
                      </a:lnTo>
                      <a:lnTo>
                        <a:pt x="788" y="400"/>
                      </a:lnTo>
                      <a:lnTo>
                        <a:pt x="804" y="372"/>
                      </a:lnTo>
                      <a:lnTo>
                        <a:pt x="795" y="331"/>
                      </a:lnTo>
                      <a:lnTo>
                        <a:pt x="776" y="301"/>
                      </a:lnTo>
                      <a:lnTo>
                        <a:pt x="703" y="257"/>
                      </a:lnTo>
                      <a:lnTo>
                        <a:pt x="798" y="284"/>
                      </a:lnTo>
                      <a:lnTo>
                        <a:pt x="845" y="339"/>
                      </a:lnTo>
                      <a:lnTo>
                        <a:pt x="866" y="345"/>
                      </a:lnTo>
                      <a:lnTo>
                        <a:pt x="884" y="334"/>
                      </a:lnTo>
                      <a:lnTo>
                        <a:pt x="890" y="308"/>
                      </a:lnTo>
                      <a:lnTo>
                        <a:pt x="877" y="282"/>
                      </a:lnTo>
                      <a:lnTo>
                        <a:pt x="845" y="244"/>
                      </a:lnTo>
                      <a:lnTo>
                        <a:pt x="788" y="212"/>
                      </a:lnTo>
                      <a:lnTo>
                        <a:pt x="715" y="190"/>
                      </a:lnTo>
                      <a:lnTo>
                        <a:pt x="781" y="188"/>
                      </a:lnTo>
                      <a:lnTo>
                        <a:pt x="835" y="215"/>
                      </a:lnTo>
                      <a:lnTo>
                        <a:pt x="890" y="257"/>
                      </a:lnTo>
                      <a:lnTo>
                        <a:pt x="909" y="257"/>
                      </a:lnTo>
                      <a:lnTo>
                        <a:pt x="925" y="240"/>
                      </a:lnTo>
                      <a:lnTo>
                        <a:pt x="922" y="212"/>
                      </a:lnTo>
                      <a:lnTo>
                        <a:pt x="892" y="179"/>
                      </a:lnTo>
                      <a:lnTo>
                        <a:pt x="857" y="156"/>
                      </a:lnTo>
                      <a:lnTo>
                        <a:pt x="794" y="125"/>
                      </a:lnTo>
                      <a:lnTo>
                        <a:pt x="744" y="120"/>
                      </a:lnTo>
                      <a:lnTo>
                        <a:pt x="680" y="136"/>
                      </a:lnTo>
                      <a:lnTo>
                        <a:pt x="719" y="110"/>
                      </a:lnTo>
                      <a:lnTo>
                        <a:pt x="761" y="107"/>
                      </a:lnTo>
                      <a:lnTo>
                        <a:pt x="807" y="110"/>
                      </a:lnTo>
                      <a:lnTo>
                        <a:pt x="827" y="132"/>
                      </a:lnTo>
                      <a:lnTo>
                        <a:pt x="867" y="153"/>
                      </a:lnTo>
                      <a:lnTo>
                        <a:pt x="899" y="153"/>
                      </a:lnTo>
                      <a:lnTo>
                        <a:pt x="909" y="136"/>
                      </a:lnTo>
                      <a:lnTo>
                        <a:pt x="906" y="113"/>
                      </a:lnTo>
                      <a:lnTo>
                        <a:pt x="886" y="91"/>
                      </a:lnTo>
                      <a:lnTo>
                        <a:pt x="832" y="54"/>
                      </a:lnTo>
                      <a:lnTo>
                        <a:pt x="776" y="34"/>
                      </a:lnTo>
                      <a:lnTo>
                        <a:pt x="696" y="38"/>
                      </a:lnTo>
                      <a:lnTo>
                        <a:pt x="622" y="54"/>
                      </a:lnTo>
                      <a:lnTo>
                        <a:pt x="568" y="81"/>
                      </a:lnTo>
                      <a:lnTo>
                        <a:pt x="517" y="110"/>
                      </a:lnTo>
                      <a:lnTo>
                        <a:pt x="485" y="62"/>
                      </a:lnTo>
                      <a:lnTo>
                        <a:pt x="452" y="12"/>
                      </a:lnTo>
                      <a:lnTo>
                        <a:pt x="411" y="0"/>
                      </a:lnTo>
                      <a:lnTo>
                        <a:pt x="370" y="5"/>
                      </a:lnTo>
                      <a:lnTo>
                        <a:pt x="350" y="28"/>
                      </a:lnTo>
                      <a:lnTo>
                        <a:pt x="382" y="59"/>
                      </a:lnTo>
                      <a:lnTo>
                        <a:pt x="401" y="91"/>
                      </a:lnTo>
                      <a:lnTo>
                        <a:pt x="407" y="123"/>
                      </a:lnTo>
                      <a:lnTo>
                        <a:pt x="418" y="180"/>
                      </a:lnTo>
                      <a:lnTo>
                        <a:pt x="407" y="219"/>
                      </a:lnTo>
                      <a:lnTo>
                        <a:pt x="396" y="254"/>
                      </a:lnTo>
                      <a:lnTo>
                        <a:pt x="376" y="282"/>
                      </a:lnTo>
                      <a:lnTo>
                        <a:pt x="367" y="316"/>
                      </a:lnTo>
                      <a:lnTo>
                        <a:pt x="367" y="364"/>
                      </a:lnTo>
                      <a:lnTo>
                        <a:pt x="376" y="415"/>
                      </a:lnTo>
                      <a:lnTo>
                        <a:pt x="389" y="453"/>
                      </a:lnTo>
                      <a:lnTo>
                        <a:pt x="370" y="535"/>
                      </a:lnTo>
                      <a:lnTo>
                        <a:pt x="345" y="624"/>
                      </a:lnTo>
                      <a:lnTo>
                        <a:pt x="319" y="694"/>
                      </a:lnTo>
                      <a:lnTo>
                        <a:pt x="295" y="763"/>
                      </a:lnTo>
                      <a:lnTo>
                        <a:pt x="269" y="807"/>
                      </a:lnTo>
                      <a:lnTo>
                        <a:pt x="238" y="855"/>
                      </a:lnTo>
                      <a:lnTo>
                        <a:pt x="194" y="895"/>
                      </a:lnTo>
                      <a:lnTo>
                        <a:pt x="133" y="941"/>
                      </a:lnTo>
                      <a:lnTo>
                        <a:pt x="82" y="1011"/>
                      </a:lnTo>
                      <a:lnTo>
                        <a:pt x="35" y="1103"/>
                      </a:lnTo>
                      <a:lnTo>
                        <a:pt x="17" y="1168"/>
                      </a:lnTo>
                      <a:lnTo>
                        <a:pt x="3" y="1215"/>
                      </a:lnTo>
                      <a:lnTo>
                        <a:pt x="3" y="1261"/>
                      </a:lnTo>
                      <a:lnTo>
                        <a:pt x="0" y="1308"/>
                      </a:lnTo>
                      <a:lnTo>
                        <a:pt x="3" y="1365"/>
                      </a:lnTo>
                      <a:lnTo>
                        <a:pt x="20" y="1418"/>
                      </a:lnTo>
                      <a:lnTo>
                        <a:pt x="47" y="1451"/>
                      </a:lnTo>
                      <a:lnTo>
                        <a:pt x="73" y="1470"/>
                      </a:lnTo>
                      <a:lnTo>
                        <a:pt x="105" y="1483"/>
                      </a:lnTo>
                      <a:lnTo>
                        <a:pt x="155" y="1489"/>
                      </a:lnTo>
                      <a:lnTo>
                        <a:pt x="197" y="1477"/>
                      </a:lnTo>
                      <a:lnTo>
                        <a:pt x="234" y="1439"/>
                      </a:lnTo>
                      <a:lnTo>
                        <a:pt x="260" y="1387"/>
                      </a:lnTo>
                      <a:lnTo>
                        <a:pt x="269" y="1327"/>
                      </a:lnTo>
                      <a:lnTo>
                        <a:pt x="310" y="1266"/>
                      </a:lnTo>
                      <a:lnTo>
                        <a:pt x="357" y="1213"/>
                      </a:lnTo>
                      <a:lnTo>
                        <a:pt x="407" y="1146"/>
                      </a:lnTo>
                      <a:close/>
                    </a:path>
                  </a:pathLst>
                </a:custGeom>
                <a:solidFill>
                  <a:srgbClr val="E0A080"/>
                </a:solidFill>
                <a:ln w="11176" cap="flat" cmpd="sng">
                  <a:solidFill>
                    <a:srgbClr val="000000"/>
                  </a:solidFill>
                  <a:prstDash val="solid"/>
                  <a:headEnd type="none" w="med" len="med"/>
                  <a:tailEnd type="none" w="med" len="med"/>
                </a:ln>
              </p:spPr>
              <p:txBody>
                <a:bodyPr/>
                <a:lstStyle/>
                <a:p>
                  <a:endParaRPr lang="zh-CN" altLang="en-US"/>
                </a:p>
              </p:txBody>
            </p:sp>
          </p:grpSp>
          <p:grpSp>
            <p:nvGrpSpPr>
              <p:cNvPr id="10295" name="组合 10294"/>
              <p:cNvGrpSpPr/>
              <p:nvPr/>
            </p:nvGrpSpPr>
            <p:grpSpPr>
              <a:xfrm>
                <a:off x="3484" y="1909"/>
                <a:ext cx="195" cy="217"/>
                <a:chOff x="3484" y="1909"/>
                <a:chExt cx="195" cy="217"/>
              </a:xfrm>
            </p:grpSpPr>
            <p:sp>
              <p:nvSpPr>
                <p:cNvPr id="10296" name="任意多边形 10295"/>
                <p:cNvSpPr/>
                <p:nvPr/>
              </p:nvSpPr>
              <p:spPr>
                <a:xfrm>
                  <a:off x="3500" y="1909"/>
                  <a:ext cx="179" cy="217"/>
                </a:xfrm>
                <a:custGeom>
                  <a:avLst/>
                  <a:gdLst/>
                  <a:ahLst/>
                  <a:cxnLst/>
                  <a:rect l="0" t="0" r="0" b="0"/>
                  <a:pathLst>
                    <a:path w="179" h="217">
                      <a:moveTo>
                        <a:pt x="0" y="189"/>
                      </a:moveTo>
                      <a:lnTo>
                        <a:pt x="42" y="217"/>
                      </a:lnTo>
                      <a:lnTo>
                        <a:pt x="96" y="204"/>
                      </a:lnTo>
                      <a:lnTo>
                        <a:pt x="153" y="143"/>
                      </a:lnTo>
                      <a:lnTo>
                        <a:pt x="179" y="79"/>
                      </a:lnTo>
                      <a:lnTo>
                        <a:pt x="166" y="22"/>
                      </a:lnTo>
                      <a:lnTo>
                        <a:pt x="117" y="0"/>
                      </a:lnTo>
                      <a:lnTo>
                        <a:pt x="73" y="19"/>
                      </a:lnTo>
                      <a:lnTo>
                        <a:pt x="39" y="44"/>
                      </a:lnTo>
                      <a:lnTo>
                        <a:pt x="0" y="189"/>
                      </a:lnTo>
                      <a:close/>
                    </a:path>
                  </a:pathLst>
                </a:custGeom>
                <a:solidFill>
                  <a:srgbClr val="E0A080"/>
                </a:solidFill>
                <a:ln w="11113" cap="flat" cmpd="sng">
                  <a:solidFill>
                    <a:srgbClr val="000000"/>
                  </a:solidFill>
                  <a:prstDash val="solid"/>
                  <a:headEnd type="none" w="med" len="med"/>
                  <a:tailEnd type="none" w="med" len="med"/>
                </a:ln>
              </p:spPr>
              <p:txBody>
                <a:bodyPr/>
                <a:lstStyle/>
                <a:p>
                  <a:endParaRPr lang="zh-CN" altLang="en-US"/>
                </a:p>
              </p:txBody>
            </p:sp>
            <p:sp>
              <p:nvSpPr>
                <p:cNvPr id="10297" name="任意多边形 10296"/>
                <p:cNvSpPr/>
                <p:nvPr/>
              </p:nvSpPr>
              <p:spPr>
                <a:xfrm>
                  <a:off x="3484" y="1914"/>
                  <a:ext cx="187" cy="208"/>
                </a:xfrm>
                <a:custGeom>
                  <a:avLst/>
                  <a:gdLst/>
                  <a:ahLst/>
                  <a:cxnLst/>
                  <a:rect l="0" t="0" r="0" b="0"/>
                  <a:pathLst>
                    <a:path w="187" h="208">
                      <a:moveTo>
                        <a:pt x="0" y="181"/>
                      </a:moveTo>
                      <a:lnTo>
                        <a:pt x="43" y="208"/>
                      </a:lnTo>
                      <a:lnTo>
                        <a:pt x="100" y="196"/>
                      </a:lnTo>
                      <a:lnTo>
                        <a:pt x="160" y="137"/>
                      </a:lnTo>
                      <a:lnTo>
                        <a:pt x="187" y="76"/>
                      </a:lnTo>
                      <a:lnTo>
                        <a:pt x="173" y="21"/>
                      </a:lnTo>
                      <a:lnTo>
                        <a:pt x="122" y="0"/>
                      </a:lnTo>
                      <a:lnTo>
                        <a:pt x="75" y="18"/>
                      </a:lnTo>
                      <a:lnTo>
                        <a:pt x="41" y="42"/>
                      </a:lnTo>
                      <a:lnTo>
                        <a:pt x="0" y="181"/>
                      </a:lnTo>
                      <a:close/>
                    </a:path>
                  </a:pathLst>
                </a:custGeom>
                <a:solidFill>
                  <a:srgbClr val="E0A080"/>
                </a:solidFill>
                <a:ln w="9525">
                  <a:noFill/>
                </a:ln>
              </p:spPr>
              <p:txBody>
                <a:bodyPr/>
                <a:lstStyle/>
                <a:p>
                  <a:endParaRPr lang="zh-CN" altLang="en-US"/>
                </a:p>
              </p:txBody>
            </p:sp>
          </p:grpSp>
        </p:grpSp>
        <p:sp>
          <p:nvSpPr>
            <p:cNvPr id="10298" name="云形标注 10297"/>
            <p:cNvSpPr/>
            <p:nvPr/>
          </p:nvSpPr>
          <p:spPr>
            <a:xfrm flipH="1">
              <a:off x="1339" y="3012"/>
              <a:ext cx="2448" cy="864"/>
            </a:xfrm>
            <a:prstGeom prst="cloudCallout">
              <a:avLst>
                <a:gd name="adj1" fmla="val -86847"/>
                <a:gd name="adj2" fmla="val 5898"/>
              </a:avLst>
            </a:prstGeom>
            <a:gradFill rotWithShape="0">
              <a:gsLst>
                <a:gs pos="0">
                  <a:srgbClr val="CCFFCC">
                    <a:gamma/>
                    <a:shade val="76078"/>
                    <a:invGamma/>
                  </a:srgbClr>
                </a:gs>
                <a:gs pos="50000">
                  <a:srgbClr val="CCFFCC"/>
                </a:gs>
                <a:gs pos="100000">
                  <a:srgbClr val="CCFFCC">
                    <a:gamma/>
                    <a:shade val="76078"/>
                    <a:invGamma/>
                  </a:srgbClr>
                </a:gs>
              </a:gsLst>
              <a:lin ang="0" scaled="1"/>
              <a:tileRect/>
            </a:gradFill>
            <a:ln w="9525" cap="flat" cmpd="sng">
              <a:solidFill>
                <a:srgbClr val="CCFFFF"/>
              </a:solidFill>
              <a:prstDash val="solid"/>
              <a:headEnd type="none" w="med" len="med"/>
              <a:tailEnd type="none" w="med" len="med"/>
            </a:ln>
          </p:spPr>
          <p:txBody>
            <a:bodyPr wrap="none" anchor="ctr" anchorCtr="0"/>
            <a:lstStyle/>
            <a:p>
              <a:pPr fontAlgn="t"/>
              <a:r>
                <a:rPr lang="zh-CN" altLang="en-US" sz="2000" b="1" dirty="0">
                  <a:solidFill>
                    <a:schemeClr val="accent2"/>
                  </a:solidFill>
                  <a:latin typeface="Arial" panose="020B0604020202020204" pitchFamily="34" charset="0"/>
                  <a:ea typeface="楷体_GB2312" pitchFamily="49" charset="-122"/>
                </a:rPr>
                <a:t>那么对于一个一般的向量，</a:t>
              </a:r>
            </a:p>
            <a:p>
              <a:pPr fontAlgn="t"/>
              <a:r>
                <a:rPr lang="zh-CN" altLang="en-US" sz="2000" b="1" dirty="0">
                  <a:solidFill>
                    <a:schemeClr val="accent2"/>
                  </a:solidFill>
                  <a:latin typeface="Arial" panose="020B0604020202020204" pitchFamily="34" charset="0"/>
                  <a:ea typeface="楷体_GB2312" pitchFamily="49" charset="-122"/>
                </a:rPr>
                <a:t>是不是可以用一组已知的</a:t>
              </a:r>
            </a:p>
            <a:p>
              <a:pPr fontAlgn="t"/>
              <a:r>
                <a:rPr lang="zh-CN" altLang="en-US" sz="2000" b="1" dirty="0">
                  <a:solidFill>
                    <a:schemeClr val="accent2"/>
                  </a:solidFill>
                  <a:latin typeface="Arial" panose="020B0604020202020204" pitchFamily="34" charset="0"/>
                  <a:ea typeface="楷体_GB2312" pitchFamily="49" charset="-122"/>
                </a:rPr>
                <a:t>向量来线性表示？该怎么判断呢？</a:t>
              </a:r>
              <a:endParaRPr lang="zh-CN" altLang="en-US" sz="2000" b="1">
                <a:solidFill>
                  <a:schemeClr val="accent2"/>
                </a:solidFill>
                <a:latin typeface="Arial" panose="020B0604020202020204" pitchFamily="34" charset="0"/>
                <a:ea typeface="楷体_GB2312" pitchFamily="49" charset="-122"/>
              </a:endParaRPr>
            </a:p>
          </p:txBody>
        </p:sp>
      </p:grpSp>
      <p:graphicFrame>
        <p:nvGraphicFramePr>
          <p:cNvPr id="2" name="对象 -2147479885"/>
          <p:cNvGraphicFramePr>
            <a:graphicFrameLocks noChangeAspect="1"/>
          </p:cNvGraphicFramePr>
          <p:nvPr/>
        </p:nvGraphicFramePr>
        <p:xfrm>
          <a:off x="455295" y="1700530"/>
          <a:ext cx="7282180" cy="553085"/>
        </p:xfrm>
        <a:graphic>
          <a:graphicData uri="http://schemas.openxmlformats.org/presentationml/2006/ole">
            <mc:AlternateContent xmlns:mc="http://schemas.openxmlformats.org/markup-compatibility/2006">
              <mc:Choice xmlns:v="urn:schemas-microsoft-com:vml" Requires="v">
                <p:oleObj r:id="rId4" imgW="3009900" imgH="228600" progId="Equation.DSMT4">
                  <p:embed/>
                </p:oleObj>
              </mc:Choice>
              <mc:Fallback>
                <p:oleObj r:id="rId4" imgW="3009900" imgH="228600" progId="Equation.DSMT4">
                  <p:embed/>
                  <p:pic>
                    <p:nvPicPr>
                      <p:cNvPr id="0" name="图片 1"/>
                      <p:cNvPicPr/>
                      <p:nvPr/>
                    </p:nvPicPr>
                    <p:blipFill>
                      <a:blip r:embed="rId5"/>
                      <a:stretch>
                        <a:fillRect/>
                      </a:stretch>
                    </p:blipFill>
                    <p:spPr>
                      <a:xfrm>
                        <a:off x="455295" y="1700530"/>
                        <a:ext cx="7282180" cy="553085"/>
                      </a:xfrm>
                      <a:prstGeom prst="rect">
                        <a:avLst/>
                      </a:prstGeom>
                      <a:noFill/>
                      <a:ln w="38100">
                        <a:noFill/>
                        <a:miter/>
                      </a:ln>
                    </p:spPr>
                  </p:pic>
                </p:oleObj>
              </mc:Fallback>
            </mc:AlternateContent>
          </a:graphicData>
        </a:graphic>
      </p:graphicFrame>
      <p:graphicFrame>
        <p:nvGraphicFramePr>
          <p:cNvPr id="4" name="对象 -2147479885"/>
          <p:cNvGraphicFramePr>
            <a:graphicFrameLocks noChangeAspect="1"/>
          </p:cNvGraphicFramePr>
          <p:nvPr/>
        </p:nvGraphicFramePr>
        <p:xfrm>
          <a:off x="4211956" y="2244725"/>
          <a:ext cx="1829435" cy="598805"/>
        </p:xfrm>
        <a:graphic>
          <a:graphicData uri="http://schemas.openxmlformats.org/presentationml/2006/ole">
            <mc:AlternateContent xmlns:mc="http://schemas.openxmlformats.org/markup-compatibility/2006">
              <mc:Choice xmlns:v="urn:schemas-microsoft-com:vml" Requires="v">
                <p:oleObj r:id="rId6" imgW="698500" imgH="228600" progId="Equation.DSMT4">
                  <p:embed/>
                </p:oleObj>
              </mc:Choice>
              <mc:Fallback>
                <p:oleObj r:id="rId6" imgW="698500" imgH="228600" progId="Equation.DSMT4">
                  <p:embed/>
                  <p:pic>
                    <p:nvPicPr>
                      <p:cNvPr id="0" name="图片 1"/>
                      <p:cNvPicPr/>
                      <p:nvPr/>
                    </p:nvPicPr>
                    <p:blipFill>
                      <a:blip r:embed="rId7"/>
                      <a:stretch>
                        <a:fillRect/>
                      </a:stretch>
                    </p:blipFill>
                    <p:spPr>
                      <a:xfrm>
                        <a:off x="4211956" y="2244725"/>
                        <a:ext cx="1829435" cy="598805"/>
                      </a:xfrm>
                      <a:prstGeom prst="rect">
                        <a:avLst/>
                      </a:prstGeom>
                      <a:noFill/>
                      <a:ln w="38100">
                        <a:noFill/>
                        <a:miter/>
                      </a:ln>
                    </p:spPr>
                  </p:pic>
                </p:oleObj>
              </mc:Fallback>
            </mc:AlternateContent>
          </a:graphicData>
        </a:graphic>
      </p:graphicFrame>
      <p:sp>
        <p:nvSpPr>
          <p:cNvPr id="6" name="文本框 5"/>
          <p:cNvSpPr txBox="1"/>
          <p:nvPr/>
        </p:nvSpPr>
        <p:spPr>
          <a:xfrm>
            <a:off x="595630" y="3933190"/>
            <a:ext cx="8172450" cy="953135"/>
          </a:xfrm>
          <a:prstGeom prst="rect">
            <a:avLst/>
          </a:prstGeom>
          <a:noFill/>
          <a:ln w="9525">
            <a:noFill/>
          </a:ln>
        </p:spPr>
        <p:txBody>
          <a:bodyPr wrap="square">
            <a:spAutoFit/>
          </a:bodyPr>
          <a:lstStyle/>
          <a:p>
            <a:pPr fontAlgn="ctr">
              <a:spcBef>
                <a:spcPct val="50000"/>
              </a:spcBef>
            </a:pPr>
            <a:r>
              <a:rPr lang="zh-CN" altLang="en-US" dirty="0">
                <a:solidFill>
                  <a:srgbClr val="FF0000"/>
                </a:solidFill>
                <a:latin typeface="楷体_GB2312" pitchFamily="49" charset="-122"/>
                <a:ea typeface="楷体_GB2312" pitchFamily="49" charset="-122"/>
              </a:rPr>
              <a:t>例</a:t>
            </a:r>
            <a:r>
              <a:rPr lang="en-US" altLang="zh-CN" dirty="0">
                <a:solidFill>
                  <a:srgbClr val="FF0000"/>
                </a:solidFill>
                <a:latin typeface="楷体_GB2312" pitchFamily="49" charset="-122"/>
                <a:ea typeface="楷体_GB2312" pitchFamily="49" charset="-122"/>
              </a:rPr>
              <a:t>3.3.2</a:t>
            </a:r>
            <a:r>
              <a:rPr lang="zh-CN" altLang="en-US" dirty="0">
                <a:latin typeface="楷体_GB2312" pitchFamily="49" charset="-122"/>
                <a:ea typeface="楷体_GB2312" pitchFamily="49" charset="-122"/>
                <a:sym typeface="+mn-ea"/>
              </a:rPr>
              <a:t>零向量</a:t>
            </a:r>
            <a:r>
              <a:rPr lang="en-US" altLang="zh-CN">
                <a:latin typeface="楷体_GB2312" pitchFamily="49" charset="-122"/>
                <a:ea typeface="楷体_GB2312" pitchFamily="49" charset="-122"/>
                <a:sym typeface="+mn-ea"/>
              </a:rPr>
              <a:t>O</a:t>
            </a:r>
            <a:r>
              <a:rPr lang="zh-CN" altLang="en-US" dirty="0">
                <a:latin typeface="楷体_GB2312" pitchFamily="49" charset="-122"/>
                <a:ea typeface="楷体_GB2312" pitchFamily="49" charset="-122"/>
                <a:sym typeface="+mn-ea"/>
              </a:rPr>
              <a:t>可由任意一组</a:t>
            </a:r>
            <a:r>
              <a:rPr lang="zh-CN" altLang="en-US" dirty="0">
                <a:latin typeface="Arial" panose="020B0604020202020204" pitchFamily="34" charset="0"/>
                <a:ea typeface="楷体_GB2312" pitchFamily="49" charset="-12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n</a:t>
            </a:r>
            <a:r>
              <a:rPr lang="zh-CN" altLang="en-US" dirty="0">
                <a:latin typeface="Arial" panose="020B0604020202020204" pitchFamily="34" charset="0"/>
                <a:ea typeface="楷体_GB2312" pitchFamily="49" charset="-122"/>
                <a:sym typeface="+mn-ea"/>
              </a:rPr>
              <a:t>线性表示</a:t>
            </a:r>
          </a:p>
        </p:txBody>
      </p:sp>
      <p:graphicFrame>
        <p:nvGraphicFramePr>
          <p:cNvPr id="7" name="对象 6"/>
          <p:cNvGraphicFramePr/>
          <p:nvPr/>
        </p:nvGraphicFramePr>
        <p:xfrm>
          <a:off x="2124075" y="4449445"/>
          <a:ext cx="3216910" cy="511810"/>
        </p:xfrm>
        <a:graphic>
          <a:graphicData uri="http://schemas.openxmlformats.org/presentationml/2006/ole">
            <mc:AlternateContent xmlns:mc="http://schemas.openxmlformats.org/markup-compatibility/2006">
              <mc:Choice xmlns:v="urn:schemas-microsoft-com:vml" Requires="v">
                <p:oleObj r:id="rId8" imgW="1333500" imgH="228600" progId="Equation.DSMT4">
                  <p:embed/>
                </p:oleObj>
              </mc:Choice>
              <mc:Fallback>
                <p:oleObj r:id="rId8" imgW="1333500" imgH="228600" progId="Equation.DSMT4">
                  <p:embed/>
                  <p:pic>
                    <p:nvPicPr>
                      <p:cNvPr id="0" name="图片 3077"/>
                      <p:cNvPicPr/>
                      <p:nvPr/>
                    </p:nvPicPr>
                    <p:blipFill>
                      <a:blip r:embed="rId9"/>
                      <a:stretch>
                        <a:fillRect/>
                      </a:stretch>
                    </p:blipFill>
                    <p:spPr>
                      <a:xfrm>
                        <a:off x="2124075" y="4449445"/>
                        <a:ext cx="3216910" cy="511810"/>
                      </a:xfrm>
                      <a:prstGeom prst="rect">
                        <a:avLst/>
                      </a:prstGeom>
                      <a:noFill/>
                      <a:ln w="38100">
                        <a:noFill/>
                        <a:miter/>
                      </a:ln>
                    </p:spPr>
                  </p:pic>
                </p:oleObj>
              </mc:Fallback>
            </mc:AlternateContent>
          </a:graphicData>
        </a:graphic>
      </p:graphicFrame>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10241"/>
          <p:cNvSpPr txBox="1"/>
          <p:nvPr/>
        </p:nvSpPr>
        <p:spPr>
          <a:xfrm>
            <a:off x="0" y="457200"/>
            <a:ext cx="7162800" cy="521970"/>
          </a:xfrm>
          <a:prstGeom prst="rect">
            <a:avLst/>
          </a:prstGeom>
          <a:noFill/>
          <a:ln w="9525">
            <a:noFill/>
          </a:ln>
        </p:spPr>
        <p:txBody>
          <a:bodyPr>
            <a:spAutoFit/>
          </a:bodyPr>
          <a:lstStyle/>
          <a:p>
            <a:pPr fontAlgn="ctr">
              <a:spcBef>
                <a:spcPct val="50000"/>
              </a:spcBef>
            </a:pPr>
            <a:r>
              <a:rPr lang="zh-CN" altLang="en-US" dirty="0">
                <a:latin typeface="楷体_GB2312" pitchFamily="49" charset="-122"/>
                <a:ea typeface="楷体_GB2312" pitchFamily="49" charset="-122"/>
              </a:rPr>
              <a:t>由上述定义有：</a:t>
            </a:r>
          </a:p>
        </p:txBody>
      </p:sp>
      <p:sp>
        <p:nvSpPr>
          <p:cNvPr id="10244" name="矩形 10243"/>
          <p:cNvSpPr/>
          <p:nvPr/>
        </p:nvSpPr>
        <p:spPr>
          <a:xfrm>
            <a:off x="0" y="3408363"/>
            <a:ext cx="254000" cy="260350"/>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r>
              <a:rPr lang="en-US" altLang="zh-CN" sz="1100" dirty="0">
                <a:latin typeface="Arial" panose="020B0604020202020204" pitchFamily="34" charset="0"/>
              </a:rPr>
              <a:t> </a:t>
            </a:r>
            <a:endParaRPr lang="en-US" altLang="zh-CN" dirty="0">
              <a:latin typeface="Arial" panose="020B0604020202020204" pitchFamily="34" charset="0"/>
            </a:endParaRPr>
          </a:p>
        </p:txBody>
      </p:sp>
      <p:sp>
        <p:nvSpPr>
          <p:cNvPr id="10246" name="矩形 10245"/>
          <p:cNvSpPr/>
          <p:nvPr/>
        </p:nvSpPr>
        <p:spPr>
          <a:xfrm>
            <a:off x="0" y="3319463"/>
            <a:ext cx="9144000" cy="0"/>
          </a:xfrm>
          <a:prstGeom prst="rect">
            <a:avLst/>
          </a:prstGeom>
          <a:noFill/>
          <a:ln w="9525">
            <a:noFill/>
          </a:ln>
        </p:spPr>
        <p:txBody>
          <a:bodyPr/>
          <a:lstStyle/>
          <a:p>
            <a:endParaRPr lang="zh-CN" altLang="en-US"/>
          </a:p>
        </p:txBody>
      </p:sp>
      <p:sp>
        <p:nvSpPr>
          <p:cNvPr id="10248" name="文本框 10247"/>
          <p:cNvSpPr txBox="1"/>
          <p:nvPr/>
        </p:nvSpPr>
        <p:spPr>
          <a:xfrm>
            <a:off x="285115" y="914400"/>
            <a:ext cx="8172450" cy="595630"/>
          </a:xfrm>
          <a:prstGeom prst="rect">
            <a:avLst/>
          </a:prstGeom>
          <a:noFill/>
          <a:ln w="9525">
            <a:noFill/>
          </a:ln>
        </p:spPr>
        <p:txBody>
          <a:bodyPr wrap="square">
            <a:noAutofit/>
          </a:bodyPr>
          <a:lstStyle/>
          <a:p>
            <a:pPr fontAlgn="ctr">
              <a:spcBef>
                <a:spcPct val="50000"/>
              </a:spcBef>
            </a:pPr>
            <a:r>
              <a:rPr lang="zh-CN" altLang="en-US" dirty="0">
                <a:solidFill>
                  <a:srgbClr val="FF0000"/>
                </a:solidFill>
                <a:latin typeface="楷体_GB2312" pitchFamily="49" charset="-122"/>
                <a:ea typeface="楷体_GB2312" pitchFamily="49" charset="-122"/>
              </a:rPr>
              <a:t>例</a:t>
            </a:r>
            <a:r>
              <a:rPr lang="en-US" altLang="zh-CN" dirty="0">
                <a:solidFill>
                  <a:srgbClr val="FF0000"/>
                </a:solidFill>
                <a:latin typeface="楷体_GB2312" pitchFamily="49" charset="-122"/>
                <a:ea typeface="楷体_GB2312" pitchFamily="49" charset="-122"/>
              </a:rPr>
              <a:t>3.3.1</a:t>
            </a:r>
            <a:r>
              <a:rPr lang="zh-CN" altLang="en-US" dirty="0">
                <a:latin typeface="楷体_GB2312" pitchFamily="49" charset="-122"/>
                <a:ea typeface="楷体_GB2312" pitchFamily="49" charset="-122"/>
              </a:rPr>
              <a:t>任意</a:t>
            </a:r>
            <a:r>
              <a:rPr lang="en-US" altLang="zh-CN" i="1" dirty="0">
                <a:sym typeface="+mn-ea"/>
              </a:rPr>
              <a:t>n</a:t>
            </a:r>
            <a:r>
              <a:rPr lang="zh-CN" altLang="en-US" dirty="0">
                <a:latin typeface="楷体_GB2312" pitchFamily="49" charset="-122"/>
                <a:ea typeface="楷体_GB2312" pitchFamily="49" charset="-122"/>
              </a:rPr>
              <a:t>元向量</a:t>
            </a:r>
            <a:r>
              <a:rPr lang="en-US" altLang="zh-CN" i="1" dirty="0">
                <a:sym typeface="+mn-ea"/>
              </a:rPr>
              <a:t>α=</a:t>
            </a:r>
            <a:r>
              <a:rPr lang="en-US" altLang="zh-CN" dirty="0">
                <a:solidFill>
                  <a:srgbClr val="000000"/>
                </a:solidFill>
                <a:ea typeface="楷体_GB2312"/>
                <a:sym typeface="+mn-ea"/>
              </a:rPr>
              <a:t>(</a:t>
            </a:r>
            <a:r>
              <a:rPr lang="en-US" altLang="zh-CN" i="1" dirty="0">
                <a:sym typeface="+mn-ea"/>
              </a:rPr>
              <a:t>a</a:t>
            </a:r>
            <a:r>
              <a:rPr lang="en-US" altLang="zh-CN" baseline="-25000" dirty="0">
                <a:sym typeface="+mn-ea"/>
              </a:rPr>
              <a:t>1</a:t>
            </a:r>
            <a:r>
              <a:rPr lang="en-US" altLang="zh-CN" dirty="0">
                <a:sym typeface="+mn-ea"/>
              </a:rPr>
              <a:t>, </a:t>
            </a:r>
            <a:r>
              <a:rPr lang="en-US" altLang="zh-CN" i="1" dirty="0">
                <a:sym typeface="+mn-ea"/>
              </a:rPr>
              <a:t>a</a:t>
            </a:r>
            <a:r>
              <a:rPr lang="en-US" altLang="zh-CN" baseline="-25000" dirty="0">
                <a:sym typeface="+mn-ea"/>
              </a:rPr>
              <a:t>2</a:t>
            </a:r>
            <a:r>
              <a:rPr lang="en-US" altLang="zh-CN" dirty="0">
                <a:sym typeface="+mn-ea"/>
              </a:rPr>
              <a:t>, …, </a:t>
            </a:r>
            <a:r>
              <a:rPr lang="en-US" altLang="zh-CN" i="1" dirty="0">
                <a:sym typeface="+mn-ea"/>
              </a:rPr>
              <a:t>a</a:t>
            </a:r>
            <a:r>
              <a:rPr lang="en-US" altLang="zh-CN" i="1" baseline="-25000" dirty="0">
                <a:sym typeface="+mn-ea"/>
              </a:rPr>
              <a:t>n</a:t>
            </a:r>
            <a:r>
              <a:rPr lang="en-US" altLang="zh-CN" dirty="0">
                <a:solidFill>
                  <a:srgbClr val="000000"/>
                </a:solidFill>
                <a:ea typeface="楷体_GB2312"/>
                <a:sym typeface="+mn-ea"/>
              </a:rPr>
              <a:t>)</a:t>
            </a:r>
            <a:r>
              <a:rPr lang="zh-CN" altLang="en-US" dirty="0">
                <a:latin typeface="Arial" panose="020B0604020202020204" pitchFamily="34" charset="0"/>
                <a:ea typeface="楷体_GB2312" pitchFamily="49" charset="-122"/>
                <a:sym typeface="+mn-ea"/>
              </a:rPr>
              <a:t>均可经向量组</a:t>
            </a:r>
            <a:endParaRPr lang="zh-CN" altLang="en-US" dirty="0">
              <a:latin typeface="楷体_GB2312" pitchFamily="49" charset="-122"/>
              <a:ea typeface="楷体_GB2312" pitchFamily="49" charset="-122"/>
            </a:endParaRPr>
          </a:p>
        </p:txBody>
      </p:sp>
      <p:sp>
        <p:nvSpPr>
          <p:cNvPr id="10250" name="矩形 10249"/>
          <p:cNvSpPr/>
          <p:nvPr/>
        </p:nvSpPr>
        <p:spPr>
          <a:xfrm>
            <a:off x="0" y="3465513"/>
            <a:ext cx="254000" cy="260350"/>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r>
              <a:rPr lang="en-US" altLang="zh-CN" sz="1100" dirty="0">
                <a:latin typeface="Arial" panose="020B0604020202020204" pitchFamily="34" charset="0"/>
              </a:rPr>
              <a:t> </a:t>
            </a:r>
            <a:endParaRPr lang="en-US" altLang="zh-CN" dirty="0">
              <a:latin typeface="Arial" panose="020B0604020202020204" pitchFamily="34" charset="0"/>
            </a:endParaRPr>
          </a:p>
        </p:txBody>
      </p:sp>
      <p:sp>
        <p:nvSpPr>
          <p:cNvPr id="10255" name="矩形 10254"/>
          <p:cNvSpPr/>
          <p:nvPr/>
        </p:nvSpPr>
        <p:spPr>
          <a:xfrm>
            <a:off x="0" y="0"/>
            <a:ext cx="9144000" cy="0"/>
          </a:xfrm>
          <a:prstGeom prst="rect">
            <a:avLst/>
          </a:prstGeom>
          <a:noFill/>
          <a:ln w="9525">
            <a:noFill/>
          </a:ln>
        </p:spPr>
        <p:txBody>
          <a:bodyPr/>
          <a:lstStyle/>
          <a:p>
            <a:endParaRPr lang="zh-CN" altLang="en-US"/>
          </a:p>
        </p:txBody>
      </p:sp>
      <p:sp>
        <p:nvSpPr>
          <p:cNvPr id="10256" name="矩形 10255"/>
          <p:cNvSpPr/>
          <p:nvPr/>
        </p:nvSpPr>
        <p:spPr>
          <a:xfrm>
            <a:off x="0" y="914400"/>
            <a:ext cx="215900" cy="244475"/>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endParaRPr lang="en-US" altLang="zh-CN" dirty="0">
              <a:latin typeface="Arial" panose="020B0604020202020204" pitchFamily="34" charset="0"/>
            </a:endParaRPr>
          </a:p>
        </p:txBody>
      </p:sp>
      <p:sp>
        <p:nvSpPr>
          <p:cNvPr id="10257" name="矩形 10256"/>
          <p:cNvSpPr/>
          <p:nvPr/>
        </p:nvSpPr>
        <p:spPr>
          <a:xfrm>
            <a:off x="0" y="2073275"/>
            <a:ext cx="215900" cy="244475"/>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endParaRPr lang="en-US" altLang="zh-CN" dirty="0">
              <a:latin typeface="Arial" panose="020B0604020202020204" pitchFamily="34" charset="0"/>
            </a:endParaRPr>
          </a:p>
        </p:txBody>
      </p:sp>
      <p:sp>
        <p:nvSpPr>
          <p:cNvPr id="10258" name="矩形 10257"/>
          <p:cNvSpPr/>
          <p:nvPr/>
        </p:nvSpPr>
        <p:spPr>
          <a:xfrm>
            <a:off x="0" y="3232150"/>
            <a:ext cx="215900" cy="244475"/>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endParaRPr lang="en-US" altLang="zh-CN" dirty="0">
              <a:latin typeface="Arial" panose="020B0604020202020204" pitchFamily="34" charset="0"/>
            </a:endParaRPr>
          </a:p>
        </p:txBody>
      </p:sp>
      <p:sp>
        <p:nvSpPr>
          <p:cNvPr id="10260" name="文本框 10259"/>
          <p:cNvSpPr txBox="1"/>
          <p:nvPr/>
        </p:nvSpPr>
        <p:spPr>
          <a:xfrm>
            <a:off x="395605" y="1965960"/>
            <a:ext cx="8175625" cy="1034415"/>
          </a:xfrm>
          <a:prstGeom prst="rect">
            <a:avLst/>
          </a:prstGeom>
          <a:noFill/>
          <a:ln w="9525">
            <a:noFill/>
          </a:ln>
        </p:spPr>
        <p:txBody>
          <a:bodyPr wrap="square">
            <a:noAutofit/>
          </a:bodyPr>
          <a:lstStyle/>
          <a:p>
            <a:pPr fontAlgn="ctr">
              <a:spcBef>
                <a:spcPct val="50000"/>
              </a:spcBef>
            </a:pPr>
            <a:r>
              <a:rPr lang="zh-CN" altLang="en-US" dirty="0">
                <a:latin typeface="楷体_GB2312" pitchFamily="49" charset="-122"/>
                <a:ea typeface="楷体_GB2312" pitchFamily="49" charset="-122"/>
              </a:rPr>
              <a:t>线性表示</a:t>
            </a:r>
            <a:r>
              <a:rPr lang="en-US" altLang="zh-CN">
                <a:latin typeface="楷体_GB2312" pitchFamily="49" charset="-122"/>
                <a:ea typeface="楷体_GB2312" pitchFamily="49" charset="-122"/>
              </a:rPr>
              <a:t>.</a:t>
            </a:r>
            <a:r>
              <a:rPr lang="zh-CN" altLang="en-US" dirty="0">
                <a:latin typeface="Arial" panose="020B0604020202020204" pitchFamily="34" charset="0"/>
                <a:ea typeface="楷体_GB2312" pitchFamily="49" charset="-122"/>
                <a:sym typeface="+mn-ea"/>
              </a:rPr>
              <a:t>通常称向量组</a:t>
            </a:r>
            <a:r>
              <a:rPr lang="en-US" altLang="zh-CN" dirty="0">
                <a:latin typeface="Arial" panose="020B0604020202020204" pitchFamily="34" charset="0"/>
                <a:ea typeface="楷体_GB2312" pitchFamily="49" charset="-122"/>
                <a:sym typeface="+mn-ea"/>
              </a:rPr>
              <a:t>                   </a:t>
            </a:r>
            <a:r>
              <a:rPr lang="zh-CN" altLang="en-US" dirty="0">
                <a:latin typeface="Arial" panose="020B0604020202020204" pitchFamily="34" charset="0"/>
                <a:ea typeface="楷体_GB2312" pitchFamily="49" charset="-122"/>
                <a:sym typeface="+mn-ea"/>
              </a:rPr>
              <a:t>为</a:t>
            </a:r>
            <a:r>
              <a:rPr lang="en-US" altLang="zh-CN" i="1" dirty="0">
                <a:sym typeface="+mn-ea"/>
              </a:rPr>
              <a:t>n</a:t>
            </a:r>
            <a:r>
              <a:rPr lang="zh-CN" altLang="en-US" dirty="0">
                <a:latin typeface="Arial" panose="020B0604020202020204" pitchFamily="34" charset="0"/>
                <a:ea typeface="楷体_GB2312" pitchFamily="49" charset="-122"/>
                <a:sym typeface="+mn-ea"/>
              </a:rPr>
              <a:t>维</a:t>
            </a:r>
            <a:r>
              <a:rPr lang="zh-CN" altLang="en-US" dirty="0">
                <a:solidFill>
                  <a:srgbClr val="FF0000"/>
                </a:solidFill>
                <a:latin typeface="Arial" panose="020B0604020202020204" pitchFamily="34" charset="0"/>
                <a:ea typeface="楷体_GB2312" pitchFamily="49" charset="-122"/>
                <a:sym typeface="+mn-ea"/>
              </a:rPr>
              <a:t>标准正交向量组</a:t>
            </a:r>
            <a:r>
              <a:rPr lang="en-US" altLang="zh-CN" dirty="0">
                <a:latin typeface="Arial" panose="020B0604020202020204" pitchFamily="34" charset="0"/>
                <a:ea typeface="楷体_GB2312" pitchFamily="49" charset="-122"/>
                <a:sym typeface="+mn-ea"/>
              </a:rPr>
              <a:t>.</a:t>
            </a:r>
            <a:endParaRPr lang="zh-CN" altLang="en-US" dirty="0">
              <a:latin typeface="Arial" panose="020B0604020202020204" pitchFamily="34" charset="0"/>
              <a:ea typeface="楷体_GB2312" pitchFamily="49" charset="-122"/>
            </a:endParaRPr>
          </a:p>
          <a:p>
            <a:pPr fontAlgn="ctr">
              <a:spcBef>
                <a:spcPct val="50000"/>
              </a:spcBef>
            </a:pPr>
            <a:r>
              <a:rPr lang="en-US" altLang="zh-CN" dirty="0">
                <a:latin typeface="Arial" panose="020B0604020202020204" pitchFamily="34" charset="0"/>
                <a:ea typeface="楷体_GB2312" pitchFamily="49" charset="-122"/>
                <a:sym typeface="+mn-ea"/>
              </a:rPr>
              <a:t>  </a:t>
            </a:r>
            <a:r>
              <a:rPr lang="zh-CN" altLang="en-US" dirty="0">
                <a:solidFill>
                  <a:srgbClr val="3333FF"/>
                </a:solidFill>
                <a:latin typeface="Arial" panose="020B0604020202020204" pitchFamily="34" charset="0"/>
                <a:ea typeface="楷体_GB2312" pitchFamily="49" charset="-122"/>
                <a:sym typeface="+mn-ea"/>
              </a:rPr>
              <a:t>解：</a:t>
            </a:r>
          </a:p>
        </p:txBody>
      </p:sp>
      <p:sp>
        <p:nvSpPr>
          <p:cNvPr id="10262" name="矩形 10261"/>
          <p:cNvSpPr/>
          <p:nvPr/>
        </p:nvSpPr>
        <p:spPr>
          <a:xfrm>
            <a:off x="0" y="2843213"/>
            <a:ext cx="9144000" cy="0"/>
          </a:xfrm>
          <a:prstGeom prst="rect">
            <a:avLst/>
          </a:prstGeom>
          <a:noFill/>
          <a:ln w="9525">
            <a:noFill/>
          </a:ln>
        </p:spPr>
        <p:txBody>
          <a:bodyPr/>
          <a:lstStyle/>
          <a:p>
            <a:endParaRPr lang="zh-CN" altLang="en-US"/>
          </a:p>
        </p:txBody>
      </p:sp>
      <p:graphicFrame>
        <p:nvGraphicFramePr>
          <p:cNvPr id="10263" name="对象 10262"/>
          <p:cNvGraphicFramePr/>
          <p:nvPr/>
        </p:nvGraphicFramePr>
        <p:xfrm>
          <a:off x="1437640" y="2886075"/>
          <a:ext cx="6769735" cy="579755"/>
        </p:xfrm>
        <a:graphic>
          <a:graphicData uri="http://schemas.openxmlformats.org/presentationml/2006/ole">
            <mc:AlternateContent xmlns:mc="http://schemas.openxmlformats.org/markup-compatibility/2006">
              <mc:Choice xmlns:v="urn:schemas-microsoft-com:vml" Requires="v">
                <p:oleObj r:id="rId2" imgW="2806700" imgH="228600" progId="Equation.DSMT4">
                  <p:embed/>
                </p:oleObj>
              </mc:Choice>
              <mc:Fallback>
                <p:oleObj r:id="rId2" imgW="2806700" imgH="228600" progId="Equation.DSMT4">
                  <p:embed/>
                  <p:pic>
                    <p:nvPicPr>
                      <p:cNvPr id="0" name="图片 3077"/>
                      <p:cNvPicPr/>
                      <p:nvPr/>
                    </p:nvPicPr>
                    <p:blipFill>
                      <a:blip r:embed="rId3"/>
                      <a:stretch>
                        <a:fillRect/>
                      </a:stretch>
                    </p:blipFill>
                    <p:spPr>
                      <a:xfrm>
                        <a:off x="1437640" y="2886075"/>
                        <a:ext cx="6769735" cy="579755"/>
                      </a:xfrm>
                      <a:prstGeom prst="rect">
                        <a:avLst/>
                      </a:prstGeom>
                      <a:noFill/>
                      <a:ln w="38100">
                        <a:noFill/>
                        <a:miter/>
                      </a:ln>
                    </p:spPr>
                  </p:pic>
                </p:oleObj>
              </mc:Fallback>
            </mc:AlternateContent>
          </a:graphicData>
        </a:graphic>
      </p:graphicFrame>
      <p:grpSp>
        <p:nvGrpSpPr>
          <p:cNvPr id="10264" name="组合 10263"/>
          <p:cNvGrpSpPr/>
          <p:nvPr/>
        </p:nvGrpSpPr>
        <p:grpSpPr>
          <a:xfrm>
            <a:off x="2510790" y="5187315"/>
            <a:ext cx="6207125" cy="1237615"/>
            <a:chOff x="1365" y="2974"/>
            <a:chExt cx="4250" cy="1221"/>
          </a:xfrm>
        </p:grpSpPr>
        <p:grpSp>
          <p:nvGrpSpPr>
            <p:cNvPr id="10265" name="组合 10264"/>
            <p:cNvGrpSpPr/>
            <p:nvPr/>
          </p:nvGrpSpPr>
          <p:grpSpPr>
            <a:xfrm>
              <a:off x="4554" y="3075"/>
              <a:ext cx="1061" cy="1120"/>
              <a:chOff x="2205" y="1448"/>
              <a:chExt cx="2120" cy="2239"/>
            </a:xfrm>
          </p:grpSpPr>
          <p:sp>
            <p:nvSpPr>
              <p:cNvPr id="10266" name="任意多边形 10265"/>
              <p:cNvSpPr/>
              <p:nvPr/>
            </p:nvSpPr>
            <p:spPr>
              <a:xfrm>
                <a:off x="3256" y="1670"/>
                <a:ext cx="463" cy="354"/>
              </a:xfrm>
              <a:custGeom>
                <a:avLst/>
                <a:gdLst/>
                <a:ahLst/>
                <a:cxnLst/>
                <a:rect l="0" t="0" r="0" b="0"/>
                <a:pathLst>
                  <a:path w="463" h="354">
                    <a:moveTo>
                      <a:pt x="0" y="111"/>
                    </a:moveTo>
                    <a:lnTo>
                      <a:pt x="89" y="202"/>
                    </a:lnTo>
                    <a:lnTo>
                      <a:pt x="95" y="261"/>
                    </a:lnTo>
                    <a:lnTo>
                      <a:pt x="102" y="354"/>
                    </a:lnTo>
                    <a:lnTo>
                      <a:pt x="127" y="354"/>
                    </a:lnTo>
                    <a:lnTo>
                      <a:pt x="153" y="326"/>
                    </a:lnTo>
                    <a:lnTo>
                      <a:pt x="165" y="273"/>
                    </a:lnTo>
                    <a:lnTo>
                      <a:pt x="165" y="196"/>
                    </a:lnTo>
                    <a:lnTo>
                      <a:pt x="172" y="240"/>
                    </a:lnTo>
                    <a:lnTo>
                      <a:pt x="178" y="267"/>
                    </a:lnTo>
                    <a:lnTo>
                      <a:pt x="185" y="293"/>
                    </a:lnTo>
                    <a:lnTo>
                      <a:pt x="210" y="293"/>
                    </a:lnTo>
                    <a:lnTo>
                      <a:pt x="236" y="267"/>
                    </a:lnTo>
                    <a:lnTo>
                      <a:pt x="236" y="235"/>
                    </a:lnTo>
                    <a:lnTo>
                      <a:pt x="254" y="187"/>
                    </a:lnTo>
                    <a:lnTo>
                      <a:pt x="261" y="222"/>
                    </a:lnTo>
                    <a:lnTo>
                      <a:pt x="273" y="255"/>
                    </a:lnTo>
                    <a:lnTo>
                      <a:pt x="305" y="240"/>
                    </a:lnTo>
                    <a:lnTo>
                      <a:pt x="317" y="214"/>
                    </a:lnTo>
                    <a:lnTo>
                      <a:pt x="317" y="235"/>
                    </a:lnTo>
                    <a:lnTo>
                      <a:pt x="356" y="214"/>
                    </a:lnTo>
                    <a:lnTo>
                      <a:pt x="374" y="169"/>
                    </a:lnTo>
                    <a:lnTo>
                      <a:pt x="362" y="240"/>
                    </a:lnTo>
                    <a:lnTo>
                      <a:pt x="356" y="267"/>
                    </a:lnTo>
                    <a:lnTo>
                      <a:pt x="380" y="273"/>
                    </a:lnTo>
                    <a:lnTo>
                      <a:pt x="387" y="307"/>
                    </a:lnTo>
                    <a:lnTo>
                      <a:pt x="424" y="300"/>
                    </a:lnTo>
                    <a:lnTo>
                      <a:pt x="449" y="240"/>
                    </a:lnTo>
                    <a:lnTo>
                      <a:pt x="463" y="169"/>
                    </a:lnTo>
                    <a:lnTo>
                      <a:pt x="449" y="106"/>
                    </a:lnTo>
                    <a:lnTo>
                      <a:pt x="412" y="53"/>
                    </a:lnTo>
                    <a:lnTo>
                      <a:pt x="366" y="11"/>
                    </a:lnTo>
                    <a:lnTo>
                      <a:pt x="343" y="46"/>
                    </a:lnTo>
                    <a:lnTo>
                      <a:pt x="311" y="20"/>
                    </a:lnTo>
                    <a:lnTo>
                      <a:pt x="292" y="5"/>
                    </a:lnTo>
                    <a:lnTo>
                      <a:pt x="279" y="20"/>
                    </a:lnTo>
                    <a:lnTo>
                      <a:pt x="247" y="11"/>
                    </a:lnTo>
                    <a:lnTo>
                      <a:pt x="241" y="46"/>
                    </a:lnTo>
                    <a:lnTo>
                      <a:pt x="229" y="26"/>
                    </a:lnTo>
                    <a:lnTo>
                      <a:pt x="196" y="20"/>
                    </a:lnTo>
                    <a:lnTo>
                      <a:pt x="165" y="0"/>
                    </a:lnTo>
                    <a:lnTo>
                      <a:pt x="153" y="26"/>
                    </a:lnTo>
                    <a:lnTo>
                      <a:pt x="134" y="11"/>
                    </a:lnTo>
                    <a:lnTo>
                      <a:pt x="108" y="5"/>
                    </a:lnTo>
                    <a:lnTo>
                      <a:pt x="89" y="11"/>
                    </a:lnTo>
                    <a:lnTo>
                      <a:pt x="84" y="53"/>
                    </a:lnTo>
                    <a:lnTo>
                      <a:pt x="89" y="58"/>
                    </a:lnTo>
                    <a:lnTo>
                      <a:pt x="70" y="58"/>
                    </a:lnTo>
                    <a:lnTo>
                      <a:pt x="6" y="53"/>
                    </a:lnTo>
                    <a:lnTo>
                      <a:pt x="0" y="111"/>
                    </a:lnTo>
                    <a:close/>
                  </a:path>
                </a:pathLst>
              </a:custGeom>
              <a:solidFill>
                <a:srgbClr val="B07000"/>
              </a:solidFill>
              <a:ln w="11113" cap="flat" cmpd="sng">
                <a:solidFill>
                  <a:srgbClr val="000000"/>
                </a:solidFill>
                <a:prstDash val="solid"/>
                <a:headEnd type="none" w="med" len="med"/>
                <a:tailEnd type="none" w="med" len="med"/>
              </a:ln>
            </p:spPr>
            <p:txBody>
              <a:bodyPr/>
              <a:lstStyle/>
              <a:p>
                <a:endParaRPr lang="zh-CN" altLang="en-US"/>
              </a:p>
            </p:txBody>
          </p:sp>
          <p:grpSp>
            <p:nvGrpSpPr>
              <p:cNvPr id="10267" name="组合 10266"/>
              <p:cNvGrpSpPr/>
              <p:nvPr/>
            </p:nvGrpSpPr>
            <p:grpSpPr>
              <a:xfrm>
                <a:off x="3351" y="2420"/>
                <a:ext cx="974" cy="1143"/>
                <a:chOff x="3351" y="2420"/>
                <a:chExt cx="974" cy="1143"/>
              </a:xfrm>
            </p:grpSpPr>
            <p:sp>
              <p:nvSpPr>
                <p:cNvPr id="10268" name="任意多边形 10267"/>
                <p:cNvSpPr/>
                <p:nvPr/>
              </p:nvSpPr>
              <p:spPr>
                <a:xfrm>
                  <a:off x="3351" y="2420"/>
                  <a:ext cx="974" cy="1143"/>
                </a:xfrm>
                <a:custGeom>
                  <a:avLst/>
                  <a:gdLst/>
                  <a:ahLst/>
                  <a:cxnLst/>
                  <a:rect l="0" t="0" r="0" b="0"/>
                  <a:pathLst>
                    <a:path w="974" h="1143">
                      <a:moveTo>
                        <a:pt x="0" y="0"/>
                      </a:moveTo>
                      <a:lnTo>
                        <a:pt x="106" y="88"/>
                      </a:lnTo>
                      <a:lnTo>
                        <a:pt x="124" y="151"/>
                      </a:lnTo>
                      <a:lnTo>
                        <a:pt x="242" y="547"/>
                      </a:lnTo>
                      <a:lnTo>
                        <a:pt x="285" y="648"/>
                      </a:lnTo>
                      <a:lnTo>
                        <a:pt x="317" y="699"/>
                      </a:lnTo>
                      <a:lnTo>
                        <a:pt x="361" y="751"/>
                      </a:lnTo>
                      <a:lnTo>
                        <a:pt x="412" y="808"/>
                      </a:lnTo>
                      <a:lnTo>
                        <a:pt x="437" y="902"/>
                      </a:lnTo>
                      <a:lnTo>
                        <a:pt x="464" y="966"/>
                      </a:lnTo>
                      <a:lnTo>
                        <a:pt x="540" y="978"/>
                      </a:lnTo>
                      <a:lnTo>
                        <a:pt x="609" y="1028"/>
                      </a:lnTo>
                      <a:lnTo>
                        <a:pt x="653" y="1073"/>
                      </a:lnTo>
                      <a:lnTo>
                        <a:pt x="697" y="1143"/>
                      </a:lnTo>
                      <a:lnTo>
                        <a:pt x="974" y="1143"/>
                      </a:lnTo>
                      <a:lnTo>
                        <a:pt x="917" y="1108"/>
                      </a:lnTo>
                      <a:lnTo>
                        <a:pt x="875" y="1074"/>
                      </a:lnTo>
                      <a:lnTo>
                        <a:pt x="847" y="1042"/>
                      </a:lnTo>
                      <a:lnTo>
                        <a:pt x="820" y="996"/>
                      </a:lnTo>
                      <a:lnTo>
                        <a:pt x="782" y="952"/>
                      </a:lnTo>
                      <a:lnTo>
                        <a:pt x="744" y="932"/>
                      </a:lnTo>
                      <a:lnTo>
                        <a:pt x="703" y="931"/>
                      </a:lnTo>
                      <a:lnTo>
                        <a:pt x="659" y="946"/>
                      </a:lnTo>
                      <a:lnTo>
                        <a:pt x="643" y="900"/>
                      </a:lnTo>
                      <a:lnTo>
                        <a:pt x="626" y="852"/>
                      </a:lnTo>
                      <a:lnTo>
                        <a:pt x="602" y="820"/>
                      </a:lnTo>
                      <a:lnTo>
                        <a:pt x="560" y="791"/>
                      </a:lnTo>
                      <a:lnTo>
                        <a:pt x="514" y="769"/>
                      </a:lnTo>
                      <a:lnTo>
                        <a:pt x="487" y="728"/>
                      </a:lnTo>
                      <a:lnTo>
                        <a:pt x="475" y="687"/>
                      </a:lnTo>
                      <a:lnTo>
                        <a:pt x="456" y="634"/>
                      </a:lnTo>
                      <a:lnTo>
                        <a:pt x="429" y="593"/>
                      </a:lnTo>
                      <a:lnTo>
                        <a:pt x="404" y="547"/>
                      </a:lnTo>
                      <a:lnTo>
                        <a:pt x="389" y="482"/>
                      </a:lnTo>
                      <a:lnTo>
                        <a:pt x="362" y="427"/>
                      </a:lnTo>
                      <a:lnTo>
                        <a:pt x="329" y="387"/>
                      </a:lnTo>
                      <a:lnTo>
                        <a:pt x="281" y="344"/>
                      </a:lnTo>
                      <a:lnTo>
                        <a:pt x="229" y="313"/>
                      </a:lnTo>
                      <a:lnTo>
                        <a:pt x="152" y="209"/>
                      </a:lnTo>
                      <a:lnTo>
                        <a:pt x="207" y="248"/>
                      </a:lnTo>
                      <a:lnTo>
                        <a:pt x="368" y="294"/>
                      </a:lnTo>
                      <a:lnTo>
                        <a:pt x="322" y="246"/>
                      </a:lnTo>
                      <a:lnTo>
                        <a:pt x="275" y="180"/>
                      </a:lnTo>
                      <a:lnTo>
                        <a:pt x="216" y="120"/>
                      </a:lnTo>
                      <a:lnTo>
                        <a:pt x="149" y="79"/>
                      </a:lnTo>
                      <a:lnTo>
                        <a:pt x="58" y="37"/>
                      </a:lnTo>
                      <a:lnTo>
                        <a:pt x="0" y="0"/>
                      </a:lnTo>
                      <a:close/>
                    </a:path>
                  </a:pathLst>
                </a:custGeom>
                <a:solidFill>
                  <a:srgbClr val="4080FF"/>
                </a:solidFill>
                <a:ln w="11113" cap="flat" cmpd="sng">
                  <a:solidFill>
                    <a:srgbClr val="000000"/>
                  </a:solidFill>
                  <a:prstDash val="solid"/>
                  <a:headEnd type="none" w="med" len="med"/>
                  <a:tailEnd type="none" w="med" len="med"/>
                </a:ln>
              </p:spPr>
              <p:txBody>
                <a:bodyPr/>
                <a:lstStyle/>
                <a:p>
                  <a:endParaRPr lang="zh-CN" altLang="en-US"/>
                </a:p>
              </p:txBody>
            </p:sp>
            <p:sp>
              <p:nvSpPr>
                <p:cNvPr id="10269" name="任意多边形 10268"/>
                <p:cNvSpPr/>
                <p:nvPr/>
              </p:nvSpPr>
              <p:spPr>
                <a:xfrm>
                  <a:off x="3452" y="2479"/>
                  <a:ext cx="77" cy="124"/>
                </a:xfrm>
                <a:custGeom>
                  <a:avLst/>
                  <a:gdLst/>
                  <a:ahLst/>
                  <a:cxnLst/>
                  <a:rect l="0" t="0" r="0" b="0"/>
                  <a:pathLst>
                    <a:path w="77" h="124">
                      <a:moveTo>
                        <a:pt x="0" y="0"/>
                      </a:moveTo>
                      <a:lnTo>
                        <a:pt x="33" y="19"/>
                      </a:lnTo>
                      <a:lnTo>
                        <a:pt x="58" y="34"/>
                      </a:lnTo>
                      <a:lnTo>
                        <a:pt x="77" y="66"/>
                      </a:lnTo>
                      <a:lnTo>
                        <a:pt x="48" y="73"/>
                      </a:lnTo>
                      <a:lnTo>
                        <a:pt x="42" y="124"/>
                      </a:lnTo>
                      <a:lnTo>
                        <a:pt x="40" y="108"/>
                      </a:lnTo>
                      <a:lnTo>
                        <a:pt x="26" y="69"/>
                      </a:lnTo>
                      <a:lnTo>
                        <a:pt x="16" y="60"/>
                      </a:lnTo>
                      <a:lnTo>
                        <a:pt x="0" y="0"/>
                      </a:lnTo>
                      <a:close/>
                    </a:path>
                  </a:pathLst>
                </a:custGeom>
                <a:solidFill>
                  <a:srgbClr val="0020A0"/>
                </a:solidFill>
                <a:ln w="11113" cap="flat" cmpd="sng">
                  <a:solidFill>
                    <a:srgbClr val="000000"/>
                  </a:solidFill>
                  <a:prstDash val="solid"/>
                  <a:headEnd type="none" w="med" len="med"/>
                  <a:tailEnd type="none" w="med" len="med"/>
                </a:ln>
              </p:spPr>
              <p:txBody>
                <a:bodyPr/>
                <a:lstStyle/>
                <a:p>
                  <a:endParaRPr lang="zh-CN" altLang="en-US"/>
                </a:p>
              </p:txBody>
            </p:sp>
          </p:grpSp>
          <p:sp>
            <p:nvSpPr>
              <p:cNvPr id="10270" name="任意多边形 10269"/>
              <p:cNvSpPr/>
              <p:nvPr/>
            </p:nvSpPr>
            <p:spPr>
              <a:xfrm>
                <a:off x="2577" y="1448"/>
                <a:ext cx="1106" cy="1218"/>
              </a:xfrm>
              <a:custGeom>
                <a:avLst/>
                <a:gdLst/>
                <a:ahLst/>
                <a:cxnLst/>
                <a:rect l="0" t="0" r="0" b="0"/>
                <a:pathLst>
                  <a:path w="1106" h="1218">
                    <a:moveTo>
                      <a:pt x="120" y="741"/>
                    </a:moveTo>
                    <a:lnTo>
                      <a:pt x="152" y="844"/>
                    </a:lnTo>
                    <a:lnTo>
                      <a:pt x="207" y="921"/>
                    </a:lnTo>
                    <a:lnTo>
                      <a:pt x="303" y="981"/>
                    </a:lnTo>
                    <a:lnTo>
                      <a:pt x="400" y="1007"/>
                    </a:lnTo>
                    <a:lnTo>
                      <a:pt x="406" y="1038"/>
                    </a:lnTo>
                    <a:lnTo>
                      <a:pt x="917" y="1218"/>
                    </a:lnTo>
                    <a:lnTo>
                      <a:pt x="892" y="1115"/>
                    </a:lnTo>
                    <a:lnTo>
                      <a:pt x="857" y="1020"/>
                    </a:lnTo>
                    <a:lnTo>
                      <a:pt x="825" y="969"/>
                    </a:lnTo>
                    <a:lnTo>
                      <a:pt x="818" y="906"/>
                    </a:lnTo>
                    <a:lnTo>
                      <a:pt x="835" y="804"/>
                    </a:lnTo>
                    <a:lnTo>
                      <a:pt x="861" y="741"/>
                    </a:lnTo>
                    <a:lnTo>
                      <a:pt x="895" y="690"/>
                    </a:lnTo>
                    <a:lnTo>
                      <a:pt x="952" y="658"/>
                    </a:lnTo>
                    <a:lnTo>
                      <a:pt x="1000" y="610"/>
                    </a:lnTo>
                    <a:lnTo>
                      <a:pt x="1045" y="540"/>
                    </a:lnTo>
                    <a:lnTo>
                      <a:pt x="1071" y="483"/>
                    </a:lnTo>
                    <a:lnTo>
                      <a:pt x="1103" y="395"/>
                    </a:lnTo>
                    <a:lnTo>
                      <a:pt x="1106" y="303"/>
                    </a:lnTo>
                    <a:lnTo>
                      <a:pt x="1066" y="233"/>
                    </a:lnTo>
                    <a:lnTo>
                      <a:pt x="1000" y="171"/>
                    </a:lnTo>
                    <a:lnTo>
                      <a:pt x="908" y="104"/>
                    </a:lnTo>
                    <a:lnTo>
                      <a:pt x="818" y="59"/>
                    </a:lnTo>
                    <a:lnTo>
                      <a:pt x="717" y="30"/>
                    </a:lnTo>
                    <a:lnTo>
                      <a:pt x="631" y="12"/>
                    </a:lnTo>
                    <a:lnTo>
                      <a:pt x="539" y="0"/>
                    </a:lnTo>
                    <a:lnTo>
                      <a:pt x="447" y="2"/>
                    </a:lnTo>
                    <a:lnTo>
                      <a:pt x="361" y="19"/>
                    </a:lnTo>
                    <a:lnTo>
                      <a:pt x="286" y="44"/>
                    </a:lnTo>
                    <a:lnTo>
                      <a:pt x="223" y="81"/>
                    </a:lnTo>
                    <a:lnTo>
                      <a:pt x="149" y="129"/>
                    </a:lnTo>
                    <a:lnTo>
                      <a:pt x="82" y="190"/>
                    </a:lnTo>
                    <a:lnTo>
                      <a:pt x="19" y="273"/>
                    </a:lnTo>
                    <a:lnTo>
                      <a:pt x="0" y="348"/>
                    </a:lnTo>
                    <a:lnTo>
                      <a:pt x="6" y="435"/>
                    </a:lnTo>
                    <a:lnTo>
                      <a:pt x="38" y="505"/>
                    </a:lnTo>
                    <a:lnTo>
                      <a:pt x="77" y="550"/>
                    </a:lnTo>
                    <a:lnTo>
                      <a:pt x="102" y="621"/>
                    </a:lnTo>
                    <a:lnTo>
                      <a:pt x="120" y="741"/>
                    </a:lnTo>
                    <a:close/>
                  </a:path>
                </a:pathLst>
              </a:custGeom>
              <a:solidFill>
                <a:srgbClr val="E0A080"/>
              </a:solidFill>
              <a:ln w="11113" cap="flat" cmpd="sng">
                <a:solidFill>
                  <a:srgbClr val="000000"/>
                </a:solidFill>
                <a:prstDash val="solid"/>
                <a:headEnd type="none" w="med" len="med"/>
                <a:tailEnd type="none" w="med" len="med"/>
              </a:ln>
            </p:spPr>
            <p:txBody>
              <a:bodyPr/>
              <a:lstStyle/>
              <a:p>
                <a:endParaRPr lang="zh-CN" altLang="en-US"/>
              </a:p>
            </p:txBody>
          </p:sp>
          <p:grpSp>
            <p:nvGrpSpPr>
              <p:cNvPr id="10271" name="组合 10270"/>
              <p:cNvGrpSpPr/>
              <p:nvPr/>
            </p:nvGrpSpPr>
            <p:grpSpPr>
              <a:xfrm>
                <a:off x="2691" y="2120"/>
                <a:ext cx="355" cy="220"/>
                <a:chOff x="2691" y="2120"/>
                <a:chExt cx="355" cy="220"/>
              </a:xfrm>
            </p:grpSpPr>
            <p:sp>
              <p:nvSpPr>
                <p:cNvPr id="10272" name="任意多边形 10271"/>
                <p:cNvSpPr/>
                <p:nvPr/>
              </p:nvSpPr>
              <p:spPr>
                <a:xfrm>
                  <a:off x="2710" y="2120"/>
                  <a:ext cx="336" cy="220"/>
                </a:xfrm>
                <a:custGeom>
                  <a:avLst/>
                  <a:gdLst/>
                  <a:ahLst/>
                  <a:cxnLst/>
                  <a:rect l="0" t="0" r="0" b="0"/>
                  <a:pathLst>
                    <a:path w="336" h="220">
                      <a:moveTo>
                        <a:pt x="0" y="63"/>
                      </a:moveTo>
                      <a:lnTo>
                        <a:pt x="97" y="6"/>
                      </a:lnTo>
                      <a:lnTo>
                        <a:pt x="159" y="0"/>
                      </a:lnTo>
                      <a:lnTo>
                        <a:pt x="241" y="25"/>
                      </a:lnTo>
                      <a:lnTo>
                        <a:pt x="299" y="69"/>
                      </a:lnTo>
                      <a:lnTo>
                        <a:pt x="336" y="100"/>
                      </a:lnTo>
                      <a:lnTo>
                        <a:pt x="336" y="125"/>
                      </a:lnTo>
                      <a:lnTo>
                        <a:pt x="311" y="137"/>
                      </a:lnTo>
                      <a:lnTo>
                        <a:pt x="267" y="106"/>
                      </a:lnTo>
                      <a:lnTo>
                        <a:pt x="203" y="74"/>
                      </a:lnTo>
                      <a:lnTo>
                        <a:pt x="260" y="112"/>
                      </a:lnTo>
                      <a:lnTo>
                        <a:pt x="273" y="137"/>
                      </a:lnTo>
                      <a:lnTo>
                        <a:pt x="273" y="157"/>
                      </a:lnTo>
                      <a:lnTo>
                        <a:pt x="235" y="157"/>
                      </a:lnTo>
                      <a:lnTo>
                        <a:pt x="216" y="157"/>
                      </a:lnTo>
                      <a:lnTo>
                        <a:pt x="203" y="132"/>
                      </a:lnTo>
                      <a:lnTo>
                        <a:pt x="191" y="100"/>
                      </a:lnTo>
                      <a:lnTo>
                        <a:pt x="148" y="74"/>
                      </a:lnTo>
                      <a:lnTo>
                        <a:pt x="167" y="119"/>
                      </a:lnTo>
                      <a:lnTo>
                        <a:pt x="178" y="145"/>
                      </a:lnTo>
                      <a:lnTo>
                        <a:pt x="178" y="157"/>
                      </a:lnTo>
                      <a:lnTo>
                        <a:pt x="167" y="176"/>
                      </a:lnTo>
                      <a:lnTo>
                        <a:pt x="148" y="176"/>
                      </a:lnTo>
                      <a:lnTo>
                        <a:pt x="122" y="157"/>
                      </a:lnTo>
                      <a:lnTo>
                        <a:pt x="84" y="125"/>
                      </a:lnTo>
                      <a:lnTo>
                        <a:pt x="84" y="145"/>
                      </a:lnTo>
                      <a:lnTo>
                        <a:pt x="90" y="169"/>
                      </a:lnTo>
                      <a:lnTo>
                        <a:pt x="90" y="176"/>
                      </a:lnTo>
                      <a:lnTo>
                        <a:pt x="71" y="169"/>
                      </a:lnTo>
                      <a:lnTo>
                        <a:pt x="52" y="157"/>
                      </a:lnTo>
                      <a:lnTo>
                        <a:pt x="52" y="183"/>
                      </a:lnTo>
                      <a:lnTo>
                        <a:pt x="46" y="208"/>
                      </a:lnTo>
                      <a:lnTo>
                        <a:pt x="13" y="220"/>
                      </a:lnTo>
                      <a:lnTo>
                        <a:pt x="0" y="214"/>
                      </a:lnTo>
                      <a:lnTo>
                        <a:pt x="0" y="183"/>
                      </a:lnTo>
                      <a:lnTo>
                        <a:pt x="0" y="145"/>
                      </a:lnTo>
                      <a:lnTo>
                        <a:pt x="0" y="63"/>
                      </a:lnTo>
                      <a:close/>
                    </a:path>
                  </a:pathLst>
                </a:custGeom>
                <a:solidFill>
                  <a:srgbClr val="B07000"/>
                </a:solidFill>
                <a:ln w="11113" cap="flat" cmpd="sng">
                  <a:solidFill>
                    <a:srgbClr val="000000"/>
                  </a:solidFill>
                  <a:prstDash val="solid"/>
                  <a:headEnd type="none" w="med" len="med"/>
                  <a:tailEnd type="none" w="med" len="med"/>
                </a:ln>
              </p:spPr>
              <p:txBody>
                <a:bodyPr/>
                <a:lstStyle/>
                <a:p>
                  <a:endParaRPr lang="zh-CN" altLang="en-US"/>
                </a:p>
              </p:txBody>
            </p:sp>
            <p:sp>
              <p:nvSpPr>
                <p:cNvPr id="10273" name="任意多边形 10272"/>
                <p:cNvSpPr/>
                <p:nvPr/>
              </p:nvSpPr>
              <p:spPr>
                <a:xfrm>
                  <a:off x="2691" y="2120"/>
                  <a:ext cx="337" cy="220"/>
                </a:xfrm>
                <a:custGeom>
                  <a:avLst/>
                  <a:gdLst/>
                  <a:ahLst/>
                  <a:cxnLst/>
                  <a:rect l="0" t="0" r="0" b="0"/>
                  <a:pathLst>
                    <a:path w="337" h="220">
                      <a:moveTo>
                        <a:pt x="0" y="63"/>
                      </a:moveTo>
                      <a:lnTo>
                        <a:pt x="96" y="6"/>
                      </a:lnTo>
                      <a:lnTo>
                        <a:pt x="160" y="0"/>
                      </a:lnTo>
                      <a:lnTo>
                        <a:pt x="241" y="25"/>
                      </a:lnTo>
                      <a:lnTo>
                        <a:pt x="297" y="69"/>
                      </a:lnTo>
                      <a:lnTo>
                        <a:pt x="337" y="100"/>
                      </a:lnTo>
                      <a:lnTo>
                        <a:pt x="337" y="125"/>
                      </a:lnTo>
                      <a:lnTo>
                        <a:pt x="311" y="137"/>
                      </a:lnTo>
                      <a:lnTo>
                        <a:pt x="267" y="106"/>
                      </a:lnTo>
                      <a:lnTo>
                        <a:pt x="204" y="74"/>
                      </a:lnTo>
                      <a:lnTo>
                        <a:pt x="260" y="112"/>
                      </a:lnTo>
                      <a:lnTo>
                        <a:pt x="273" y="137"/>
                      </a:lnTo>
                      <a:lnTo>
                        <a:pt x="273" y="157"/>
                      </a:lnTo>
                      <a:lnTo>
                        <a:pt x="235" y="157"/>
                      </a:lnTo>
                      <a:lnTo>
                        <a:pt x="218" y="157"/>
                      </a:lnTo>
                      <a:lnTo>
                        <a:pt x="204" y="132"/>
                      </a:lnTo>
                      <a:lnTo>
                        <a:pt x="192" y="100"/>
                      </a:lnTo>
                      <a:lnTo>
                        <a:pt x="146" y="74"/>
                      </a:lnTo>
                      <a:lnTo>
                        <a:pt x="167" y="119"/>
                      </a:lnTo>
                      <a:lnTo>
                        <a:pt x="178" y="145"/>
                      </a:lnTo>
                      <a:lnTo>
                        <a:pt x="178" y="157"/>
                      </a:lnTo>
                      <a:lnTo>
                        <a:pt x="167" y="176"/>
                      </a:lnTo>
                      <a:lnTo>
                        <a:pt x="146" y="176"/>
                      </a:lnTo>
                      <a:lnTo>
                        <a:pt x="121" y="157"/>
                      </a:lnTo>
                      <a:lnTo>
                        <a:pt x="84" y="125"/>
                      </a:lnTo>
                      <a:lnTo>
                        <a:pt x="84" y="145"/>
                      </a:lnTo>
                      <a:lnTo>
                        <a:pt x="90" y="169"/>
                      </a:lnTo>
                      <a:lnTo>
                        <a:pt x="90" y="176"/>
                      </a:lnTo>
                      <a:lnTo>
                        <a:pt x="71" y="169"/>
                      </a:lnTo>
                      <a:lnTo>
                        <a:pt x="52" y="157"/>
                      </a:lnTo>
                      <a:lnTo>
                        <a:pt x="52" y="183"/>
                      </a:lnTo>
                      <a:lnTo>
                        <a:pt x="46" y="208"/>
                      </a:lnTo>
                      <a:lnTo>
                        <a:pt x="14" y="220"/>
                      </a:lnTo>
                      <a:lnTo>
                        <a:pt x="0" y="214"/>
                      </a:lnTo>
                      <a:lnTo>
                        <a:pt x="0" y="183"/>
                      </a:lnTo>
                      <a:lnTo>
                        <a:pt x="0" y="145"/>
                      </a:lnTo>
                      <a:lnTo>
                        <a:pt x="0" y="63"/>
                      </a:lnTo>
                      <a:close/>
                    </a:path>
                  </a:pathLst>
                </a:custGeom>
                <a:solidFill>
                  <a:srgbClr val="C08040"/>
                </a:solidFill>
                <a:ln w="11113" cap="flat" cmpd="sng">
                  <a:solidFill>
                    <a:srgbClr val="000000"/>
                  </a:solidFill>
                  <a:prstDash val="solid"/>
                  <a:headEnd type="none" w="med" len="med"/>
                  <a:tailEnd type="none" w="med" len="med"/>
                </a:ln>
              </p:spPr>
              <p:txBody>
                <a:bodyPr/>
                <a:lstStyle/>
                <a:p>
                  <a:endParaRPr lang="zh-CN" altLang="en-US"/>
                </a:p>
              </p:txBody>
            </p:sp>
          </p:grpSp>
          <p:sp>
            <p:nvSpPr>
              <p:cNvPr id="10274" name="任意多边形 10273"/>
              <p:cNvSpPr/>
              <p:nvPr/>
            </p:nvSpPr>
            <p:spPr>
              <a:xfrm>
                <a:off x="3237" y="1658"/>
                <a:ext cx="468" cy="354"/>
              </a:xfrm>
              <a:custGeom>
                <a:avLst/>
                <a:gdLst/>
                <a:ahLst/>
                <a:cxnLst/>
                <a:rect l="0" t="0" r="0" b="0"/>
                <a:pathLst>
                  <a:path w="468" h="354">
                    <a:moveTo>
                      <a:pt x="0" y="110"/>
                    </a:moveTo>
                    <a:lnTo>
                      <a:pt x="90" y="202"/>
                    </a:lnTo>
                    <a:lnTo>
                      <a:pt x="96" y="261"/>
                    </a:lnTo>
                    <a:lnTo>
                      <a:pt x="104" y="354"/>
                    </a:lnTo>
                    <a:lnTo>
                      <a:pt x="129" y="354"/>
                    </a:lnTo>
                    <a:lnTo>
                      <a:pt x="155" y="326"/>
                    </a:lnTo>
                    <a:lnTo>
                      <a:pt x="167" y="273"/>
                    </a:lnTo>
                    <a:lnTo>
                      <a:pt x="167" y="195"/>
                    </a:lnTo>
                    <a:lnTo>
                      <a:pt x="174" y="240"/>
                    </a:lnTo>
                    <a:lnTo>
                      <a:pt x="180" y="267"/>
                    </a:lnTo>
                    <a:lnTo>
                      <a:pt x="186" y="293"/>
                    </a:lnTo>
                    <a:lnTo>
                      <a:pt x="212" y="293"/>
                    </a:lnTo>
                    <a:lnTo>
                      <a:pt x="238" y="267"/>
                    </a:lnTo>
                    <a:lnTo>
                      <a:pt x="238" y="235"/>
                    </a:lnTo>
                    <a:lnTo>
                      <a:pt x="258" y="187"/>
                    </a:lnTo>
                    <a:lnTo>
                      <a:pt x="263" y="221"/>
                    </a:lnTo>
                    <a:lnTo>
                      <a:pt x="278" y="254"/>
                    </a:lnTo>
                    <a:lnTo>
                      <a:pt x="310" y="240"/>
                    </a:lnTo>
                    <a:lnTo>
                      <a:pt x="321" y="214"/>
                    </a:lnTo>
                    <a:lnTo>
                      <a:pt x="321" y="235"/>
                    </a:lnTo>
                    <a:lnTo>
                      <a:pt x="362" y="214"/>
                    </a:lnTo>
                    <a:lnTo>
                      <a:pt x="380" y="168"/>
                    </a:lnTo>
                    <a:lnTo>
                      <a:pt x="367" y="240"/>
                    </a:lnTo>
                    <a:lnTo>
                      <a:pt x="362" y="267"/>
                    </a:lnTo>
                    <a:lnTo>
                      <a:pt x="386" y="273"/>
                    </a:lnTo>
                    <a:lnTo>
                      <a:pt x="391" y="306"/>
                    </a:lnTo>
                    <a:lnTo>
                      <a:pt x="431" y="300"/>
                    </a:lnTo>
                    <a:lnTo>
                      <a:pt x="456" y="240"/>
                    </a:lnTo>
                    <a:lnTo>
                      <a:pt x="468" y="168"/>
                    </a:lnTo>
                    <a:lnTo>
                      <a:pt x="456" y="105"/>
                    </a:lnTo>
                    <a:lnTo>
                      <a:pt x="416" y="52"/>
                    </a:lnTo>
                    <a:lnTo>
                      <a:pt x="373" y="11"/>
                    </a:lnTo>
                    <a:lnTo>
                      <a:pt x="347" y="45"/>
                    </a:lnTo>
                    <a:lnTo>
                      <a:pt x="315" y="19"/>
                    </a:lnTo>
                    <a:lnTo>
                      <a:pt x="296" y="5"/>
                    </a:lnTo>
                    <a:lnTo>
                      <a:pt x="284" y="19"/>
                    </a:lnTo>
                    <a:lnTo>
                      <a:pt x="251" y="11"/>
                    </a:lnTo>
                    <a:lnTo>
                      <a:pt x="244" y="45"/>
                    </a:lnTo>
                    <a:lnTo>
                      <a:pt x="232" y="25"/>
                    </a:lnTo>
                    <a:lnTo>
                      <a:pt x="200" y="19"/>
                    </a:lnTo>
                    <a:lnTo>
                      <a:pt x="167" y="0"/>
                    </a:lnTo>
                    <a:lnTo>
                      <a:pt x="155" y="25"/>
                    </a:lnTo>
                    <a:lnTo>
                      <a:pt x="136" y="11"/>
                    </a:lnTo>
                    <a:lnTo>
                      <a:pt x="109" y="5"/>
                    </a:lnTo>
                    <a:lnTo>
                      <a:pt x="90" y="11"/>
                    </a:lnTo>
                    <a:lnTo>
                      <a:pt x="84" y="52"/>
                    </a:lnTo>
                    <a:lnTo>
                      <a:pt x="90" y="58"/>
                    </a:lnTo>
                    <a:lnTo>
                      <a:pt x="71" y="58"/>
                    </a:lnTo>
                    <a:lnTo>
                      <a:pt x="5" y="52"/>
                    </a:lnTo>
                    <a:lnTo>
                      <a:pt x="0" y="110"/>
                    </a:lnTo>
                    <a:close/>
                  </a:path>
                </a:pathLst>
              </a:custGeom>
              <a:solidFill>
                <a:srgbClr val="C08040"/>
              </a:solidFill>
              <a:ln w="11113" cap="flat" cmpd="sng">
                <a:solidFill>
                  <a:srgbClr val="000000"/>
                </a:solidFill>
                <a:prstDash val="solid"/>
                <a:headEnd type="none" w="med" len="med"/>
                <a:tailEnd type="none" w="med" len="med"/>
              </a:ln>
            </p:spPr>
            <p:txBody>
              <a:bodyPr/>
              <a:lstStyle/>
              <a:p>
                <a:endParaRPr lang="zh-CN" altLang="en-US"/>
              </a:p>
            </p:txBody>
          </p:sp>
          <p:grpSp>
            <p:nvGrpSpPr>
              <p:cNvPr id="10275" name="组合 10274"/>
              <p:cNvGrpSpPr/>
              <p:nvPr/>
            </p:nvGrpSpPr>
            <p:grpSpPr>
              <a:xfrm>
                <a:off x="2829" y="1472"/>
                <a:ext cx="573" cy="140"/>
                <a:chOff x="2829" y="1472"/>
                <a:chExt cx="573" cy="140"/>
              </a:xfrm>
            </p:grpSpPr>
            <p:sp>
              <p:nvSpPr>
                <p:cNvPr id="10276" name="任意多边形 10275"/>
                <p:cNvSpPr/>
                <p:nvPr/>
              </p:nvSpPr>
              <p:spPr>
                <a:xfrm>
                  <a:off x="2829" y="1497"/>
                  <a:ext cx="522" cy="102"/>
                </a:xfrm>
                <a:custGeom>
                  <a:avLst/>
                  <a:gdLst/>
                  <a:ahLst/>
                  <a:cxnLst/>
                  <a:rect l="0" t="0" r="0" b="0"/>
                  <a:pathLst>
                    <a:path w="522" h="102">
                      <a:moveTo>
                        <a:pt x="0" y="4"/>
                      </a:moveTo>
                      <a:lnTo>
                        <a:pt x="66" y="0"/>
                      </a:lnTo>
                      <a:lnTo>
                        <a:pt x="135" y="17"/>
                      </a:lnTo>
                      <a:lnTo>
                        <a:pt x="185" y="35"/>
                      </a:lnTo>
                      <a:lnTo>
                        <a:pt x="259" y="67"/>
                      </a:lnTo>
                      <a:lnTo>
                        <a:pt x="322" y="83"/>
                      </a:lnTo>
                      <a:lnTo>
                        <a:pt x="379" y="75"/>
                      </a:lnTo>
                      <a:lnTo>
                        <a:pt x="440" y="83"/>
                      </a:lnTo>
                      <a:lnTo>
                        <a:pt x="487" y="86"/>
                      </a:lnTo>
                      <a:lnTo>
                        <a:pt x="522" y="102"/>
                      </a:lnTo>
                    </a:path>
                  </a:pathLst>
                </a:custGeom>
                <a:noFill/>
                <a:ln w="11113" cap="flat" cmpd="sng">
                  <a:solidFill>
                    <a:srgbClr val="C08040"/>
                  </a:solidFill>
                  <a:prstDash val="solid"/>
                  <a:headEnd type="none" w="med" len="med"/>
                  <a:tailEnd type="none" w="med" len="med"/>
                </a:ln>
              </p:spPr>
              <p:txBody>
                <a:bodyPr/>
                <a:lstStyle/>
                <a:p>
                  <a:endParaRPr lang="zh-CN" altLang="en-US"/>
                </a:p>
              </p:txBody>
            </p:sp>
            <p:sp>
              <p:nvSpPr>
                <p:cNvPr id="10277" name="任意多边形 10276"/>
                <p:cNvSpPr/>
                <p:nvPr/>
              </p:nvSpPr>
              <p:spPr>
                <a:xfrm>
                  <a:off x="2938" y="1472"/>
                  <a:ext cx="464" cy="140"/>
                </a:xfrm>
                <a:custGeom>
                  <a:avLst/>
                  <a:gdLst/>
                  <a:ahLst/>
                  <a:cxnLst/>
                  <a:rect l="0" t="0" r="0" b="0"/>
                  <a:pathLst>
                    <a:path w="464" h="140">
                      <a:moveTo>
                        <a:pt x="0" y="0"/>
                      </a:moveTo>
                      <a:lnTo>
                        <a:pt x="35" y="23"/>
                      </a:lnTo>
                      <a:lnTo>
                        <a:pt x="93" y="42"/>
                      </a:lnTo>
                      <a:lnTo>
                        <a:pt x="133" y="54"/>
                      </a:lnTo>
                      <a:lnTo>
                        <a:pt x="181" y="60"/>
                      </a:lnTo>
                      <a:lnTo>
                        <a:pt x="226" y="49"/>
                      </a:lnTo>
                      <a:lnTo>
                        <a:pt x="302" y="60"/>
                      </a:lnTo>
                      <a:lnTo>
                        <a:pt x="353" y="71"/>
                      </a:lnTo>
                      <a:lnTo>
                        <a:pt x="398" y="76"/>
                      </a:lnTo>
                      <a:lnTo>
                        <a:pt x="449" y="100"/>
                      </a:lnTo>
                      <a:lnTo>
                        <a:pt x="464" y="140"/>
                      </a:lnTo>
                    </a:path>
                  </a:pathLst>
                </a:custGeom>
                <a:noFill/>
                <a:ln w="11113" cap="flat" cmpd="sng">
                  <a:solidFill>
                    <a:srgbClr val="C08040"/>
                  </a:solidFill>
                  <a:prstDash val="solid"/>
                  <a:headEnd type="none" w="med" len="med"/>
                  <a:tailEnd type="none" w="med" len="med"/>
                </a:ln>
              </p:spPr>
              <p:txBody>
                <a:bodyPr/>
                <a:lstStyle/>
                <a:p>
                  <a:endParaRPr lang="zh-CN" altLang="en-US"/>
                </a:p>
              </p:txBody>
            </p:sp>
          </p:grpSp>
          <p:sp>
            <p:nvSpPr>
              <p:cNvPr id="10278" name="任意多边形 10277"/>
              <p:cNvSpPr/>
              <p:nvPr/>
            </p:nvSpPr>
            <p:spPr>
              <a:xfrm>
                <a:off x="2581" y="1833"/>
                <a:ext cx="142" cy="159"/>
              </a:xfrm>
              <a:custGeom>
                <a:avLst/>
                <a:gdLst/>
                <a:ahLst/>
                <a:cxnLst/>
                <a:rect l="0" t="0" r="0" b="0"/>
                <a:pathLst>
                  <a:path w="142" h="159">
                    <a:moveTo>
                      <a:pt x="129" y="0"/>
                    </a:moveTo>
                    <a:lnTo>
                      <a:pt x="22" y="76"/>
                    </a:lnTo>
                    <a:lnTo>
                      <a:pt x="0" y="108"/>
                    </a:lnTo>
                    <a:lnTo>
                      <a:pt x="9" y="139"/>
                    </a:lnTo>
                    <a:lnTo>
                      <a:pt x="27" y="159"/>
                    </a:lnTo>
                    <a:lnTo>
                      <a:pt x="63" y="149"/>
                    </a:lnTo>
                    <a:lnTo>
                      <a:pt x="142" y="67"/>
                    </a:lnTo>
                    <a:lnTo>
                      <a:pt x="129" y="0"/>
                    </a:lnTo>
                    <a:close/>
                  </a:path>
                </a:pathLst>
              </a:custGeom>
              <a:solidFill>
                <a:srgbClr val="F0F0FF"/>
              </a:solidFill>
              <a:ln w="11113" cap="flat" cmpd="sng">
                <a:solidFill>
                  <a:srgbClr val="000000"/>
                </a:solidFill>
                <a:prstDash val="solid"/>
                <a:headEnd type="none" w="med" len="med"/>
                <a:tailEnd type="none" w="med" len="med"/>
              </a:ln>
            </p:spPr>
            <p:txBody>
              <a:bodyPr/>
              <a:lstStyle/>
              <a:p>
                <a:endParaRPr lang="zh-CN" altLang="en-US"/>
              </a:p>
            </p:txBody>
          </p:sp>
          <p:sp>
            <p:nvSpPr>
              <p:cNvPr id="10279" name="椭圆 10278"/>
              <p:cNvSpPr/>
              <p:nvPr/>
            </p:nvSpPr>
            <p:spPr>
              <a:xfrm>
                <a:off x="2652" y="1886"/>
                <a:ext cx="50" cy="49"/>
              </a:xfrm>
              <a:prstGeom prst="ellipse">
                <a:avLst/>
              </a:prstGeom>
              <a:solidFill>
                <a:srgbClr val="009080"/>
              </a:solidFill>
              <a:ln w="11176" cap="flat" cmpd="sng">
                <a:solidFill>
                  <a:srgbClr val="000000"/>
                </a:solidFill>
                <a:prstDash val="solid"/>
                <a:headEnd type="none" w="med" len="med"/>
                <a:tailEnd type="none" w="med" len="med"/>
              </a:ln>
            </p:spPr>
            <p:txBody>
              <a:bodyPr/>
              <a:lstStyle/>
              <a:p>
                <a:endParaRPr lang="zh-CN" altLang="en-US"/>
              </a:p>
            </p:txBody>
          </p:sp>
          <p:sp>
            <p:nvSpPr>
              <p:cNvPr id="10280" name="任意多边形 10279"/>
              <p:cNvSpPr/>
              <p:nvPr/>
            </p:nvSpPr>
            <p:spPr>
              <a:xfrm rot="1500000">
                <a:off x="2523" y="1795"/>
                <a:ext cx="190" cy="144"/>
              </a:xfrm>
              <a:custGeom>
                <a:avLst/>
                <a:gdLst/>
                <a:ahLst/>
                <a:cxnLst/>
                <a:rect l="0" t="0" r="0" b="0"/>
                <a:pathLst>
                  <a:path w="190" h="144">
                    <a:moveTo>
                      <a:pt x="184" y="15"/>
                    </a:moveTo>
                    <a:lnTo>
                      <a:pt x="175" y="4"/>
                    </a:lnTo>
                    <a:lnTo>
                      <a:pt x="166" y="0"/>
                    </a:lnTo>
                    <a:lnTo>
                      <a:pt x="155" y="1"/>
                    </a:lnTo>
                    <a:lnTo>
                      <a:pt x="145" y="9"/>
                    </a:lnTo>
                    <a:lnTo>
                      <a:pt x="6" y="100"/>
                    </a:lnTo>
                    <a:lnTo>
                      <a:pt x="2" y="108"/>
                    </a:lnTo>
                    <a:lnTo>
                      <a:pt x="0" y="120"/>
                    </a:lnTo>
                    <a:lnTo>
                      <a:pt x="4" y="132"/>
                    </a:lnTo>
                    <a:lnTo>
                      <a:pt x="12" y="141"/>
                    </a:lnTo>
                    <a:lnTo>
                      <a:pt x="22" y="144"/>
                    </a:lnTo>
                    <a:lnTo>
                      <a:pt x="35" y="141"/>
                    </a:lnTo>
                    <a:lnTo>
                      <a:pt x="181" y="46"/>
                    </a:lnTo>
                    <a:lnTo>
                      <a:pt x="189" y="38"/>
                    </a:lnTo>
                    <a:lnTo>
                      <a:pt x="190" y="28"/>
                    </a:lnTo>
                    <a:lnTo>
                      <a:pt x="184" y="15"/>
                    </a:lnTo>
                    <a:close/>
                  </a:path>
                </a:pathLst>
              </a:custGeom>
              <a:solidFill>
                <a:srgbClr val="C08040"/>
              </a:solidFill>
              <a:ln w="11176" cap="flat" cmpd="sng">
                <a:solidFill>
                  <a:srgbClr val="000000"/>
                </a:solidFill>
                <a:prstDash val="solid"/>
                <a:headEnd type="none" w="med" len="med"/>
                <a:tailEnd type="none" w="med" len="med"/>
              </a:ln>
            </p:spPr>
            <p:txBody>
              <a:bodyPr/>
              <a:lstStyle/>
              <a:p>
                <a:endParaRPr lang="zh-CN" altLang="en-US"/>
              </a:p>
            </p:txBody>
          </p:sp>
          <p:sp>
            <p:nvSpPr>
              <p:cNvPr id="10281" name="任意多边形 10280"/>
              <p:cNvSpPr/>
              <p:nvPr/>
            </p:nvSpPr>
            <p:spPr>
              <a:xfrm>
                <a:off x="2577" y="1877"/>
                <a:ext cx="336" cy="321"/>
              </a:xfrm>
              <a:custGeom>
                <a:avLst/>
                <a:gdLst/>
                <a:ahLst/>
                <a:cxnLst/>
                <a:rect l="0" t="0" r="0" b="0"/>
                <a:pathLst>
                  <a:path w="336" h="321">
                    <a:moveTo>
                      <a:pt x="172" y="0"/>
                    </a:moveTo>
                    <a:lnTo>
                      <a:pt x="95" y="71"/>
                    </a:lnTo>
                    <a:lnTo>
                      <a:pt x="29" y="147"/>
                    </a:lnTo>
                    <a:lnTo>
                      <a:pt x="0" y="210"/>
                    </a:lnTo>
                    <a:lnTo>
                      <a:pt x="9" y="264"/>
                    </a:lnTo>
                    <a:lnTo>
                      <a:pt x="38" y="299"/>
                    </a:lnTo>
                    <a:lnTo>
                      <a:pt x="82" y="312"/>
                    </a:lnTo>
                    <a:lnTo>
                      <a:pt x="157" y="321"/>
                    </a:lnTo>
                    <a:lnTo>
                      <a:pt x="238" y="280"/>
                    </a:lnTo>
                    <a:lnTo>
                      <a:pt x="281" y="280"/>
                    </a:lnTo>
                    <a:lnTo>
                      <a:pt x="315" y="264"/>
                    </a:lnTo>
                    <a:lnTo>
                      <a:pt x="334" y="236"/>
                    </a:lnTo>
                    <a:lnTo>
                      <a:pt x="336" y="201"/>
                    </a:lnTo>
                    <a:lnTo>
                      <a:pt x="172" y="0"/>
                    </a:lnTo>
                    <a:close/>
                  </a:path>
                </a:pathLst>
              </a:custGeom>
              <a:solidFill>
                <a:srgbClr val="E0A080"/>
              </a:solidFill>
              <a:ln w="11176" cap="flat" cmpd="sng">
                <a:solidFill>
                  <a:srgbClr val="000000"/>
                </a:solidFill>
                <a:prstDash val="solid"/>
                <a:headEnd type="none" w="med" len="med"/>
                <a:tailEnd type="none" w="med" len="med"/>
              </a:ln>
            </p:spPr>
            <p:txBody>
              <a:bodyPr/>
              <a:lstStyle/>
              <a:p>
                <a:endParaRPr lang="zh-CN" altLang="en-US"/>
              </a:p>
            </p:txBody>
          </p:sp>
          <p:sp>
            <p:nvSpPr>
              <p:cNvPr id="10282" name="任意多边形 10281"/>
              <p:cNvSpPr/>
              <p:nvPr/>
            </p:nvSpPr>
            <p:spPr>
              <a:xfrm>
                <a:off x="2775" y="1833"/>
                <a:ext cx="167" cy="185"/>
              </a:xfrm>
              <a:custGeom>
                <a:avLst/>
                <a:gdLst/>
                <a:ahLst/>
                <a:cxnLst/>
                <a:rect l="0" t="0" r="0" b="0"/>
                <a:pathLst>
                  <a:path w="167" h="185">
                    <a:moveTo>
                      <a:pt x="37" y="0"/>
                    </a:moveTo>
                    <a:lnTo>
                      <a:pt x="138" y="58"/>
                    </a:lnTo>
                    <a:lnTo>
                      <a:pt x="157" y="89"/>
                    </a:lnTo>
                    <a:lnTo>
                      <a:pt x="167" y="120"/>
                    </a:lnTo>
                    <a:lnTo>
                      <a:pt x="163" y="159"/>
                    </a:lnTo>
                    <a:lnTo>
                      <a:pt x="144" y="179"/>
                    </a:lnTo>
                    <a:lnTo>
                      <a:pt x="108" y="185"/>
                    </a:lnTo>
                    <a:lnTo>
                      <a:pt x="66" y="172"/>
                    </a:lnTo>
                    <a:lnTo>
                      <a:pt x="32" y="139"/>
                    </a:lnTo>
                    <a:lnTo>
                      <a:pt x="6" y="101"/>
                    </a:lnTo>
                    <a:lnTo>
                      <a:pt x="0" y="69"/>
                    </a:lnTo>
                    <a:lnTo>
                      <a:pt x="37" y="0"/>
                    </a:lnTo>
                    <a:close/>
                  </a:path>
                </a:pathLst>
              </a:custGeom>
              <a:solidFill>
                <a:srgbClr val="F0F0FF"/>
              </a:solidFill>
              <a:ln w="11113" cap="flat" cmpd="sng">
                <a:solidFill>
                  <a:srgbClr val="000000"/>
                </a:solidFill>
                <a:prstDash val="solid"/>
                <a:headEnd type="none" w="med" len="med"/>
                <a:tailEnd type="none" w="med" len="med"/>
              </a:ln>
            </p:spPr>
            <p:txBody>
              <a:bodyPr/>
              <a:lstStyle/>
              <a:p>
                <a:endParaRPr lang="zh-CN" altLang="en-US"/>
              </a:p>
            </p:txBody>
          </p:sp>
          <p:sp>
            <p:nvSpPr>
              <p:cNvPr id="10283" name="椭圆 10282"/>
              <p:cNvSpPr/>
              <p:nvPr/>
            </p:nvSpPr>
            <p:spPr>
              <a:xfrm>
                <a:off x="2876" y="1897"/>
                <a:ext cx="48" cy="46"/>
              </a:xfrm>
              <a:prstGeom prst="ellipse">
                <a:avLst/>
              </a:prstGeom>
              <a:solidFill>
                <a:srgbClr val="009080"/>
              </a:solidFill>
              <a:ln w="11176" cap="flat" cmpd="sng">
                <a:solidFill>
                  <a:srgbClr val="000000"/>
                </a:solidFill>
                <a:prstDash val="solid"/>
                <a:headEnd type="none" w="med" len="med"/>
                <a:tailEnd type="none" w="med" len="med"/>
              </a:ln>
            </p:spPr>
            <p:txBody>
              <a:bodyPr/>
              <a:lstStyle/>
              <a:p>
                <a:endParaRPr lang="zh-CN" altLang="en-US"/>
              </a:p>
            </p:txBody>
          </p:sp>
          <p:sp>
            <p:nvSpPr>
              <p:cNvPr id="10284" name="任意多边形 10283"/>
              <p:cNvSpPr/>
              <p:nvPr/>
            </p:nvSpPr>
            <p:spPr>
              <a:xfrm>
                <a:off x="2784" y="2064"/>
                <a:ext cx="296" cy="240"/>
              </a:xfrm>
              <a:custGeom>
                <a:avLst/>
                <a:gdLst/>
                <a:ahLst/>
                <a:cxnLst/>
                <a:rect l="0" t="0" r="0" b="0"/>
                <a:pathLst>
                  <a:path w="296" h="240">
                    <a:moveTo>
                      <a:pt x="0" y="240"/>
                    </a:moveTo>
                    <a:cubicBezTo>
                      <a:pt x="72" y="228"/>
                      <a:pt x="144" y="216"/>
                      <a:pt x="192" y="192"/>
                    </a:cubicBezTo>
                    <a:cubicBezTo>
                      <a:pt x="240" y="168"/>
                      <a:pt x="280" y="128"/>
                      <a:pt x="288" y="96"/>
                    </a:cubicBezTo>
                    <a:cubicBezTo>
                      <a:pt x="296" y="64"/>
                      <a:pt x="268" y="32"/>
                      <a:pt x="240" y="0"/>
                    </a:cubicBezTo>
                  </a:path>
                </a:pathLst>
              </a:custGeom>
              <a:noFill/>
              <a:ln w="25400" cap="flat" cmpd="sng">
                <a:solidFill>
                  <a:schemeClr val="tx1"/>
                </a:solidFill>
                <a:prstDash val="solid"/>
                <a:headEnd type="none" w="med" len="med"/>
                <a:tailEnd type="none" w="med" len="med"/>
              </a:ln>
            </p:spPr>
            <p:txBody>
              <a:bodyPr/>
              <a:lstStyle/>
              <a:p>
                <a:endParaRPr lang="zh-CN" altLang="en-US"/>
              </a:p>
            </p:txBody>
          </p:sp>
          <p:sp>
            <p:nvSpPr>
              <p:cNvPr id="10285" name="任意多边形 10284"/>
              <p:cNvSpPr/>
              <p:nvPr/>
            </p:nvSpPr>
            <p:spPr>
              <a:xfrm rot="20100000">
                <a:off x="2766" y="1775"/>
                <a:ext cx="194" cy="132"/>
              </a:xfrm>
              <a:custGeom>
                <a:avLst/>
                <a:gdLst/>
                <a:ahLst/>
                <a:cxnLst/>
                <a:rect l="0" t="0" r="0" b="0"/>
                <a:pathLst>
                  <a:path w="194" h="132">
                    <a:moveTo>
                      <a:pt x="5" y="14"/>
                    </a:moveTo>
                    <a:lnTo>
                      <a:pt x="14" y="6"/>
                    </a:lnTo>
                    <a:lnTo>
                      <a:pt x="24" y="0"/>
                    </a:lnTo>
                    <a:lnTo>
                      <a:pt x="34" y="2"/>
                    </a:lnTo>
                    <a:lnTo>
                      <a:pt x="44" y="9"/>
                    </a:lnTo>
                    <a:lnTo>
                      <a:pt x="188" y="92"/>
                    </a:lnTo>
                    <a:lnTo>
                      <a:pt x="191" y="99"/>
                    </a:lnTo>
                    <a:lnTo>
                      <a:pt x="194" y="110"/>
                    </a:lnTo>
                    <a:lnTo>
                      <a:pt x="190" y="121"/>
                    </a:lnTo>
                    <a:lnTo>
                      <a:pt x="181" y="129"/>
                    </a:lnTo>
                    <a:lnTo>
                      <a:pt x="172" y="132"/>
                    </a:lnTo>
                    <a:lnTo>
                      <a:pt x="160" y="130"/>
                    </a:lnTo>
                    <a:lnTo>
                      <a:pt x="8" y="42"/>
                    </a:lnTo>
                    <a:lnTo>
                      <a:pt x="2" y="35"/>
                    </a:lnTo>
                    <a:lnTo>
                      <a:pt x="0" y="26"/>
                    </a:lnTo>
                    <a:lnTo>
                      <a:pt x="5" y="14"/>
                    </a:lnTo>
                    <a:close/>
                  </a:path>
                </a:pathLst>
              </a:custGeom>
              <a:solidFill>
                <a:srgbClr val="C08040"/>
              </a:solidFill>
              <a:ln w="11176" cap="flat" cmpd="sng">
                <a:solidFill>
                  <a:srgbClr val="000000"/>
                </a:solidFill>
                <a:prstDash val="solid"/>
                <a:headEnd type="none" w="med" len="med"/>
                <a:tailEnd type="none" w="med" len="med"/>
              </a:ln>
            </p:spPr>
            <p:txBody>
              <a:bodyPr/>
              <a:lstStyle/>
              <a:p>
                <a:endParaRPr lang="zh-CN" altLang="en-US"/>
              </a:p>
            </p:txBody>
          </p:sp>
          <p:grpSp>
            <p:nvGrpSpPr>
              <p:cNvPr id="10286" name="组合 10285"/>
              <p:cNvGrpSpPr/>
              <p:nvPr/>
            </p:nvGrpSpPr>
            <p:grpSpPr>
              <a:xfrm>
                <a:off x="2205" y="2198"/>
                <a:ext cx="1888" cy="1489"/>
                <a:chOff x="2205" y="2198"/>
                <a:chExt cx="1888" cy="1489"/>
              </a:xfrm>
            </p:grpSpPr>
            <p:grpSp>
              <p:nvGrpSpPr>
                <p:cNvPr id="10287" name="组合 10286"/>
                <p:cNvGrpSpPr/>
                <p:nvPr/>
              </p:nvGrpSpPr>
              <p:grpSpPr>
                <a:xfrm>
                  <a:off x="2205" y="2423"/>
                  <a:ext cx="1888" cy="1159"/>
                  <a:chOff x="2205" y="2423"/>
                  <a:chExt cx="1888" cy="1159"/>
                </a:xfrm>
              </p:grpSpPr>
              <p:sp>
                <p:nvSpPr>
                  <p:cNvPr id="10288" name="任意多边形 10287"/>
                  <p:cNvSpPr/>
                  <p:nvPr/>
                </p:nvSpPr>
                <p:spPr>
                  <a:xfrm>
                    <a:off x="2205" y="2423"/>
                    <a:ext cx="1888" cy="1159"/>
                  </a:xfrm>
                  <a:custGeom>
                    <a:avLst/>
                    <a:gdLst/>
                    <a:ahLst/>
                    <a:cxnLst/>
                    <a:rect l="0" t="0" r="0" b="0"/>
                    <a:pathLst>
                      <a:path w="1888" h="1159">
                        <a:moveTo>
                          <a:pt x="690" y="6"/>
                        </a:moveTo>
                        <a:lnTo>
                          <a:pt x="1233" y="120"/>
                        </a:lnTo>
                        <a:lnTo>
                          <a:pt x="1381" y="488"/>
                        </a:lnTo>
                        <a:lnTo>
                          <a:pt x="1421" y="531"/>
                        </a:lnTo>
                        <a:lnTo>
                          <a:pt x="1449" y="588"/>
                        </a:lnTo>
                        <a:lnTo>
                          <a:pt x="1489" y="652"/>
                        </a:lnTo>
                        <a:lnTo>
                          <a:pt x="1519" y="699"/>
                        </a:lnTo>
                        <a:lnTo>
                          <a:pt x="1577" y="748"/>
                        </a:lnTo>
                        <a:lnTo>
                          <a:pt x="1610" y="811"/>
                        </a:lnTo>
                        <a:lnTo>
                          <a:pt x="1631" y="869"/>
                        </a:lnTo>
                        <a:lnTo>
                          <a:pt x="1635" y="931"/>
                        </a:lnTo>
                        <a:lnTo>
                          <a:pt x="1689" y="943"/>
                        </a:lnTo>
                        <a:lnTo>
                          <a:pt x="1741" y="963"/>
                        </a:lnTo>
                        <a:lnTo>
                          <a:pt x="1797" y="995"/>
                        </a:lnTo>
                        <a:lnTo>
                          <a:pt x="1838" y="1039"/>
                        </a:lnTo>
                        <a:lnTo>
                          <a:pt x="1863" y="1090"/>
                        </a:lnTo>
                        <a:lnTo>
                          <a:pt x="1888" y="1159"/>
                        </a:lnTo>
                        <a:lnTo>
                          <a:pt x="704" y="1159"/>
                        </a:lnTo>
                        <a:lnTo>
                          <a:pt x="672" y="1116"/>
                        </a:lnTo>
                        <a:lnTo>
                          <a:pt x="658" y="1076"/>
                        </a:lnTo>
                        <a:lnTo>
                          <a:pt x="649" y="1014"/>
                        </a:lnTo>
                        <a:lnTo>
                          <a:pt x="632" y="950"/>
                        </a:lnTo>
                        <a:lnTo>
                          <a:pt x="582" y="893"/>
                        </a:lnTo>
                        <a:lnTo>
                          <a:pt x="538" y="913"/>
                        </a:lnTo>
                        <a:lnTo>
                          <a:pt x="492" y="950"/>
                        </a:lnTo>
                        <a:lnTo>
                          <a:pt x="449" y="982"/>
                        </a:lnTo>
                        <a:lnTo>
                          <a:pt x="406" y="1044"/>
                        </a:lnTo>
                        <a:lnTo>
                          <a:pt x="372" y="1127"/>
                        </a:lnTo>
                        <a:lnTo>
                          <a:pt x="298" y="1105"/>
                        </a:lnTo>
                        <a:lnTo>
                          <a:pt x="49" y="1127"/>
                        </a:lnTo>
                        <a:lnTo>
                          <a:pt x="24" y="1087"/>
                        </a:lnTo>
                        <a:lnTo>
                          <a:pt x="2" y="1007"/>
                        </a:lnTo>
                        <a:lnTo>
                          <a:pt x="0" y="924"/>
                        </a:lnTo>
                        <a:lnTo>
                          <a:pt x="19" y="837"/>
                        </a:lnTo>
                        <a:lnTo>
                          <a:pt x="56" y="758"/>
                        </a:lnTo>
                        <a:lnTo>
                          <a:pt x="120" y="690"/>
                        </a:lnTo>
                        <a:lnTo>
                          <a:pt x="199" y="645"/>
                        </a:lnTo>
                        <a:lnTo>
                          <a:pt x="190" y="566"/>
                        </a:lnTo>
                        <a:lnTo>
                          <a:pt x="208" y="500"/>
                        </a:lnTo>
                        <a:lnTo>
                          <a:pt x="236" y="422"/>
                        </a:lnTo>
                        <a:lnTo>
                          <a:pt x="278" y="358"/>
                        </a:lnTo>
                        <a:lnTo>
                          <a:pt x="322" y="323"/>
                        </a:lnTo>
                        <a:lnTo>
                          <a:pt x="388" y="294"/>
                        </a:lnTo>
                        <a:lnTo>
                          <a:pt x="435" y="279"/>
                        </a:lnTo>
                        <a:lnTo>
                          <a:pt x="486" y="203"/>
                        </a:lnTo>
                        <a:lnTo>
                          <a:pt x="480" y="76"/>
                        </a:lnTo>
                        <a:lnTo>
                          <a:pt x="524" y="19"/>
                        </a:lnTo>
                        <a:lnTo>
                          <a:pt x="582" y="0"/>
                        </a:lnTo>
                        <a:lnTo>
                          <a:pt x="690" y="6"/>
                        </a:lnTo>
                        <a:close/>
                      </a:path>
                    </a:pathLst>
                  </a:custGeom>
                  <a:solidFill>
                    <a:srgbClr val="4080FF"/>
                  </a:solidFill>
                  <a:ln w="11176" cap="flat" cmpd="sng">
                    <a:solidFill>
                      <a:srgbClr val="000000"/>
                    </a:solidFill>
                    <a:prstDash val="solid"/>
                    <a:headEnd type="none" w="med" len="med"/>
                    <a:tailEnd type="none" w="med" len="med"/>
                  </a:ln>
                </p:spPr>
                <p:txBody>
                  <a:bodyPr/>
                  <a:lstStyle/>
                  <a:p>
                    <a:endParaRPr lang="zh-CN" altLang="en-US"/>
                  </a:p>
                </p:txBody>
              </p:sp>
              <p:sp>
                <p:nvSpPr>
                  <p:cNvPr id="10289" name="任意多边形 10288"/>
                  <p:cNvSpPr/>
                  <p:nvPr/>
                </p:nvSpPr>
                <p:spPr>
                  <a:xfrm>
                    <a:off x="2275" y="3203"/>
                    <a:ext cx="75" cy="213"/>
                  </a:xfrm>
                  <a:custGeom>
                    <a:avLst/>
                    <a:gdLst/>
                    <a:ahLst/>
                    <a:cxnLst/>
                    <a:rect l="0" t="0" r="0" b="0"/>
                    <a:pathLst>
                      <a:path w="75" h="213">
                        <a:moveTo>
                          <a:pt x="75" y="0"/>
                        </a:moveTo>
                        <a:lnTo>
                          <a:pt x="5" y="76"/>
                        </a:lnTo>
                        <a:lnTo>
                          <a:pt x="0" y="138"/>
                        </a:lnTo>
                        <a:lnTo>
                          <a:pt x="5" y="195"/>
                        </a:lnTo>
                        <a:lnTo>
                          <a:pt x="18" y="213"/>
                        </a:lnTo>
                      </a:path>
                    </a:pathLst>
                  </a:custGeom>
                  <a:noFill/>
                  <a:ln w="11176" cap="flat" cmpd="sng">
                    <a:solidFill>
                      <a:srgbClr val="0020A0"/>
                    </a:solidFill>
                    <a:prstDash val="solid"/>
                    <a:headEnd type="none" w="med" len="med"/>
                    <a:tailEnd type="none" w="med" len="med"/>
                  </a:ln>
                </p:spPr>
                <p:txBody>
                  <a:bodyPr/>
                  <a:lstStyle/>
                  <a:p>
                    <a:endParaRPr lang="zh-CN" altLang="en-US"/>
                  </a:p>
                </p:txBody>
              </p:sp>
              <p:sp>
                <p:nvSpPr>
                  <p:cNvPr id="10290" name="任意多边形 10289"/>
                  <p:cNvSpPr/>
                  <p:nvPr/>
                </p:nvSpPr>
                <p:spPr>
                  <a:xfrm>
                    <a:off x="2740" y="3107"/>
                    <a:ext cx="173" cy="237"/>
                  </a:xfrm>
                  <a:custGeom>
                    <a:avLst/>
                    <a:gdLst/>
                    <a:ahLst/>
                    <a:cxnLst/>
                    <a:rect l="0" t="0" r="0" b="0"/>
                    <a:pathLst>
                      <a:path w="173" h="237">
                        <a:moveTo>
                          <a:pt x="0" y="172"/>
                        </a:moveTo>
                        <a:lnTo>
                          <a:pt x="28" y="184"/>
                        </a:lnTo>
                        <a:lnTo>
                          <a:pt x="44" y="197"/>
                        </a:lnTo>
                        <a:lnTo>
                          <a:pt x="22" y="206"/>
                        </a:lnTo>
                        <a:lnTo>
                          <a:pt x="51" y="215"/>
                        </a:lnTo>
                        <a:lnTo>
                          <a:pt x="79" y="237"/>
                        </a:lnTo>
                        <a:lnTo>
                          <a:pt x="72" y="179"/>
                        </a:lnTo>
                        <a:lnTo>
                          <a:pt x="118" y="121"/>
                        </a:lnTo>
                        <a:lnTo>
                          <a:pt x="148" y="99"/>
                        </a:lnTo>
                        <a:lnTo>
                          <a:pt x="173" y="89"/>
                        </a:lnTo>
                        <a:lnTo>
                          <a:pt x="152" y="89"/>
                        </a:lnTo>
                        <a:lnTo>
                          <a:pt x="108" y="99"/>
                        </a:lnTo>
                        <a:lnTo>
                          <a:pt x="75" y="125"/>
                        </a:lnTo>
                        <a:lnTo>
                          <a:pt x="83" y="89"/>
                        </a:lnTo>
                        <a:lnTo>
                          <a:pt x="111" y="38"/>
                        </a:lnTo>
                        <a:lnTo>
                          <a:pt x="146" y="0"/>
                        </a:lnTo>
                        <a:lnTo>
                          <a:pt x="111" y="18"/>
                        </a:lnTo>
                        <a:lnTo>
                          <a:pt x="67" y="61"/>
                        </a:lnTo>
                        <a:lnTo>
                          <a:pt x="51" y="115"/>
                        </a:lnTo>
                        <a:lnTo>
                          <a:pt x="51" y="162"/>
                        </a:lnTo>
                        <a:lnTo>
                          <a:pt x="51" y="187"/>
                        </a:lnTo>
                        <a:lnTo>
                          <a:pt x="35" y="165"/>
                        </a:lnTo>
                        <a:lnTo>
                          <a:pt x="0" y="172"/>
                        </a:lnTo>
                        <a:close/>
                      </a:path>
                    </a:pathLst>
                  </a:custGeom>
                  <a:solidFill>
                    <a:srgbClr val="0020A0"/>
                  </a:solidFill>
                  <a:ln w="11176" cap="flat" cmpd="sng">
                    <a:solidFill>
                      <a:srgbClr val="000000"/>
                    </a:solidFill>
                    <a:prstDash val="solid"/>
                    <a:headEnd type="none" w="med" len="med"/>
                    <a:tailEnd type="none" w="med" len="med"/>
                  </a:ln>
                </p:spPr>
                <p:txBody>
                  <a:bodyPr/>
                  <a:lstStyle/>
                  <a:p>
                    <a:endParaRPr lang="zh-CN" altLang="en-US"/>
                  </a:p>
                </p:txBody>
              </p:sp>
              <p:sp>
                <p:nvSpPr>
                  <p:cNvPr id="10291" name="任意多边形 10290"/>
                  <p:cNvSpPr/>
                  <p:nvPr/>
                </p:nvSpPr>
                <p:spPr>
                  <a:xfrm>
                    <a:off x="2404" y="3050"/>
                    <a:ext cx="70" cy="21"/>
                  </a:xfrm>
                  <a:custGeom>
                    <a:avLst/>
                    <a:gdLst/>
                    <a:ahLst/>
                    <a:cxnLst/>
                    <a:rect l="0" t="0" r="0" b="0"/>
                    <a:pathLst>
                      <a:path w="70" h="21">
                        <a:moveTo>
                          <a:pt x="0" y="21"/>
                        </a:moveTo>
                        <a:lnTo>
                          <a:pt x="22" y="18"/>
                        </a:lnTo>
                        <a:lnTo>
                          <a:pt x="42" y="3"/>
                        </a:lnTo>
                        <a:lnTo>
                          <a:pt x="70" y="0"/>
                        </a:lnTo>
                      </a:path>
                    </a:pathLst>
                  </a:custGeom>
                  <a:noFill/>
                  <a:ln w="11176" cap="flat" cmpd="sng">
                    <a:solidFill>
                      <a:srgbClr val="000000"/>
                    </a:solidFill>
                    <a:prstDash val="solid"/>
                    <a:headEnd type="none" w="med" len="med"/>
                    <a:tailEnd type="none" w="med" len="med"/>
                  </a:ln>
                </p:spPr>
                <p:txBody>
                  <a:bodyPr/>
                  <a:lstStyle/>
                  <a:p>
                    <a:endParaRPr lang="zh-CN" altLang="en-US"/>
                  </a:p>
                </p:txBody>
              </p:sp>
              <p:sp>
                <p:nvSpPr>
                  <p:cNvPr id="10292" name="任意多边形 10291"/>
                  <p:cNvSpPr/>
                  <p:nvPr/>
                </p:nvSpPr>
                <p:spPr>
                  <a:xfrm>
                    <a:off x="2775" y="2539"/>
                    <a:ext cx="844" cy="510"/>
                  </a:xfrm>
                  <a:custGeom>
                    <a:avLst/>
                    <a:gdLst/>
                    <a:ahLst/>
                    <a:cxnLst/>
                    <a:rect l="0" t="0" r="0" b="0"/>
                    <a:pathLst>
                      <a:path w="844" h="510">
                        <a:moveTo>
                          <a:pt x="0" y="17"/>
                        </a:moveTo>
                        <a:lnTo>
                          <a:pt x="16" y="54"/>
                        </a:lnTo>
                        <a:lnTo>
                          <a:pt x="54" y="89"/>
                        </a:lnTo>
                        <a:lnTo>
                          <a:pt x="91" y="102"/>
                        </a:lnTo>
                        <a:lnTo>
                          <a:pt x="144" y="114"/>
                        </a:lnTo>
                        <a:lnTo>
                          <a:pt x="186" y="126"/>
                        </a:lnTo>
                        <a:lnTo>
                          <a:pt x="256" y="140"/>
                        </a:lnTo>
                        <a:lnTo>
                          <a:pt x="335" y="155"/>
                        </a:lnTo>
                        <a:lnTo>
                          <a:pt x="405" y="177"/>
                        </a:lnTo>
                        <a:lnTo>
                          <a:pt x="451" y="196"/>
                        </a:lnTo>
                        <a:lnTo>
                          <a:pt x="503" y="231"/>
                        </a:lnTo>
                        <a:lnTo>
                          <a:pt x="541" y="279"/>
                        </a:lnTo>
                        <a:lnTo>
                          <a:pt x="576" y="351"/>
                        </a:lnTo>
                        <a:lnTo>
                          <a:pt x="601" y="430"/>
                        </a:lnTo>
                        <a:lnTo>
                          <a:pt x="614" y="510"/>
                        </a:lnTo>
                        <a:lnTo>
                          <a:pt x="627" y="456"/>
                        </a:lnTo>
                        <a:lnTo>
                          <a:pt x="640" y="410"/>
                        </a:lnTo>
                        <a:lnTo>
                          <a:pt x="649" y="344"/>
                        </a:lnTo>
                        <a:lnTo>
                          <a:pt x="652" y="272"/>
                        </a:lnTo>
                        <a:lnTo>
                          <a:pt x="660" y="206"/>
                        </a:lnTo>
                        <a:lnTo>
                          <a:pt x="661" y="121"/>
                        </a:lnTo>
                        <a:lnTo>
                          <a:pt x="710" y="181"/>
                        </a:lnTo>
                        <a:lnTo>
                          <a:pt x="731" y="238"/>
                        </a:lnTo>
                        <a:lnTo>
                          <a:pt x="751" y="289"/>
                        </a:lnTo>
                        <a:lnTo>
                          <a:pt x="763" y="338"/>
                        </a:lnTo>
                        <a:lnTo>
                          <a:pt x="770" y="368"/>
                        </a:lnTo>
                        <a:lnTo>
                          <a:pt x="844" y="426"/>
                        </a:lnTo>
                        <a:lnTo>
                          <a:pt x="783" y="358"/>
                        </a:lnTo>
                        <a:lnTo>
                          <a:pt x="770" y="308"/>
                        </a:lnTo>
                        <a:lnTo>
                          <a:pt x="735" y="199"/>
                        </a:lnTo>
                        <a:lnTo>
                          <a:pt x="668" y="102"/>
                        </a:lnTo>
                        <a:lnTo>
                          <a:pt x="634" y="44"/>
                        </a:lnTo>
                        <a:lnTo>
                          <a:pt x="586" y="48"/>
                        </a:lnTo>
                        <a:lnTo>
                          <a:pt x="548" y="48"/>
                        </a:lnTo>
                        <a:lnTo>
                          <a:pt x="494" y="48"/>
                        </a:lnTo>
                        <a:lnTo>
                          <a:pt x="433" y="38"/>
                        </a:lnTo>
                        <a:lnTo>
                          <a:pt x="379" y="38"/>
                        </a:lnTo>
                        <a:lnTo>
                          <a:pt x="339" y="19"/>
                        </a:lnTo>
                        <a:lnTo>
                          <a:pt x="275" y="3"/>
                        </a:lnTo>
                        <a:lnTo>
                          <a:pt x="186" y="0"/>
                        </a:lnTo>
                        <a:lnTo>
                          <a:pt x="66" y="9"/>
                        </a:lnTo>
                        <a:lnTo>
                          <a:pt x="0" y="17"/>
                        </a:lnTo>
                        <a:close/>
                      </a:path>
                    </a:pathLst>
                  </a:custGeom>
                  <a:solidFill>
                    <a:srgbClr val="0020A0"/>
                  </a:solidFill>
                  <a:ln w="11176" cap="flat" cmpd="sng">
                    <a:solidFill>
                      <a:srgbClr val="0020A0"/>
                    </a:solidFill>
                    <a:prstDash val="solid"/>
                    <a:headEnd type="none" w="med" len="med"/>
                    <a:tailEnd type="none" w="med" len="med"/>
                  </a:ln>
                </p:spPr>
                <p:txBody>
                  <a:bodyPr/>
                  <a:lstStyle/>
                  <a:p>
                    <a:endParaRPr lang="zh-CN" altLang="en-US"/>
                  </a:p>
                </p:txBody>
              </p:sp>
              <p:sp>
                <p:nvSpPr>
                  <p:cNvPr id="10293" name="任意多边形 10292"/>
                  <p:cNvSpPr/>
                  <p:nvPr/>
                </p:nvSpPr>
                <p:spPr>
                  <a:xfrm>
                    <a:off x="2768" y="2462"/>
                    <a:ext cx="909" cy="590"/>
                  </a:xfrm>
                  <a:custGeom>
                    <a:avLst/>
                    <a:gdLst/>
                    <a:ahLst/>
                    <a:cxnLst/>
                    <a:rect l="0" t="0" r="0" b="0"/>
                    <a:pathLst>
                      <a:path w="909" h="590">
                        <a:moveTo>
                          <a:pt x="0" y="17"/>
                        </a:moveTo>
                        <a:lnTo>
                          <a:pt x="16" y="54"/>
                        </a:lnTo>
                        <a:lnTo>
                          <a:pt x="55" y="90"/>
                        </a:lnTo>
                        <a:lnTo>
                          <a:pt x="93" y="102"/>
                        </a:lnTo>
                        <a:lnTo>
                          <a:pt x="145" y="115"/>
                        </a:lnTo>
                        <a:lnTo>
                          <a:pt x="186" y="128"/>
                        </a:lnTo>
                        <a:lnTo>
                          <a:pt x="256" y="141"/>
                        </a:lnTo>
                        <a:lnTo>
                          <a:pt x="335" y="156"/>
                        </a:lnTo>
                        <a:lnTo>
                          <a:pt x="405" y="179"/>
                        </a:lnTo>
                        <a:lnTo>
                          <a:pt x="449" y="203"/>
                        </a:lnTo>
                        <a:lnTo>
                          <a:pt x="496" y="248"/>
                        </a:lnTo>
                        <a:lnTo>
                          <a:pt x="538" y="289"/>
                        </a:lnTo>
                        <a:lnTo>
                          <a:pt x="577" y="353"/>
                        </a:lnTo>
                        <a:lnTo>
                          <a:pt x="606" y="428"/>
                        </a:lnTo>
                        <a:lnTo>
                          <a:pt x="624" y="514"/>
                        </a:lnTo>
                        <a:lnTo>
                          <a:pt x="641" y="454"/>
                        </a:lnTo>
                        <a:lnTo>
                          <a:pt x="650" y="401"/>
                        </a:lnTo>
                        <a:lnTo>
                          <a:pt x="651" y="337"/>
                        </a:lnTo>
                        <a:lnTo>
                          <a:pt x="663" y="264"/>
                        </a:lnTo>
                        <a:lnTo>
                          <a:pt x="660" y="203"/>
                        </a:lnTo>
                        <a:lnTo>
                          <a:pt x="673" y="191"/>
                        </a:lnTo>
                        <a:lnTo>
                          <a:pt x="695" y="217"/>
                        </a:lnTo>
                        <a:lnTo>
                          <a:pt x="729" y="254"/>
                        </a:lnTo>
                        <a:lnTo>
                          <a:pt x="790" y="425"/>
                        </a:lnTo>
                        <a:lnTo>
                          <a:pt x="862" y="520"/>
                        </a:lnTo>
                        <a:lnTo>
                          <a:pt x="909" y="590"/>
                        </a:lnTo>
                        <a:lnTo>
                          <a:pt x="858" y="494"/>
                        </a:lnTo>
                        <a:lnTo>
                          <a:pt x="825" y="464"/>
                        </a:lnTo>
                        <a:lnTo>
                          <a:pt x="770" y="308"/>
                        </a:lnTo>
                        <a:lnTo>
                          <a:pt x="735" y="200"/>
                        </a:lnTo>
                        <a:lnTo>
                          <a:pt x="670" y="102"/>
                        </a:lnTo>
                        <a:lnTo>
                          <a:pt x="634" y="45"/>
                        </a:lnTo>
                        <a:lnTo>
                          <a:pt x="587" y="48"/>
                        </a:lnTo>
                        <a:lnTo>
                          <a:pt x="548" y="48"/>
                        </a:lnTo>
                        <a:lnTo>
                          <a:pt x="494" y="48"/>
                        </a:lnTo>
                        <a:lnTo>
                          <a:pt x="434" y="40"/>
                        </a:lnTo>
                        <a:lnTo>
                          <a:pt x="380" y="40"/>
                        </a:lnTo>
                        <a:lnTo>
                          <a:pt x="338" y="19"/>
                        </a:lnTo>
                        <a:lnTo>
                          <a:pt x="275" y="3"/>
                        </a:lnTo>
                        <a:lnTo>
                          <a:pt x="186" y="0"/>
                        </a:lnTo>
                        <a:lnTo>
                          <a:pt x="67" y="11"/>
                        </a:lnTo>
                        <a:lnTo>
                          <a:pt x="0" y="17"/>
                        </a:lnTo>
                        <a:close/>
                      </a:path>
                    </a:pathLst>
                  </a:custGeom>
                  <a:solidFill>
                    <a:srgbClr val="4080FF"/>
                  </a:solidFill>
                  <a:ln w="11176" cap="flat" cmpd="sng">
                    <a:solidFill>
                      <a:srgbClr val="000000"/>
                    </a:solidFill>
                    <a:prstDash val="solid"/>
                    <a:headEnd type="none" w="med" len="med"/>
                    <a:tailEnd type="none" w="med" len="med"/>
                  </a:ln>
                </p:spPr>
                <p:txBody>
                  <a:bodyPr/>
                  <a:lstStyle/>
                  <a:p>
                    <a:endParaRPr lang="zh-CN" altLang="en-US"/>
                  </a:p>
                </p:txBody>
              </p:sp>
            </p:grpSp>
            <p:sp>
              <p:nvSpPr>
                <p:cNvPr id="10294" name="任意多边形 10293"/>
                <p:cNvSpPr/>
                <p:nvPr/>
              </p:nvSpPr>
              <p:spPr>
                <a:xfrm>
                  <a:off x="2258" y="2198"/>
                  <a:ext cx="925" cy="1489"/>
                </a:xfrm>
                <a:custGeom>
                  <a:avLst/>
                  <a:gdLst/>
                  <a:ahLst/>
                  <a:cxnLst/>
                  <a:rect l="0" t="0" r="0" b="0"/>
                  <a:pathLst>
                    <a:path w="925" h="1489">
                      <a:moveTo>
                        <a:pt x="407" y="1146"/>
                      </a:moveTo>
                      <a:lnTo>
                        <a:pt x="476" y="1042"/>
                      </a:lnTo>
                      <a:lnTo>
                        <a:pt x="501" y="973"/>
                      </a:lnTo>
                      <a:lnTo>
                        <a:pt x="536" y="858"/>
                      </a:lnTo>
                      <a:lnTo>
                        <a:pt x="557" y="750"/>
                      </a:lnTo>
                      <a:lnTo>
                        <a:pt x="577" y="636"/>
                      </a:lnTo>
                      <a:lnTo>
                        <a:pt x="574" y="561"/>
                      </a:lnTo>
                      <a:lnTo>
                        <a:pt x="568" y="491"/>
                      </a:lnTo>
                      <a:lnTo>
                        <a:pt x="603" y="479"/>
                      </a:lnTo>
                      <a:lnTo>
                        <a:pt x="633" y="458"/>
                      </a:lnTo>
                      <a:lnTo>
                        <a:pt x="654" y="427"/>
                      </a:lnTo>
                      <a:lnTo>
                        <a:pt x="671" y="387"/>
                      </a:lnTo>
                      <a:lnTo>
                        <a:pt x="679" y="356"/>
                      </a:lnTo>
                      <a:lnTo>
                        <a:pt x="680" y="335"/>
                      </a:lnTo>
                      <a:lnTo>
                        <a:pt x="694" y="348"/>
                      </a:lnTo>
                      <a:lnTo>
                        <a:pt x="710" y="356"/>
                      </a:lnTo>
                      <a:lnTo>
                        <a:pt x="731" y="363"/>
                      </a:lnTo>
                      <a:lnTo>
                        <a:pt x="757" y="359"/>
                      </a:lnTo>
                      <a:lnTo>
                        <a:pt x="732" y="371"/>
                      </a:lnTo>
                      <a:lnTo>
                        <a:pt x="728" y="393"/>
                      </a:lnTo>
                      <a:lnTo>
                        <a:pt x="739" y="409"/>
                      </a:lnTo>
                      <a:lnTo>
                        <a:pt x="761" y="414"/>
                      </a:lnTo>
                      <a:lnTo>
                        <a:pt x="788" y="400"/>
                      </a:lnTo>
                      <a:lnTo>
                        <a:pt x="804" y="372"/>
                      </a:lnTo>
                      <a:lnTo>
                        <a:pt x="795" y="331"/>
                      </a:lnTo>
                      <a:lnTo>
                        <a:pt x="776" y="301"/>
                      </a:lnTo>
                      <a:lnTo>
                        <a:pt x="703" y="257"/>
                      </a:lnTo>
                      <a:lnTo>
                        <a:pt x="798" y="284"/>
                      </a:lnTo>
                      <a:lnTo>
                        <a:pt x="845" y="339"/>
                      </a:lnTo>
                      <a:lnTo>
                        <a:pt x="866" y="345"/>
                      </a:lnTo>
                      <a:lnTo>
                        <a:pt x="884" y="334"/>
                      </a:lnTo>
                      <a:lnTo>
                        <a:pt x="890" y="308"/>
                      </a:lnTo>
                      <a:lnTo>
                        <a:pt x="877" y="282"/>
                      </a:lnTo>
                      <a:lnTo>
                        <a:pt x="845" y="244"/>
                      </a:lnTo>
                      <a:lnTo>
                        <a:pt x="788" y="212"/>
                      </a:lnTo>
                      <a:lnTo>
                        <a:pt x="715" y="190"/>
                      </a:lnTo>
                      <a:lnTo>
                        <a:pt x="781" y="188"/>
                      </a:lnTo>
                      <a:lnTo>
                        <a:pt x="835" y="215"/>
                      </a:lnTo>
                      <a:lnTo>
                        <a:pt x="890" y="257"/>
                      </a:lnTo>
                      <a:lnTo>
                        <a:pt x="909" y="257"/>
                      </a:lnTo>
                      <a:lnTo>
                        <a:pt x="925" y="240"/>
                      </a:lnTo>
                      <a:lnTo>
                        <a:pt x="922" y="212"/>
                      </a:lnTo>
                      <a:lnTo>
                        <a:pt x="892" y="179"/>
                      </a:lnTo>
                      <a:lnTo>
                        <a:pt x="857" y="156"/>
                      </a:lnTo>
                      <a:lnTo>
                        <a:pt x="794" y="125"/>
                      </a:lnTo>
                      <a:lnTo>
                        <a:pt x="744" y="120"/>
                      </a:lnTo>
                      <a:lnTo>
                        <a:pt x="680" y="136"/>
                      </a:lnTo>
                      <a:lnTo>
                        <a:pt x="719" y="110"/>
                      </a:lnTo>
                      <a:lnTo>
                        <a:pt x="761" y="107"/>
                      </a:lnTo>
                      <a:lnTo>
                        <a:pt x="807" y="110"/>
                      </a:lnTo>
                      <a:lnTo>
                        <a:pt x="827" y="132"/>
                      </a:lnTo>
                      <a:lnTo>
                        <a:pt x="867" y="153"/>
                      </a:lnTo>
                      <a:lnTo>
                        <a:pt x="899" y="153"/>
                      </a:lnTo>
                      <a:lnTo>
                        <a:pt x="909" y="136"/>
                      </a:lnTo>
                      <a:lnTo>
                        <a:pt x="906" y="113"/>
                      </a:lnTo>
                      <a:lnTo>
                        <a:pt x="886" y="91"/>
                      </a:lnTo>
                      <a:lnTo>
                        <a:pt x="832" y="54"/>
                      </a:lnTo>
                      <a:lnTo>
                        <a:pt x="776" y="34"/>
                      </a:lnTo>
                      <a:lnTo>
                        <a:pt x="696" y="38"/>
                      </a:lnTo>
                      <a:lnTo>
                        <a:pt x="622" y="54"/>
                      </a:lnTo>
                      <a:lnTo>
                        <a:pt x="568" y="81"/>
                      </a:lnTo>
                      <a:lnTo>
                        <a:pt x="517" y="110"/>
                      </a:lnTo>
                      <a:lnTo>
                        <a:pt x="485" y="62"/>
                      </a:lnTo>
                      <a:lnTo>
                        <a:pt x="452" y="12"/>
                      </a:lnTo>
                      <a:lnTo>
                        <a:pt x="411" y="0"/>
                      </a:lnTo>
                      <a:lnTo>
                        <a:pt x="370" y="5"/>
                      </a:lnTo>
                      <a:lnTo>
                        <a:pt x="350" y="28"/>
                      </a:lnTo>
                      <a:lnTo>
                        <a:pt x="382" y="59"/>
                      </a:lnTo>
                      <a:lnTo>
                        <a:pt x="401" y="91"/>
                      </a:lnTo>
                      <a:lnTo>
                        <a:pt x="407" y="123"/>
                      </a:lnTo>
                      <a:lnTo>
                        <a:pt x="418" y="180"/>
                      </a:lnTo>
                      <a:lnTo>
                        <a:pt x="407" y="219"/>
                      </a:lnTo>
                      <a:lnTo>
                        <a:pt x="396" y="254"/>
                      </a:lnTo>
                      <a:lnTo>
                        <a:pt x="376" y="282"/>
                      </a:lnTo>
                      <a:lnTo>
                        <a:pt x="367" y="316"/>
                      </a:lnTo>
                      <a:lnTo>
                        <a:pt x="367" y="364"/>
                      </a:lnTo>
                      <a:lnTo>
                        <a:pt x="376" y="415"/>
                      </a:lnTo>
                      <a:lnTo>
                        <a:pt x="389" y="453"/>
                      </a:lnTo>
                      <a:lnTo>
                        <a:pt x="370" y="535"/>
                      </a:lnTo>
                      <a:lnTo>
                        <a:pt x="345" y="624"/>
                      </a:lnTo>
                      <a:lnTo>
                        <a:pt x="319" y="694"/>
                      </a:lnTo>
                      <a:lnTo>
                        <a:pt x="295" y="763"/>
                      </a:lnTo>
                      <a:lnTo>
                        <a:pt x="269" y="807"/>
                      </a:lnTo>
                      <a:lnTo>
                        <a:pt x="238" y="855"/>
                      </a:lnTo>
                      <a:lnTo>
                        <a:pt x="194" y="895"/>
                      </a:lnTo>
                      <a:lnTo>
                        <a:pt x="133" y="941"/>
                      </a:lnTo>
                      <a:lnTo>
                        <a:pt x="82" y="1011"/>
                      </a:lnTo>
                      <a:lnTo>
                        <a:pt x="35" y="1103"/>
                      </a:lnTo>
                      <a:lnTo>
                        <a:pt x="17" y="1168"/>
                      </a:lnTo>
                      <a:lnTo>
                        <a:pt x="3" y="1215"/>
                      </a:lnTo>
                      <a:lnTo>
                        <a:pt x="3" y="1261"/>
                      </a:lnTo>
                      <a:lnTo>
                        <a:pt x="0" y="1308"/>
                      </a:lnTo>
                      <a:lnTo>
                        <a:pt x="3" y="1365"/>
                      </a:lnTo>
                      <a:lnTo>
                        <a:pt x="20" y="1418"/>
                      </a:lnTo>
                      <a:lnTo>
                        <a:pt x="47" y="1451"/>
                      </a:lnTo>
                      <a:lnTo>
                        <a:pt x="73" y="1470"/>
                      </a:lnTo>
                      <a:lnTo>
                        <a:pt x="105" y="1483"/>
                      </a:lnTo>
                      <a:lnTo>
                        <a:pt x="155" y="1489"/>
                      </a:lnTo>
                      <a:lnTo>
                        <a:pt x="197" y="1477"/>
                      </a:lnTo>
                      <a:lnTo>
                        <a:pt x="234" y="1439"/>
                      </a:lnTo>
                      <a:lnTo>
                        <a:pt x="260" y="1387"/>
                      </a:lnTo>
                      <a:lnTo>
                        <a:pt x="269" y="1327"/>
                      </a:lnTo>
                      <a:lnTo>
                        <a:pt x="310" y="1266"/>
                      </a:lnTo>
                      <a:lnTo>
                        <a:pt x="357" y="1213"/>
                      </a:lnTo>
                      <a:lnTo>
                        <a:pt x="407" y="1146"/>
                      </a:lnTo>
                      <a:close/>
                    </a:path>
                  </a:pathLst>
                </a:custGeom>
                <a:solidFill>
                  <a:srgbClr val="E0A080"/>
                </a:solidFill>
                <a:ln w="11176" cap="flat" cmpd="sng">
                  <a:solidFill>
                    <a:srgbClr val="000000"/>
                  </a:solidFill>
                  <a:prstDash val="solid"/>
                  <a:headEnd type="none" w="med" len="med"/>
                  <a:tailEnd type="none" w="med" len="med"/>
                </a:ln>
              </p:spPr>
              <p:txBody>
                <a:bodyPr/>
                <a:lstStyle/>
                <a:p>
                  <a:endParaRPr lang="zh-CN" altLang="en-US"/>
                </a:p>
              </p:txBody>
            </p:sp>
          </p:grpSp>
          <p:grpSp>
            <p:nvGrpSpPr>
              <p:cNvPr id="10295" name="组合 10294"/>
              <p:cNvGrpSpPr/>
              <p:nvPr/>
            </p:nvGrpSpPr>
            <p:grpSpPr>
              <a:xfrm>
                <a:off x="3484" y="1909"/>
                <a:ext cx="195" cy="217"/>
                <a:chOff x="3484" y="1909"/>
                <a:chExt cx="195" cy="217"/>
              </a:xfrm>
            </p:grpSpPr>
            <p:sp>
              <p:nvSpPr>
                <p:cNvPr id="10296" name="任意多边形 10295"/>
                <p:cNvSpPr/>
                <p:nvPr/>
              </p:nvSpPr>
              <p:spPr>
                <a:xfrm>
                  <a:off x="3500" y="1909"/>
                  <a:ext cx="179" cy="217"/>
                </a:xfrm>
                <a:custGeom>
                  <a:avLst/>
                  <a:gdLst/>
                  <a:ahLst/>
                  <a:cxnLst/>
                  <a:rect l="0" t="0" r="0" b="0"/>
                  <a:pathLst>
                    <a:path w="179" h="217">
                      <a:moveTo>
                        <a:pt x="0" y="189"/>
                      </a:moveTo>
                      <a:lnTo>
                        <a:pt x="42" y="217"/>
                      </a:lnTo>
                      <a:lnTo>
                        <a:pt x="96" y="204"/>
                      </a:lnTo>
                      <a:lnTo>
                        <a:pt x="153" y="143"/>
                      </a:lnTo>
                      <a:lnTo>
                        <a:pt x="179" y="79"/>
                      </a:lnTo>
                      <a:lnTo>
                        <a:pt x="166" y="22"/>
                      </a:lnTo>
                      <a:lnTo>
                        <a:pt x="117" y="0"/>
                      </a:lnTo>
                      <a:lnTo>
                        <a:pt x="73" y="19"/>
                      </a:lnTo>
                      <a:lnTo>
                        <a:pt x="39" y="44"/>
                      </a:lnTo>
                      <a:lnTo>
                        <a:pt x="0" y="189"/>
                      </a:lnTo>
                      <a:close/>
                    </a:path>
                  </a:pathLst>
                </a:custGeom>
                <a:solidFill>
                  <a:srgbClr val="E0A080"/>
                </a:solidFill>
                <a:ln w="11113" cap="flat" cmpd="sng">
                  <a:solidFill>
                    <a:srgbClr val="000000"/>
                  </a:solidFill>
                  <a:prstDash val="solid"/>
                  <a:headEnd type="none" w="med" len="med"/>
                  <a:tailEnd type="none" w="med" len="med"/>
                </a:ln>
              </p:spPr>
              <p:txBody>
                <a:bodyPr/>
                <a:lstStyle/>
                <a:p>
                  <a:endParaRPr lang="zh-CN" altLang="en-US"/>
                </a:p>
              </p:txBody>
            </p:sp>
            <p:sp>
              <p:nvSpPr>
                <p:cNvPr id="10297" name="任意多边形 10296"/>
                <p:cNvSpPr/>
                <p:nvPr/>
              </p:nvSpPr>
              <p:spPr>
                <a:xfrm>
                  <a:off x="3484" y="1914"/>
                  <a:ext cx="187" cy="208"/>
                </a:xfrm>
                <a:custGeom>
                  <a:avLst/>
                  <a:gdLst/>
                  <a:ahLst/>
                  <a:cxnLst/>
                  <a:rect l="0" t="0" r="0" b="0"/>
                  <a:pathLst>
                    <a:path w="187" h="208">
                      <a:moveTo>
                        <a:pt x="0" y="181"/>
                      </a:moveTo>
                      <a:lnTo>
                        <a:pt x="43" y="208"/>
                      </a:lnTo>
                      <a:lnTo>
                        <a:pt x="100" y="196"/>
                      </a:lnTo>
                      <a:lnTo>
                        <a:pt x="160" y="137"/>
                      </a:lnTo>
                      <a:lnTo>
                        <a:pt x="187" y="76"/>
                      </a:lnTo>
                      <a:lnTo>
                        <a:pt x="173" y="21"/>
                      </a:lnTo>
                      <a:lnTo>
                        <a:pt x="122" y="0"/>
                      </a:lnTo>
                      <a:lnTo>
                        <a:pt x="75" y="18"/>
                      </a:lnTo>
                      <a:lnTo>
                        <a:pt x="41" y="42"/>
                      </a:lnTo>
                      <a:lnTo>
                        <a:pt x="0" y="181"/>
                      </a:lnTo>
                      <a:close/>
                    </a:path>
                  </a:pathLst>
                </a:custGeom>
                <a:solidFill>
                  <a:srgbClr val="E0A080"/>
                </a:solidFill>
                <a:ln w="9525">
                  <a:noFill/>
                </a:ln>
              </p:spPr>
              <p:txBody>
                <a:bodyPr/>
                <a:lstStyle/>
                <a:p>
                  <a:endParaRPr lang="zh-CN" altLang="en-US"/>
                </a:p>
              </p:txBody>
            </p:sp>
          </p:grpSp>
        </p:grpSp>
        <p:sp>
          <p:nvSpPr>
            <p:cNvPr id="10298" name="云形标注 10297"/>
            <p:cNvSpPr/>
            <p:nvPr/>
          </p:nvSpPr>
          <p:spPr>
            <a:xfrm flipH="1">
              <a:off x="1365" y="2974"/>
              <a:ext cx="2920" cy="678"/>
            </a:xfrm>
            <a:prstGeom prst="cloudCallout">
              <a:avLst>
                <a:gd name="adj1" fmla="val -86847"/>
                <a:gd name="adj2" fmla="val 5898"/>
              </a:avLst>
            </a:prstGeom>
            <a:gradFill rotWithShape="0">
              <a:gsLst>
                <a:gs pos="0">
                  <a:srgbClr val="CCFFCC">
                    <a:gamma/>
                    <a:shade val="76078"/>
                    <a:invGamma/>
                  </a:srgbClr>
                </a:gs>
                <a:gs pos="50000">
                  <a:srgbClr val="CCFFCC"/>
                </a:gs>
                <a:gs pos="100000">
                  <a:srgbClr val="CCFFCC">
                    <a:gamma/>
                    <a:shade val="76078"/>
                    <a:invGamma/>
                  </a:srgbClr>
                </a:gs>
              </a:gsLst>
              <a:lin ang="0" scaled="1"/>
              <a:tileRect/>
            </a:gradFill>
            <a:ln w="9525" cap="flat" cmpd="sng">
              <a:solidFill>
                <a:srgbClr val="CCFFFF"/>
              </a:solidFill>
              <a:prstDash val="solid"/>
              <a:headEnd type="none" w="med" len="med"/>
              <a:tailEnd type="none" w="med" len="med"/>
            </a:ln>
          </p:spPr>
          <p:txBody>
            <a:bodyPr wrap="none" anchor="ctr" anchorCtr="0"/>
            <a:lstStyle/>
            <a:p>
              <a:pPr fontAlgn="t"/>
              <a:r>
                <a:rPr lang="zh-CN" altLang="en-US" sz="2000" b="1" dirty="0">
                  <a:solidFill>
                    <a:schemeClr val="accent2"/>
                  </a:solidFill>
                  <a:latin typeface="Arial" panose="020B0604020202020204" pitchFamily="34" charset="0"/>
                  <a:ea typeface="楷体_GB2312" pitchFamily="49" charset="-122"/>
                </a:rPr>
                <a:t>那么对于一个一般的向量，</a:t>
              </a:r>
            </a:p>
            <a:p>
              <a:pPr fontAlgn="t"/>
              <a:r>
                <a:rPr lang="zh-CN" altLang="en-US" sz="2000" b="1" dirty="0">
                  <a:solidFill>
                    <a:schemeClr val="accent2"/>
                  </a:solidFill>
                  <a:latin typeface="Arial" panose="020B0604020202020204" pitchFamily="34" charset="0"/>
                  <a:ea typeface="楷体_GB2312" pitchFamily="49" charset="-122"/>
                </a:rPr>
                <a:t>是不是可以用一组已知的</a:t>
              </a:r>
            </a:p>
            <a:p>
              <a:pPr fontAlgn="t"/>
              <a:r>
                <a:rPr lang="zh-CN" altLang="en-US" sz="2000" b="1" dirty="0">
                  <a:solidFill>
                    <a:schemeClr val="accent2"/>
                  </a:solidFill>
                  <a:latin typeface="Arial" panose="020B0604020202020204" pitchFamily="34" charset="0"/>
                  <a:ea typeface="楷体_GB2312" pitchFamily="49" charset="-122"/>
                </a:rPr>
                <a:t>向量来线性表示？该怎么判断呢？</a:t>
              </a:r>
              <a:endParaRPr lang="zh-CN" altLang="en-US" sz="2000" b="1">
                <a:solidFill>
                  <a:schemeClr val="accent2"/>
                </a:solidFill>
                <a:latin typeface="Arial" panose="020B0604020202020204" pitchFamily="34" charset="0"/>
                <a:ea typeface="楷体_GB2312" pitchFamily="49" charset="-122"/>
              </a:endParaRPr>
            </a:p>
          </p:txBody>
        </p:sp>
      </p:grpSp>
      <p:graphicFrame>
        <p:nvGraphicFramePr>
          <p:cNvPr id="2" name="对象 -2147479885"/>
          <p:cNvGraphicFramePr>
            <a:graphicFrameLocks noChangeAspect="1"/>
          </p:cNvGraphicFramePr>
          <p:nvPr/>
        </p:nvGraphicFramePr>
        <p:xfrm>
          <a:off x="416560" y="1412875"/>
          <a:ext cx="7282180" cy="553085"/>
        </p:xfrm>
        <a:graphic>
          <a:graphicData uri="http://schemas.openxmlformats.org/presentationml/2006/ole">
            <mc:AlternateContent xmlns:mc="http://schemas.openxmlformats.org/markup-compatibility/2006">
              <mc:Choice xmlns:v="urn:schemas-microsoft-com:vml" Requires="v">
                <p:oleObj r:id="rId4" imgW="3009900" imgH="228600" progId="Equation.DSMT4">
                  <p:embed/>
                </p:oleObj>
              </mc:Choice>
              <mc:Fallback>
                <p:oleObj r:id="rId4" imgW="3009900" imgH="228600" progId="Equation.DSMT4">
                  <p:embed/>
                  <p:pic>
                    <p:nvPicPr>
                      <p:cNvPr id="0" name="图片 1"/>
                      <p:cNvPicPr/>
                      <p:nvPr/>
                    </p:nvPicPr>
                    <p:blipFill>
                      <a:blip r:embed="rId5"/>
                      <a:stretch>
                        <a:fillRect/>
                      </a:stretch>
                    </p:blipFill>
                    <p:spPr>
                      <a:xfrm>
                        <a:off x="416560" y="1412875"/>
                        <a:ext cx="7282180" cy="553085"/>
                      </a:xfrm>
                      <a:prstGeom prst="rect">
                        <a:avLst/>
                      </a:prstGeom>
                      <a:noFill/>
                      <a:ln w="38100">
                        <a:noFill/>
                        <a:miter/>
                      </a:ln>
                    </p:spPr>
                  </p:pic>
                </p:oleObj>
              </mc:Fallback>
            </mc:AlternateContent>
          </a:graphicData>
        </a:graphic>
      </p:graphicFrame>
      <p:graphicFrame>
        <p:nvGraphicFramePr>
          <p:cNvPr id="4" name="对象 -2147479885"/>
          <p:cNvGraphicFramePr>
            <a:graphicFrameLocks noChangeAspect="1"/>
          </p:cNvGraphicFramePr>
          <p:nvPr/>
        </p:nvGraphicFramePr>
        <p:xfrm>
          <a:off x="4211956" y="2061210"/>
          <a:ext cx="1829435" cy="598805"/>
        </p:xfrm>
        <a:graphic>
          <a:graphicData uri="http://schemas.openxmlformats.org/presentationml/2006/ole">
            <mc:AlternateContent xmlns:mc="http://schemas.openxmlformats.org/markup-compatibility/2006">
              <mc:Choice xmlns:v="urn:schemas-microsoft-com:vml" Requires="v">
                <p:oleObj r:id="rId6" imgW="698500" imgH="228600" progId="Equation.DSMT4">
                  <p:embed/>
                </p:oleObj>
              </mc:Choice>
              <mc:Fallback>
                <p:oleObj r:id="rId6" imgW="698500" imgH="228600" progId="Equation.DSMT4">
                  <p:embed/>
                  <p:pic>
                    <p:nvPicPr>
                      <p:cNvPr id="0" name="图片 1"/>
                      <p:cNvPicPr/>
                      <p:nvPr/>
                    </p:nvPicPr>
                    <p:blipFill>
                      <a:blip r:embed="rId7"/>
                      <a:stretch>
                        <a:fillRect/>
                      </a:stretch>
                    </p:blipFill>
                    <p:spPr>
                      <a:xfrm>
                        <a:off x="4211956" y="2061210"/>
                        <a:ext cx="1829435" cy="598805"/>
                      </a:xfrm>
                      <a:prstGeom prst="rect">
                        <a:avLst/>
                      </a:prstGeom>
                      <a:noFill/>
                      <a:ln w="38100">
                        <a:noFill/>
                        <a:miter/>
                      </a:ln>
                    </p:spPr>
                  </p:pic>
                </p:oleObj>
              </mc:Fallback>
            </mc:AlternateContent>
          </a:graphicData>
        </a:graphic>
      </p:graphicFrame>
      <p:sp>
        <p:nvSpPr>
          <p:cNvPr id="6" name="文本框 5"/>
          <p:cNvSpPr txBox="1"/>
          <p:nvPr/>
        </p:nvSpPr>
        <p:spPr>
          <a:xfrm>
            <a:off x="467360" y="3565525"/>
            <a:ext cx="8172450" cy="953135"/>
          </a:xfrm>
          <a:prstGeom prst="rect">
            <a:avLst/>
          </a:prstGeom>
          <a:noFill/>
          <a:ln w="9525">
            <a:noFill/>
          </a:ln>
        </p:spPr>
        <p:txBody>
          <a:bodyPr wrap="square">
            <a:spAutoFit/>
          </a:bodyPr>
          <a:lstStyle/>
          <a:p>
            <a:pPr fontAlgn="ctr">
              <a:spcBef>
                <a:spcPct val="50000"/>
              </a:spcBef>
            </a:pPr>
            <a:r>
              <a:rPr lang="zh-CN" altLang="en-US" dirty="0">
                <a:solidFill>
                  <a:srgbClr val="FF0000"/>
                </a:solidFill>
                <a:latin typeface="楷体_GB2312" pitchFamily="49" charset="-122"/>
                <a:ea typeface="楷体_GB2312" pitchFamily="49" charset="-122"/>
              </a:rPr>
              <a:t>例</a:t>
            </a:r>
            <a:r>
              <a:rPr lang="en-US" altLang="zh-CN" dirty="0">
                <a:solidFill>
                  <a:srgbClr val="FF0000"/>
                </a:solidFill>
                <a:latin typeface="楷体_GB2312" pitchFamily="49" charset="-122"/>
                <a:ea typeface="楷体_GB2312" pitchFamily="49" charset="-122"/>
              </a:rPr>
              <a:t>3.3.2</a:t>
            </a:r>
            <a:r>
              <a:rPr lang="zh-CN" altLang="en-US" dirty="0">
                <a:latin typeface="楷体_GB2312" pitchFamily="49" charset="-122"/>
                <a:ea typeface="楷体_GB2312" pitchFamily="49" charset="-122"/>
                <a:sym typeface="+mn-ea"/>
              </a:rPr>
              <a:t>零向量</a:t>
            </a:r>
            <a:r>
              <a:rPr lang="en-US" altLang="zh-CN">
                <a:latin typeface="楷体_GB2312" pitchFamily="49" charset="-122"/>
                <a:ea typeface="楷体_GB2312" pitchFamily="49" charset="-122"/>
                <a:sym typeface="+mn-ea"/>
              </a:rPr>
              <a:t>O</a:t>
            </a:r>
            <a:r>
              <a:rPr lang="zh-CN" altLang="en-US" dirty="0">
                <a:latin typeface="楷体_GB2312" pitchFamily="49" charset="-122"/>
                <a:ea typeface="楷体_GB2312" pitchFamily="49" charset="-122"/>
                <a:sym typeface="+mn-ea"/>
              </a:rPr>
              <a:t>可由任意一组</a:t>
            </a:r>
            <a:r>
              <a:rPr lang="zh-CN" altLang="en-US" dirty="0">
                <a:latin typeface="Arial" panose="020B0604020202020204" pitchFamily="34" charset="0"/>
                <a:ea typeface="楷体_GB2312" pitchFamily="49" charset="-12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n</a:t>
            </a:r>
            <a:r>
              <a:rPr lang="zh-CN" altLang="en-US" dirty="0">
                <a:latin typeface="Arial" panose="020B0604020202020204" pitchFamily="34" charset="0"/>
                <a:ea typeface="楷体_GB2312" pitchFamily="49" charset="-122"/>
                <a:sym typeface="+mn-ea"/>
              </a:rPr>
              <a:t>线性表示</a:t>
            </a:r>
          </a:p>
        </p:txBody>
      </p:sp>
      <p:graphicFrame>
        <p:nvGraphicFramePr>
          <p:cNvPr id="7" name="对象 6"/>
          <p:cNvGraphicFramePr/>
          <p:nvPr/>
        </p:nvGraphicFramePr>
        <p:xfrm>
          <a:off x="2411413" y="4077335"/>
          <a:ext cx="3216910" cy="579755"/>
        </p:xfrm>
        <a:graphic>
          <a:graphicData uri="http://schemas.openxmlformats.org/presentationml/2006/ole">
            <mc:AlternateContent xmlns:mc="http://schemas.openxmlformats.org/markup-compatibility/2006">
              <mc:Choice xmlns:v="urn:schemas-microsoft-com:vml" Requires="v">
                <p:oleObj r:id="rId8" imgW="1333500" imgH="228600" progId="Equation.DSMT4">
                  <p:embed/>
                </p:oleObj>
              </mc:Choice>
              <mc:Fallback>
                <p:oleObj r:id="rId8" imgW="1333500" imgH="228600" progId="Equation.DSMT4">
                  <p:embed/>
                  <p:pic>
                    <p:nvPicPr>
                      <p:cNvPr id="0" name="图片 3077"/>
                      <p:cNvPicPr/>
                      <p:nvPr/>
                    </p:nvPicPr>
                    <p:blipFill>
                      <a:blip r:embed="rId9"/>
                      <a:stretch>
                        <a:fillRect/>
                      </a:stretch>
                    </p:blipFill>
                    <p:spPr>
                      <a:xfrm>
                        <a:off x="2411413" y="4077335"/>
                        <a:ext cx="3216910" cy="579755"/>
                      </a:xfrm>
                      <a:prstGeom prst="rect">
                        <a:avLst/>
                      </a:prstGeom>
                      <a:noFill/>
                      <a:ln w="38100">
                        <a:noFill/>
                        <a:miter/>
                      </a:ln>
                    </p:spPr>
                  </p:pic>
                </p:oleObj>
              </mc:Fallback>
            </mc:AlternateContent>
          </a:graphicData>
        </a:graphic>
      </p:graphicFrame>
      <p:sp>
        <p:nvSpPr>
          <p:cNvPr id="9" name="文本框 8"/>
          <p:cNvSpPr txBox="1"/>
          <p:nvPr/>
        </p:nvSpPr>
        <p:spPr>
          <a:xfrm>
            <a:off x="467360" y="4518660"/>
            <a:ext cx="8172450" cy="953135"/>
          </a:xfrm>
          <a:prstGeom prst="rect">
            <a:avLst/>
          </a:prstGeom>
          <a:noFill/>
          <a:ln w="9525">
            <a:noFill/>
          </a:ln>
        </p:spPr>
        <p:txBody>
          <a:bodyPr wrap="square">
            <a:spAutoFit/>
          </a:bodyPr>
          <a:lstStyle/>
          <a:p>
            <a:pPr fontAlgn="ctr">
              <a:spcBef>
                <a:spcPct val="50000"/>
              </a:spcBef>
            </a:pPr>
            <a:r>
              <a:rPr lang="zh-CN" altLang="en-US" dirty="0">
                <a:solidFill>
                  <a:srgbClr val="FF0000"/>
                </a:solidFill>
                <a:latin typeface="楷体_GB2312" pitchFamily="49" charset="-122"/>
                <a:ea typeface="楷体_GB2312" pitchFamily="49" charset="-122"/>
              </a:rPr>
              <a:t>例</a:t>
            </a:r>
            <a:r>
              <a:rPr lang="en-US" altLang="zh-CN" dirty="0">
                <a:solidFill>
                  <a:srgbClr val="FF0000"/>
                </a:solidFill>
                <a:latin typeface="楷体_GB2312" pitchFamily="49" charset="-122"/>
                <a:ea typeface="楷体_GB2312" pitchFamily="49" charset="-122"/>
              </a:rPr>
              <a:t>3.3.3</a:t>
            </a:r>
            <a:r>
              <a:rPr lang="zh-CN" altLang="en-US" dirty="0">
                <a:latin typeface="楷体_GB2312" pitchFamily="49" charset="-122"/>
                <a:ea typeface="楷体_GB2312" pitchFamily="49" charset="-122"/>
                <a:sym typeface="+mn-ea"/>
              </a:rPr>
              <a:t>向量组中任一向量都可由此向量组本身线性表示</a:t>
            </a:r>
            <a:endParaRPr lang="zh-CN" altLang="en-US" dirty="0">
              <a:latin typeface="Arial" panose="020B0604020202020204" pitchFamily="34" charset="0"/>
              <a:ea typeface="楷体_GB2312" pitchFamily="49" charset="-122"/>
              <a:sym typeface="+mn-ea"/>
            </a:endParaRPr>
          </a:p>
        </p:txBody>
      </p:sp>
      <p:graphicFrame>
        <p:nvGraphicFramePr>
          <p:cNvPr id="10" name="对象 -2147479880"/>
          <p:cNvGraphicFramePr>
            <a:graphicFrameLocks noChangeAspect="1"/>
          </p:cNvGraphicFramePr>
          <p:nvPr/>
        </p:nvGraphicFramePr>
        <p:xfrm>
          <a:off x="1043940" y="6021705"/>
          <a:ext cx="5072380" cy="589280"/>
        </p:xfrm>
        <a:graphic>
          <a:graphicData uri="http://schemas.openxmlformats.org/presentationml/2006/ole">
            <mc:AlternateContent xmlns:mc="http://schemas.openxmlformats.org/markup-compatibility/2006">
              <mc:Choice xmlns:v="urn:schemas-microsoft-com:vml" Requires="v">
                <p:oleObj r:id="rId10" imgW="2590800" imgH="241300" progId="Equation.DSMT4">
                  <p:embed/>
                </p:oleObj>
              </mc:Choice>
              <mc:Fallback>
                <p:oleObj r:id="rId10" imgW="2590800" imgH="241300" progId="Equation.DSMT4">
                  <p:embed/>
                  <p:pic>
                    <p:nvPicPr>
                      <p:cNvPr id="0" name="图片 3075"/>
                      <p:cNvPicPr/>
                      <p:nvPr/>
                    </p:nvPicPr>
                    <p:blipFill>
                      <a:blip r:embed="rId11"/>
                      <a:stretch>
                        <a:fillRect/>
                      </a:stretch>
                    </p:blipFill>
                    <p:spPr>
                      <a:xfrm>
                        <a:off x="1043940" y="6021705"/>
                        <a:ext cx="5072380" cy="589280"/>
                      </a:xfrm>
                      <a:prstGeom prst="rect">
                        <a:avLst/>
                      </a:prstGeom>
                      <a:noFill/>
                      <a:ln w="38100">
                        <a:noFill/>
                        <a:miter/>
                      </a:ln>
                    </p:spPr>
                  </p:pic>
                </p:oleObj>
              </mc:Fallback>
            </mc:AlternateContent>
          </a:graphicData>
        </a:graphic>
      </p:graphicFrame>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6" name="矩形 35845"/>
          <p:cNvSpPr/>
          <p:nvPr/>
        </p:nvSpPr>
        <p:spPr>
          <a:xfrm>
            <a:off x="467360" y="188278"/>
            <a:ext cx="5616575" cy="519112"/>
          </a:xfrm>
          <a:prstGeom prst="rect">
            <a:avLst/>
          </a:prstGeom>
          <a:noFill/>
          <a:ln w="9525">
            <a:noFill/>
          </a:ln>
        </p:spPr>
        <p:txBody>
          <a:bodyPr wrap="none" anchor="ctr" anchorCtr="0">
            <a:spAutoFit/>
          </a:bodyPr>
          <a:lstStyle/>
          <a:p>
            <a:r>
              <a:rPr lang="zh-CN" altLang="en-US" sz="2800" b="1" dirty="0">
                <a:solidFill>
                  <a:srgbClr val="FF3300"/>
                </a:solidFill>
                <a:latin typeface="Arial" panose="020B0604020202020204" pitchFamily="34" charset="0"/>
                <a:ea typeface="楷体_GB2312" pitchFamily="49" charset="-122"/>
              </a:rPr>
              <a:t>线性方程组与线性表示之间的关系 </a:t>
            </a:r>
          </a:p>
        </p:txBody>
      </p:sp>
      <p:sp>
        <p:nvSpPr>
          <p:cNvPr id="2" name="文本框 1"/>
          <p:cNvSpPr txBox="1"/>
          <p:nvPr/>
        </p:nvSpPr>
        <p:spPr>
          <a:xfrm>
            <a:off x="467360" y="692785"/>
            <a:ext cx="7994015" cy="3582670"/>
          </a:xfrm>
          <a:prstGeom prst="rect">
            <a:avLst/>
          </a:prstGeom>
          <a:noFill/>
        </p:spPr>
        <p:txBody>
          <a:bodyPr wrap="square" rtlCol="0" anchor="t">
            <a:noAutofit/>
          </a:bodyPr>
          <a:lstStyle/>
          <a:p>
            <a:pPr>
              <a:lnSpc>
                <a:spcPct val="120000"/>
              </a:lnSpc>
            </a:pPr>
            <a:r>
              <a:rPr lang="zh-CN" altLang="en-US" sz="2400" dirty="0">
                <a:sym typeface="+mn-ea"/>
              </a:rPr>
              <a:t>考虑列向量</a:t>
            </a:r>
            <a:r>
              <a:rPr lang="en-US" altLang="zh-CN" sz="2400" i="1" dirty="0">
                <a:sym typeface="+mn-ea"/>
              </a:rPr>
              <a:t>β=</a:t>
            </a:r>
            <a:r>
              <a:rPr lang="en-US" altLang="zh-CN" sz="2400" dirty="0">
                <a:sym typeface="+mn-ea"/>
              </a:rPr>
              <a:t>(</a:t>
            </a:r>
            <a:r>
              <a:rPr lang="en-US" altLang="zh-CN" sz="2400" i="1" dirty="0">
                <a:sym typeface="+mn-ea"/>
              </a:rPr>
              <a:t>b</a:t>
            </a:r>
            <a:r>
              <a:rPr lang="en-US" altLang="zh-CN" sz="2400" baseline="-25000" dirty="0">
                <a:sym typeface="+mn-ea"/>
              </a:rPr>
              <a:t>1</a:t>
            </a:r>
            <a:r>
              <a:rPr lang="en-US" altLang="zh-CN" sz="2400" dirty="0">
                <a:sym typeface="+mn-ea"/>
              </a:rPr>
              <a:t>, </a:t>
            </a:r>
            <a:r>
              <a:rPr lang="en-US" altLang="zh-CN" sz="2400" i="1" dirty="0">
                <a:sym typeface="+mn-ea"/>
              </a:rPr>
              <a:t>b</a:t>
            </a:r>
            <a:r>
              <a:rPr lang="en-US" altLang="zh-CN" sz="2400" baseline="-25000" dirty="0">
                <a:sym typeface="+mn-ea"/>
              </a:rPr>
              <a:t>2</a:t>
            </a:r>
            <a:r>
              <a:rPr lang="en-US" altLang="zh-CN" sz="2400" dirty="0">
                <a:sym typeface="+mn-ea"/>
              </a:rPr>
              <a:t>, …, </a:t>
            </a:r>
            <a:r>
              <a:rPr lang="en-US" altLang="zh-CN" sz="2400" i="1" dirty="0">
                <a:sym typeface="+mn-ea"/>
              </a:rPr>
              <a:t>b</a:t>
            </a:r>
            <a:r>
              <a:rPr lang="en-US" altLang="zh-CN" sz="2400" i="1" baseline="-25000" dirty="0">
                <a:sym typeface="+mn-ea"/>
              </a:rPr>
              <a:t>n</a:t>
            </a:r>
            <a:r>
              <a:rPr lang="en-US" altLang="zh-CN" sz="2400" dirty="0">
                <a:sym typeface="+mn-ea"/>
              </a:rPr>
              <a:t>)</a:t>
            </a:r>
            <a:r>
              <a:rPr lang="en-US" altLang="zh-CN" sz="2400" b="0" baseline="30000" dirty="0">
                <a:sym typeface="+mn-ea"/>
              </a:rPr>
              <a:t>T</a:t>
            </a:r>
            <a:r>
              <a:rPr lang="zh-CN" altLang="en-US" sz="2400" dirty="0">
                <a:sym typeface="+mn-ea"/>
              </a:rPr>
              <a:t>是否可以由列向量组</a:t>
            </a:r>
            <a:r>
              <a:rPr lang="en-US" altLang="zh-CN" sz="2400" dirty="0">
                <a:sym typeface="+mn-ea"/>
              </a:rPr>
              <a:t>(I):</a:t>
            </a:r>
            <a:r>
              <a:rPr lang="en-US" altLang="zh-CN" sz="2400" i="1" dirty="0">
                <a:sym typeface="+mn-ea"/>
              </a:rPr>
              <a:t>α</a:t>
            </a:r>
            <a:r>
              <a:rPr lang="en-US" altLang="zh-CN" sz="2400" baseline="-25000" dirty="0">
                <a:sym typeface="+mn-ea"/>
              </a:rPr>
              <a:t>1</a:t>
            </a:r>
            <a:r>
              <a:rPr lang="en-US" altLang="zh-CN" sz="2400" dirty="0">
                <a:sym typeface="+mn-ea"/>
              </a:rPr>
              <a:t>=(</a:t>
            </a:r>
            <a:r>
              <a:rPr lang="en-US" altLang="zh-CN" sz="2400" i="1" dirty="0">
                <a:sym typeface="+mn-ea"/>
              </a:rPr>
              <a:t>a</a:t>
            </a:r>
            <a:r>
              <a:rPr lang="en-US" altLang="zh-CN" sz="2400" baseline="-25000" dirty="0">
                <a:sym typeface="+mn-ea"/>
              </a:rPr>
              <a:t>11</a:t>
            </a:r>
            <a:r>
              <a:rPr lang="en-US" altLang="zh-CN" sz="2400" dirty="0">
                <a:sym typeface="+mn-ea"/>
              </a:rPr>
              <a:t>, </a:t>
            </a:r>
            <a:r>
              <a:rPr lang="en-US" altLang="zh-CN" sz="2400" i="1" dirty="0">
                <a:sym typeface="+mn-ea"/>
              </a:rPr>
              <a:t>a</a:t>
            </a:r>
            <a:r>
              <a:rPr lang="en-US" altLang="zh-CN" sz="2400" baseline="-25000" dirty="0">
                <a:sym typeface="+mn-ea"/>
              </a:rPr>
              <a:t>21</a:t>
            </a:r>
            <a:r>
              <a:rPr lang="en-US" altLang="zh-CN" sz="2400" dirty="0">
                <a:sym typeface="+mn-ea"/>
              </a:rPr>
              <a:t>, …, </a:t>
            </a:r>
            <a:r>
              <a:rPr lang="en-US" altLang="zh-CN" sz="2400" i="1" dirty="0">
                <a:sym typeface="+mn-ea"/>
              </a:rPr>
              <a:t>a</a:t>
            </a:r>
            <a:r>
              <a:rPr lang="en-US" altLang="zh-CN" sz="2400" i="1" baseline="-25000" dirty="0">
                <a:sym typeface="+mn-ea"/>
              </a:rPr>
              <a:t>n</a:t>
            </a:r>
            <a:r>
              <a:rPr lang="en-US" altLang="zh-CN" sz="2400" baseline="-25000" dirty="0">
                <a:sym typeface="+mn-ea"/>
              </a:rPr>
              <a:t>1</a:t>
            </a:r>
            <a:r>
              <a:rPr lang="en-US" altLang="zh-CN" sz="2400" dirty="0">
                <a:sym typeface="+mn-ea"/>
              </a:rPr>
              <a:t>)</a:t>
            </a:r>
            <a:r>
              <a:rPr lang="en-US" altLang="zh-CN" sz="2400" b="0" baseline="30000" dirty="0">
                <a:sym typeface="+mn-ea"/>
              </a:rPr>
              <a:t>T</a:t>
            </a:r>
            <a:r>
              <a:rPr lang="en-US" altLang="zh-CN" sz="2400" dirty="0">
                <a:sym typeface="+mn-ea"/>
              </a:rPr>
              <a:t>, </a:t>
            </a:r>
            <a:r>
              <a:rPr lang="en-US" altLang="zh-CN" sz="2400" i="1" dirty="0">
                <a:sym typeface="+mn-ea"/>
              </a:rPr>
              <a:t>α</a:t>
            </a:r>
            <a:r>
              <a:rPr lang="en-US" altLang="zh-CN" sz="2400" baseline="-25000" dirty="0">
                <a:sym typeface="+mn-ea"/>
              </a:rPr>
              <a:t>2</a:t>
            </a:r>
            <a:r>
              <a:rPr lang="en-US" altLang="zh-CN" sz="2400" dirty="0">
                <a:sym typeface="+mn-ea"/>
              </a:rPr>
              <a:t>=(</a:t>
            </a:r>
            <a:r>
              <a:rPr lang="en-US" altLang="zh-CN" sz="2400" i="1" dirty="0">
                <a:sym typeface="+mn-ea"/>
              </a:rPr>
              <a:t>a</a:t>
            </a:r>
            <a:r>
              <a:rPr lang="en-US" altLang="zh-CN" sz="2400" baseline="-25000" dirty="0">
                <a:sym typeface="+mn-ea"/>
              </a:rPr>
              <a:t>12</a:t>
            </a:r>
            <a:r>
              <a:rPr lang="en-US" altLang="zh-CN" sz="2400" dirty="0">
                <a:sym typeface="+mn-ea"/>
              </a:rPr>
              <a:t>, </a:t>
            </a:r>
            <a:r>
              <a:rPr lang="en-US" altLang="zh-CN" sz="2400" i="1" dirty="0">
                <a:sym typeface="+mn-ea"/>
              </a:rPr>
              <a:t>a</a:t>
            </a:r>
            <a:r>
              <a:rPr lang="en-US" altLang="zh-CN" sz="2400" baseline="-25000" dirty="0">
                <a:sym typeface="+mn-ea"/>
              </a:rPr>
              <a:t>22</a:t>
            </a:r>
            <a:r>
              <a:rPr lang="en-US" altLang="zh-CN" sz="2400" dirty="0">
                <a:sym typeface="+mn-ea"/>
              </a:rPr>
              <a:t>, …, </a:t>
            </a:r>
            <a:r>
              <a:rPr lang="en-US" altLang="zh-CN" sz="2400" i="1" dirty="0">
                <a:sym typeface="+mn-ea"/>
              </a:rPr>
              <a:t>a</a:t>
            </a:r>
            <a:r>
              <a:rPr lang="en-US" altLang="zh-CN" sz="2400" i="1" baseline="-25000" dirty="0">
                <a:sym typeface="+mn-ea"/>
              </a:rPr>
              <a:t>n</a:t>
            </a:r>
            <a:r>
              <a:rPr lang="en-US" altLang="zh-CN" sz="2400" baseline="-25000" dirty="0">
                <a:sym typeface="+mn-ea"/>
              </a:rPr>
              <a:t>2</a:t>
            </a:r>
            <a:r>
              <a:rPr lang="en-US" altLang="zh-CN" sz="2400" dirty="0">
                <a:sym typeface="+mn-ea"/>
              </a:rPr>
              <a:t>)</a:t>
            </a:r>
            <a:r>
              <a:rPr lang="en-US" altLang="zh-CN" sz="2400" b="0" baseline="30000" dirty="0">
                <a:sym typeface="+mn-ea"/>
              </a:rPr>
              <a:t>T</a:t>
            </a:r>
            <a:r>
              <a:rPr lang="en-US" altLang="zh-CN" sz="2400" dirty="0">
                <a:sym typeface="+mn-ea"/>
              </a:rPr>
              <a:t>, …, </a:t>
            </a:r>
            <a:r>
              <a:rPr lang="en-US" altLang="zh-CN" sz="2400" i="1" dirty="0">
                <a:sym typeface="+mn-ea"/>
              </a:rPr>
              <a:t>α</a:t>
            </a:r>
            <a:r>
              <a:rPr lang="en-US" altLang="zh-CN" sz="2400" i="1" baseline="-25000" dirty="0">
                <a:sym typeface="+mn-ea"/>
              </a:rPr>
              <a:t>m</a:t>
            </a:r>
            <a:r>
              <a:rPr lang="en-US" altLang="zh-CN" sz="2400" dirty="0">
                <a:sym typeface="+mn-ea"/>
              </a:rPr>
              <a:t>=(</a:t>
            </a:r>
            <a:r>
              <a:rPr lang="en-US" altLang="zh-CN" sz="2400" i="1" dirty="0">
                <a:sym typeface="+mn-ea"/>
              </a:rPr>
              <a:t>a</a:t>
            </a:r>
            <a:r>
              <a:rPr lang="en-US" altLang="zh-CN" sz="2400" baseline="-25000" dirty="0">
                <a:sym typeface="+mn-ea"/>
              </a:rPr>
              <a:t>1</a:t>
            </a:r>
            <a:r>
              <a:rPr lang="en-US" altLang="zh-CN" sz="2400" i="1" baseline="-25000" dirty="0">
                <a:sym typeface="+mn-ea"/>
              </a:rPr>
              <a:t>m</a:t>
            </a:r>
            <a:r>
              <a:rPr lang="en-US" altLang="zh-CN" sz="2400" dirty="0">
                <a:sym typeface="+mn-ea"/>
              </a:rPr>
              <a:t>, </a:t>
            </a:r>
            <a:r>
              <a:rPr lang="en-US" altLang="zh-CN" sz="2400" i="1" dirty="0">
                <a:sym typeface="+mn-ea"/>
              </a:rPr>
              <a:t>a</a:t>
            </a:r>
            <a:r>
              <a:rPr lang="en-US" altLang="zh-CN" sz="2400" baseline="-25000" dirty="0">
                <a:sym typeface="+mn-ea"/>
              </a:rPr>
              <a:t>2</a:t>
            </a:r>
            <a:r>
              <a:rPr lang="en-US" altLang="zh-CN" sz="2400" i="1" baseline="-25000" dirty="0">
                <a:sym typeface="+mn-ea"/>
              </a:rPr>
              <a:t>m</a:t>
            </a:r>
            <a:r>
              <a:rPr lang="en-US" altLang="zh-CN" sz="2400" dirty="0">
                <a:sym typeface="+mn-ea"/>
              </a:rPr>
              <a:t>, …, </a:t>
            </a:r>
            <a:r>
              <a:rPr lang="en-US" altLang="zh-CN" sz="2400" i="1" dirty="0">
                <a:sym typeface="+mn-ea"/>
              </a:rPr>
              <a:t>a</a:t>
            </a:r>
            <a:r>
              <a:rPr lang="en-US" altLang="zh-CN" sz="2400" i="1" baseline="-25000" dirty="0">
                <a:sym typeface="+mn-ea"/>
              </a:rPr>
              <a:t>nm</a:t>
            </a:r>
            <a:r>
              <a:rPr lang="en-US" altLang="zh-CN" sz="2400" dirty="0">
                <a:sym typeface="+mn-ea"/>
              </a:rPr>
              <a:t>)</a:t>
            </a:r>
            <a:r>
              <a:rPr lang="en-US" altLang="zh-CN" sz="2400" b="0" baseline="30000" dirty="0">
                <a:sym typeface="+mn-ea"/>
              </a:rPr>
              <a:t>T</a:t>
            </a:r>
            <a:r>
              <a:rPr lang="zh-CN" altLang="en-US" sz="2400" dirty="0">
                <a:sym typeface="+mn-ea"/>
              </a:rPr>
              <a:t>线性表示</a:t>
            </a:r>
            <a:r>
              <a:rPr lang="en-US" altLang="zh-CN" sz="2400" dirty="0">
                <a:sym typeface="+mn-ea"/>
              </a:rPr>
              <a:t>. </a:t>
            </a:r>
          </a:p>
          <a:p>
            <a:pPr>
              <a:lnSpc>
                <a:spcPct val="120000"/>
              </a:lnSpc>
            </a:pPr>
            <a:r>
              <a:rPr lang="en-US" altLang="zh-CN" sz="2400" dirty="0">
                <a:sym typeface="+mn-ea"/>
              </a:rPr>
              <a:t> </a:t>
            </a:r>
            <a:r>
              <a:rPr lang="zh-CN" altLang="en-US" sz="2400" dirty="0">
                <a:sym typeface="+mn-ea"/>
              </a:rPr>
              <a:t>向量</a:t>
            </a:r>
            <a:r>
              <a:rPr lang="en-US" altLang="zh-CN" sz="2400" i="1" dirty="0">
                <a:sym typeface="+mn-ea"/>
              </a:rPr>
              <a:t>β</a:t>
            </a:r>
            <a:r>
              <a:rPr lang="zh-CN" altLang="en-US" sz="2400" dirty="0">
                <a:sym typeface="+mn-ea"/>
              </a:rPr>
              <a:t>是否可以由向量组</a:t>
            </a:r>
            <a:r>
              <a:rPr lang="en-US" altLang="zh-CN" sz="2400" dirty="0">
                <a:sym typeface="+mn-ea"/>
              </a:rPr>
              <a:t>(I)</a:t>
            </a:r>
            <a:r>
              <a:rPr lang="zh-CN" altLang="en-US" sz="2400" dirty="0">
                <a:sym typeface="+mn-ea"/>
              </a:rPr>
              <a:t>线性表示，实际上就是寻找是否存在一组数</a:t>
            </a:r>
            <a:r>
              <a:rPr lang="en-US" altLang="zh-CN" sz="2400" i="1" dirty="0">
                <a:sym typeface="+mn-ea"/>
              </a:rPr>
              <a:t>x</a:t>
            </a:r>
            <a:r>
              <a:rPr lang="en-US" altLang="zh-CN" sz="2400" baseline="-25000" dirty="0">
                <a:sym typeface="+mn-ea"/>
              </a:rPr>
              <a:t>1</a:t>
            </a:r>
            <a:r>
              <a:rPr lang="en-US" altLang="zh-CN" sz="2400" dirty="0">
                <a:sym typeface="+mn-ea"/>
              </a:rPr>
              <a:t>, </a:t>
            </a:r>
            <a:r>
              <a:rPr lang="en-US" altLang="zh-CN" sz="2400" i="1" dirty="0">
                <a:sym typeface="+mn-ea"/>
              </a:rPr>
              <a:t>x</a:t>
            </a:r>
            <a:r>
              <a:rPr lang="en-US" altLang="zh-CN" sz="2400" baseline="-25000" dirty="0">
                <a:sym typeface="+mn-ea"/>
              </a:rPr>
              <a:t>2</a:t>
            </a:r>
            <a:r>
              <a:rPr lang="en-US" altLang="zh-CN" sz="2400" dirty="0">
                <a:sym typeface="+mn-ea"/>
              </a:rPr>
              <a:t>, …, </a:t>
            </a:r>
            <a:r>
              <a:rPr lang="en-US" altLang="zh-CN" sz="2400" i="1" dirty="0">
                <a:sym typeface="+mn-ea"/>
              </a:rPr>
              <a:t>x</a:t>
            </a:r>
            <a:r>
              <a:rPr lang="en-US" altLang="zh-CN" sz="2400" i="1" baseline="-25000" dirty="0">
                <a:sym typeface="+mn-ea"/>
              </a:rPr>
              <a:t>m</a:t>
            </a:r>
            <a:r>
              <a:rPr lang="zh-CN" altLang="en-US" sz="2400" dirty="0">
                <a:sym typeface="+mn-ea"/>
              </a:rPr>
              <a:t>使得</a:t>
            </a:r>
            <a:r>
              <a:rPr lang="en-US" altLang="zh-CN" sz="2400" i="1" dirty="0">
                <a:sym typeface="+mn-ea"/>
              </a:rPr>
              <a:t>β</a:t>
            </a:r>
            <a:r>
              <a:rPr lang="en-US" altLang="zh-CN" sz="2400" b="0" dirty="0">
                <a:sym typeface="+mn-ea"/>
              </a:rPr>
              <a:t> = </a:t>
            </a:r>
            <a:r>
              <a:rPr lang="en-US" altLang="zh-CN" sz="2400" i="1" dirty="0">
                <a:sym typeface="+mn-ea"/>
              </a:rPr>
              <a:t>x</a:t>
            </a:r>
            <a:r>
              <a:rPr lang="en-US" altLang="zh-CN" sz="2400" baseline="-25000" dirty="0">
                <a:sym typeface="+mn-ea"/>
              </a:rPr>
              <a:t>1</a:t>
            </a:r>
            <a:r>
              <a:rPr lang="en-US" altLang="zh-CN" sz="2400" i="1" dirty="0">
                <a:sym typeface="+mn-ea"/>
              </a:rPr>
              <a:t>α</a:t>
            </a:r>
            <a:r>
              <a:rPr lang="en-US" altLang="zh-CN" sz="2400" baseline="-25000" dirty="0">
                <a:sym typeface="+mn-ea"/>
              </a:rPr>
              <a:t>1 </a:t>
            </a:r>
            <a:r>
              <a:rPr lang="en-US" altLang="zh-CN" sz="2400" dirty="0">
                <a:sym typeface="+mn-ea"/>
              </a:rPr>
              <a:t>+ </a:t>
            </a:r>
            <a:r>
              <a:rPr lang="en-US" altLang="zh-CN" sz="2400" i="1" dirty="0">
                <a:sym typeface="+mn-ea"/>
              </a:rPr>
              <a:t>x</a:t>
            </a:r>
            <a:r>
              <a:rPr lang="en-US" altLang="zh-CN" sz="2400" baseline="-25000" dirty="0">
                <a:sym typeface="+mn-ea"/>
              </a:rPr>
              <a:t>2</a:t>
            </a:r>
            <a:r>
              <a:rPr lang="en-US" altLang="zh-CN" sz="2400" i="1" dirty="0">
                <a:sym typeface="+mn-ea"/>
              </a:rPr>
              <a:t>α</a:t>
            </a:r>
            <a:r>
              <a:rPr lang="en-US" altLang="zh-CN" sz="2400" baseline="-25000" dirty="0">
                <a:sym typeface="+mn-ea"/>
              </a:rPr>
              <a:t>2 </a:t>
            </a:r>
            <a:r>
              <a:rPr lang="en-US" altLang="zh-CN" sz="2400" dirty="0">
                <a:sym typeface="+mn-ea"/>
              </a:rPr>
              <a:t>+ … + </a:t>
            </a:r>
            <a:r>
              <a:rPr lang="en-US" altLang="zh-CN" sz="2400" i="1" dirty="0">
                <a:sym typeface="+mn-ea"/>
              </a:rPr>
              <a:t>x</a:t>
            </a:r>
            <a:r>
              <a:rPr lang="en-US" altLang="zh-CN" sz="2400" i="1" baseline="-25000" dirty="0">
                <a:sym typeface="+mn-ea"/>
              </a:rPr>
              <a:t>m</a:t>
            </a:r>
            <a:r>
              <a:rPr lang="en-US" altLang="zh-CN" sz="2400" i="1" dirty="0">
                <a:sym typeface="+mn-ea"/>
              </a:rPr>
              <a:t>α</a:t>
            </a:r>
            <a:r>
              <a:rPr lang="en-US" altLang="zh-CN" sz="2400" i="1" baseline="-25000" dirty="0">
                <a:sym typeface="+mn-ea"/>
              </a:rPr>
              <a:t>m</a:t>
            </a:r>
            <a:endParaRPr lang="zh-CN" altLang="en-US" sz="2400" dirty="0">
              <a:sym typeface="+mn-ea"/>
            </a:endParaRPr>
          </a:p>
          <a:p>
            <a:pPr algn="ctr">
              <a:lnSpc>
                <a:spcPct val="120000"/>
              </a:lnSpc>
            </a:pPr>
            <a:endParaRPr lang="en-US" altLang="zh-CN" sz="2400" dirty="0"/>
          </a:p>
          <a:p>
            <a:endParaRPr lang="zh-CN" altLang="en-US" dirty="0">
              <a:sym typeface="+mn-ea"/>
            </a:endParaRPr>
          </a:p>
          <a:p>
            <a:endParaRPr lang="zh-CN" altLang="en-US" dirty="0">
              <a:sym typeface="+mn-ea"/>
            </a:endParaRPr>
          </a:p>
          <a:p>
            <a:r>
              <a:rPr lang="zh-CN" altLang="en-US" sz="2400" dirty="0">
                <a:sym typeface="+mn-ea"/>
              </a:rPr>
              <a:t>即</a:t>
            </a:r>
          </a:p>
        </p:txBody>
      </p:sp>
      <p:graphicFrame>
        <p:nvGraphicFramePr>
          <p:cNvPr id="3" name="对象 2"/>
          <p:cNvGraphicFramePr/>
          <p:nvPr/>
        </p:nvGraphicFramePr>
        <p:xfrm>
          <a:off x="1691640" y="3241675"/>
          <a:ext cx="4724400" cy="2095500"/>
        </p:xfrm>
        <a:graphic>
          <a:graphicData uri="http://schemas.openxmlformats.org/presentationml/2006/ole">
            <mc:AlternateContent xmlns:mc="http://schemas.openxmlformats.org/markup-compatibility/2006">
              <mc:Choice xmlns:v="urn:schemas-microsoft-com:vml" Requires="v">
                <p:oleObj r:id="rId2" imgW="4724400" imgH="2095500" progId="Equation.DSMT4">
                  <p:embed/>
                </p:oleObj>
              </mc:Choice>
              <mc:Fallback>
                <p:oleObj r:id="rId2" imgW="4724400" imgH="2095500" progId="Equation.DSMT4">
                  <p:embed/>
                  <p:pic>
                    <p:nvPicPr>
                      <p:cNvPr id="0" name="图片 3129"/>
                      <p:cNvPicPr/>
                      <p:nvPr/>
                    </p:nvPicPr>
                    <p:blipFill>
                      <a:blip r:embed="rId3"/>
                      <a:stretch>
                        <a:fillRect/>
                      </a:stretch>
                    </p:blipFill>
                    <p:spPr>
                      <a:xfrm>
                        <a:off x="1691640" y="3241675"/>
                        <a:ext cx="4724400" cy="2095500"/>
                      </a:xfrm>
                      <a:prstGeom prst="rect">
                        <a:avLst/>
                      </a:prstGeom>
                      <a:noFill/>
                      <a:ln w="38100">
                        <a:noFill/>
                        <a:miter/>
                      </a:ln>
                    </p:spPr>
                  </p:pic>
                </p:oleObj>
              </mc:Fallback>
            </mc:AlternateContent>
          </a:graphicData>
        </a:graphic>
      </p:graphicFrame>
      <p:graphicFrame>
        <p:nvGraphicFramePr>
          <p:cNvPr id="5" name="对象 4"/>
          <p:cNvGraphicFramePr/>
          <p:nvPr/>
        </p:nvGraphicFramePr>
        <p:xfrm>
          <a:off x="2066925" y="5875020"/>
          <a:ext cx="4155440" cy="431800"/>
        </p:xfrm>
        <a:graphic>
          <a:graphicData uri="http://schemas.openxmlformats.org/presentationml/2006/ole">
            <mc:AlternateContent xmlns:mc="http://schemas.openxmlformats.org/markup-compatibility/2006">
              <mc:Choice xmlns:v="urn:schemas-microsoft-com:vml" Requires="v">
                <p:oleObj r:id="rId4" imgW="4152900" imgH="431800" progId="Equation.DSMT4">
                  <p:embed/>
                </p:oleObj>
              </mc:Choice>
              <mc:Fallback>
                <p:oleObj r:id="rId4" imgW="4152900" imgH="431800" progId="Equation.DSMT4">
                  <p:embed/>
                  <p:pic>
                    <p:nvPicPr>
                      <p:cNvPr id="0" name="图片 3128"/>
                      <p:cNvPicPr/>
                      <p:nvPr/>
                    </p:nvPicPr>
                    <p:blipFill>
                      <a:blip r:embed="rId5"/>
                      <a:stretch>
                        <a:fillRect/>
                      </a:stretch>
                    </p:blipFill>
                    <p:spPr>
                      <a:xfrm>
                        <a:off x="2066925" y="5875020"/>
                        <a:ext cx="4155440" cy="431800"/>
                      </a:xfrm>
                      <a:prstGeom prst="rect">
                        <a:avLst/>
                      </a:prstGeom>
                      <a:noFill/>
                      <a:ln w="38100">
                        <a:noFill/>
                        <a:miter/>
                      </a:ln>
                    </p:spPr>
                  </p:pic>
                </p:oleObj>
              </mc:Fallback>
            </mc:AlternateContent>
          </a:graphicData>
        </a:graphic>
      </p:graphicFrame>
      <p:grpSp>
        <p:nvGrpSpPr>
          <p:cNvPr id="7" name="组合 6"/>
          <p:cNvGrpSpPr/>
          <p:nvPr/>
        </p:nvGrpSpPr>
        <p:grpSpPr>
          <a:xfrm>
            <a:off x="1944370" y="3212783"/>
            <a:ext cx="503238" cy="3094037"/>
            <a:chOff x="1520" y="907"/>
            <a:chExt cx="317" cy="1949"/>
          </a:xfrm>
        </p:grpSpPr>
        <p:sp>
          <p:nvSpPr>
            <p:cNvPr id="8" name="矩形 7"/>
            <p:cNvSpPr/>
            <p:nvPr/>
          </p:nvSpPr>
          <p:spPr>
            <a:xfrm>
              <a:off x="1520" y="907"/>
              <a:ext cx="295" cy="1344"/>
            </a:xfrm>
            <a:prstGeom prst="rect">
              <a:avLst/>
            </a:prstGeom>
            <a:noFill/>
            <a:ln w="38100" cap="flat" cmpd="sng">
              <a:solidFill>
                <a:srgbClr val="FF9900"/>
              </a:solidFill>
              <a:prstDash val="solid"/>
              <a:miter/>
              <a:headEnd type="none" w="med" len="med"/>
              <a:tailEnd type="none" w="med" len="med"/>
            </a:ln>
          </p:spPr>
          <p:txBody>
            <a:bodyPr/>
            <a:lstStyle/>
            <a:p>
              <a:endParaRPr lang="zh-CN" altLang="en-US"/>
            </a:p>
          </p:txBody>
        </p:sp>
        <p:sp>
          <p:nvSpPr>
            <p:cNvPr id="9" name="矩形 8"/>
            <p:cNvSpPr/>
            <p:nvPr/>
          </p:nvSpPr>
          <p:spPr>
            <a:xfrm>
              <a:off x="1542" y="2561"/>
              <a:ext cx="295" cy="295"/>
            </a:xfrm>
            <a:prstGeom prst="rect">
              <a:avLst/>
            </a:prstGeom>
            <a:noFill/>
            <a:ln w="38100" cap="flat" cmpd="sng">
              <a:solidFill>
                <a:srgbClr val="FF9900"/>
              </a:solidFill>
              <a:prstDash val="solid"/>
              <a:miter/>
              <a:headEnd type="none" w="med" len="med"/>
              <a:tailEnd type="none" w="med" len="med"/>
            </a:ln>
          </p:spPr>
          <p:txBody>
            <a:bodyPr/>
            <a:lstStyle/>
            <a:p>
              <a:endParaRPr lang="zh-CN" altLang="en-US"/>
            </a:p>
          </p:txBody>
        </p:sp>
        <p:sp>
          <p:nvSpPr>
            <p:cNvPr id="10" name="直接连接符 9"/>
            <p:cNvSpPr/>
            <p:nvPr/>
          </p:nvSpPr>
          <p:spPr>
            <a:xfrm>
              <a:off x="1678" y="2267"/>
              <a:ext cx="0" cy="295"/>
            </a:xfrm>
            <a:prstGeom prst="line">
              <a:avLst/>
            </a:prstGeom>
            <a:ln w="38100" cap="flat" cmpd="sng">
              <a:solidFill>
                <a:srgbClr val="808000"/>
              </a:solidFill>
              <a:prstDash val="solid"/>
              <a:headEnd type="none" w="med" len="med"/>
              <a:tailEnd type="triangle" w="med" len="med"/>
            </a:ln>
          </p:spPr>
        </p:sp>
      </p:grpSp>
      <p:grpSp>
        <p:nvGrpSpPr>
          <p:cNvPr id="11" name="组合 10"/>
          <p:cNvGrpSpPr/>
          <p:nvPr/>
        </p:nvGrpSpPr>
        <p:grpSpPr>
          <a:xfrm>
            <a:off x="2982595" y="3212783"/>
            <a:ext cx="473075" cy="3094037"/>
            <a:chOff x="2174" y="907"/>
            <a:chExt cx="298" cy="1949"/>
          </a:xfrm>
        </p:grpSpPr>
        <p:sp>
          <p:nvSpPr>
            <p:cNvPr id="12" name="矩形 11"/>
            <p:cNvSpPr/>
            <p:nvPr/>
          </p:nvSpPr>
          <p:spPr>
            <a:xfrm>
              <a:off x="2174" y="907"/>
              <a:ext cx="295" cy="1344"/>
            </a:xfrm>
            <a:prstGeom prst="rect">
              <a:avLst/>
            </a:prstGeom>
            <a:noFill/>
            <a:ln w="38100" cap="flat" cmpd="sng">
              <a:solidFill>
                <a:srgbClr val="99CC00"/>
              </a:solidFill>
              <a:prstDash val="solid"/>
              <a:miter/>
              <a:headEnd type="none" w="med" len="med"/>
              <a:tailEnd type="none" w="med" len="med"/>
            </a:ln>
          </p:spPr>
          <p:txBody>
            <a:bodyPr/>
            <a:lstStyle/>
            <a:p>
              <a:endParaRPr lang="zh-CN" altLang="en-US"/>
            </a:p>
          </p:txBody>
        </p:sp>
        <p:sp>
          <p:nvSpPr>
            <p:cNvPr id="13" name="矩形 12"/>
            <p:cNvSpPr/>
            <p:nvPr/>
          </p:nvSpPr>
          <p:spPr>
            <a:xfrm>
              <a:off x="2177" y="2561"/>
              <a:ext cx="295" cy="295"/>
            </a:xfrm>
            <a:prstGeom prst="rect">
              <a:avLst/>
            </a:prstGeom>
            <a:noFill/>
            <a:ln w="38100" cap="flat" cmpd="sng">
              <a:solidFill>
                <a:srgbClr val="99CC00"/>
              </a:solidFill>
              <a:prstDash val="solid"/>
              <a:miter/>
              <a:headEnd type="none" w="med" len="med"/>
              <a:tailEnd type="none" w="med" len="med"/>
            </a:ln>
          </p:spPr>
          <p:txBody>
            <a:bodyPr/>
            <a:lstStyle/>
            <a:p>
              <a:endParaRPr lang="zh-CN" altLang="en-US"/>
            </a:p>
          </p:txBody>
        </p:sp>
        <p:sp>
          <p:nvSpPr>
            <p:cNvPr id="14" name="直接连接符 13"/>
            <p:cNvSpPr/>
            <p:nvPr/>
          </p:nvSpPr>
          <p:spPr>
            <a:xfrm>
              <a:off x="2336" y="2267"/>
              <a:ext cx="0" cy="295"/>
            </a:xfrm>
            <a:prstGeom prst="line">
              <a:avLst/>
            </a:prstGeom>
            <a:ln w="38100" cap="flat" cmpd="sng">
              <a:solidFill>
                <a:srgbClr val="808000"/>
              </a:solidFill>
              <a:prstDash val="solid"/>
              <a:headEnd type="none" w="med" len="med"/>
              <a:tailEnd type="triangle" w="med" len="med"/>
            </a:ln>
          </p:spPr>
        </p:sp>
      </p:grpSp>
      <p:grpSp>
        <p:nvGrpSpPr>
          <p:cNvPr id="15" name="组合 14"/>
          <p:cNvGrpSpPr/>
          <p:nvPr/>
        </p:nvGrpSpPr>
        <p:grpSpPr>
          <a:xfrm>
            <a:off x="4859020" y="3212783"/>
            <a:ext cx="468313" cy="3094037"/>
            <a:chOff x="3356" y="907"/>
            <a:chExt cx="295" cy="1949"/>
          </a:xfrm>
        </p:grpSpPr>
        <p:sp>
          <p:nvSpPr>
            <p:cNvPr id="16" name="矩形 15"/>
            <p:cNvSpPr/>
            <p:nvPr/>
          </p:nvSpPr>
          <p:spPr>
            <a:xfrm>
              <a:off x="3356" y="907"/>
              <a:ext cx="295" cy="1344"/>
            </a:xfrm>
            <a:prstGeom prst="rect">
              <a:avLst/>
            </a:prstGeom>
            <a:noFill/>
            <a:ln w="38100" cap="flat" cmpd="sng">
              <a:solidFill>
                <a:srgbClr val="0000FF"/>
              </a:solidFill>
              <a:prstDash val="solid"/>
              <a:miter/>
              <a:headEnd type="none" w="med" len="med"/>
              <a:tailEnd type="none" w="med" len="med"/>
            </a:ln>
          </p:spPr>
          <p:txBody>
            <a:bodyPr/>
            <a:lstStyle/>
            <a:p>
              <a:endParaRPr lang="zh-CN" altLang="en-US"/>
            </a:p>
          </p:txBody>
        </p:sp>
        <p:sp>
          <p:nvSpPr>
            <p:cNvPr id="17" name="矩形 16"/>
            <p:cNvSpPr/>
            <p:nvPr/>
          </p:nvSpPr>
          <p:spPr>
            <a:xfrm>
              <a:off x="3356" y="2561"/>
              <a:ext cx="295" cy="295"/>
            </a:xfrm>
            <a:prstGeom prst="rect">
              <a:avLst/>
            </a:prstGeom>
            <a:noFill/>
            <a:ln w="38100" cap="flat" cmpd="sng">
              <a:solidFill>
                <a:srgbClr val="0000FF"/>
              </a:solidFill>
              <a:prstDash val="solid"/>
              <a:miter/>
              <a:headEnd type="none" w="med" len="med"/>
              <a:tailEnd type="none" w="med" len="med"/>
            </a:ln>
          </p:spPr>
          <p:txBody>
            <a:bodyPr/>
            <a:lstStyle/>
            <a:p>
              <a:endParaRPr lang="zh-CN" altLang="en-US"/>
            </a:p>
          </p:txBody>
        </p:sp>
        <p:sp>
          <p:nvSpPr>
            <p:cNvPr id="18" name="直接连接符 17"/>
            <p:cNvSpPr/>
            <p:nvPr/>
          </p:nvSpPr>
          <p:spPr>
            <a:xfrm>
              <a:off x="3492" y="2267"/>
              <a:ext cx="0" cy="295"/>
            </a:xfrm>
            <a:prstGeom prst="line">
              <a:avLst/>
            </a:prstGeom>
            <a:ln w="38100" cap="flat" cmpd="sng">
              <a:solidFill>
                <a:srgbClr val="808000"/>
              </a:solidFill>
              <a:prstDash val="solid"/>
              <a:headEnd type="none" w="med" len="med"/>
              <a:tailEnd type="triangle" w="med" len="med"/>
            </a:ln>
          </p:spPr>
        </p:sp>
      </p:grpSp>
      <p:grpSp>
        <p:nvGrpSpPr>
          <p:cNvPr id="19" name="组合 18"/>
          <p:cNvGrpSpPr/>
          <p:nvPr/>
        </p:nvGrpSpPr>
        <p:grpSpPr>
          <a:xfrm>
            <a:off x="5940108" y="3212783"/>
            <a:ext cx="468312" cy="3094037"/>
            <a:chOff x="4037" y="907"/>
            <a:chExt cx="295" cy="1949"/>
          </a:xfrm>
        </p:grpSpPr>
        <p:sp>
          <p:nvSpPr>
            <p:cNvPr id="20" name="矩形 19"/>
            <p:cNvSpPr/>
            <p:nvPr/>
          </p:nvSpPr>
          <p:spPr>
            <a:xfrm>
              <a:off x="4037" y="907"/>
              <a:ext cx="295" cy="1344"/>
            </a:xfrm>
            <a:prstGeom prst="rect">
              <a:avLst/>
            </a:prstGeom>
            <a:noFill/>
            <a:ln w="38100" cap="flat" cmpd="sng">
              <a:solidFill>
                <a:srgbClr val="FF00FF"/>
              </a:solidFill>
              <a:prstDash val="solid"/>
              <a:miter/>
              <a:headEnd type="none" w="med" len="med"/>
              <a:tailEnd type="none" w="med" len="med"/>
            </a:ln>
          </p:spPr>
          <p:txBody>
            <a:bodyPr/>
            <a:lstStyle/>
            <a:p>
              <a:endParaRPr lang="zh-CN" altLang="en-US"/>
            </a:p>
          </p:txBody>
        </p:sp>
        <p:sp>
          <p:nvSpPr>
            <p:cNvPr id="21" name="矩形 20"/>
            <p:cNvSpPr/>
            <p:nvPr/>
          </p:nvSpPr>
          <p:spPr>
            <a:xfrm>
              <a:off x="4037" y="2561"/>
              <a:ext cx="295" cy="295"/>
            </a:xfrm>
            <a:prstGeom prst="rect">
              <a:avLst/>
            </a:prstGeom>
            <a:noFill/>
            <a:ln w="38100" cap="flat" cmpd="sng">
              <a:solidFill>
                <a:srgbClr val="FF00FF"/>
              </a:solidFill>
              <a:prstDash val="solid"/>
              <a:miter/>
              <a:headEnd type="none" w="med" len="med"/>
              <a:tailEnd type="none" w="med" len="med"/>
            </a:ln>
          </p:spPr>
          <p:txBody>
            <a:bodyPr/>
            <a:lstStyle/>
            <a:p>
              <a:endParaRPr lang="zh-CN" altLang="en-US"/>
            </a:p>
          </p:txBody>
        </p:sp>
        <p:sp>
          <p:nvSpPr>
            <p:cNvPr id="22" name="直接连接符 21"/>
            <p:cNvSpPr/>
            <p:nvPr/>
          </p:nvSpPr>
          <p:spPr>
            <a:xfrm>
              <a:off x="4173" y="2267"/>
              <a:ext cx="0" cy="295"/>
            </a:xfrm>
            <a:prstGeom prst="line">
              <a:avLst/>
            </a:prstGeom>
            <a:ln w="38100" cap="flat" cmpd="sng">
              <a:solidFill>
                <a:srgbClr val="808000"/>
              </a:solidFill>
              <a:prstDash val="solid"/>
              <a:headEnd type="none" w="med" len="med"/>
              <a:tailEnd type="triangl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6"/>
                                        </p:tgtEl>
                                        <p:attrNameLst>
                                          <p:attrName>style.visibility</p:attrName>
                                        </p:attrNameLst>
                                      </p:cBhvr>
                                      <p:to>
                                        <p:strVal val="visible"/>
                                      </p:to>
                                    </p:set>
                                    <p:animEffect transition="in" filter="blinds(horizontal)">
                                      <p:cBhvr>
                                        <p:cTn id="7" dur="500"/>
                                        <p:tgtEl>
                                          <p:spTgt spid="358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childTnLst>
                          </p:cTn>
                        </p:par>
                        <p:par>
                          <p:cTn id="32" fill="hold">
                            <p:stCondLst>
                              <p:cond delay="1000"/>
                            </p:stCondLst>
                            <p:childTnLst>
                              <p:par>
                                <p:cTn id="33" presetID="22" presetClass="entr" presetSubtype="1"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up)">
                                      <p:cBhvr>
                                        <p:cTn id="35" dur="500"/>
                                        <p:tgtEl>
                                          <p:spTgt spid="15"/>
                                        </p:tgtEl>
                                      </p:cBhvr>
                                    </p:animEffect>
                                  </p:childTnLst>
                                </p:cTn>
                              </p:par>
                            </p:childTnLst>
                          </p:cTn>
                        </p:par>
                        <p:par>
                          <p:cTn id="36" fill="hold">
                            <p:stCondLst>
                              <p:cond delay="1500"/>
                            </p:stCondLst>
                            <p:childTnLst>
                              <p:par>
                                <p:cTn id="37" presetID="22" presetClass="entr" presetSubtype="1" fill="hold"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up)">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6" grpId="0"/>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5"/>
          <p:cNvSpPr/>
          <p:nvPr/>
        </p:nvSpPr>
        <p:spPr>
          <a:xfrm>
            <a:off x="755650" y="692785"/>
            <a:ext cx="1899920" cy="1597660"/>
          </a:xfrm>
          <a:prstGeom prst="rect">
            <a:avLst/>
          </a:prstGeom>
          <a:noFill/>
          <a:ln w="28575">
            <a:noFill/>
          </a:ln>
        </p:spPr>
        <p:txBody>
          <a:bodyPr anchor="ctr" anchorCtr="1"/>
          <a:lstStyle/>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向量</a:t>
            </a:r>
            <a:r>
              <a:rPr lang="en-US" altLang="zh-CN" sz="2400" i="1" dirty="0">
                <a:sym typeface="+mn-ea"/>
              </a:rPr>
              <a:t>β</a:t>
            </a:r>
            <a:r>
              <a:rPr lang="en-US" altLang="zh-CN" sz="2400" b="1" i="1" dirty="0">
                <a:solidFill>
                  <a:srgbClr val="000000"/>
                </a:solidFill>
                <a:latin typeface="Times New Roman" panose="02020603050405020304" pitchFamily="18" charset="0"/>
                <a:ea typeface="楷体_GB2312"/>
              </a:rPr>
              <a:t> </a:t>
            </a:r>
            <a:r>
              <a:rPr lang="zh-CN" altLang="en-US" sz="2400" b="1" dirty="0">
                <a:solidFill>
                  <a:srgbClr val="000000"/>
                </a:solidFill>
                <a:latin typeface="楷体_GB2312"/>
                <a:ea typeface="楷体_GB2312"/>
              </a:rPr>
              <a:t>能由</a:t>
            </a:r>
          </a:p>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向量组</a:t>
            </a:r>
            <a:r>
              <a:rPr lang="zh-CN" altLang="en-US" sz="2400" b="1" dirty="0">
                <a:solidFill>
                  <a:srgbClr val="000000"/>
                </a:solidFill>
                <a:latin typeface="Times New Roman" panose="02020603050405020304" pitchFamily="18" charset="0"/>
                <a:ea typeface="楷体_GB2312"/>
              </a:rPr>
              <a:t> </a:t>
            </a:r>
            <a:r>
              <a:rPr lang="en-US" altLang="zh-CN" sz="2400" i="1" dirty="0">
                <a:sym typeface="+mn-ea"/>
              </a:rPr>
              <a:t>α</a:t>
            </a:r>
            <a:r>
              <a:rPr lang="en-US" altLang="zh-CN" sz="2400" baseline="-25000" dirty="0">
                <a:sym typeface="+mn-ea"/>
              </a:rPr>
              <a:t>1</a:t>
            </a:r>
            <a:r>
              <a:rPr lang="en-US" altLang="zh-CN" sz="2400" dirty="0">
                <a:sym typeface="+mn-ea"/>
              </a:rPr>
              <a:t>, </a:t>
            </a:r>
            <a:r>
              <a:rPr lang="en-US" altLang="zh-CN" sz="2400" i="1" dirty="0">
                <a:sym typeface="+mn-ea"/>
              </a:rPr>
              <a:t>α</a:t>
            </a:r>
            <a:r>
              <a:rPr lang="en-US" altLang="zh-CN" sz="2400" baseline="-25000" dirty="0">
                <a:sym typeface="+mn-ea"/>
              </a:rPr>
              <a:t>2</a:t>
            </a:r>
            <a:r>
              <a:rPr lang="en-US" altLang="zh-CN" sz="2400" dirty="0">
                <a:sym typeface="+mn-ea"/>
              </a:rPr>
              <a:t>, …, </a:t>
            </a:r>
            <a:r>
              <a:rPr lang="en-US" altLang="zh-CN" sz="2400" i="1" dirty="0">
                <a:sym typeface="+mn-ea"/>
              </a:rPr>
              <a:t>α</a:t>
            </a:r>
            <a:r>
              <a:rPr lang="en-US" altLang="zh-CN" sz="2400" i="1" baseline="-25000" dirty="0">
                <a:sym typeface="+mn-ea"/>
              </a:rPr>
              <a:t>m </a:t>
            </a:r>
            <a:endParaRPr lang="en-US" altLang="zh-CN" sz="2400" b="1" i="1" dirty="0">
              <a:solidFill>
                <a:srgbClr val="000000"/>
              </a:solidFill>
              <a:latin typeface="Times New Roman" panose="02020603050405020304" pitchFamily="18" charset="0"/>
              <a:ea typeface="楷体_GB2312"/>
            </a:endParaRPr>
          </a:p>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线性表示</a:t>
            </a:r>
          </a:p>
        </p:txBody>
      </p:sp>
      <p:sp>
        <p:nvSpPr>
          <p:cNvPr id="23558" name="Rectangle 6"/>
          <p:cNvSpPr/>
          <p:nvPr/>
        </p:nvSpPr>
        <p:spPr>
          <a:xfrm>
            <a:off x="3204210" y="620078"/>
            <a:ext cx="1900238" cy="1335087"/>
          </a:xfrm>
          <a:prstGeom prst="rect">
            <a:avLst/>
          </a:prstGeom>
          <a:noFill/>
          <a:ln w="28575">
            <a:noFill/>
          </a:ln>
        </p:spPr>
        <p:txBody>
          <a:bodyPr anchor="ctr" anchorCtr="1"/>
          <a:lstStyle/>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线性方程组        </a:t>
            </a:r>
          </a:p>
          <a:p>
            <a:pPr marL="342900" indent="-342900" algn="ctr">
              <a:spcBef>
                <a:spcPct val="20000"/>
              </a:spcBef>
              <a:buClr>
                <a:srgbClr val="9999CC"/>
              </a:buClr>
              <a:buSzPct val="80000"/>
              <a:buFont typeface="Wingdings" panose="05000000000000000000" pitchFamily="2" charset="2"/>
            </a:pPr>
            <a:r>
              <a:rPr lang="en-US" altLang="zh-CN" sz="2400" b="1" i="1" dirty="0">
                <a:solidFill>
                  <a:srgbClr val="000000"/>
                </a:solidFill>
                <a:latin typeface="Times New Roman" panose="02020603050405020304" pitchFamily="18" charset="0"/>
                <a:ea typeface="楷体_GB2312"/>
              </a:rPr>
              <a:t>Ax</a:t>
            </a:r>
            <a:r>
              <a:rPr lang="en-US" altLang="zh-CN" sz="2400" b="1" dirty="0">
                <a:solidFill>
                  <a:srgbClr val="000000"/>
                </a:solidFill>
                <a:latin typeface="Times New Roman" panose="02020603050405020304" pitchFamily="18" charset="0"/>
                <a:ea typeface="楷体_GB2312"/>
              </a:rPr>
              <a:t> = </a:t>
            </a:r>
            <a:r>
              <a:rPr lang="en-US" altLang="zh-CN" sz="2400" i="1" dirty="0">
                <a:sym typeface="+mn-ea"/>
              </a:rPr>
              <a:t>β</a:t>
            </a:r>
            <a:r>
              <a:rPr lang="en-US" altLang="zh-CN" sz="2400" b="1" dirty="0">
                <a:solidFill>
                  <a:srgbClr val="000000"/>
                </a:solidFill>
                <a:latin typeface="楷体_GB2312"/>
                <a:ea typeface="楷体_GB2312"/>
              </a:rPr>
              <a:t>      </a:t>
            </a:r>
          </a:p>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有解</a:t>
            </a:r>
          </a:p>
        </p:txBody>
      </p:sp>
      <p:graphicFrame>
        <p:nvGraphicFramePr>
          <p:cNvPr id="23556" name="Object 4"/>
          <p:cNvGraphicFramePr>
            <a:graphicFrameLocks noChangeAspect="1"/>
          </p:cNvGraphicFramePr>
          <p:nvPr/>
        </p:nvGraphicFramePr>
        <p:xfrm>
          <a:off x="5868194" y="980123"/>
          <a:ext cx="2089150" cy="406400"/>
        </p:xfrm>
        <a:graphic>
          <a:graphicData uri="http://schemas.openxmlformats.org/presentationml/2006/ole">
            <mc:AlternateContent xmlns:mc="http://schemas.openxmlformats.org/markup-compatibility/2006">
              <mc:Choice xmlns:v="urn:schemas-microsoft-com:vml" Requires="v">
                <p:oleObj r:id="rId2" imgW="1041400" imgH="203200" progId="Equation.DSMT4">
                  <p:embed/>
                </p:oleObj>
              </mc:Choice>
              <mc:Fallback>
                <p:oleObj r:id="rId2" imgW="1041400" imgH="203200" progId="Equation.DSMT4">
                  <p:embed/>
                  <p:pic>
                    <p:nvPicPr>
                      <p:cNvPr id="0" name="图片 4333"/>
                      <p:cNvPicPr/>
                      <p:nvPr/>
                    </p:nvPicPr>
                    <p:blipFill>
                      <a:blip r:embed="rId3"/>
                      <a:stretch>
                        <a:fillRect/>
                      </a:stretch>
                    </p:blipFill>
                    <p:spPr>
                      <a:xfrm>
                        <a:off x="5868194" y="980123"/>
                        <a:ext cx="2089150" cy="406400"/>
                      </a:xfrm>
                      <a:prstGeom prst="rect">
                        <a:avLst/>
                      </a:prstGeom>
                      <a:noFill/>
                      <a:ln w="38100">
                        <a:noFill/>
                        <a:miter/>
                      </a:ln>
                    </p:spPr>
                  </p:pic>
                </p:oleObj>
              </mc:Fallback>
            </mc:AlternateContent>
          </a:graphicData>
        </a:graphic>
      </p:graphicFrame>
      <p:sp>
        <p:nvSpPr>
          <p:cNvPr id="23559" name="AutoShape 7"/>
          <p:cNvSpPr/>
          <p:nvPr/>
        </p:nvSpPr>
        <p:spPr>
          <a:xfrm>
            <a:off x="2627630" y="1052513"/>
            <a:ext cx="576263"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23560" name="AutoShape 8"/>
          <p:cNvSpPr/>
          <p:nvPr/>
        </p:nvSpPr>
        <p:spPr>
          <a:xfrm>
            <a:off x="5075873" y="980123"/>
            <a:ext cx="576262"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4" name="文本框 3"/>
          <p:cNvSpPr txBox="1"/>
          <p:nvPr/>
        </p:nvSpPr>
        <p:spPr>
          <a:xfrm>
            <a:off x="872490" y="44450"/>
            <a:ext cx="4572000" cy="460375"/>
          </a:xfrm>
          <a:prstGeom prst="rect">
            <a:avLst/>
          </a:prstGeom>
          <a:noFill/>
        </p:spPr>
        <p:txBody>
          <a:bodyPr wrap="square" rtlCol="0" anchor="t">
            <a:spAutoFit/>
          </a:bodyPr>
          <a:lstStyle/>
          <a:p>
            <a:r>
              <a:rPr lang="zh-CN" altLang="en-US" sz="2400" dirty="0">
                <a:solidFill>
                  <a:srgbClr val="000000"/>
                </a:solidFill>
                <a:latin typeface="楷体_GB2312"/>
                <a:ea typeface="楷体_GB2312"/>
                <a:sym typeface="+mn-ea"/>
              </a:rPr>
              <a:t>设</a:t>
            </a:r>
            <a:r>
              <a:rPr lang="en-US" altLang="zh-CN" sz="2400" i="1" dirty="0">
                <a:solidFill>
                  <a:srgbClr val="000000"/>
                </a:solidFill>
                <a:ea typeface="楷体_GB2312"/>
                <a:sym typeface="+mn-ea"/>
              </a:rPr>
              <a:t>A=</a:t>
            </a:r>
            <a:r>
              <a:rPr lang="en-US" altLang="zh-CN" sz="2400" dirty="0">
                <a:solidFill>
                  <a:srgbClr val="000000"/>
                </a:solidFill>
                <a:ea typeface="楷体_GB2312"/>
                <a:sym typeface="+mn-ea"/>
              </a:rPr>
              <a:t>(</a:t>
            </a:r>
            <a:r>
              <a:rPr lang="en-US" altLang="zh-CN" sz="2400" i="1" dirty="0">
                <a:sym typeface="+mn-ea"/>
              </a:rPr>
              <a:t>α</a:t>
            </a:r>
            <a:r>
              <a:rPr lang="en-US" altLang="zh-CN" sz="2400" baseline="-25000" dirty="0">
                <a:sym typeface="+mn-ea"/>
              </a:rPr>
              <a:t>1</a:t>
            </a:r>
            <a:r>
              <a:rPr lang="en-US" altLang="zh-CN" sz="2400" dirty="0">
                <a:sym typeface="+mn-ea"/>
              </a:rPr>
              <a:t>, </a:t>
            </a:r>
            <a:r>
              <a:rPr lang="en-US" altLang="zh-CN" sz="2400" i="1" dirty="0">
                <a:sym typeface="+mn-ea"/>
              </a:rPr>
              <a:t>α</a:t>
            </a:r>
            <a:r>
              <a:rPr lang="en-US" altLang="zh-CN" sz="2400" baseline="-25000" dirty="0">
                <a:sym typeface="+mn-ea"/>
              </a:rPr>
              <a:t>2</a:t>
            </a:r>
            <a:r>
              <a:rPr lang="en-US" altLang="zh-CN" sz="2400" dirty="0">
                <a:sym typeface="+mn-ea"/>
              </a:rPr>
              <a:t>, …, </a:t>
            </a:r>
            <a:r>
              <a:rPr lang="en-US" altLang="zh-CN" sz="2400" i="1" dirty="0">
                <a:sym typeface="+mn-ea"/>
              </a:rPr>
              <a:t>α</a:t>
            </a:r>
            <a:r>
              <a:rPr lang="en-US" altLang="zh-CN" sz="2400" i="1" baseline="-25000" dirty="0">
                <a:sym typeface="+mn-ea"/>
              </a:rPr>
              <a:t>m </a:t>
            </a:r>
            <a:r>
              <a:rPr lang="en-US" altLang="zh-CN" sz="2400" dirty="0">
                <a:solidFill>
                  <a:srgbClr val="000000"/>
                </a:solidFill>
                <a:ea typeface="楷体_GB2312"/>
                <a:sym typeface="+mn-ea"/>
              </a:rPr>
              <a:t>),</a:t>
            </a:r>
            <a:r>
              <a:rPr lang="zh-CN" altLang="en-US" sz="2400" dirty="0">
                <a:solidFill>
                  <a:srgbClr val="000000"/>
                </a:solidFill>
                <a:ea typeface="楷体_GB2312"/>
                <a:sym typeface="+mn-ea"/>
              </a:rPr>
              <a:t>则有</a:t>
            </a:r>
            <a:endParaRPr lang="zh-CN" altLang="en-US" sz="2400" dirty="0">
              <a:solidFill>
                <a:srgbClr val="000000"/>
              </a:solidFill>
              <a:latin typeface="楷体_GB2312"/>
              <a:ea typeface="楷体_GB2312"/>
              <a:sym typeface="+mn-ea"/>
            </a:endParaRPr>
          </a:p>
        </p:txBody>
      </p:sp>
      <p:sp>
        <p:nvSpPr>
          <p:cNvPr id="14481" name="文本框 14480"/>
          <p:cNvSpPr txBox="1"/>
          <p:nvPr/>
        </p:nvSpPr>
        <p:spPr>
          <a:xfrm>
            <a:off x="899795" y="2348865"/>
            <a:ext cx="7571740" cy="1383665"/>
          </a:xfrm>
          <a:prstGeom prst="rect">
            <a:avLst/>
          </a:prstGeom>
          <a:noFill/>
          <a:ln w="9525">
            <a:noFill/>
          </a:ln>
        </p:spPr>
        <p:txBody>
          <a:bodyPr wrap="square">
            <a:spAutoFit/>
          </a:bodyPr>
          <a:lstStyle/>
          <a:p>
            <a:pPr>
              <a:spcBef>
                <a:spcPct val="50000"/>
              </a:spcBef>
            </a:pPr>
            <a:r>
              <a:rPr lang="en-US" altLang="zh-CN" sz="2400" b="1" dirty="0">
                <a:latin typeface="Arial" panose="020B0604020202020204" pitchFamily="34" charset="0"/>
                <a:ea typeface="楷体_GB2312" pitchFamily="49" charset="-122"/>
              </a:rPr>
              <a:t>     </a:t>
            </a:r>
            <a:r>
              <a:rPr lang="zh-CN" altLang="en-US" sz="2000" dirty="0">
                <a:latin typeface="Arial" panose="020B0604020202020204" pitchFamily="34" charset="0"/>
                <a:ea typeface="楷体_GB2312" pitchFamily="49" charset="-122"/>
              </a:rPr>
              <a:t>由于线性方程组的解分为：</a:t>
            </a:r>
            <a:r>
              <a:rPr lang="zh-CN" altLang="en-US" sz="2000" dirty="0">
                <a:solidFill>
                  <a:srgbClr val="FF0000"/>
                </a:solidFill>
                <a:latin typeface="Arial" panose="020B0604020202020204" pitchFamily="34" charset="0"/>
                <a:ea typeface="楷体_GB2312" pitchFamily="49" charset="-122"/>
              </a:rPr>
              <a:t>无解，有唯一解，有无穷多解</a:t>
            </a:r>
            <a:r>
              <a:rPr lang="zh-CN" altLang="en-US" sz="2000" dirty="0">
                <a:latin typeface="Arial" panose="020B0604020202020204" pitchFamily="34" charset="0"/>
                <a:ea typeface="楷体_GB2312" pitchFamily="49" charset="-122"/>
              </a:rPr>
              <a:t>三种情况，所以一个向量由向量组线性表示的情况也对应分成三种：</a:t>
            </a:r>
            <a:r>
              <a:rPr lang="zh-CN" altLang="en-US" sz="2000" dirty="0">
                <a:solidFill>
                  <a:srgbClr val="FF0000"/>
                </a:solidFill>
                <a:latin typeface="Arial" panose="020B0604020202020204" pitchFamily="34" charset="0"/>
                <a:ea typeface="楷体_GB2312" pitchFamily="49" charset="-122"/>
              </a:rPr>
              <a:t>不能线性表示，有唯一的线性表示式，有无穷多种线性表示式</a:t>
            </a:r>
            <a:r>
              <a:rPr lang="zh-CN" altLang="en-US" sz="2000" dirty="0">
                <a:latin typeface="Arial" panose="020B0604020202020204" pitchFamily="34" charset="0"/>
                <a:ea typeface="楷体_GB2312" pitchFamily="49" charset="-122"/>
              </a:rPr>
              <a:t>，而且线性表示式中的系数就是对应线性方程组的解。</a:t>
            </a:r>
          </a:p>
        </p:txBody>
      </p:sp>
      <p:sp>
        <p:nvSpPr>
          <p:cNvPr id="47109" name="Rectangle 5"/>
          <p:cNvSpPr/>
          <p:nvPr/>
        </p:nvSpPr>
        <p:spPr>
          <a:xfrm>
            <a:off x="539750" y="3788728"/>
            <a:ext cx="8229600" cy="2646045"/>
          </a:xfrm>
          <a:prstGeom prst="rect">
            <a:avLst/>
          </a:prstGeom>
          <a:noFill/>
          <a:ln w="9525">
            <a:noFill/>
          </a:ln>
        </p:spPr>
        <p:txBody>
          <a:bodyPr>
            <a:spAutoFit/>
          </a:bodyPr>
          <a:lstStyle/>
          <a:p>
            <a:pPr marL="609600" indent="-609600">
              <a:lnSpc>
                <a:spcPct val="110000"/>
              </a:lnSpc>
              <a:spcBef>
                <a:spcPct val="20000"/>
              </a:spcBef>
              <a:buClr>
                <a:srgbClr val="00007D"/>
              </a:buClr>
              <a:buSzPct val="75000"/>
              <a:buFont typeface="Wingdings" panose="05000000000000000000" pitchFamily="2" charset="2"/>
            </a:pPr>
            <a:r>
              <a:rPr lang="zh-CN" altLang="en-US" sz="2000" b="1" dirty="0">
                <a:solidFill>
                  <a:srgbClr val="FF0000"/>
                </a:solidFill>
                <a:latin typeface="楷体_GB2312"/>
                <a:ea typeface="楷体_GB2312"/>
              </a:rPr>
              <a:t>定理</a:t>
            </a:r>
            <a:r>
              <a:rPr lang="en-US" altLang="zh-CN" sz="2000" b="1" dirty="0">
                <a:solidFill>
                  <a:srgbClr val="FF0000"/>
                </a:solidFill>
                <a:latin typeface="楷体_GB2312"/>
                <a:ea typeface="楷体_GB2312"/>
              </a:rPr>
              <a:t>3.3.1 </a:t>
            </a:r>
            <a:r>
              <a:rPr lang="zh-CN" altLang="en-US" sz="2000" b="1" dirty="0">
                <a:solidFill>
                  <a:srgbClr val="000000"/>
                </a:solidFill>
                <a:latin typeface="楷体_GB2312"/>
                <a:ea typeface="楷体_GB2312"/>
              </a:rPr>
              <a:t>向量</a:t>
            </a:r>
            <a:r>
              <a:rPr lang="en-US" altLang="zh-CN" sz="2000" i="1" dirty="0">
                <a:sym typeface="+mn-ea"/>
              </a:rPr>
              <a:t>β</a:t>
            </a:r>
            <a:r>
              <a:rPr lang="en-US" altLang="zh-CN" sz="2000" i="1" dirty="0">
                <a:solidFill>
                  <a:srgbClr val="000000"/>
                </a:solidFill>
                <a:ea typeface="楷体_GB2312"/>
                <a:sym typeface="+mn-ea"/>
              </a:rPr>
              <a:t> </a:t>
            </a:r>
            <a:r>
              <a:rPr lang="zh-CN" altLang="en-US" sz="2000" b="1" dirty="0">
                <a:solidFill>
                  <a:srgbClr val="000000"/>
                </a:solidFill>
                <a:latin typeface="楷体_GB2312"/>
                <a:ea typeface="楷体_GB2312"/>
              </a:rPr>
              <a:t>可以由向量组</a:t>
            </a:r>
            <a:r>
              <a:rPr lang="en-US" altLang="zh-CN" sz="2000" i="1" dirty="0">
                <a:sym typeface="+mn-ea"/>
              </a:rPr>
              <a:t>α</a:t>
            </a:r>
            <a:r>
              <a:rPr lang="en-US" altLang="zh-CN" sz="2000" baseline="-25000" dirty="0">
                <a:sym typeface="+mn-ea"/>
              </a:rPr>
              <a:t>1</a:t>
            </a:r>
            <a:r>
              <a:rPr lang="en-US" altLang="zh-CN" sz="2000" dirty="0">
                <a:sym typeface="+mn-ea"/>
              </a:rPr>
              <a:t>, </a:t>
            </a:r>
            <a:r>
              <a:rPr lang="en-US" altLang="zh-CN" sz="2000" i="1" dirty="0">
                <a:sym typeface="+mn-ea"/>
              </a:rPr>
              <a:t>α</a:t>
            </a:r>
            <a:r>
              <a:rPr lang="en-US" altLang="zh-CN" sz="2000" baseline="-25000" dirty="0">
                <a:sym typeface="+mn-ea"/>
              </a:rPr>
              <a:t>2</a:t>
            </a:r>
            <a:r>
              <a:rPr lang="en-US" altLang="zh-CN" sz="2000" dirty="0">
                <a:sym typeface="+mn-ea"/>
              </a:rPr>
              <a:t>, …, </a:t>
            </a:r>
            <a:r>
              <a:rPr lang="en-US" altLang="zh-CN" sz="2000" i="1" dirty="0">
                <a:sym typeface="+mn-ea"/>
              </a:rPr>
              <a:t>α</a:t>
            </a:r>
            <a:r>
              <a:rPr lang="en-US" altLang="zh-CN" sz="2000" i="1" baseline="-25000" dirty="0">
                <a:sym typeface="+mn-ea"/>
              </a:rPr>
              <a:t>m</a:t>
            </a:r>
            <a:r>
              <a:rPr lang="zh-CN" altLang="en-US" sz="2000" b="1" dirty="0">
                <a:solidFill>
                  <a:srgbClr val="000000"/>
                </a:solidFill>
                <a:latin typeface="楷体_GB2312"/>
                <a:ea typeface="楷体_GB2312"/>
              </a:rPr>
              <a:t>线性表示的充要条件是以</a:t>
            </a:r>
            <a:r>
              <a:rPr lang="en-US" altLang="zh-CN" sz="2000" i="1" dirty="0">
                <a:solidFill>
                  <a:srgbClr val="000000"/>
                </a:solidFill>
                <a:ea typeface="楷体_GB2312"/>
                <a:sym typeface="+mn-ea"/>
              </a:rPr>
              <a:t>A=</a:t>
            </a:r>
            <a:r>
              <a:rPr lang="en-US" altLang="zh-CN" sz="2000" dirty="0">
                <a:solidFill>
                  <a:srgbClr val="000000"/>
                </a:solidFill>
                <a:ea typeface="楷体_GB2312"/>
                <a:sym typeface="+mn-ea"/>
              </a:rPr>
              <a:t>(</a:t>
            </a:r>
            <a:r>
              <a:rPr lang="en-US" altLang="zh-CN" sz="2000" i="1" dirty="0">
                <a:sym typeface="+mn-ea"/>
              </a:rPr>
              <a:t>α</a:t>
            </a:r>
            <a:r>
              <a:rPr lang="en-US" altLang="zh-CN" sz="2000" baseline="-25000" dirty="0">
                <a:sym typeface="+mn-ea"/>
              </a:rPr>
              <a:t>1</a:t>
            </a:r>
            <a:r>
              <a:rPr lang="en-US" altLang="zh-CN" sz="2000" dirty="0">
                <a:sym typeface="+mn-ea"/>
              </a:rPr>
              <a:t>, </a:t>
            </a:r>
            <a:r>
              <a:rPr lang="en-US" altLang="zh-CN" sz="2000" i="1" dirty="0">
                <a:sym typeface="+mn-ea"/>
              </a:rPr>
              <a:t>α</a:t>
            </a:r>
            <a:r>
              <a:rPr lang="en-US" altLang="zh-CN" sz="2000" baseline="-25000" dirty="0">
                <a:sym typeface="+mn-ea"/>
              </a:rPr>
              <a:t>2</a:t>
            </a:r>
            <a:r>
              <a:rPr lang="en-US" altLang="zh-CN" sz="2000" dirty="0">
                <a:sym typeface="+mn-ea"/>
              </a:rPr>
              <a:t>, …, </a:t>
            </a:r>
            <a:r>
              <a:rPr lang="en-US" altLang="zh-CN" sz="2000" i="1" dirty="0">
                <a:sym typeface="+mn-ea"/>
              </a:rPr>
              <a:t>α</a:t>
            </a:r>
            <a:r>
              <a:rPr lang="en-US" altLang="zh-CN" sz="2000" i="1" baseline="-25000" dirty="0">
                <a:sym typeface="+mn-ea"/>
              </a:rPr>
              <a:t>m </a:t>
            </a:r>
            <a:r>
              <a:rPr lang="en-US" altLang="zh-CN" sz="2000" dirty="0">
                <a:solidFill>
                  <a:srgbClr val="000000"/>
                </a:solidFill>
                <a:ea typeface="楷体_GB2312"/>
                <a:sym typeface="+mn-ea"/>
              </a:rPr>
              <a:t>)</a:t>
            </a:r>
            <a:r>
              <a:rPr lang="zh-CN" altLang="en-US" sz="2000" b="1" dirty="0">
                <a:solidFill>
                  <a:srgbClr val="000000"/>
                </a:solidFill>
                <a:latin typeface="楷体_GB2312"/>
                <a:ea typeface="楷体_GB2312"/>
              </a:rPr>
              <a:t>为系数矩阵的方程组</a:t>
            </a:r>
            <a:r>
              <a:rPr lang="en-US" altLang="zh-CN" sz="2000" i="1" dirty="0">
                <a:solidFill>
                  <a:srgbClr val="000000"/>
                </a:solidFill>
                <a:ea typeface="楷体_GB2312"/>
                <a:sym typeface="+mn-ea"/>
              </a:rPr>
              <a:t>Ax</a:t>
            </a:r>
            <a:r>
              <a:rPr lang="en-US" altLang="zh-CN" sz="2000" dirty="0">
                <a:solidFill>
                  <a:srgbClr val="000000"/>
                </a:solidFill>
                <a:ea typeface="楷体_GB2312"/>
                <a:sym typeface="+mn-ea"/>
              </a:rPr>
              <a:t> = </a:t>
            </a:r>
            <a:r>
              <a:rPr lang="en-US" altLang="zh-CN" sz="2000" i="1" dirty="0">
                <a:sym typeface="+mn-ea"/>
              </a:rPr>
              <a:t>β</a:t>
            </a:r>
            <a:r>
              <a:rPr lang="zh-CN" altLang="en-US" sz="2000" b="1" dirty="0">
                <a:solidFill>
                  <a:srgbClr val="000000"/>
                </a:solidFill>
                <a:latin typeface="楷体_GB2312"/>
                <a:ea typeface="楷体_GB2312"/>
              </a:rPr>
              <a:t>有解，其中</a:t>
            </a:r>
            <a:r>
              <a:rPr lang="en-US" altLang="zh-CN" sz="2000" i="1" dirty="0">
                <a:sym typeface="+mn-ea"/>
              </a:rPr>
              <a:t>x=</a:t>
            </a:r>
            <a:r>
              <a:rPr lang="en-US" altLang="zh-CN" sz="2000" dirty="0">
                <a:sym typeface="+mn-ea"/>
              </a:rPr>
              <a:t>(</a:t>
            </a:r>
            <a:r>
              <a:rPr lang="en-US" altLang="zh-CN" sz="2000" i="1" dirty="0">
                <a:sym typeface="+mn-ea"/>
              </a:rPr>
              <a:t>x</a:t>
            </a:r>
            <a:r>
              <a:rPr lang="en-US" altLang="zh-CN" sz="2000" baseline="-25000" dirty="0">
                <a:sym typeface="+mn-ea"/>
              </a:rPr>
              <a:t>1</a:t>
            </a:r>
            <a:r>
              <a:rPr lang="en-US" altLang="zh-CN" sz="2000" dirty="0">
                <a:sym typeface="+mn-ea"/>
              </a:rPr>
              <a:t>, </a:t>
            </a:r>
            <a:r>
              <a:rPr lang="en-US" altLang="zh-CN" sz="2000" i="1" dirty="0">
                <a:sym typeface="+mn-ea"/>
              </a:rPr>
              <a:t>x</a:t>
            </a:r>
            <a:r>
              <a:rPr lang="en-US" altLang="zh-CN" sz="2000" baseline="-25000" dirty="0">
                <a:sym typeface="+mn-ea"/>
              </a:rPr>
              <a:t>2</a:t>
            </a:r>
            <a:r>
              <a:rPr lang="en-US" altLang="zh-CN" sz="2000" dirty="0">
                <a:sym typeface="+mn-ea"/>
              </a:rPr>
              <a:t>, …, </a:t>
            </a:r>
            <a:r>
              <a:rPr lang="en-US" altLang="zh-CN" sz="2000" i="1" dirty="0">
                <a:sym typeface="+mn-ea"/>
              </a:rPr>
              <a:t>x</a:t>
            </a:r>
            <a:r>
              <a:rPr lang="en-US" altLang="zh-CN" sz="2000" i="1" baseline="-25000" dirty="0">
                <a:sym typeface="+mn-ea"/>
              </a:rPr>
              <a:t>m</a:t>
            </a:r>
            <a:r>
              <a:rPr lang="en-US" altLang="zh-CN" sz="2000" dirty="0">
                <a:solidFill>
                  <a:srgbClr val="000000"/>
                </a:solidFill>
                <a:ea typeface="楷体_GB2312"/>
                <a:sym typeface="+mn-ea"/>
              </a:rPr>
              <a:t>)</a:t>
            </a:r>
            <a:r>
              <a:rPr lang="en-US" altLang="zh-CN" sz="2000" b="0" baseline="30000" dirty="0">
                <a:sym typeface="+mn-ea"/>
              </a:rPr>
              <a:t>T</a:t>
            </a:r>
            <a:r>
              <a:rPr lang="zh-CN" altLang="en-US" sz="2000" b="1" dirty="0">
                <a:solidFill>
                  <a:srgbClr val="000000"/>
                </a:solidFill>
                <a:latin typeface="楷体_GB2312"/>
                <a:ea typeface="楷体_GB2312"/>
              </a:rPr>
              <a:t>，因此</a:t>
            </a:r>
          </a:p>
          <a:p>
            <a:pPr marL="609600" indent="-609600">
              <a:lnSpc>
                <a:spcPct val="110000"/>
              </a:lnSpc>
              <a:spcBef>
                <a:spcPct val="20000"/>
              </a:spcBef>
              <a:buClr>
                <a:srgbClr val="00007D"/>
              </a:buClr>
              <a:buSzPct val="75000"/>
              <a:buFont typeface="Wingdings" panose="05000000000000000000" pitchFamily="2" charset="2"/>
            </a:pPr>
            <a:r>
              <a:rPr lang="zh-CN" altLang="en-US" sz="2000" b="1" dirty="0">
                <a:solidFill>
                  <a:srgbClr val="000000"/>
                </a:solidFill>
                <a:latin typeface="楷体_GB2312"/>
                <a:ea typeface="楷体_GB2312"/>
              </a:rPr>
              <a:t>（</a:t>
            </a:r>
            <a:r>
              <a:rPr lang="en-US" altLang="zh-CN" sz="2000" b="1" dirty="0">
                <a:solidFill>
                  <a:srgbClr val="000000"/>
                </a:solidFill>
                <a:latin typeface="楷体_GB2312"/>
                <a:ea typeface="楷体_GB2312"/>
              </a:rPr>
              <a:t>1</a:t>
            </a:r>
            <a:r>
              <a:rPr lang="zh-CN" altLang="en-US" sz="2000" b="1" dirty="0">
                <a:solidFill>
                  <a:srgbClr val="000000"/>
                </a:solidFill>
                <a:latin typeface="楷体_GB2312"/>
                <a:ea typeface="楷体_GB2312"/>
              </a:rPr>
              <a:t>）当该方程组有唯一解时，</a:t>
            </a:r>
            <a:r>
              <a:rPr lang="en-US" altLang="zh-CN" sz="2000" i="1" dirty="0">
                <a:sym typeface="+mn-ea"/>
              </a:rPr>
              <a:t>β</a:t>
            </a:r>
            <a:r>
              <a:rPr lang="zh-CN" altLang="en-US" sz="2000" b="1" dirty="0">
                <a:solidFill>
                  <a:srgbClr val="000000"/>
                </a:solidFill>
                <a:latin typeface="楷体_GB2312"/>
                <a:ea typeface="楷体_GB2312"/>
              </a:rPr>
              <a:t>能由向量组</a:t>
            </a:r>
            <a:r>
              <a:rPr lang="en-US" altLang="zh-CN" sz="2000" i="1" dirty="0">
                <a:sym typeface="+mn-ea"/>
              </a:rPr>
              <a:t>α</a:t>
            </a:r>
            <a:r>
              <a:rPr lang="en-US" altLang="zh-CN" sz="2000" baseline="-25000" dirty="0">
                <a:sym typeface="+mn-ea"/>
              </a:rPr>
              <a:t>1</a:t>
            </a:r>
            <a:r>
              <a:rPr lang="en-US" altLang="zh-CN" sz="2000" dirty="0">
                <a:sym typeface="+mn-ea"/>
              </a:rPr>
              <a:t>, </a:t>
            </a:r>
            <a:r>
              <a:rPr lang="en-US" altLang="zh-CN" sz="2000" i="1" dirty="0">
                <a:sym typeface="+mn-ea"/>
              </a:rPr>
              <a:t>α</a:t>
            </a:r>
            <a:r>
              <a:rPr lang="en-US" altLang="zh-CN" sz="2000" baseline="-25000" dirty="0">
                <a:sym typeface="+mn-ea"/>
              </a:rPr>
              <a:t>2</a:t>
            </a:r>
            <a:r>
              <a:rPr lang="en-US" altLang="zh-CN" sz="2000" dirty="0">
                <a:sym typeface="+mn-ea"/>
              </a:rPr>
              <a:t>, …, </a:t>
            </a:r>
            <a:r>
              <a:rPr lang="en-US" altLang="zh-CN" sz="2000" i="1" dirty="0">
                <a:sym typeface="+mn-ea"/>
              </a:rPr>
              <a:t>α</a:t>
            </a:r>
            <a:r>
              <a:rPr lang="en-US" altLang="zh-CN" sz="2000" i="1" baseline="-25000" dirty="0">
                <a:sym typeface="+mn-ea"/>
              </a:rPr>
              <a:t>m</a:t>
            </a:r>
            <a:r>
              <a:rPr lang="zh-CN" altLang="en-US" sz="2000" b="1" dirty="0">
                <a:solidFill>
                  <a:srgbClr val="000000"/>
                </a:solidFill>
                <a:latin typeface="楷体_GB2312"/>
                <a:ea typeface="楷体_GB2312"/>
              </a:rPr>
              <a:t>唯一线性表示；</a:t>
            </a:r>
          </a:p>
          <a:p>
            <a:pPr marL="609600" indent="-609600">
              <a:lnSpc>
                <a:spcPct val="110000"/>
              </a:lnSpc>
              <a:spcBef>
                <a:spcPct val="20000"/>
              </a:spcBef>
              <a:buClr>
                <a:srgbClr val="00007D"/>
              </a:buClr>
              <a:buSzPct val="75000"/>
              <a:buFont typeface="Wingdings" panose="05000000000000000000" pitchFamily="2" charset="2"/>
            </a:pPr>
            <a:r>
              <a:rPr lang="zh-CN" altLang="en-US" sz="2000" b="1" dirty="0">
                <a:solidFill>
                  <a:srgbClr val="000000"/>
                </a:solidFill>
                <a:latin typeface="楷体_GB2312"/>
                <a:ea typeface="楷体_GB2312"/>
              </a:rPr>
              <a:t>（</a:t>
            </a:r>
            <a:r>
              <a:rPr lang="en-US" altLang="zh-CN" sz="2000" b="1" dirty="0">
                <a:solidFill>
                  <a:srgbClr val="000000"/>
                </a:solidFill>
                <a:latin typeface="楷体_GB2312"/>
                <a:ea typeface="楷体_GB2312"/>
              </a:rPr>
              <a:t>2</a:t>
            </a:r>
            <a:r>
              <a:rPr lang="zh-CN" altLang="en-US" sz="2000" b="1" dirty="0">
                <a:solidFill>
                  <a:srgbClr val="000000"/>
                </a:solidFill>
                <a:latin typeface="楷体_GB2312"/>
                <a:ea typeface="楷体_GB2312"/>
              </a:rPr>
              <a:t>）当该方程组有无穷多个解时，</a:t>
            </a:r>
            <a:r>
              <a:rPr lang="en-US" altLang="zh-CN" sz="2000" i="1" dirty="0">
                <a:sym typeface="+mn-ea"/>
              </a:rPr>
              <a:t>β</a:t>
            </a:r>
            <a:r>
              <a:rPr lang="zh-CN" altLang="en-US" sz="2000" b="1" dirty="0">
                <a:solidFill>
                  <a:srgbClr val="000000"/>
                </a:solidFill>
                <a:latin typeface="楷体_GB2312"/>
                <a:ea typeface="楷体_GB2312"/>
              </a:rPr>
              <a:t>能由向量组</a:t>
            </a:r>
            <a:r>
              <a:rPr lang="en-US" altLang="zh-CN" sz="2000" i="1" dirty="0">
                <a:sym typeface="+mn-ea"/>
              </a:rPr>
              <a:t>α</a:t>
            </a:r>
            <a:r>
              <a:rPr lang="en-US" altLang="zh-CN" sz="2000" baseline="-25000" dirty="0">
                <a:sym typeface="+mn-ea"/>
              </a:rPr>
              <a:t>1</a:t>
            </a:r>
            <a:r>
              <a:rPr lang="en-US" altLang="zh-CN" sz="2000" dirty="0">
                <a:sym typeface="+mn-ea"/>
              </a:rPr>
              <a:t>, </a:t>
            </a:r>
            <a:r>
              <a:rPr lang="en-US" altLang="zh-CN" sz="2000" i="1" dirty="0">
                <a:sym typeface="+mn-ea"/>
              </a:rPr>
              <a:t>α</a:t>
            </a:r>
            <a:r>
              <a:rPr lang="en-US" altLang="zh-CN" sz="2000" baseline="-25000" dirty="0">
                <a:sym typeface="+mn-ea"/>
              </a:rPr>
              <a:t>2</a:t>
            </a:r>
            <a:r>
              <a:rPr lang="en-US" altLang="zh-CN" sz="2000" dirty="0">
                <a:sym typeface="+mn-ea"/>
              </a:rPr>
              <a:t>, …, </a:t>
            </a:r>
            <a:r>
              <a:rPr lang="en-US" altLang="zh-CN" sz="2000" i="1" dirty="0">
                <a:sym typeface="+mn-ea"/>
              </a:rPr>
              <a:t>α</a:t>
            </a:r>
            <a:r>
              <a:rPr lang="en-US" altLang="zh-CN" sz="2000" i="1" baseline="-25000" dirty="0">
                <a:sym typeface="+mn-ea"/>
              </a:rPr>
              <a:t>m</a:t>
            </a:r>
            <a:r>
              <a:rPr lang="zh-CN" altLang="en-US" sz="2000" b="1" dirty="0">
                <a:solidFill>
                  <a:srgbClr val="000000"/>
                </a:solidFill>
                <a:latin typeface="楷体_GB2312"/>
                <a:ea typeface="楷体_GB2312"/>
              </a:rPr>
              <a:t>线性表示且表示式不唯一；</a:t>
            </a:r>
          </a:p>
          <a:p>
            <a:pPr marL="609600" indent="-609600">
              <a:lnSpc>
                <a:spcPct val="110000"/>
              </a:lnSpc>
              <a:spcBef>
                <a:spcPct val="20000"/>
              </a:spcBef>
              <a:buClr>
                <a:srgbClr val="00007D"/>
              </a:buClr>
              <a:buSzPct val="75000"/>
              <a:buFont typeface="Wingdings" panose="05000000000000000000" pitchFamily="2" charset="2"/>
            </a:pPr>
            <a:r>
              <a:rPr lang="zh-CN" altLang="en-US" sz="2000" b="1" dirty="0">
                <a:solidFill>
                  <a:srgbClr val="000000"/>
                </a:solidFill>
                <a:latin typeface="楷体_GB2312"/>
                <a:ea typeface="楷体_GB2312"/>
              </a:rPr>
              <a:t>（</a:t>
            </a:r>
            <a:r>
              <a:rPr lang="en-US" altLang="zh-CN" sz="2000" b="1" dirty="0">
                <a:solidFill>
                  <a:srgbClr val="000000"/>
                </a:solidFill>
                <a:latin typeface="楷体_GB2312"/>
                <a:ea typeface="楷体_GB2312"/>
              </a:rPr>
              <a:t>3</a:t>
            </a:r>
            <a:r>
              <a:rPr lang="zh-CN" altLang="en-US" sz="2000" b="1" dirty="0">
                <a:solidFill>
                  <a:srgbClr val="000000"/>
                </a:solidFill>
                <a:latin typeface="楷体_GB2312"/>
                <a:ea typeface="楷体_GB2312"/>
              </a:rPr>
              <a:t>）当方程组无解时，</a:t>
            </a:r>
            <a:r>
              <a:rPr lang="en-US" altLang="zh-CN" sz="2000" i="1" dirty="0">
                <a:sym typeface="+mn-ea"/>
              </a:rPr>
              <a:t>β</a:t>
            </a:r>
            <a:r>
              <a:rPr lang="zh-CN" altLang="en-US" sz="2000" b="1" dirty="0">
                <a:solidFill>
                  <a:srgbClr val="000000"/>
                </a:solidFill>
                <a:latin typeface="楷体_GB2312"/>
                <a:ea typeface="楷体_GB2312"/>
              </a:rPr>
              <a:t>不能由向量组</a:t>
            </a:r>
            <a:r>
              <a:rPr lang="en-US" altLang="zh-CN" sz="2000" i="1" dirty="0">
                <a:sym typeface="+mn-ea"/>
              </a:rPr>
              <a:t>α</a:t>
            </a:r>
            <a:r>
              <a:rPr lang="en-US" altLang="zh-CN" sz="2000" baseline="-25000" dirty="0">
                <a:sym typeface="+mn-ea"/>
              </a:rPr>
              <a:t>1</a:t>
            </a:r>
            <a:r>
              <a:rPr lang="en-US" altLang="zh-CN" sz="2000" dirty="0">
                <a:sym typeface="+mn-ea"/>
              </a:rPr>
              <a:t>, </a:t>
            </a:r>
            <a:r>
              <a:rPr lang="en-US" altLang="zh-CN" sz="2000" i="1" dirty="0">
                <a:sym typeface="+mn-ea"/>
              </a:rPr>
              <a:t>α</a:t>
            </a:r>
            <a:r>
              <a:rPr lang="en-US" altLang="zh-CN" sz="2000" baseline="-25000" dirty="0">
                <a:sym typeface="+mn-ea"/>
              </a:rPr>
              <a:t>2</a:t>
            </a:r>
            <a:r>
              <a:rPr lang="en-US" altLang="zh-CN" sz="2000" dirty="0">
                <a:sym typeface="+mn-ea"/>
              </a:rPr>
              <a:t>, …, </a:t>
            </a:r>
            <a:r>
              <a:rPr lang="en-US" altLang="zh-CN" sz="2000" i="1" dirty="0">
                <a:sym typeface="+mn-ea"/>
              </a:rPr>
              <a:t>α</a:t>
            </a:r>
            <a:r>
              <a:rPr lang="en-US" altLang="zh-CN" sz="2000" i="1" baseline="-25000" dirty="0">
                <a:sym typeface="+mn-ea"/>
              </a:rPr>
              <a:t>m</a:t>
            </a:r>
            <a:r>
              <a:rPr lang="zh-CN" altLang="en-US" sz="2000" b="1" dirty="0">
                <a:solidFill>
                  <a:srgbClr val="000000"/>
                </a:solidFill>
                <a:latin typeface="楷体_GB2312"/>
                <a:ea typeface="楷体_GB2312"/>
              </a:rPr>
              <a:t>线性表示．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557"/>
                                        </p:tgtEl>
                                        <p:attrNameLst>
                                          <p:attrName>style.visibility</p:attrName>
                                        </p:attrNameLst>
                                      </p:cBhvr>
                                      <p:to>
                                        <p:strVal val="visible"/>
                                      </p:to>
                                    </p:set>
                                    <p:animEffect transition="in" filter="box(in)">
                                      <p:cBhvr>
                                        <p:cTn id="7" dur="500"/>
                                        <p:tgtEl>
                                          <p:spTgt spid="23557"/>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23558"/>
                                        </p:tgtEl>
                                        <p:attrNameLst>
                                          <p:attrName>style.visibility</p:attrName>
                                        </p:attrNameLst>
                                      </p:cBhvr>
                                      <p:to>
                                        <p:strVal val="visible"/>
                                      </p:to>
                                    </p:set>
                                    <p:animEffect transition="in" filter="box(in)">
                                      <p:cBhvr>
                                        <p:cTn id="11" dur="500"/>
                                        <p:tgtEl>
                                          <p:spTgt spid="23558"/>
                                        </p:tgtEl>
                                      </p:cBhvr>
                                    </p:animEffect>
                                  </p:childTnLst>
                                </p:cTn>
                              </p:par>
                            </p:childTnLst>
                          </p:cTn>
                        </p:par>
                        <p:par>
                          <p:cTn id="12" fill="hold">
                            <p:stCondLst>
                              <p:cond delay="1000"/>
                            </p:stCondLst>
                            <p:childTnLst>
                              <p:par>
                                <p:cTn id="13" presetID="4" presetClass="entr" presetSubtype="16" fill="hold" nodeType="afterEffect">
                                  <p:stCondLst>
                                    <p:cond delay="0"/>
                                  </p:stCondLst>
                                  <p:childTnLst>
                                    <p:set>
                                      <p:cBhvr>
                                        <p:cTn id="14" dur="1" fill="hold">
                                          <p:stCondLst>
                                            <p:cond delay="0"/>
                                          </p:stCondLst>
                                        </p:cTn>
                                        <p:tgtEl>
                                          <p:spTgt spid="23556"/>
                                        </p:tgtEl>
                                        <p:attrNameLst>
                                          <p:attrName>style.visibility</p:attrName>
                                        </p:attrNameLst>
                                      </p:cBhvr>
                                      <p:to>
                                        <p:strVal val="visible"/>
                                      </p:to>
                                    </p:set>
                                    <p:animEffect transition="in" filter="box(in)">
                                      <p:cBhvr>
                                        <p:cTn id="15" dur="500"/>
                                        <p:tgtEl>
                                          <p:spTgt spid="23556"/>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10" fill="hold" grpId="0" nodeType="clickEffect">
                                  <p:stCondLst>
                                    <p:cond delay="0"/>
                                  </p:stCondLst>
                                  <p:childTnLst>
                                    <p:set>
                                      <p:cBhvr>
                                        <p:cTn id="19" dur="1" fill="hold">
                                          <p:stCondLst>
                                            <p:cond delay="0"/>
                                          </p:stCondLst>
                                        </p:cTn>
                                        <p:tgtEl>
                                          <p:spTgt spid="23559"/>
                                        </p:tgtEl>
                                        <p:attrNameLst>
                                          <p:attrName>style.visibility</p:attrName>
                                        </p:attrNameLst>
                                      </p:cBhvr>
                                      <p:to>
                                        <p:strVal val="visible"/>
                                      </p:to>
                                    </p:set>
                                    <p:anim calcmode="lin" valueType="num">
                                      <p:cBhvr>
                                        <p:cTn id="20" dur="500" fill="hold"/>
                                        <p:tgtEl>
                                          <p:spTgt spid="23559"/>
                                        </p:tgtEl>
                                        <p:attrNameLst>
                                          <p:attrName>ppt_w</p:attrName>
                                        </p:attrNameLst>
                                      </p:cBhvr>
                                      <p:tavLst>
                                        <p:tav tm="0">
                                          <p:val>
                                            <p:fltVal val="0"/>
                                          </p:val>
                                        </p:tav>
                                        <p:tav tm="100000">
                                          <p:val>
                                            <p:strVal val="#ppt_w"/>
                                          </p:val>
                                        </p:tav>
                                      </p:tavLst>
                                    </p:anim>
                                    <p:anim calcmode="lin" valueType="num">
                                      <p:cBhvr>
                                        <p:cTn id="21" dur="500" fill="hold"/>
                                        <p:tgtEl>
                                          <p:spTgt spid="23559"/>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7" presetClass="entr" presetSubtype="10" fill="hold" grpId="0" nodeType="clickEffect">
                                  <p:stCondLst>
                                    <p:cond delay="0"/>
                                  </p:stCondLst>
                                  <p:childTnLst>
                                    <p:set>
                                      <p:cBhvr>
                                        <p:cTn id="25" dur="1" fill="hold">
                                          <p:stCondLst>
                                            <p:cond delay="0"/>
                                          </p:stCondLst>
                                        </p:cTn>
                                        <p:tgtEl>
                                          <p:spTgt spid="23560"/>
                                        </p:tgtEl>
                                        <p:attrNameLst>
                                          <p:attrName>style.visibility</p:attrName>
                                        </p:attrNameLst>
                                      </p:cBhvr>
                                      <p:to>
                                        <p:strVal val="visible"/>
                                      </p:to>
                                    </p:set>
                                    <p:anim calcmode="lin" valueType="num">
                                      <p:cBhvr>
                                        <p:cTn id="26" dur="500" fill="hold"/>
                                        <p:tgtEl>
                                          <p:spTgt spid="23560"/>
                                        </p:tgtEl>
                                        <p:attrNameLst>
                                          <p:attrName>ppt_w</p:attrName>
                                        </p:attrNameLst>
                                      </p:cBhvr>
                                      <p:tavLst>
                                        <p:tav tm="0">
                                          <p:val>
                                            <p:fltVal val="0"/>
                                          </p:val>
                                        </p:tav>
                                        <p:tav tm="100000">
                                          <p:val>
                                            <p:strVal val="#ppt_w"/>
                                          </p:val>
                                        </p:tav>
                                      </p:tavLst>
                                    </p:anim>
                                    <p:anim calcmode="lin" valueType="num">
                                      <p:cBhvr>
                                        <p:cTn id="27" dur="500" fill="hold"/>
                                        <p:tgtEl>
                                          <p:spTgt spid="23560"/>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4481">
                                            <p:txEl>
                                              <p:pRg st="0" end="0"/>
                                            </p:txEl>
                                          </p:spTgt>
                                        </p:tgtEl>
                                        <p:attrNameLst>
                                          <p:attrName>style.visibility</p:attrName>
                                        </p:attrNameLst>
                                      </p:cBhvr>
                                      <p:to>
                                        <p:strVal val="visible"/>
                                      </p:to>
                                    </p:set>
                                    <p:animEffect transition="in" filter="wipe(down)">
                                      <p:cBhvr>
                                        <p:cTn id="32" dur="500"/>
                                        <p:tgtEl>
                                          <p:spTgt spid="1448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7109">
                                            <p:txEl>
                                              <p:pRg st="0" end="0"/>
                                            </p:txEl>
                                          </p:spTgt>
                                        </p:tgtEl>
                                        <p:attrNameLst>
                                          <p:attrName>style.visibility</p:attrName>
                                        </p:attrNameLst>
                                      </p:cBhvr>
                                      <p:to>
                                        <p:strVal val="visible"/>
                                      </p:to>
                                    </p:set>
                                    <p:animEffect transition="in" filter="blinds(horizontal)">
                                      <p:cBhvr>
                                        <p:cTn id="37" dur="500"/>
                                        <p:tgtEl>
                                          <p:spTgt spid="47109">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7109">
                                            <p:txEl>
                                              <p:pRg st="1" end="1"/>
                                            </p:txEl>
                                          </p:spTgt>
                                        </p:tgtEl>
                                        <p:attrNameLst>
                                          <p:attrName>style.visibility</p:attrName>
                                        </p:attrNameLst>
                                      </p:cBhvr>
                                      <p:to>
                                        <p:strVal val="visible"/>
                                      </p:to>
                                    </p:set>
                                    <p:animEffect transition="in" filter="blinds(horizontal)">
                                      <p:cBhvr>
                                        <p:cTn id="42" dur="500"/>
                                        <p:tgtEl>
                                          <p:spTgt spid="47109">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7109">
                                            <p:txEl>
                                              <p:pRg st="2" end="2"/>
                                            </p:txEl>
                                          </p:spTgt>
                                        </p:tgtEl>
                                        <p:attrNameLst>
                                          <p:attrName>style.visibility</p:attrName>
                                        </p:attrNameLst>
                                      </p:cBhvr>
                                      <p:to>
                                        <p:strVal val="visible"/>
                                      </p:to>
                                    </p:set>
                                    <p:animEffect transition="in" filter="blinds(horizontal)">
                                      <p:cBhvr>
                                        <p:cTn id="47" dur="500"/>
                                        <p:tgtEl>
                                          <p:spTgt spid="47109">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7109">
                                            <p:txEl>
                                              <p:pRg st="3" end="3"/>
                                            </p:txEl>
                                          </p:spTgt>
                                        </p:tgtEl>
                                        <p:attrNameLst>
                                          <p:attrName>style.visibility</p:attrName>
                                        </p:attrNameLst>
                                      </p:cBhvr>
                                      <p:to>
                                        <p:strVal val="visible"/>
                                      </p:to>
                                    </p:set>
                                    <p:animEffect transition="in" filter="blinds(horizontal)">
                                      <p:cBhvr>
                                        <p:cTn id="52" dur="500"/>
                                        <p:tgtEl>
                                          <p:spTgt spid="47109">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47109">
                                            <p:txEl>
                                              <p:pRg st="1" end="1"/>
                                            </p:txEl>
                                          </p:spTgt>
                                        </p:tgtEl>
                                        <p:attrNameLst>
                                          <p:attrName>style.visibility</p:attrName>
                                        </p:attrNameLst>
                                      </p:cBhvr>
                                      <p:to>
                                        <p:strVal val="visible"/>
                                      </p:to>
                                    </p:set>
                                    <p:animEffect transition="in" filter="wipe(down)">
                                      <p:cBhvr>
                                        <p:cTn id="57" dur="500"/>
                                        <p:tgtEl>
                                          <p:spTgt spid="47109">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47109">
                                            <p:txEl>
                                              <p:pRg st="2" end="2"/>
                                            </p:txEl>
                                          </p:spTgt>
                                        </p:tgtEl>
                                        <p:attrNameLst>
                                          <p:attrName>style.visibility</p:attrName>
                                        </p:attrNameLst>
                                      </p:cBhvr>
                                      <p:to>
                                        <p:strVal val="visible"/>
                                      </p:to>
                                    </p:set>
                                    <p:animEffect transition="in" filter="wipe(down)">
                                      <p:cBhvr>
                                        <p:cTn id="62" dur="500"/>
                                        <p:tgtEl>
                                          <p:spTgt spid="47109">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47109">
                                            <p:txEl>
                                              <p:pRg st="3" end="3"/>
                                            </p:txEl>
                                          </p:spTgt>
                                        </p:tgtEl>
                                        <p:attrNameLst>
                                          <p:attrName>style.visibility</p:attrName>
                                        </p:attrNameLst>
                                      </p:cBhvr>
                                      <p:to>
                                        <p:strVal val="visible"/>
                                      </p:to>
                                    </p:set>
                                    <p:animEffect transition="in" filter="wipe(down)">
                                      <p:cBhvr>
                                        <p:cTn id="67" dur="500"/>
                                        <p:tgtEl>
                                          <p:spTgt spid="4710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p:bldP spid="23558" grpId="0"/>
      <p:bldP spid="23559" grpId="0" bldLvl="0" animBg="1"/>
      <p:bldP spid="23560" grpId="0" bldLvl="0" animBg="1"/>
      <p:bldP spid="4710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5"/>
          <p:cNvSpPr/>
          <p:nvPr/>
        </p:nvSpPr>
        <p:spPr>
          <a:xfrm>
            <a:off x="539750" y="260985"/>
            <a:ext cx="8229600" cy="4629785"/>
          </a:xfrm>
          <a:prstGeom prst="rect">
            <a:avLst/>
          </a:prstGeom>
          <a:noFill/>
          <a:ln w="9525">
            <a:noFill/>
          </a:ln>
        </p:spPr>
        <p:txBody>
          <a:bodyPr>
            <a:noAutofit/>
          </a:bodyPr>
          <a:lstStyle/>
          <a:p>
            <a:pPr marL="609600" indent="-609600">
              <a:lnSpc>
                <a:spcPct val="110000"/>
              </a:lnSpc>
              <a:spcBef>
                <a:spcPct val="20000"/>
              </a:spcBef>
              <a:buClr>
                <a:srgbClr val="00007D"/>
              </a:buClr>
              <a:buSzPct val="75000"/>
              <a:buFont typeface="Wingdings" panose="05000000000000000000" pitchFamily="2" charset="2"/>
            </a:pPr>
            <a:r>
              <a:rPr lang="zh-CN" altLang="en-US" b="1" dirty="0">
                <a:solidFill>
                  <a:srgbClr val="FF3300"/>
                </a:solidFill>
                <a:latin typeface="楷体_GB2312"/>
                <a:ea typeface="楷体_GB2312"/>
              </a:rPr>
              <a:t>推论</a:t>
            </a:r>
            <a:r>
              <a:rPr lang="en-US" altLang="zh-CN" b="1" dirty="0">
                <a:solidFill>
                  <a:srgbClr val="FF3300"/>
                </a:solidFill>
                <a:latin typeface="楷体_GB2312"/>
                <a:ea typeface="楷体_GB2312"/>
              </a:rPr>
              <a:t>3.3.1</a:t>
            </a:r>
            <a:r>
              <a:rPr lang="en-US" altLang="zh-CN" b="1" dirty="0">
                <a:solidFill>
                  <a:srgbClr val="FF0000"/>
                </a:solidFill>
                <a:latin typeface="楷体_GB2312"/>
                <a:ea typeface="楷体_GB2312"/>
              </a:rPr>
              <a:t> </a:t>
            </a:r>
            <a:r>
              <a:rPr lang="zh-CN" altLang="en-US" b="1" dirty="0">
                <a:solidFill>
                  <a:srgbClr val="000000"/>
                </a:solidFill>
                <a:latin typeface="楷体_GB2312"/>
                <a:ea typeface="楷体_GB2312"/>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n</a:t>
            </a:r>
            <a:r>
              <a:rPr lang="zh-CN" altLang="en-US" b="1" dirty="0">
                <a:solidFill>
                  <a:srgbClr val="000000"/>
                </a:solidFill>
                <a:latin typeface="楷体_GB2312"/>
                <a:ea typeface="楷体_GB2312"/>
              </a:rPr>
              <a:t>构成的矩阵为</a:t>
            </a:r>
            <a:r>
              <a:rPr lang="en-US" altLang="zh-CN" i="1" dirty="0">
                <a:solidFill>
                  <a:srgbClr val="000000"/>
                </a:solidFill>
                <a:ea typeface="楷体_GB2312"/>
                <a:sym typeface="+mn-ea"/>
              </a:rPr>
              <a:t>A=</a:t>
            </a:r>
            <a:r>
              <a:rPr lang="en-US" altLang="zh-CN" dirty="0">
                <a:solidFill>
                  <a:srgbClr val="000000"/>
                </a:solidFill>
                <a:ea typeface="楷体_GB2312"/>
                <a:sym typeface="+mn-ea"/>
              </a:rPr>
              <a:t>(</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n </a:t>
            </a:r>
            <a:r>
              <a:rPr lang="en-US" altLang="zh-CN" dirty="0">
                <a:solidFill>
                  <a:srgbClr val="000000"/>
                </a:solidFill>
                <a:ea typeface="楷体_GB2312"/>
                <a:sym typeface="+mn-ea"/>
              </a:rPr>
              <a:t>)</a:t>
            </a:r>
            <a:r>
              <a:rPr lang="zh-CN" altLang="en-US" dirty="0">
                <a:solidFill>
                  <a:srgbClr val="000000"/>
                </a:solidFill>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n</a:t>
            </a:r>
            <a:r>
              <a:rPr lang="en-US" altLang="zh-CN" dirty="0">
                <a:sym typeface="+mn-ea"/>
              </a:rPr>
              <a:t>, </a:t>
            </a:r>
            <a:r>
              <a:rPr lang="en-US" altLang="zh-CN" i="1" dirty="0">
                <a:sym typeface="+mn-ea"/>
              </a:rPr>
              <a:t>β</a:t>
            </a:r>
            <a:r>
              <a:rPr lang="zh-CN" altLang="en-US" dirty="0">
                <a:sym typeface="+mn-ea"/>
              </a:rPr>
              <a:t>构成的矩阵为</a:t>
            </a:r>
            <a:r>
              <a:rPr lang="en-US" altLang="zh-CN" dirty="0">
                <a:sym typeface="+mn-ea"/>
              </a:rPr>
              <a:t> </a:t>
            </a:r>
            <a:r>
              <a:rPr lang="en-US" altLang="zh-CN" i="1" dirty="0">
                <a:solidFill>
                  <a:srgbClr val="000000"/>
                </a:solidFill>
                <a:ea typeface="楷体_GB2312"/>
                <a:sym typeface="+mn-ea"/>
              </a:rPr>
              <a:t>Ā</a:t>
            </a:r>
            <a:r>
              <a:rPr lang="en-US" altLang="zh-CN" dirty="0">
                <a:sym typeface="+mn-ea"/>
              </a:rPr>
              <a:t> =</a:t>
            </a:r>
            <a:r>
              <a:rPr lang="en-US" altLang="zh-CN" dirty="0">
                <a:solidFill>
                  <a:srgbClr val="000000"/>
                </a:solidFill>
                <a:ea typeface="楷体_GB2312"/>
                <a:sym typeface="+mn-ea"/>
              </a:rPr>
              <a:t>(</a:t>
            </a:r>
            <a:r>
              <a:rPr lang="en-US" altLang="zh-CN" i="1" dirty="0">
                <a:solidFill>
                  <a:srgbClr val="000000"/>
                </a:solidFill>
                <a:ea typeface="楷体_GB2312"/>
                <a:sym typeface="+mn-ea"/>
              </a:rPr>
              <a:t>A</a:t>
            </a:r>
            <a:r>
              <a:rPr lang="en-US" altLang="zh-CN" dirty="0">
                <a:solidFill>
                  <a:srgbClr val="000000"/>
                </a:solidFill>
                <a:ea typeface="楷体_GB2312"/>
                <a:sym typeface="+mn-ea"/>
              </a:rPr>
              <a:t>, </a:t>
            </a:r>
            <a:r>
              <a:rPr lang="en-US" altLang="zh-CN" i="1" dirty="0">
                <a:sym typeface="+mn-ea"/>
              </a:rPr>
              <a:t>β</a:t>
            </a:r>
            <a:r>
              <a:rPr lang="en-US" altLang="zh-CN" dirty="0">
                <a:solidFill>
                  <a:srgbClr val="000000"/>
                </a:solidFill>
                <a:ea typeface="楷体_GB2312"/>
                <a:sym typeface="+mn-ea"/>
              </a:rPr>
              <a:t>)</a:t>
            </a:r>
            <a:r>
              <a:rPr lang="zh-CN" altLang="en-US" b="1" dirty="0">
                <a:solidFill>
                  <a:srgbClr val="000000"/>
                </a:solidFill>
                <a:latin typeface="楷体_GB2312"/>
                <a:ea typeface="楷体_GB2312"/>
              </a:rPr>
              <a:t>，则</a:t>
            </a:r>
            <a:r>
              <a:rPr lang="en-US" altLang="zh-CN" i="1" dirty="0">
                <a:sym typeface="+mn-ea"/>
              </a:rPr>
              <a:t>β</a:t>
            </a:r>
            <a:r>
              <a:rPr lang="zh-CN" altLang="en-US" b="1" dirty="0">
                <a:solidFill>
                  <a:srgbClr val="000000"/>
                </a:solidFill>
                <a:latin typeface="楷体_GB2312"/>
                <a:ea typeface="楷体_GB2312"/>
              </a:rPr>
              <a:t>能由向量组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n</a:t>
            </a:r>
            <a:r>
              <a:rPr lang="zh-CN" altLang="en-US" b="1" dirty="0">
                <a:solidFill>
                  <a:srgbClr val="000000"/>
                </a:solidFill>
                <a:latin typeface="楷体_GB2312"/>
                <a:ea typeface="楷体_GB2312"/>
              </a:rPr>
              <a:t>等价于</a:t>
            </a:r>
            <a:r>
              <a:rPr lang="en-US" altLang="zh-CN" b="1" dirty="0">
                <a:solidFill>
                  <a:srgbClr val="000000"/>
                </a:solidFill>
                <a:ea typeface="楷体_GB2312"/>
              </a:rPr>
              <a:t>R(</a:t>
            </a:r>
            <a:r>
              <a:rPr lang="en-US" altLang="zh-CN" i="1" dirty="0">
                <a:solidFill>
                  <a:srgbClr val="000000"/>
                </a:solidFill>
                <a:ea typeface="楷体_GB2312"/>
                <a:sym typeface="+mn-ea"/>
              </a:rPr>
              <a:t>A</a:t>
            </a:r>
            <a:r>
              <a:rPr lang="en-US" altLang="zh-CN" dirty="0">
                <a:solidFill>
                  <a:srgbClr val="000000"/>
                </a:solidFill>
                <a:ea typeface="楷体_GB2312"/>
                <a:sym typeface="+mn-ea"/>
              </a:rPr>
              <a:t>) =</a:t>
            </a:r>
            <a:r>
              <a:rPr lang="en-US" altLang="zh-CN" i="1" dirty="0">
                <a:solidFill>
                  <a:srgbClr val="000000"/>
                </a:solidFill>
                <a:ea typeface="楷体_GB2312"/>
                <a:sym typeface="+mn-ea"/>
              </a:rPr>
              <a:t> </a:t>
            </a:r>
            <a:r>
              <a:rPr lang="en-US" altLang="zh-CN" dirty="0">
                <a:solidFill>
                  <a:srgbClr val="000000"/>
                </a:solidFill>
                <a:ea typeface="楷体_GB2312"/>
                <a:sym typeface="+mn-ea"/>
              </a:rPr>
              <a:t>R(</a:t>
            </a:r>
            <a:r>
              <a:rPr lang="en-US" altLang="zh-CN" i="1" dirty="0">
                <a:solidFill>
                  <a:srgbClr val="000000"/>
                </a:solidFill>
                <a:ea typeface="楷体_GB2312"/>
                <a:sym typeface="+mn-ea"/>
              </a:rPr>
              <a:t>Ā</a:t>
            </a:r>
            <a:r>
              <a:rPr lang="en-US" altLang="zh-CN" dirty="0">
                <a:solidFill>
                  <a:srgbClr val="000000"/>
                </a:solidFill>
                <a:ea typeface="楷体_GB2312"/>
                <a:sym typeface="+mn-ea"/>
              </a:rPr>
              <a:t> ).</a:t>
            </a:r>
            <a:r>
              <a:rPr lang="zh-CN" altLang="en-US" dirty="0">
                <a:solidFill>
                  <a:srgbClr val="000000"/>
                </a:solidFill>
                <a:ea typeface="楷体_GB2312"/>
                <a:sym typeface="+mn-ea"/>
              </a:rPr>
              <a:t>即</a:t>
            </a:r>
          </a:p>
          <a:p>
            <a:pPr marL="609600" indent="-609600">
              <a:lnSpc>
                <a:spcPct val="110000"/>
              </a:lnSpc>
              <a:spcBef>
                <a:spcPct val="2000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a:t>
            </a:r>
            <a:r>
              <a:rPr lang="en-US" altLang="zh-CN" dirty="0">
                <a:solidFill>
                  <a:srgbClr val="000000"/>
                </a:solidFill>
                <a:latin typeface="楷体_GB2312"/>
                <a:ea typeface="楷体_GB2312"/>
                <a:sym typeface="+mn-ea"/>
              </a:rPr>
              <a:t>1</a:t>
            </a:r>
            <a:r>
              <a:rPr lang="zh-CN" altLang="en-US" dirty="0">
                <a:solidFill>
                  <a:srgbClr val="000000"/>
                </a:solidFill>
                <a:latin typeface="楷体_GB2312"/>
                <a:ea typeface="楷体_GB2312"/>
                <a:sym typeface="+mn-ea"/>
              </a:rPr>
              <a:t>）</a:t>
            </a:r>
            <a:r>
              <a:rPr lang="en-US" altLang="zh-CN" i="1" dirty="0">
                <a:sym typeface="+mn-ea"/>
              </a:rPr>
              <a:t>β</a:t>
            </a:r>
            <a:r>
              <a:rPr lang="zh-CN" altLang="en-US" dirty="0">
                <a:solidFill>
                  <a:srgbClr val="000000"/>
                </a:solidFill>
                <a:latin typeface="楷体_GB2312"/>
                <a:ea typeface="楷体_GB2312"/>
                <a:sym typeface="+mn-ea"/>
              </a:rPr>
              <a:t>能由向量组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n</a:t>
            </a:r>
            <a:r>
              <a:rPr lang="zh-CN" altLang="en-US" dirty="0">
                <a:solidFill>
                  <a:srgbClr val="000000"/>
                </a:solidFill>
                <a:latin typeface="楷体_GB2312"/>
                <a:ea typeface="楷体_GB2312"/>
                <a:sym typeface="+mn-ea"/>
              </a:rPr>
              <a:t>唯一线性表示等价于</a:t>
            </a:r>
            <a:r>
              <a:rPr lang="en-US" altLang="zh-CN" dirty="0">
                <a:solidFill>
                  <a:srgbClr val="000000"/>
                </a:solidFill>
                <a:ea typeface="楷体_GB2312"/>
                <a:sym typeface="+mn-ea"/>
              </a:rPr>
              <a:t>R(</a:t>
            </a:r>
            <a:r>
              <a:rPr lang="en-US" altLang="zh-CN" i="1" dirty="0">
                <a:solidFill>
                  <a:srgbClr val="000000"/>
                </a:solidFill>
                <a:ea typeface="楷体_GB2312"/>
                <a:sym typeface="+mn-ea"/>
              </a:rPr>
              <a:t>A</a:t>
            </a:r>
            <a:r>
              <a:rPr lang="en-US" altLang="zh-CN" dirty="0">
                <a:solidFill>
                  <a:srgbClr val="000000"/>
                </a:solidFill>
                <a:ea typeface="楷体_GB2312"/>
                <a:sym typeface="+mn-ea"/>
              </a:rPr>
              <a:t>) = R(</a:t>
            </a:r>
            <a:r>
              <a:rPr lang="en-US" altLang="zh-CN" i="1" dirty="0">
                <a:solidFill>
                  <a:srgbClr val="000000"/>
                </a:solidFill>
                <a:ea typeface="楷体_GB2312"/>
                <a:sym typeface="+mn-ea"/>
              </a:rPr>
              <a:t>Ā</a:t>
            </a:r>
            <a:r>
              <a:rPr lang="en-US" altLang="zh-CN" dirty="0">
                <a:solidFill>
                  <a:srgbClr val="000000"/>
                </a:solidFill>
                <a:ea typeface="楷体_GB2312"/>
                <a:sym typeface="+mn-ea"/>
              </a:rPr>
              <a:t>)=</a:t>
            </a:r>
            <a:r>
              <a:rPr lang="en-US" altLang="zh-CN" i="1" dirty="0">
                <a:sym typeface="+mn-ea"/>
              </a:rPr>
              <a:t>n</a:t>
            </a:r>
            <a:r>
              <a:rPr lang="zh-CN" altLang="en-US" dirty="0">
                <a:solidFill>
                  <a:srgbClr val="000000"/>
                </a:solidFill>
                <a:latin typeface="楷体_GB2312"/>
                <a:ea typeface="楷体_GB2312"/>
                <a:sym typeface="+mn-ea"/>
              </a:rPr>
              <a:t>；</a:t>
            </a:r>
            <a:endParaRPr lang="zh-CN" altLang="en-US" b="1" dirty="0">
              <a:solidFill>
                <a:srgbClr val="000000"/>
              </a:solidFill>
              <a:latin typeface="楷体_GB2312"/>
              <a:ea typeface="楷体_GB2312"/>
            </a:endParaRPr>
          </a:p>
          <a:p>
            <a:pPr marL="609600" indent="-609600">
              <a:lnSpc>
                <a:spcPct val="110000"/>
              </a:lnSpc>
              <a:spcBef>
                <a:spcPct val="20000"/>
              </a:spcBef>
              <a:buClr>
                <a:srgbClr val="00007D"/>
              </a:buClr>
              <a:buSzPct val="75000"/>
              <a:buFont typeface="Wingdings" panose="05000000000000000000" pitchFamily="2" charset="2"/>
            </a:pPr>
            <a:r>
              <a:rPr lang="zh-CN" altLang="en-US" b="1" dirty="0">
                <a:solidFill>
                  <a:srgbClr val="000000"/>
                </a:solidFill>
                <a:latin typeface="楷体_GB2312"/>
                <a:ea typeface="楷体_GB2312"/>
              </a:rPr>
              <a:t>（</a:t>
            </a:r>
            <a:r>
              <a:rPr lang="en-US" altLang="zh-CN" b="1" dirty="0">
                <a:solidFill>
                  <a:srgbClr val="000000"/>
                </a:solidFill>
                <a:latin typeface="楷体_GB2312"/>
                <a:ea typeface="楷体_GB2312"/>
              </a:rPr>
              <a:t>2</a:t>
            </a:r>
            <a:r>
              <a:rPr lang="zh-CN" altLang="en-US" b="1" dirty="0">
                <a:solidFill>
                  <a:srgbClr val="000000"/>
                </a:solidFill>
                <a:latin typeface="楷体_GB2312"/>
                <a:ea typeface="楷体_GB2312"/>
              </a:rPr>
              <a:t>）</a:t>
            </a:r>
            <a:r>
              <a:rPr lang="en-US" altLang="zh-CN" i="1" dirty="0">
                <a:sym typeface="+mn-ea"/>
              </a:rPr>
              <a:t>β</a:t>
            </a:r>
            <a:r>
              <a:rPr lang="zh-CN" altLang="en-US" b="1" dirty="0">
                <a:solidFill>
                  <a:srgbClr val="000000"/>
                </a:solidFill>
                <a:latin typeface="楷体_GB2312"/>
                <a:ea typeface="楷体_GB2312"/>
              </a:rPr>
              <a:t>能由向量组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n</a:t>
            </a:r>
            <a:r>
              <a:rPr lang="zh-CN" altLang="en-US" b="1" dirty="0">
                <a:solidFill>
                  <a:srgbClr val="000000"/>
                </a:solidFill>
                <a:latin typeface="楷体_GB2312"/>
                <a:ea typeface="楷体_GB2312"/>
              </a:rPr>
              <a:t>线性表示且表示式不唯一</a:t>
            </a:r>
            <a:r>
              <a:rPr lang="zh-CN" altLang="en-US" dirty="0">
                <a:solidFill>
                  <a:srgbClr val="000000"/>
                </a:solidFill>
                <a:latin typeface="楷体_GB2312"/>
                <a:ea typeface="楷体_GB2312"/>
                <a:sym typeface="+mn-ea"/>
              </a:rPr>
              <a:t>等价于</a:t>
            </a:r>
            <a:r>
              <a:rPr lang="en-US" altLang="zh-CN" dirty="0">
                <a:solidFill>
                  <a:srgbClr val="000000"/>
                </a:solidFill>
                <a:ea typeface="楷体_GB2312"/>
                <a:sym typeface="+mn-ea"/>
              </a:rPr>
              <a:t>R(</a:t>
            </a:r>
            <a:r>
              <a:rPr lang="en-US" altLang="zh-CN" i="1" dirty="0">
                <a:solidFill>
                  <a:srgbClr val="000000"/>
                </a:solidFill>
                <a:ea typeface="楷体_GB2312"/>
                <a:sym typeface="+mn-ea"/>
              </a:rPr>
              <a:t>A</a:t>
            </a:r>
            <a:r>
              <a:rPr lang="en-US" altLang="zh-CN" dirty="0">
                <a:solidFill>
                  <a:srgbClr val="000000"/>
                </a:solidFill>
                <a:ea typeface="楷体_GB2312"/>
                <a:sym typeface="+mn-ea"/>
              </a:rPr>
              <a:t>) = R(</a:t>
            </a:r>
            <a:r>
              <a:rPr lang="en-US" altLang="zh-CN" i="1" dirty="0">
                <a:solidFill>
                  <a:srgbClr val="000000"/>
                </a:solidFill>
                <a:ea typeface="楷体_GB2312"/>
                <a:sym typeface="+mn-ea"/>
              </a:rPr>
              <a:t>Ā</a:t>
            </a:r>
            <a:r>
              <a:rPr lang="en-US" altLang="zh-CN" dirty="0">
                <a:solidFill>
                  <a:srgbClr val="000000"/>
                </a:solidFill>
                <a:ea typeface="楷体_GB2312"/>
                <a:sym typeface="+mn-ea"/>
              </a:rPr>
              <a:t> )&lt;</a:t>
            </a:r>
            <a:r>
              <a:rPr lang="en-US" altLang="zh-CN" i="1" dirty="0">
                <a:sym typeface="+mn-ea"/>
              </a:rPr>
              <a:t>n</a:t>
            </a:r>
            <a:r>
              <a:rPr lang="en-US" altLang="zh-CN" dirty="0">
                <a:solidFill>
                  <a:srgbClr val="000000"/>
                </a:solidFill>
                <a:latin typeface="楷体_GB2312"/>
                <a:ea typeface="楷体_GB2312"/>
                <a:sym typeface="+mn-ea"/>
              </a:rPr>
              <a:t>.</a:t>
            </a:r>
            <a:endParaRPr lang="zh-CN" altLang="en-US" b="1" dirty="0">
              <a:solidFill>
                <a:srgbClr val="000000"/>
              </a:solidFill>
              <a:latin typeface="楷体_GB2312"/>
              <a:ea typeface="楷体_GB2312"/>
            </a:endParaRPr>
          </a:p>
          <a:p>
            <a:pPr marL="609600" indent="-609600">
              <a:lnSpc>
                <a:spcPct val="110000"/>
              </a:lnSpc>
              <a:spcBef>
                <a:spcPct val="20000"/>
              </a:spcBef>
              <a:buClr>
                <a:srgbClr val="00007D"/>
              </a:buClr>
              <a:buSzPct val="75000"/>
              <a:buFont typeface="Wingdings" panose="05000000000000000000" pitchFamily="2" charset="2"/>
            </a:pPr>
            <a:endParaRPr lang="zh-CN" altLang="en-US" b="1" dirty="0">
              <a:solidFill>
                <a:srgbClr val="000000"/>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109">
                                            <p:txEl>
                                              <p:pRg st="0" end="0"/>
                                            </p:txEl>
                                          </p:spTgt>
                                        </p:tgtEl>
                                        <p:attrNameLst>
                                          <p:attrName>style.visibility</p:attrName>
                                        </p:attrNameLst>
                                      </p:cBhvr>
                                      <p:to>
                                        <p:strVal val="visible"/>
                                      </p:to>
                                    </p:set>
                                    <p:animEffect transition="in" filter="blinds(horizontal)">
                                      <p:cBhvr>
                                        <p:cTn id="7" dur="500"/>
                                        <p:tgtEl>
                                          <p:spTgt spid="471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7109">
                                            <p:txEl>
                                              <p:pRg st="1" end="1"/>
                                            </p:txEl>
                                          </p:spTgt>
                                        </p:tgtEl>
                                        <p:attrNameLst>
                                          <p:attrName>style.visibility</p:attrName>
                                        </p:attrNameLst>
                                      </p:cBhvr>
                                      <p:to>
                                        <p:strVal val="visible"/>
                                      </p:to>
                                    </p:set>
                                    <p:animEffect transition="in" filter="blinds(horizontal)">
                                      <p:cBhvr>
                                        <p:cTn id="12" dur="500"/>
                                        <p:tgtEl>
                                          <p:spTgt spid="4710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7109">
                                            <p:txEl>
                                              <p:pRg st="2" end="2"/>
                                            </p:txEl>
                                          </p:spTgt>
                                        </p:tgtEl>
                                        <p:attrNameLst>
                                          <p:attrName>style.visibility</p:attrName>
                                        </p:attrNameLst>
                                      </p:cBhvr>
                                      <p:to>
                                        <p:strVal val="visible"/>
                                      </p:to>
                                    </p:set>
                                    <p:animEffect transition="in" filter="blinds(horizontal)">
                                      <p:cBhvr>
                                        <p:cTn id="17" dur="500"/>
                                        <p:tgtEl>
                                          <p:spTgt spid="4710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7109">
                                            <p:txEl>
                                              <p:pRg st="1" end="1"/>
                                            </p:txEl>
                                          </p:spTgt>
                                        </p:tgtEl>
                                        <p:attrNameLst>
                                          <p:attrName>style.visibility</p:attrName>
                                        </p:attrNameLst>
                                      </p:cBhvr>
                                      <p:to>
                                        <p:strVal val="visible"/>
                                      </p:to>
                                    </p:set>
                                    <p:animEffect transition="in" filter="wipe(down)">
                                      <p:cBhvr>
                                        <p:cTn id="22" dur="500"/>
                                        <p:tgtEl>
                                          <p:spTgt spid="4710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7109">
                                            <p:txEl>
                                              <p:pRg st="2" end="2"/>
                                            </p:txEl>
                                          </p:spTgt>
                                        </p:tgtEl>
                                        <p:attrNameLst>
                                          <p:attrName>style.visibility</p:attrName>
                                        </p:attrNameLst>
                                      </p:cBhvr>
                                      <p:to>
                                        <p:strVal val="visible"/>
                                      </p:to>
                                    </p:set>
                                    <p:animEffect transition="in" filter="wipe(down)">
                                      <p:cBhvr>
                                        <p:cTn id="27" dur="500"/>
                                        <p:tgtEl>
                                          <p:spTgt spid="4710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5605" y="2466975"/>
            <a:ext cx="8453755" cy="521970"/>
          </a:xfrm>
          <a:prstGeom prst="rect">
            <a:avLst/>
          </a:prstGeom>
          <a:noFill/>
        </p:spPr>
        <p:txBody>
          <a:bodyPr wrap="square" rtlCol="0" anchor="t">
            <a:spAutoFit/>
          </a:bodyPr>
          <a:lstStyle/>
          <a:p>
            <a:r>
              <a:rPr lang="zh-CN" altLang="en-US" dirty="0">
                <a:solidFill>
                  <a:srgbClr val="3333FF"/>
                </a:solidFill>
                <a:sym typeface="+mn-ea"/>
              </a:rPr>
              <a:t>解：</a:t>
            </a:r>
            <a:r>
              <a:rPr lang="zh-CN" altLang="en-US" dirty="0">
                <a:sym typeface="+mn-ea"/>
              </a:rPr>
              <a:t>设存在一组数</a:t>
            </a:r>
            <a:r>
              <a:rPr lang="en-US" altLang="zh-CN" i="1" dirty="0">
                <a:sym typeface="+mn-ea"/>
              </a:rPr>
              <a:t>x</a:t>
            </a:r>
            <a:r>
              <a:rPr lang="en-US" altLang="zh-CN" baseline="-25000" dirty="0">
                <a:sym typeface="+mn-ea"/>
              </a:rPr>
              <a:t>1</a:t>
            </a:r>
            <a:r>
              <a:rPr lang="en-US" altLang="zh-CN" dirty="0">
                <a:sym typeface="+mn-ea"/>
              </a:rPr>
              <a:t>, </a:t>
            </a:r>
            <a:r>
              <a:rPr lang="en-US" altLang="zh-CN" i="1" dirty="0">
                <a:sym typeface="+mn-ea"/>
              </a:rPr>
              <a:t>x</a:t>
            </a:r>
            <a:r>
              <a:rPr lang="en-US" altLang="zh-CN" baseline="-25000" dirty="0">
                <a:sym typeface="+mn-ea"/>
              </a:rPr>
              <a:t>2</a:t>
            </a:r>
            <a:r>
              <a:rPr lang="en-US" altLang="zh-CN" dirty="0">
                <a:sym typeface="+mn-ea"/>
              </a:rPr>
              <a:t>, </a:t>
            </a:r>
            <a:r>
              <a:rPr lang="en-US" altLang="zh-CN" i="1" dirty="0">
                <a:sym typeface="+mn-ea"/>
              </a:rPr>
              <a:t>x</a:t>
            </a:r>
            <a:r>
              <a:rPr lang="en-US" altLang="zh-CN" baseline="-25000" dirty="0">
                <a:sym typeface="+mn-ea"/>
              </a:rPr>
              <a:t>3</a:t>
            </a:r>
            <a:r>
              <a:rPr lang="zh-CN" altLang="en-US" dirty="0">
                <a:sym typeface="+mn-ea"/>
              </a:rPr>
              <a:t>使得</a:t>
            </a:r>
            <a:r>
              <a:rPr lang="en-US" altLang="zh-CN" i="1" dirty="0">
                <a:sym typeface="+mn-ea"/>
              </a:rPr>
              <a:t>β</a:t>
            </a:r>
            <a:r>
              <a:rPr lang="en-US" altLang="zh-CN" b="0" dirty="0">
                <a:sym typeface="+mn-ea"/>
              </a:rPr>
              <a:t> = </a:t>
            </a:r>
            <a:r>
              <a:rPr lang="en-US" altLang="zh-CN" i="1" dirty="0">
                <a:sym typeface="+mn-ea"/>
              </a:rPr>
              <a:t>x</a:t>
            </a:r>
            <a:r>
              <a:rPr lang="en-US" altLang="zh-CN" baseline="-25000" dirty="0">
                <a:sym typeface="+mn-ea"/>
              </a:rPr>
              <a:t>1</a:t>
            </a:r>
            <a:r>
              <a:rPr lang="en-US" altLang="zh-CN" i="1" dirty="0">
                <a:sym typeface="+mn-ea"/>
              </a:rPr>
              <a:t>α</a:t>
            </a:r>
            <a:r>
              <a:rPr lang="en-US" altLang="zh-CN" baseline="-25000" dirty="0">
                <a:sym typeface="+mn-ea"/>
              </a:rPr>
              <a:t>1 </a:t>
            </a:r>
            <a:r>
              <a:rPr lang="en-US" altLang="zh-CN" dirty="0">
                <a:sym typeface="+mn-ea"/>
              </a:rPr>
              <a:t>+ </a:t>
            </a:r>
            <a:r>
              <a:rPr lang="en-US" altLang="zh-CN" i="1" dirty="0">
                <a:sym typeface="+mn-ea"/>
              </a:rPr>
              <a:t>x</a:t>
            </a:r>
            <a:r>
              <a:rPr lang="en-US" altLang="zh-CN" baseline="-25000" dirty="0">
                <a:sym typeface="+mn-ea"/>
              </a:rPr>
              <a:t>2</a:t>
            </a:r>
            <a:r>
              <a:rPr lang="en-US" altLang="zh-CN" i="1" dirty="0">
                <a:sym typeface="+mn-ea"/>
              </a:rPr>
              <a:t>α</a:t>
            </a:r>
            <a:r>
              <a:rPr lang="en-US" altLang="zh-CN" baseline="-25000" dirty="0">
                <a:sym typeface="+mn-ea"/>
              </a:rPr>
              <a:t>2 </a:t>
            </a:r>
            <a:r>
              <a:rPr lang="en-US" altLang="zh-CN" dirty="0">
                <a:sym typeface="+mn-ea"/>
              </a:rPr>
              <a:t>+ </a:t>
            </a:r>
            <a:r>
              <a:rPr lang="en-US" altLang="zh-CN" i="1" dirty="0">
                <a:sym typeface="+mn-ea"/>
              </a:rPr>
              <a:t>x</a:t>
            </a:r>
            <a:r>
              <a:rPr lang="en-US" altLang="zh-CN" baseline="-25000" dirty="0">
                <a:sym typeface="+mn-ea"/>
              </a:rPr>
              <a:t>3</a:t>
            </a:r>
            <a:r>
              <a:rPr lang="en-US" altLang="zh-CN" i="1" dirty="0">
                <a:sym typeface="+mn-ea"/>
              </a:rPr>
              <a:t>α</a:t>
            </a:r>
            <a:r>
              <a:rPr lang="en-US" altLang="zh-CN" baseline="-25000" dirty="0">
                <a:sym typeface="+mn-ea"/>
              </a:rPr>
              <a:t>3</a:t>
            </a:r>
            <a:endParaRPr lang="en-US" altLang="zh-CN" i="1" baseline="-25000" dirty="0">
              <a:sym typeface="+mn-ea"/>
            </a:endParaRPr>
          </a:p>
        </p:txBody>
      </p:sp>
      <p:sp>
        <p:nvSpPr>
          <p:cNvPr id="3" name="文本框 2"/>
          <p:cNvSpPr txBox="1"/>
          <p:nvPr/>
        </p:nvSpPr>
        <p:spPr>
          <a:xfrm>
            <a:off x="1043940" y="3716655"/>
            <a:ext cx="1212215" cy="521970"/>
          </a:xfrm>
          <a:prstGeom prst="rect">
            <a:avLst/>
          </a:prstGeom>
        </p:spPr>
        <p:txBody>
          <a:bodyPr wrap="square">
            <a:spAutoFit/>
          </a:bodyPr>
          <a:lstStyle/>
          <a:p>
            <a:pPr algn="just" defTabSz="266700"/>
            <a:r>
              <a:rPr lang="zh-CN" altLang="en-US">
                <a:solidFill>
                  <a:srgbClr val="000000"/>
                </a:solidFill>
                <a:latin typeface="宋体" panose="02010600030101010101" pitchFamily="2" charset="-122"/>
                <a:ea typeface="宋体" panose="02010600030101010101" pitchFamily="2" charset="-122"/>
              </a:rPr>
              <a:t>即</a:t>
            </a:r>
          </a:p>
        </p:txBody>
      </p:sp>
      <p:graphicFrame>
        <p:nvGraphicFramePr>
          <p:cNvPr id="4" name="对象 -2147479847"/>
          <p:cNvGraphicFramePr>
            <a:graphicFrameLocks noChangeAspect="1"/>
          </p:cNvGraphicFramePr>
          <p:nvPr/>
        </p:nvGraphicFramePr>
        <p:xfrm>
          <a:off x="2700020" y="3345180"/>
          <a:ext cx="2202180" cy="1451610"/>
        </p:xfrm>
        <a:graphic>
          <a:graphicData uri="http://schemas.openxmlformats.org/presentationml/2006/ole">
            <mc:AlternateContent xmlns:mc="http://schemas.openxmlformats.org/markup-compatibility/2006">
              <mc:Choice xmlns:v="urn:schemas-microsoft-com:vml" Requires="v">
                <p:oleObj r:id="rId2" imgW="939800" imgH="622300" progId="Equation.DSMT4">
                  <p:embed/>
                </p:oleObj>
              </mc:Choice>
              <mc:Fallback>
                <p:oleObj r:id="rId2" imgW="939800" imgH="622300" progId="Equation.DSMT4">
                  <p:embed/>
                  <p:pic>
                    <p:nvPicPr>
                      <p:cNvPr id="0" name="图片 3075"/>
                      <p:cNvPicPr/>
                      <p:nvPr/>
                    </p:nvPicPr>
                    <p:blipFill>
                      <a:blip r:embed="rId3"/>
                      <a:stretch>
                        <a:fillRect/>
                      </a:stretch>
                    </p:blipFill>
                    <p:spPr>
                      <a:xfrm>
                        <a:off x="2700020" y="3345180"/>
                        <a:ext cx="2202180" cy="1451610"/>
                      </a:xfrm>
                      <a:prstGeom prst="rect">
                        <a:avLst/>
                      </a:prstGeom>
                      <a:noFill/>
                      <a:ln w="38100">
                        <a:noFill/>
                        <a:miter/>
                      </a:ln>
                    </p:spPr>
                  </p:pic>
                </p:oleObj>
              </mc:Fallback>
            </mc:AlternateContent>
          </a:graphicData>
        </a:graphic>
      </p:graphicFrame>
      <p:sp>
        <p:nvSpPr>
          <p:cNvPr id="5" name="文本框 4"/>
          <p:cNvSpPr txBox="1"/>
          <p:nvPr/>
        </p:nvSpPr>
        <p:spPr>
          <a:xfrm>
            <a:off x="899795" y="5444808"/>
            <a:ext cx="5080000" cy="521970"/>
          </a:xfrm>
          <a:prstGeom prst="rect">
            <a:avLst/>
          </a:prstGeom>
        </p:spPr>
        <p:txBody>
          <a:bodyPr>
            <a:spAutoFit/>
          </a:bodyPr>
          <a:lstStyle/>
          <a:p>
            <a:pPr algn="just" defTabSz="266700"/>
            <a:r>
              <a:rPr lang="zh-CN" altLang="en-US">
                <a:solidFill>
                  <a:srgbClr val="000000"/>
                </a:solidFill>
                <a:latin typeface="Calibri" panose="020F0502020204030204"/>
                <a:ea typeface="宋体" panose="02010600030101010101" pitchFamily="2" charset="-122"/>
              </a:rPr>
              <a:t>对增广矩阵作初等行变换得：</a:t>
            </a:r>
          </a:p>
        </p:txBody>
      </p:sp>
      <p:sp>
        <p:nvSpPr>
          <p:cNvPr id="12" name="Rectangle 5"/>
          <p:cNvSpPr/>
          <p:nvPr/>
        </p:nvSpPr>
        <p:spPr>
          <a:xfrm>
            <a:off x="539750" y="404495"/>
            <a:ext cx="7960360" cy="1478915"/>
          </a:xfrm>
          <a:prstGeom prst="rect">
            <a:avLst/>
          </a:prstGeom>
          <a:noFill/>
          <a:ln w="9525">
            <a:noFill/>
          </a:ln>
        </p:spPr>
        <p:txBody>
          <a:bodyPr wrap="square">
            <a:noAutofit/>
          </a:bodyPr>
          <a:lstStyle/>
          <a:p>
            <a:pPr marL="609600" indent="-609600">
              <a:lnSpc>
                <a:spcPct val="130000"/>
              </a:lnSpc>
              <a:spcBef>
                <a:spcPct val="20000"/>
              </a:spcBef>
              <a:buClr>
                <a:srgbClr val="00007D"/>
              </a:buClr>
              <a:buSzPct val="75000"/>
              <a:buFont typeface="Wingdings" panose="05000000000000000000" pitchFamily="2" charset="2"/>
            </a:pPr>
            <a:r>
              <a:rPr lang="zh-CN" altLang="en-US" b="1" dirty="0">
                <a:solidFill>
                  <a:srgbClr val="FF0000"/>
                </a:solidFill>
                <a:latin typeface="楷体_GB2312"/>
                <a:ea typeface="楷体_GB2312"/>
              </a:rPr>
              <a:t>例</a:t>
            </a:r>
            <a:r>
              <a:rPr lang="en-US" altLang="zh-CN" b="1" dirty="0">
                <a:solidFill>
                  <a:srgbClr val="FF0000"/>
                </a:solidFill>
                <a:latin typeface="楷体_GB2312"/>
                <a:ea typeface="楷体_GB2312"/>
              </a:rPr>
              <a:t>3.3.4 </a:t>
            </a:r>
            <a:r>
              <a:rPr lang="zh-CN" altLang="en-US" dirty="0">
                <a:solidFill>
                  <a:srgbClr val="000000"/>
                </a:solidFill>
                <a:latin typeface="楷体_GB2312"/>
                <a:ea typeface="楷体_GB2312"/>
                <a:sym typeface="+mn-ea"/>
              </a:rPr>
              <a:t>判断向量</a:t>
            </a:r>
            <a:r>
              <a:rPr lang="en-US" altLang="zh-CN" i="1" dirty="0">
                <a:sym typeface="+mn-ea"/>
              </a:rPr>
              <a:t>β</a:t>
            </a:r>
            <a:r>
              <a:rPr lang="en-US" altLang="zh-CN" dirty="0">
                <a:sym typeface="+mn-ea"/>
              </a:rPr>
              <a:t>=(2,-1,3)</a:t>
            </a:r>
            <a:r>
              <a:rPr lang="en-US" altLang="zh-CN" dirty="0">
                <a:solidFill>
                  <a:srgbClr val="000000"/>
                </a:solidFill>
                <a:ea typeface="楷体_GB2312"/>
                <a:sym typeface="+mn-ea"/>
              </a:rPr>
              <a:t> </a:t>
            </a:r>
            <a:r>
              <a:rPr lang="zh-CN" altLang="en-US" dirty="0">
                <a:solidFill>
                  <a:srgbClr val="000000"/>
                </a:solidFill>
                <a:ea typeface="楷体_GB2312"/>
                <a:sym typeface="+mn-ea"/>
              </a:rPr>
              <a:t>是否</a:t>
            </a:r>
            <a:r>
              <a:rPr lang="zh-CN" altLang="en-US" dirty="0">
                <a:solidFill>
                  <a:srgbClr val="000000"/>
                </a:solidFill>
                <a:latin typeface="楷体_GB2312"/>
                <a:ea typeface="楷体_GB2312"/>
                <a:sym typeface="+mn-ea"/>
              </a:rPr>
              <a:t>可以由向量组</a:t>
            </a:r>
            <a:r>
              <a:rPr lang="en-US" altLang="zh-CN" i="1" dirty="0">
                <a:sym typeface="+mn-ea"/>
              </a:rPr>
              <a:t>α</a:t>
            </a:r>
            <a:r>
              <a:rPr lang="en-US" altLang="zh-CN" baseline="-25000" dirty="0">
                <a:sym typeface="+mn-ea"/>
              </a:rPr>
              <a:t>1</a:t>
            </a:r>
            <a:r>
              <a:rPr lang="en-US" altLang="zh-CN" dirty="0">
                <a:sym typeface="+mn-ea"/>
              </a:rPr>
              <a:t>=(1,0,1), </a:t>
            </a:r>
            <a:r>
              <a:rPr lang="en-US" altLang="zh-CN" i="1" dirty="0">
                <a:sym typeface="+mn-ea"/>
              </a:rPr>
              <a:t>α</a:t>
            </a:r>
            <a:r>
              <a:rPr lang="en-US" altLang="zh-CN" baseline="-25000" dirty="0">
                <a:sym typeface="+mn-ea"/>
              </a:rPr>
              <a:t>2</a:t>
            </a:r>
            <a:r>
              <a:rPr lang="en-US" altLang="zh-CN" dirty="0">
                <a:sym typeface="+mn-ea"/>
              </a:rPr>
              <a:t>=(1,-1,0), </a:t>
            </a:r>
            <a:r>
              <a:rPr lang="en-US" altLang="zh-CN" i="1" dirty="0">
                <a:sym typeface="+mn-ea"/>
              </a:rPr>
              <a:t>α</a:t>
            </a:r>
            <a:r>
              <a:rPr lang="en-US" altLang="zh-CN" baseline="-25000" dirty="0">
                <a:sym typeface="+mn-ea"/>
              </a:rPr>
              <a:t>3</a:t>
            </a:r>
            <a:r>
              <a:rPr lang="en-US" altLang="zh-CN" dirty="0">
                <a:sym typeface="+mn-ea"/>
              </a:rPr>
              <a:t>=(1,2,1)</a:t>
            </a:r>
            <a:r>
              <a:rPr lang="zh-CN" altLang="en-US" dirty="0">
                <a:solidFill>
                  <a:srgbClr val="000000"/>
                </a:solidFill>
                <a:latin typeface="楷体_GB2312"/>
                <a:ea typeface="楷体_GB2312"/>
                <a:sym typeface="+mn-ea"/>
              </a:rPr>
              <a:t>线性表示；如果可以，请将</a:t>
            </a:r>
            <a:r>
              <a:rPr lang="en-US" altLang="zh-CN" i="1" dirty="0">
                <a:sym typeface="+mn-ea"/>
              </a:rPr>
              <a:t>β</a:t>
            </a:r>
            <a:r>
              <a:rPr lang="zh-CN" altLang="en-US" dirty="0">
                <a:solidFill>
                  <a:srgbClr val="000000"/>
                </a:solidFill>
                <a:latin typeface="楷体_GB2312"/>
                <a:ea typeface="楷体_GB2312"/>
                <a:sym typeface="+mn-ea"/>
              </a:rPr>
              <a:t>用</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i="1" baseline="-25000" dirty="0">
                <a:sym typeface="+mn-ea"/>
              </a:rPr>
              <a:t> </a:t>
            </a:r>
            <a:r>
              <a:rPr lang="zh-CN" altLang="en-US" dirty="0">
                <a:solidFill>
                  <a:srgbClr val="000000"/>
                </a:solidFill>
                <a:latin typeface="楷体_GB2312"/>
                <a:ea typeface="楷体_GB2312"/>
                <a:sym typeface="+mn-ea"/>
              </a:rPr>
              <a:t>表示出来</a:t>
            </a:r>
            <a:r>
              <a:rPr lang="en-US" altLang="zh-CN" dirty="0">
                <a:solidFill>
                  <a:srgbClr val="000000"/>
                </a:solidFill>
                <a:latin typeface="楷体_GB2312"/>
                <a:ea typeface="楷体_GB2312"/>
                <a:sym typeface="+mn-ea"/>
              </a:rPr>
              <a:t>.</a:t>
            </a:r>
          </a:p>
          <a:p>
            <a:pPr marL="609600" indent="-609600">
              <a:lnSpc>
                <a:spcPct val="130000"/>
              </a:lnSpc>
              <a:spcBef>
                <a:spcPct val="20000"/>
              </a:spcBef>
              <a:buClr>
                <a:srgbClr val="00007D"/>
              </a:buClr>
              <a:buSzPct val="75000"/>
              <a:buFont typeface="Wingdings" panose="05000000000000000000" pitchFamily="2" charset="2"/>
            </a:pPr>
            <a:r>
              <a:rPr lang="en-US" altLang="zh-CN" dirty="0">
                <a:solidFill>
                  <a:srgbClr val="000000"/>
                </a:solidFill>
                <a:latin typeface="楷体_GB2312"/>
                <a:ea typeface="楷体_GB2312"/>
                <a:sym typeface="+mn-ea"/>
              </a:rPr>
              <a:t> </a:t>
            </a:r>
            <a:endParaRPr lang="zh-CN" altLang="en-US" b="1" dirty="0">
              <a:solidFill>
                <a:srgbClr val="000000"/>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linds(horizontal)">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blinds(horizontal)">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par>
                                <p:cTn id="23" presetID="3" presetClass="entr" presetSubtype="1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linds(horizontal)">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down)">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12"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39750" y="548323"/>
            <a:ext cx="5080000" cy="521970"/>
          </a:xfrm>
          <a:prstGeom prst="rect">
            <a:avLst/>
          </a:prstGeom>
        </p:spPr>
        <p:txBody>
          <a:bodyPr>
            <a:spAutoFit/>
          </a:bodyPr>
          <a:lstStyle/>
          <a:p>
            <a:pPr algn="just" defTabSz="266700"/>
            <a:r>
              <a:rPr lang="zh-CN" altLang="en-US">
                <a:solidFill>
                  <a:srgbClr val="000000"/>
                </a:solidFill>
                <a:latin typeface="Calibri" panose="020F0502020204030204"/>
                <a:ea typeface="宋体" panose="02010600030101010101" pitchFamily="2" charset="-122"/>
              </a:rPr>
              <a:t>对增广矩阵作初等行变换得：</a:t>
            </a:r>
          </a:p>
        </p:txBody>
      </p:sp>
      <p:graphicFrame>
        <p:nvGraphicFramePr>
          <p:cNvPr id="6" name="对象 -2147474273"/>
          <p:cNvGraphicFramePr>
            <a:graphicFrameLocks noChangeAspect="1"/>
          </p:cNvGraphicFramePr>
          <p:nvPr/>
        </p:nvGraphicFramePr>
        <p:xfrm>
          <a:off x="395605" y="1556385"/>
          <a:ext cx="8426450" cy="2482850"/>
        </p:xfrm>
        <a:graphic>
          <a:graphicData uri="http://schemas.openxmlformats.org/presentationml/2006/ole">
            <mc:AlternateContent xmlns:mc="http://schemas.openxmlformats.org/markup-compatibility/2006">
              <mc:Choice xmlns:v="urn:schemas-microsoft-com:vml" Requires="v">
                <p:oleObj r:id="rId2" imgW="4813300" imgH="1308100" progId="Equation.DSMT4">
                  <p:embed/>
                </p:oleObj>
              </mc:Choice>
              <mc:Fallback>
                <p:oleObj r:id="rId2" imgW="4813300" imgH="1308100" progId="Equation.DSMT4">
                  <p:embed/>
                  <p:pic>
                    <p:nvPicPr>
                      <p:cNvPr id="0" name="图片 4"/>
                      <p:cNvPicPr/>
                      <p:nvPr/>
                    </p:nvPicPr>
                    <p:blipFill>
                      <a:blip r:embed="rId3"/>
                      <a:stretch>
                        <a:fillRect/>
                      </a:stretch>
                    </p:blipFill>
                    <p:spPr>
                      <a:xfrm>
                        <a:off x="395605" y="1556385"/>
                        <a:ext cx="8426450" cy="2482850"/>
                      </a:xfrm>
                      <a:prstGeom prst="rect">
                        <a:avLst/>
                      </a:prstGeom>
                      <a:noFill/>
                      <a:ln w="38100">
                        <a:noFill/>
                        <a:miter/>
                      </a:ln>
                    </p:spPr>
                  </p:pic>
                </p:oleObj>
              </mc:Fallback>
            </mc:AlternateContent>
          </a:graphicData>
        </a:graphic>
      </p:graphicFrame>
      <p:sp>
        <p:nvSpPr>
          <p:cNvPr id="8" name="文本框 7"/>
          <p:cNvSpPr txBox="1"/>
          <p:nvPr/>
        </p:nvSpPr>
        <p:spPr>
          <a:xfrm>
            <a:off x="395605" y="4292600"/>
            <a:ext cx="7478395" cy="1770380"/>
          </a:xfrm>
          <a:prstGeom prst="rect">
            <a:avLst/>
          </a:prstGeom>
        </p:spPr>
        <p:txBody>
          <a:bodyPr wrap="square">
            <a:spAutoFit/>
          </a:bodyPr>
          <a:lstStyle/>
          <a:p>
            <a:pPr marL="0" indent="0" algn="just" defTabSz="266700">
              <a:lnSpc>
                <a:spcPct val="130000"/>
              </a:lnSpc>
              <a:spcBef>
                <a:spcPct val="0"/>
              </a:spcBef>
              <a:spcAft>
                <a:spcPct val="0"/>
              </a:spcAft>
            </a:pPr>
            <a:r>
              <a:rPr lang="zh-CN" altLang="en-US">
                <a:solidFill>
                  <a:srgbClr val="000000"/>
                </a:solidFill>
                <a:latin typeface="Calibri" panose="020F0502020204030204"/>
                <a:ea typeface="宋体" panose="02010600030101010101" pitchFamily="2" charset="-122"/>
              </a:rPr>
              <a:t>得方程组的</a:t>
            </a:r>
            <a:r>
              <a:rPr lang="zh-CN" altLang="en-US">
                <a:solidFill>
                  <a:srgbClr val="000000"/>
                </a:solidFill>
                <a:latin typeface="宋体" panose="02010600030101010101" pitchFamily="2" charset="-122"/>
                <a:ea typeface="宋体" panose="02010600030101010101" pitchFamily="2" charset="-122"/>
              </a:rPr>
              <a:t>唯一解：</a:t>
            </a:r>
            <a:r>
              <a:rPr lang="en-US" altLang="zh-CN" i="1" dirty="0">
                <a:sym typeface="+mn-ea"/>
              </a:rPr>
              <a:t>x</a:t>
            </a:r>
            <a:r>
              <a:rPr lang="en-US" altLang="zh-CN" baseline="-25000" dirty="0">
                <a:sym typeface="+mn-ea"/>
              </a:rPr>
              <a:t>1</a:t>
            </a:r>
            <a:r>
              <a:rPr lang="en-US" altLang="zh-CN" dirty="0">
                <a:sym typeface="+mn-ea"/>
              </a:rPr>
              <a:t>=-6, </a:t>
            </a:r>
            <a:r>
              <a:rPr lang="en-US" altLang="zh-CN" i="1" dirty="0">
                <a:sym typeface="+mn-ea"/>
              </a:rPr>
              <a:t>x</a:t>
            </a:r>
            <a:r>
              <a:rPr lang="en-US" altLang="zh-CN" baseline="-25000" dirty="0">
                <a:sym typeface="+mn-ea"/>
              </a:rPr>
              <a:t>2</a:t>
            </a:r>
            <a:r>
              <a:rPr lang="en-US" altLang="zh-CN" dirty="0">
                <a:sym typeface="+mn-ea"/>
              </a:rPr>
              <a:t>=5, </a:t>
            </a:r>
            <a:r>
              <a:rPr lang="en-US" altLang="zh-CN" i="1" dirty="0">
                <a:sym typeface="+mn-ea"/>
              </a:rPr>
              <a:t>x</a:t>
            </a:r>
            <a:r>
              <a:rPr lang="en-US" altLang="zh-CN" baseline="-25000" dirty="0">
                <a:sym typeface="+mn-ea"/>
              </a:rPr>
              <a:t>3</a:t>
            </a:r>
            <a:r>
              <a:rPr lang="en-US" altLang="zh-CN" dirty="0">
                <a:sym typeface="+mn-ea"/>
              </a:rPr>
              <a:t>=3</a:t>
            </a:r>
            <a:r>
              <a:rPr lang="zh-CN" altLang="en-US">
                <a:solidFill>
                  <a:srgbClr val="000000"/>
                </a:solidFill>
                <a:latin typeface="宋体" panose="02010600030101010101" pitchFamily="2" charset="-122"/>
                <a:ea typeface="宋体" panose="02010600030101010101" pitchFamily="2" charset="-122"/>
              </a:rPr>
              <a:t>，所以</a:t>
            </a:r>
            <a:r>
              <a:rPr lang="en-US" altLang="zh-CN" i="1" dirty="0">
                <a:sym typeface="+mn-ea"/>
              </a:rPr>
              <a:t>β</a:t>
            </a:r>
            <a:r>
              <a:rPr lang="zh-CN" altLang="en-US">
                <a:solidFill>
                  <a:srgbClr val="000000"/>
                </a:solidFill>
                <a:latin typeface="宋体" panose="02010600030101010101" pitchFamily="2" charset="-122"/>
                <a:ea typeface="宋体" panose="02010600030101010101" pitchFamily="2" charset="-122"/>
              </a:rPr>
              <a:t>可以由向量组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i="1" baseline="-25000" dirty="0">
                <a:sym typeface="+mn-ea"/>
              </a:rPr>
              <a:t> </a:t>
            </a:r>
            <a:r>
              <a:rPr lang="zh-CN" altLang="en-US">
                <a:solidFill>
                  <a:srgbClr val="000000"/>
                </a:solidFill>
                <a:latin typeface="宋体" panose="02010600030101010101" pitchFamily="2" charset="-122"/>
                <a:ea typeface="宋体" panose="02010600030101010101" pitchFamily="2" charset="-122"/>
              </a:rPr>
              <a:t>唯一线性表示为：</a:t>
            </a:r>
          </a:p>
          <a:p>
            <a:pPr marL="0" indent="0" algn="ctr" defTabSz="266700">
              <a:lnSpc>
                <a:spcPct val="130000"/>
              </a:lnSpc>
              <a:spcBef>
                <a:spcPct val="0"/>
              </a:spcBef>
              <a:spcAft>
                <a:spcPct val="0"/>
              </a:spcAft>
            </a:pPr>
            <a:r>
              <a:rPr lang="en-US" altLang="zh-CN" i="1" dirty="0">
                <a:sym typeface="+mn-ea"/>
              </a:rPr>
              <a:t>β</a:t>
            </a:r>
            <a:r>
              <a:rPr lang="en-US" altLang="zh-CN" b="0" dirty="0">
                <a:sym typeface="+mn-ea"/>
              </a:rPr>
              <a:t> = </a:t>
            </a:r>
            <a:r>
              <a:rPr lang="en-US" altLang="zh-CN" dirty="0">
                <a:sym typeface="+mn-ea"/>
              </a:rPr>
              <a:t>-6</a:t>
            </a:r>
            <a:r>
              <a:rPr lang="en-US" altLang="zh-CN" i="1" dirty="0">
                <a:sym typeface="+mn-ea"/>
              </a:rPr>
              <a:t>α</a:t>
            </a:r>
            <a:r>
              <a:rPr lang="en-US" altLang="zh-CN" baseline="-25000" dirty="0">
                <a:sym typeface="+mn-ea"/>
              </a:rPr>
              <a:t>1 </a:t>
            </a:r>
            <a:r>
              <a:rPr lang="en-US" altLang="zh-CN" dirty="0">
                <a:sym typeface="+mn-ea"/>
              </a:rPr>
              <a:t>+ </a:t>
            </a:r>
            <a:r>
              <a:rPr lang="en-US" altLang="zh-CN" i="1" dirty="0">
                <a:sym typeface="+mn-ea"/>
              </a:rPr>
              <a:t>5α</a:t>
            </a:r>
            <a:r>
              <a:rPr lang="en-US" altLang="zh-CN" baseline="-25000" dirty="0">
                <a:sym typeface="+mn-ea"/>
              </a:rPr>
              <a:t>2 </a:t>
            </a:r>
            <a:r>
              <a:rPr lang="en-US" altLang="zh-CN" dirty="0">
                <a:sym typeface="+mn-ea"/>
              </a:rPr>
              <a:t>+ 3</a:t>
            </a:r>
            <a:r>
              <a:rPr lang="en-US" altLang="zh-CN" i="1" dirty="0">
                <a:sym typeface="+mn-ea"/>
              </a:rPr>
              <a:t>α</a:t>
            </a:r>
            <a:r>
              <a:rPr lang="en-US" altLang="zh-CN" baseline="-25000" dirty="0">
                <a:sym typeface="+mn-ea"/>
              </a:rPr>
              <a:t>3</a:t>
            </a:r>
            <a:r>
              <a:rPr lang="zh-CN" altLang="en-US">
                <a:solidFill>
                  <a:srgbClr val="000000"/>
                </a:solidFill>
                <a:latin typeface="宋体" panose="02010600030101010101" pitchFamily="2" charset="-122"/>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11505" y="260350"/>
            <a:ext cx="8197850" cy="2990850"/>
          </a:xfrm>
          <a:prstGeom prst="rect">
            <a:avLst/>
          </a:prstGeom>
        </p:spPr>
        <p:txBody>
          <a:bodyPr wrap="square">
            <a:noAutofit/>
          </a:bodyPr>
          <a:lstStyle/>
          <a:p>
            <a:pPr algn="just" defTabSz="266700">
              <a:lnSpc>
                <a:spcPct val="130000"/>
              </a:lnSpc>
            </a:pPr>
            <a:r>
              <a:rPr lang="zh-CN" altLang="en-US">
                <a:solidFill>
                  <a:srgbClr val="FF0000"/>
                </a:solidFill>
                <a:latin typeface="宋体" panose="02010600030101010101" pitchFamily="2" charset="-122"/>
                <a:ea typeface="宋体" panose="02010600030101010101" pitchFamily="2" charset="-122"/>
              </a:rPr>
              <a:t>例</a:t>
            </a:r>
            <a:r>
              <a:rPr lang="en-US" altLang="zh-CN">
                <a:solidFill>
                  <a:srgbClr val="FF0000"/>
                </a:solidFill>
                <a:latin typeface="宋体" panose="02010600030101010101" pitchFamily="2" charset="-122"/>
                <a:ea typeface="宋体" panose="02010600030101010101" pitchFamily="2" charset="-122"/>
              </a:rPr>
              <a:t>3.3.5 </a:t>
            </a:r>
            <a:r>
              <a:rPr lang="zh-CN" altLang="en-US">
                <a:solidFill>
                  <a:srgbClr val="000000"/>
                </a:solidFill>
                <a:latin typeface="宋体" panose="02010600030101010101" pitchFamily="2" charset="-122"/>
                <a:ea typeface="宋体" panose="02010600030101010101" pitchFamily="2" charset="-122"/>
              </a:rPr>
              <a:t>已知向量</a:t>
            </a:r>
            <a:r>
              <a:rPr lang="en-US" altLang="zh-CN" i="1" dirty="0">
                <a:sym typeface="+mn-ea"/>
              </a:rPr>
              <a:t>β</a:t>
            </a:r>
            <a:r>
              <a:rPr lang="en-US" altLang="zh-CN" dirty="0">
                <a:sym typeface="+mn-ea"/>
              </a:rPr>
              <a:t>=(2,5,</a:t>
            </a:r>
            <a:r>
              <a:rPr lang="en-US" altLang="zh-CN" i="1" dirty="0">
                <a:sym typeface="+mn-ea"/>
              </a:rPr>
              <a:t>a</a:t>
            </a:r>
            <a:r>
              <a:rPr lang="en-US" altLang="zh-CN" dirty="0">
                <a:sym typeface="+mn-ea"/>
              </a:rPr>
              <a:t>,3),</a:t>
            </a:r>
            <a:r>
              <a:rPr lang="en-US" altLang="zh-CN" dirty="0">
                <a:solidFill>
                  <a:srgbClr val="000000"/>
                </a:solidFill>
                <a:ea typeface="楷体_GB2312"/>
                <a:sym typeface="+mn-ea"/>
              </a:rPr>
              <a:t> </a:t>
            </a:r>
            <a:r>
              <a:rPr lang="en-US" altLang="zh-CN" i="1" dirty="0">
                <a:sym typeface="+mn-ea"/>
              </a:rPr>
              <a:t>α</a:t>
            </a:r>
            <a:r>
              <a:rPr lang="en-US" altLang="zh-CN" baseline="-25000" dirty="0">
                <a:sym typeface="+mn-ea"/>
              </a:rPr>
              <a:t>1</a:t>
            </a:r>
            <a:r>
              <a:rPr lang="en-US" altLang="zh-CN" dirty="0">
                <a:sym typeface="+mn-ea"/>
              </a:rPr>
              <a:t>=(1,3,1,1), </a:t>
            </a:r>
            <a:r>
              <a:rPr lang="en-US" altLang="zh-CN" i="1" dirty="0">
                <a:sym typeface="+mn-ea"/>
              </a:rPr>
              <a:t>α</a:t>
            </a:r>
            <a:r>
              <a:rPr lang="en-US" altLang="zh-CN" baseline="-25000" dirty="0">
                <a:sym typeface="+mn-ea"/>
              </a:rPr>
              <a:t>2</a:t>
            </a:r>
            <a:r>
              <a:rPr lang="en-US" altLang="zh-CN" dirty="0">
                <a:sym typeface="+mn-ea"/>
              </a:rPr>
              <a:t>=(1,6,2,2), </a:t>
            </a:r>
            <a:r>
              <a:rPr lang="en-US" altLang="zh-CN" i="1" dirty="0">
                <a:sym typeface="+mn-ea"/>
              </a:rPr>
              <a:t>α</a:t>
            </a:r>
            <a:r>
              <a:rPr lang="en-US" altLang="zh-CN" baseline="-25000" dirty="0">
                <a:sym typeface="+mn-ea"/>
              </a:rPr>
              <a:t>3</a:t>
            </a:r>
            <a:r>
              <a:rPr lang="en-US" altLang="zh-CN" dirty="0">
                <a:sym typeface="+mn-ea"/>
              </a:rPr>
              <a:t>=(0,3,1,</a:t>
            </a:r>
            <a:r>
              <a:rPr lang="en-US" altLang="zh-CN" i="1" dirty="0">
                <a:sym typeface="+mn-ea"/>
              </a:rPr>
              <a:t>b</a:t>
            </a:r>
            <a:r>
              <a:rPr lang="en-US" altLang="zh-CN" dirty="0">
                <a:sym typeface="+mn-ea"/>
              </a:rPr>
              <a:t>)</a:t>
            </a:r>
            <a:r>
              <a:rPr lang="en-US" altLang="zh-CN">
                <a:solidFill>
                  <a:srgbClr val="000000"/>
                </a:solidFill>
                <a:latin typeface="宋体" panose="02010600030101010101" pitchFamily="2" charset="-122"/>
                <a:ea typeface="宋体" panose="02010600030101010101" pitchFamily="2" charset="-122"/>
              </a:rPr>
              <a:t>.</a:t>
            </a:r>
          </a:p>
          <a:p>
            <a:pPr algn="just" defTabSz="266700">
              <a:lnSpc>
                <a:spcPct val="130000"/>
              </a:lnSpc>
            </a:pPr>
            <a:r>
              <a:rPr lang="en-US" altLang="zh-CN">
                <a:solidFill>
                  <a:srgbClr val="000000"/>
                </a:solidFill>
                <a:latin typeface="宋体" panose="02010600030101010101" pitchFamily="2" charset="-122"/>
                <a:ea typeface="宋体" panose="02010600030101010101" pitchFamily="2" charset="-122"/>
              </a:rPr>
              <a:t>(1)</a:t>
            </a:r>
            <a:r>
              <a:rPr lang="zh-CN" altLang="en-US">
                <a:solidFill>
                  <a:srgbClr val="000000"/>
                </a:solidFill>
                <a:latin typeface="宋体" panose="02010600030101010101" pitchFamily="2" charset="-122"/>
                <a:ea typeface="宋体" panose="02010600030101010101" pitchFamily="2" charset="-122"/>
              </a:rPr>
              <a:t>当</a:t>
            </a:r>
            <a:r>
              <a:rPr lang="en-US" altLang="zh-CN" i="1" dirty="0">
                <a:sym typeface="+mn-ea"/>
              </a:rPr>
              <a:t>a</a:t>
            </a:r>
            <a:r>
              <a:rPr lang="en-US" altLang="zh-CN" dirty="0">
                <a:sym typeface="+mn-ea"/>
              </a:rPr>
              <a:t>, </a:t>
            </a:r>
            <a:r>
              <a:rPr lang="en-US" altLang="zh-CN" i="1" dirty="0">
                <a:sym typeface="+mn-ea"/>
              </a:rPr>
              <a:t>b</a:t>
            </a:r>
            <a:r>
              <a:rPr lang="zh-CN" altLang="en-US">
                <a:solidFill>
                  <a:srgbClr val="000000"/>
                </a:solidFill>
                <a:latin typeface="宋体" panose="02010600030101010101" pitchFamily="2" charset="-122"/>
                <a:ea typeface="宋体" panose="02010600030101010101" pitchFamily="2" charset="-122"/>
              </a:rPr>
              <a:t>为何值时，</a:t>
            </a:r>
            <a:r>
              <a:rPr lang="en-US" altLang="zh-CN" i="1" dirty="0">
                <a:sym typeface="+mn-ea"/>
              </a:rPr>
              <a:t>β</a:t>
            </a:r>
            <a:r>
              <a:rPr lang="zh-CN" altLang="en-US">
                <a:solidFill>
                  <a:srgbClr val="000000"/>
                </a:solidFill>
                <a:latin typeface="宋体" panose="02010600030101010101" pitchFamily="2" charset="-122"/>
                <a:ea typeface="宋体" panose="02010600030101010101" pitchFamily="2" charset="-122"/>
              </a:rPr>
              <a:t>不能由向量组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zh-CN" altLang="en-US">
                <a:solidFill>
                  <a:srgbClr val="000000"/>
                </a:solidFill>
                <a:latin typeface="宋体" panose="02010600030101010101" pitchFamily="2" charset="-122"/>
                <a:ea typeface="宋体" panose="02010600030101010101" pitchFamily="2" charset="-122"/>
              </a:rPr>
              <a:t>线性表示？</a:t>
            </a:r>
          </a:p>
          <a:p>
            <a:pPr algn="just" defTabSz="266700">
              <a:lnSpc>
                <a:spcPct val="130000"/>
              </a:lnSpc>
            </a:pPr>
            <a:r>
              <a:rPr lang="en-US" altLang="zh-CN">
                <a:solidFill>
                  <a:srgbClr val="000000"/>
                </a:solidFill>
                <a:latin typeface="宋体" panose="02010600030101010101" pitchFamily="2" charset="-122"/>
                <a:ea typeface="宋体" panose="02010600030101010101" pitchFamily="2" charset="-122"/>
              </a:rPr>
              <a:t>(2)</a:t>
            </a:r>
            <a:r>
              <a:rPr lang="zh-CN" altLang="en-US">
                <a:solidFill>
                  <a:srgbClr val="000000"/>
                </a:solidFill>
                <a:latin typeface="宋体" panose="02010600030101010101" pitchFamily="2" charset="-122"/>
                <a:ea typeface="宋体" panose="02010600030101010101" pitchFamily="2" charset="-122"/>
              </a:rPr>
              <a:t>当</a:t>
            </a:r>
            <a:r>
              <a:rPr lang="en-US" altLang="zh-CN" i="1" dirty="0">
                <a:sym typeface="+mn-ea"/>
              </a:rPr>
              <a:t>a</a:t>
            </a:r>
            <a:r>
              <a:rPr lang="en-US" altLang="zh-CN" dirty="0">
                <a:sym typeface="+mn-ea"/>
              </a:rPr>
              <a:t>, </a:t>
            </a:r>
            <a:r>
              <a:rPr lang="en-US" altLang="zh-CN" i="1" dirty="0">
                <a:sym typeface="+mn-ea"/>
              </a:rPr>
              <a:t>b</a:t>
            </a:r>
            <a:r>
              <a:rPr lang="zh-CN" altLang="en-US">
                <a:solidFill>
                  <a:srgbClr val="000000"/>
                </a:solidFill>
                <a:latin typeface="宋体" panose="02010600030101010101" pitchFamily="2" charset="-122"/>
                <a:ea typeface="宋体" panose="02010600030101010101" pitchFamily="2" charset="-122"/>
              </a:rPr>
              <a:t>为何值时，</a:t>
            </a:r>
            <a:r>
              <a:rPr lang="en-US" altLang="zh-CN" i="1" dirty="0">
                <a:sym typeface="+mn-ea"/>
              </a:rPr>
              <a:t>β</a:t>
            </a:r>
            <a:r>
              <a:rPr lang="zh-CN" altLang="en-US">
                <a:solidFill>
                  <a:srgbClr val="000000"/>
                </a:solidFill>
                <a:latin typeface="宋体" panose="02010600030101010101" pitchFamily="2" charset="-122"/>
                <a:ea typeface="宋体" panose="02010600030101010101" pitchFamily="2" charset="-122"/>
              </a:rPr>
              <a:t>可由向量组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zh-CN" altLang="en-US">
                <a:solidFill>
                  <a:srgbClr val="000000"/>
                </a:solidFill>
                <a:latin typeface="宋体" panose="02010600030101010101" pitchFamily="2" charset="-122"/>
                <a:ea typeface="宋体" panose="02010600030101010101" pitchFamily="2" charset="-122"/>
              </a:rPr>
              <a:t>线性表示？并求表示式．</a:t>
            </a:r>
          </a:p>
        </p:txBody>
      </p:sp>
      <p:sp>
        <p:nvSpPr>
          <p:cNvPr id="11" name="文本框 10"/>
          <p:cNvSpPr txBox="1"/>
          <p:nvPr/>
        </p:nvSpPr>
        <p:spPr>
          <a:xfrm>
            <a:off x="681990" y="3716655"/>
            <a:ext cx="8180070" cy="1210945"/>
          </a:xfrm>
          <a:prstGeom prst="rect">
            <a:avLst/>
          </a:prstGeom>
          <a:noFill/>
        </p:spPr>
        <p:txBody>
          <a:bodyPr wrap="square" rtlCol="0" anchor="t">
            <a:spAutoFit/>
          </a:bodyPr>
          <a:lstStyle/>
          <a:p>
            <a:pPr>
              <a:lnSpc>
                <a:spcPct val="130000"/>
              </a:lnSpc>
            </a:pPr>
            <a:r>
              <a:rPr lang="zh-CN" altLang="en-US" dirty="0">
                <a:solidFill>
                  <a:srgbClr val="3333FF"/>
                </a:solidFill>
                <a:sym typeface="+mn-ea"/>
              </a:rPr>
              <a:t>解：</a:t>
            </a:r>
            <a:r>
              <a:rPr lang="zh-CN" altLang="en-US" dirty="0">
                <a:sym typeface="+mn-ea"/>
              </a:rPr>
              <a:t>设存在一组数</a:t>
            </a:r>
            <a:r>
              <a:rPr lang="en-US" altLang="zh-CN" i="1" dirty="0">
                <a:sym typeface="+mn-ea"/>
              </a:rPr>
              <a:t>x</a:t>
            </a:r>
            <a:r>
              <a:rPr lang="en-US" altLang="zh-CN" baseline="-25000" dirty="0">
                <a:sym typeface="+mn-ea"/>
              </a:rPr>
              <a:t>1</a:t>
            </a:r>
            <a:r>
              <a:rPr lang="en-US" altLang="zh-CN" dirty="0">
                <a:sym typeface="+mn-ea"/>
              </a:rPr>
              <a:t>, </a:t>
            </a:r>
            <a:r>
              <a:rPr lang="en-US" altLang="zh-CN" i="1" dirty="0">
                <a:sym typeface="+mn-ea"/>
              </a:rPr>
              <a:t>x</a:t>
            </a:r>
            <a:r>
              <a:rPr lang="en-US" altLang="zh-CN" baseline="-25000" dirty="0">
                <a:sym typeface="+mn-ea"/>
              </a:rPr>
              <a:t>2</a:t>
            </a:r>
            <a:r>
              <a:rPr lang="en-US" altLang="zh-CN" dirty="0">
                <a:sym typeface="+mn-ea"/>
              </a:rPr>
              <a:t>, </a:t>
            </a:r>
            <a:r>
              <a:rPr lang="en-US" altLang="zh-CN" i="1" dirty="0">
                <a:sym typeface="+mn-ea"/>
              </a:rPr>
              <a:t>x</a:t>
            </a:r>
            <a:r>
              <a:rPr lang="en-US" altLang="zh-CN" baseline="-25000" dirty="0">
                <a:sym typeface="+mn-ea"/>
              </a:rPr>
              <a:t>3</a:t>
            </a:r>
            <a:r>
              <a:rPr lang="zh-CN" altLang="en-US" dirty="0">
                <a:sym typeface="+mn-ea"/>
              </a:rPr>
              <a:t>使得</a:t>
            </a:r>
            <a:r>
              <a:rPr lang="en-US" altLang="zh-CN" i="1" dirty="0">
                <a:sym typeface="+mn-ea"/>
              </a:rPr>
              <a:t>β</a:t>
            </a:r>
            <a:r>
              <a:rPr lang="en-US" altLang="zh-CN" b="0" dirty="0">
                <a:sym typeface="+mn-ea"/>
              </a:rPr>
              <a:t> = </a:t>
            </a:r>
            <a:r>
              <a:rPr lang="en-US" altLang="zh-CN" i="1" dirty="0">
                <a:sym typeface="+mn-ea"/>
              </a:rPr>
              <a:t>x</a:t>
            </a:r>
            <a:r>
              <a:rPr lang="en-US" altLang="zh-CN" baseline="-25000" dirty="0">
                <a:sym typeface="+mn-ea"/>
              </a:rPr>
              <a:t>1</a:t>
            </a:r>
            <a:r>
              <a:rPr lang="en-US" altLang="zh-CN" i="1" dirty="0">
                <a:sym typeface="+mn-ea"/>
              </a:rPr>
              <a:t>α</a:t>
            </a:r>
            <a:r>
              <a:rPr lang="en-US" altLang="zh-CN" baseline="-25000" dirty="0">
                <a:sym typeface="+mn-ea"/>
              </a:rPr>
              <a:t>1 </a:t>
            </a:r>
            <a:r>
              <a:rPr lang="en-US" altLang="zh-CN" dirty="0">
                <a:sym typeface="+mn-ea"/>
              </a:rPr>
              <a:t>+ </a:t>
            </a:r>
            <a:r>
              <a:rPr lang="en-US" altLang="zh-CN" i="1" dirty="0">
                <a:sym typeface="+mn-ea"/>
              </a:rPr>
              <a:t>x</a:t>
            </a:r>
            <a:r>
              <a:rPr lang="en-US" altLang="zh-CN" baseline="-25000" dirty="0">
                <a:sym typeface="+mn-ea"/>
              </a:rPr>
              <a:t>2</a:t>
            </a:r>
            <a:r>
              <a:rPr lang="en-US" altLang="zh-CN" i="1" dirty="0">
                <a:sym typeface="+mn-ea"/>
              </a:rPr>
              <a:t>α</a:t>
            </a:r>
            <a:r>
              <a:rPr lang="en-US" altLang="zh-CN" baseline="-25000" dirty="0">
                <a:sym typeface="+mn-ea"/>
              </a:rPr>
              <a:t>2 </a:t>
            </a:r>
            <a:r>
              <a:rPr lang="en-US" altLang="zh-CN" dirty="0">
                <a:sym typeface="+mn-ea"/>
              </a:rPr>
              <a:t>+ </a:t>
            </a:r>
            <a:r>
              <a:rPr lang="en-US" altLang="zh-CN" i="1" dirty="0">
                <a:sym typeface="+mn-ea"/>
              </a:rPr>
              <a:t>x</a:t>
            </a:r>
            <a:r>
              <a:rPr lang="en-US" altLang="zh-CN" baseline="-25000" dirty="0">
                <a:sym typeface="+mn-ea"/>
              </a:rPr>
              <a:t>3</a:t>
            </a:r>
            <a:r>
              <a:rPr lang="en-US" altLang="zh-CN" i="1" dirty="0">
                <a:sym typeface="+mn-ea"/>
              </a:rPr>
              <a:t>α</a:t>
            </a:r>
            <a:r>
              <a:rPr lang="en-US" altLang="zh-CN" baseline="-25000" dirty="0">
                <a:sym typeface="+mn-ea"/>
              </a:rPr>
              <a:t>3</a:t>
            </a:r>
            <a:r>
              <a:rPr lang="en-US" altLang="zh-CN" dirty="0">
                <a:sym typeface="+mn-ea"/>
              </a:rPr>
              <a:t>,</a:t>
            </a:r>
            <a:r>
              <a:rPr lang="zh-CN" altLang="en-US" dirty="0">
                <a:sym typeface="+mn-ea"/>
              </a:rPr>
              <a:t>即</a:t>
            </a:r>
            <a:endParaRPr lang="zh-CN" altLang="en-US" i="1" baseline="-25000" dirty="0">
              <a:sym typeface="+mn-ea"/>
            </a:endParaRPr>
          </a:p>
        </p:txBody>
      </p:sp>
      <p:graphicFrame>
        <p:nvGraphicFramePr>
          <p:cNvPr id="3" name="对象 -2147479813"/>
          <p:cNvGraphicFramePr>
            <a:graphicFrameLocks noChangeAspect="1"/>
          </p:cNvGraphicFramePr>
          <p:nvPr/>
        </p:nvGraphicFramePr>
        <p:xfrm>
          <a:off x="3347720" y="4364990"/>
          <a:ext cx="2414270" cy="1755775"/>
        </p:xfrm>
        <a:graphic>
          <a:graphicData uri="http://schemas.openxmlformats.org/presentationml/2006/ole">
            <mc:AlternateContent xmlns:mc="http://schemas.openxmlformats.org/markup-compatibility/2006">
              <mc:Choice xmlns:v="urn:schemas-microsoft-com:vml" Requires="v">
                <p:oleObj r:id="rId2" imgW="1130300" imgH="825500" progId="Equation.DSMT4">
                  <p:embed/>
                </p:oleObj>
              </mc:Choice>
              <mc:Fallback>
                <p:oleObj r:id="rId2" imgW="1130300" imgH="825500" progId="Equation.DSMT4">
                  <p:embed/>
                  <p:pic>
                    <p:nvPicPr>
                      <p:cNvPr id="0" name="图片 3075"/>
                      <p:cNvPicPr/>
                      <p:nvPr/>
                    </p:nvPicPr>
                    <p:blipFill>
                      <a:blip r:embed="rId3"/>
                      <a:stretch>
                        <a:fillRect/>
                      </a:stretch>
                    </p:blipFill>
                    <p:spPr>
                      <a:xfrm>
                        <a:off x="3347720" y="4364990"/>
                        <a:ext cx="2414270" cy="1755775"/>
                      </a:xfrm>
                      <a:prstGeom prst="rect">
                        <a:avLst/>
                      </a:prstGeom>
                      <a:noFill/>
                      <a:ln w="38100">
                        <a:noFill/>
                        <a:miter/>
                      </a:ln>
                    </p:spPr>
                  </p:pic>
                </p:oleObj>
              </mc:Fallback>
            </mc:AlternateContent>
          </a:graphicData>
        </a:graphic>
      </p:graphicFrame>
      <p:sp>
        <p:nvSpPr>
          <p:cNvPr id="12" name="文本框 11"/>
          <p:cNvSpPr txBox="1"/>
          <p:nvPr/>
        </p:nvSpPr>
        <p:spPr>
          <a:xfrm>
            <a:off x="681990" y="6164898"/>
            <a:ext cx="5080000" cy="521970"/>
          </a:xfrm>
          <a:prstGeom prst="rect">
            <a:avLst/>
          </a:prstGeom>
        </p:spPr>
        <p:txBody>
          <a:bodyPr>
            <a:spAutoFit/>
          </a:bodyPr>
          <a:lstStyle/>
          <a:p>
            <a:pPr algn="just" defTabSz="266700"/>
            <a:r>
              <a:rPr lang="zh-CN" altLang="en-US">
                <a:solidFill>
                  <a:srgbClr val="000000"/>
                </a:solidFill>
                <a:latin typeface="Calibri" panose="020F0502020204030204"/>
                <a:ea typeface="宋体" panose="02010600030101010101" pitchFamily="2" charset="-122"/>
              </a:rPr>
              <a:t>对增广矩阵作初等行变换得：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2147479812"/>
          <p:cNvGraphicFramePr>
            <a:graphicFrameLocks noChangeAspect="1"/>
          </p:cNvGraphicFramePr>
          <p:nvPr/>
        </p:nvGraphicFramePr>
        <p:xfrm>
          <a:off x="611505" y="109220"/>
          <a:ext cx="7900035" cy="2541270"/>
        </p:xfrm>
        <a:graphic>
          <a:graphicData uri="http://schemas.openxmlformats.org/presentationml/2006/ole">
            <mc:AlternateContent xmlns:mc="http://schemas.openxmlformats.org/markup-compatibility/2006">
              <mc:Choice xmlns:v="urn:schemas-microsoft-com:vml" Requires="v">
                <p:oleObj r:id="rId2" imgW="5067300" imgH="1638300" progId="Equation.DSMT4">
                  <p:embed/>
                </p:oleObj>
              </mc:Choice>
              <mc:Fallback>
                <p:oleObj r:id="rId2" imgW="5067300" imgH="1638300" progId="Equation.DSMT4">
                  <p:embed/>
                  <p:pic>
                    <p:nvPicPr>
                      <p:cNvPr id="0" name="图片 3075"/>
                      <p:cNvPicPr/>
                      <p:nvPr/>
                    </p:nvPicPr>
                    <p:blipFill>
                      <a:blip r:embed="rId3"/>
                      <a:stretch>
                        <a:fillRect/>
                      </a:stretch>
                    </p:blipFill>
                    <p:spPr>
                      <a:xfrm>
                        <a:off x="611505" y="109220"/>
                        <a:ext cx="7900035" cy="2541270"/>
                      </a:xfrm>
                      <a:prstGeom prst="rect">
                        <a:avLst/>
                      </a:prstGeom>
                      <a:noFill/>
                      <a:ln w="38100">
                        <a:noFill/>
                        <a:miter/>
                      </a:ln>
                    </p:spPr>
                  </p:pic>
                </p:oleObj>
              </mc:Fallback>
            </mc:AlternateContent>
          </a:graphicData>
        </a:graphic>
      </p:graphicFrame>
      <p:sp>
        <p:nvSpPr>
          <p:cNvPr id="12" name="文本框 11"/>
          <p:cNvSpPr txBox="1"/>
          <p:nvPr/>
        </p:nvSpPr>
        <p:spPr>
          <a:xfrm>
            <a:off x="611505" y="2703830"/>
            <a:ext cx="7899400" cy="4154170"/>
          </a:xfrm>
          <a:prstGeom prst="rect">
            <a:avLst/>
          </a:prstGeom>
        </p:spPr>
        <p:txBody>
          <a:bodyPr wrap="square">
            <a:spAutoFit/>
          </a:bodyPr>
          <a:lstStyle/>
          <a:p>
            <a:pPr algn="just" defTabSz="266700"/>
            <a:r>
              <a:rPr lang="zh-CN" altLang="en-US" sz="2400">
                <a:solidFill>
                  <a:srgbClr val="000000"/>
                </a:solidFill>
                <a:latin typeface="Calibri" panose="020F0502020204030204"/>
                <a:ea typeface="宋体" panose="02010600030101010101" pitchFamily="2" charset="-122"/>
              </a:rPr>
              <a:t>（</a:t>
            </a:r>
            <a:r>
              <a:rPr lang="en-US" altLang="zh-CN" sz="2400">
                <a:solidFill>
                  <a:srgbClr val="000000"/>
                </a:solidFill>
                <a:latin typeface="Calibri" panose="020F0502020204030204"/>
                <a:ea typeface="宋体" panose="02010600030101010101" pitchFamily="2" charset="-122"/>
              </a:rPr>
              <a:t>1</a:t>
            </a:r>
            <a:r>
              <a:rPr lang="zh-CN" altLang="en-US" sz="2400">
                <a:solidFill>
                  <a:srgbClr val="000000"/>
                </a:solidFill>
                <a:latin typeface="Calibri" panose="020F0502020204030204"/>
                <a:ea typeface="宋体" panose="02010600030101010101" pitchFamily="2" charset="-122"/>
              </a:rPr>
              <a:t>）当</a:t>
            </a:r>
            <a:r>
              <a:rPr lang="en-US" altLang="zh-CN" sz="2400" i="1" dirty="0">
                <a:sym typeface="+mn-ea"/>
              </a:rPr>
              <a:t>a</a:t>
            </a:r>
            <a:r>
              <a:rPr lang="en-US" altLang="zh-CN" sz="2400" i="1" dirty="0">
                <a:solidFill>
                  <a:srgbClr val="000000"/>
                </a:solidFill>
                <a:ea typeface="楷体_GB2312"/>
                <a:sym typeface="+mn-ea"/>
              </a:rPr>
              <a:t>≠ </a:t>
            </a:r>
            <a:r>
              <a:rPr lang="en-US" altLang="zh-CN" sz="2400" dirty="0">
                <a:solidFill>
                  <a:srgbClr val="000000"/>
                </a:solidFill>
                <a:ea typeface="楷体_GB2312"/>
                <a:sym typeface="+mn-ea"/>
              </a:rPr>
              <a:t>3</a:t>
            </a:r>
            <a:r>
              <a:rPr lang="zh-CN" altLang="en-US" sz="2400">
                <a:solidFill>
                  <a:srgbClr val="000000"/>
                </a:solidFill>
                <a:latin typeface="Calibri" panose="020F0502020204030204"/>
                <a:ea typeface="宋体" panose="02010600030101010101" pitchFamily="2" charset="-122"/>
              </a:rPr>
              <a:t>，</a:t>
            </a:r>
            <a:r>
              <a:rPr lang="en-US" altLang="zh-CN" sz="2400" i="1" dirty="0">
                <a:sym typeface="+mn-ea"/>
              </a:rPr>
              <a:t>b</a:t>
            </a:r>
            <a:r>
              <a:rPr lang="zh-CN" altLang="en-US" sz="2400">
                <a:solidFill>
                  <a:srgbClr val="000000"/>
                </a:solidFill>
                <a:latin typeface="Calibri" panose="020F0502020204030204"/>
                <a:ea typeface="宋体" panose="02010600030101010101" pitchFamily="2" charset="-122"/>
              </a:rPr>
              <a:t>为任意实数时，</a:t>
            </a:r>
            <a:r>
              <a:rPr lang="en-US" altLang="zh-CN" sz="2400">
                <a:solidFill>
                  <a:srgbClr val="000000"/>
                </a:solidFill>
                <a:latin typeface="Calibri" panose="020F0502020204030204"/>
                <a:ea typeface="宋体" panose="02010600030101010101" pitchFamily="2" charset="-122"/>
              </a:rPr>
              <a:t>                </a:t>
            </a:r>
            <a:r>
              <a:rPr lang="zh-CN" altLang="en-US" sz="2400">
                <a:solidFill>
                  <a:srgbClr val="000000"/>
                </a:solidFill>
                <a:latin typeface="Calibri" panose="020F0502020204030204"/>
                <a:ea typeface="宋体" panose="02010600030101010101" pitchFamily="2" charset="-122"/>
              </a:rPr>
              <a:t>，线性方程组无解，</a:t>
            </a:r>
            <a:r>
              <a:rPr lang="en-US" altLang="zh-CN" sz="2400" i="1" dirty="0">
                <a:sym typeface="+mn-ea"/>
              </a:rPr>
              <a:t>β</a:t>
            </a:r>
            <a:r>
              <a:rPr lang="zh-CN" altLang="en-US" sz="2400">
                <a:solidFill>
                  <a:srgbClr val="000000"/>
                </a:solidFill>
                <a:latin typeface="宋体" panose="02010600030101010101" pitchFamily="2" charset="-122"/>
                <a:sym typeface="+mn-ea"/>
              </a:rPr>
              <a:t>不能由向量组</a:t>
            </a:r>
            <a:r>
              <a:rPr lang="en-US" altLang="zh-CN" sz="2400" i="1" dirty="0">
                <a:sym typeface="+mn-ea"/>
              </a:rPr>
              <a:t>α</a:t>
            </a:r>
            <a:r>
              <a:rPr lang="en-US" altLang="zh-CN" sz="2400" baseline="-25000" dirty="0">
                <a:sym typeface="+mn-ea"/>
              </a:rPr>
              <a:t>1</a:t>
            </a:r>
            <a:r>
              <a:rPr lang="en-US" altLang="zh-CN" sz="2400" dirty="0">
                <a:sym typeface="+mn-ea"/>
              </a:rPr>
              <a:t>, </a:t>
            </a:r>
            <a:r>
              <a:rPr lang="en-US" altLang="zh-CN" sz="2400" i="1" dirty="0">
                <a:sym typeface="+mn-ea"/>
              </a:rPr>
              <a:t>α</a:t>
            </a:r>
            <a:r>
              <a:rPr lang="en-US" altLang="zh-CN" sz="2400" baseline="-25000" dirty="0">
                <a:sym typeface="+mn-ea"/>
              </a:rPr>
              <a:t>2</a:t>
            </a:r>
            <a:r>
              <a:rPr lang="en-US" altLang="zh-CN" sz="2400" dirty="0">
                <a:sym typeface="+mn-ea"/>
              </a:rPr>
              <a:t>, </a:t>
            </a:r>
            <a:r>
              <a:rPr lang="en-US" altLang="zh-CN" sz="2400" i="1" dirty="0">
                <a:sym typeface="+mn-ea"/>
              </a:rPr>
              <a:t>α</a:t>
            </a:r>
            <a:r>
              <a:rPr lang="en-US" altLang="zh-CN" sz="2400" baseline="-25000" dirty="0">
                <a:sym typeface="+mn-ea"/>
              </a:rPr>
              <a:t>3</a:t>
            </a:r>
            <a:r>
              <a:rPr lang="zh-CN" altLang="en-US" sz="2400">
                <a:solidFill>
                  <a:srgbClr val="000000"/>
                </a:solidFill>
                <a:latin typeface="Calibri" panose="020F0502020204030204"/>
                <a:ea typeface="宋体" panose="02010600030101010101" pitchFamily="2" charset="-122"/>
              </a:rPr>
              <a:t>线性表示</a:t>
            </a:r>
            <a:r>
              <a:rPr lang="en-US" altLang="zh-CN" sz="2400">
                <a:solidFill>
                  <a:srgbClr val="000000"/>
                </a:solidFill>
                <a:latin typeface="Calibri" panose="020F0502020204030204"/>
                <a:ea typeface="宋体" panose="02010600030101010101" pitchFamily="2" charset="-122"/>
              </a:rPr>
              <a:t>.</a:t>
            </a:r>
          </a:p>
          <a:p>
            <a:pPr algn="just" defTabSz="266700"/>
            <a:r>
              <a:rPr lang="zh-CN" altLang="en-US" sz="2400">
                <a:solidFill>
                  <a:srgbClr val="000000"/>
                </a:solidFill>
                <a:latin typeface="Calibri" panose="020F0502020204030204"/>
                <a:ea typeface="宋体" panose="02010600030101010101" pitchFamily="2" charset="-122"/>
              </a:rPr>
              <a:t>（</a:t>
            </a:r>
            <a:r>
              <a:rPr lang="en-US" altLang="zh-CN" sz="2400">
                <a:solidFill>
                  <a:srgbClr val="000000"/>
                </a:solidFill>
                <a:latin typeface="Calibri" panose="020F0502020204030204"/>
                <a:ea typeface="宋体" panose="02010600030101010101" pitchFamily="2" charset="-122"/>
              </a:rPr>
              <a:t>2</a:t>
            </a:r>
            <a:r>
              <a:rPr lang="zh-CN" altLang="en-US" sz="2400">
                <a:solidFill>
                  <a:srgbClr val="000000"/>
                </a:solidFill>
                <a:latin typeface="Calibri" panose="020F0502020204030204"/>
                <a:ea typeface="宋体" panose="02010600030101010101" pitchFamily="2" charset="-122"/>
              </a:rPr>
              <a:t>）（</a:t>
            </a:r>
            <a:r>
              <a:rPr lang="en-US" altLang="zh-CN" sz="2400">
                <a:solidFill>
                  <a:srgbClr val="000000"/>
                </a:solidFill>
                <a:latin typeface="Calibri" panose="020F0502020204030204"/>
                <a:ea typeface="宋体" panose="02010600030101010101" pitchFamily="2" charset="-122"/>
              </a:rPr>
              <a:t>i</a:t>
            </a:r>
            <a:r>
              <a:rPr lang="zh-CN" altLang="en-US" sz="2400">
                <a:solidFill>
                  <a:srgbClr val="000000"/>
                </a:solidFill>
                <a:latin typeface="Calibri" panose="020F0502020204030204"/>
                <a:ea typeface="宋体" panose="02010600030101010101" pitchFamily="2" charset="-122"/>
              </a:rPr>
              <a:t>）当</a:t>
            </a:r>
            <a:r>
              <a:rPr lang="en-US" altLang="zh-CN" sz="2400" i="1" dirty="0">
                <a:sym typeface="+mn-ea"/>
              </a:rPr>
              <a:t>a</a:t>
            </a:r>
            <a:r>
              <a:rPr lang="en-US" altLang="zh-CN" sz="2400" i="1" dirty="0">
                <a:solidFill>
                  <a:srgbClr val="000000"/>
                </a:solidFill>
                <a:ea typeface="楷体_GB2312"/>
                <a:sym typeface="+mn-ea"/>
              </a:rPr>
              <a:t>=</a:t>
            </a:r>
            <a:r>
              <a:rPr lang="en-US" altLang="zh-CN" sz="2400" dirty="0">
                <a:solidFill>
                  <a:srgbClr val="000000"/>
                </a:solidFill>
                <a:ea typeface="楷体_GB2312"/>
                <a:sym typeface="+mn-ea"/>
              </a:rPr>
              <a:t>3</a:t>
            </a:r>
            <a:r>
              <a:rPr lang="zh-CN" altLang="en-US" sz="2400">
                <a:solidFill>
                  <a:srgbClr val="000000"/>
                </a:solidFill>
                <a:latin typeface="Calibri" panose="020F0502020204030204"/>
                <a:ea typeface="宋体" panose="02010600030101010101" pitchFamily="2" charset="-122"/>
              </a:rPr>
              <a:t>且</a:t>
            </a:r>
            <a:r>
              <a:rPr lang="en-US" altLang="zh-CN" sz="2400" i="1" dirty="0">
                <a:sym typeface="+mn-ea"/>
              </a:rPr>
              <a:t>b</a:t>
            </a:r>
            <a:r>
              <a:rPr lang="en-US" altLang="zh-CN" sz="2400" i="1" dirty="0">
                <a:solidFill>
                  <a:srgbClr val="000000"/>
                </a:solidFill>
                <a:ea typeface="楷体_GB2312"/>
                <a:sym typeface="+mn-ea"/>
              </a:rPr>
              <a:t>≠</a:t>
            </a:r>
            <a:r>
              <a:rPr lang="en-US" altLang="zh-CN" sz="2400" dirty="0">
                <a:solidFill>
                  <a:srgbClr val="000000"/>
                </a:solidFill>
                <a:ea typeface="楷体_GB2312"/>
                <a:sym typeface="+mn-ea"/>
              </a:rPr>
              <a:t>-3</a:t>
            </a:r>
            <a:r>
              <a:rPr lang="zh-CN" altLang="en-US" sz="2400">
                <a:solidFill>
                  <a:srgbClr val="000000"/>
                </a:solidFill>
                <a:latin typeface="Calibri" panose="020F0502020204030204"/>
                <a:ea typeface="宋体" panose="02010600030101010101" pitchFamily="2" charset="-122"/>
              </a:rPr>
              <a:t>时，</a:t>
            </a:r>
            <a:r>
              <a:rPr lang="en-US" altLang="zh-CN" sz="2400">
                <a:solidFill>
                  <a:srgbClr val="000000"/>
                </a:solidFill>
                <a:latin typeface="Calibri" panose="020F0502020204030204"/>
                <a:ea typeface="宋体" panose="02010600030101010101" pitchFamily="2" charset="-122"/>
              </a:rPr>
              <a:t>                     </a:t>
            </a:r>
            <a:r>
              <a:rPr lang="zh-CN" altLang="en-US" sz="2400">
                <a:solidFill>
                  <a:srgbClr val="000000"/>
                </a:solidFill>
                <a:latin typeface="Calibri" panose="020F0502020204030204"/>
                <a:ea typeface="宋体" panose="02010600030101010101" pitchFamily="2" charset="-122"/>
              </a:rPr>
              <a:t>，线性方程组有唯一解，</a:t>
            </a:r>
            <a:r>
              <a:rPr lang="en-US" altLang="zh-CN" sz="2400" i="1" dirty="0">
                <a:sym typeface="+mn-ea"/>
              </a:rPr>
              <a:t>β</a:t>
            </a:r>
            <a:r>
              <a:rPr lang="zh-CN" altLang="en-US" sz="2400">
                <a:solidFill>
                  <a:srgbClr val="000000"/>
                </a:solidFill>
                <a:latin typeface="Calibri" panose="020F0502020204030204"/>
                <a:ea typeface="宋体" panose="02010600030101010101" pitchFamily="2" charset="-122"/>
              </a:rPr>
              <a:t>可由向量组</a:t>
            </a:r>
            <a:r>
              <a:rPr lang="en-US" altLang="zh-CN" sz="2400" i="1" dirty="0">
                <a:sym typeface="+mn-ea"/>
              </a:rPr>
              <a:t>α</a:t>
            </a:r>
            <a:r>
              <a:rPr lang="en-US" altLang="zh-CN" sz="2400" baseline="-25000" dirty="0">
                <a:sym typeface="+mn-ea"/>
              </a:rPr>
              <a:t>1</a:t>
            </a:r>
            <a:r>
              <a:rPr lang="en-US" altLang="zh-CN" sz="2400" dirty="0">
                <a:sym typeface="+mn-ea"/>
              </a:rPr>
              <a:t>, </a:t>
            </a:r>
            <a:r>
              <a:rPr lang="en-US" altLang="zh-CN" sz="2400" i="1" dirty="0">
                <a:sym typeface="+mn-ea"/>
              </a:rPr>
              <a:t>α</a:t>
            </a:r>
            <a:r>
              <a:rPr lang="en-US" altLang="zh-CN" sz="2400" baseline="-25000" dirty="0">
                <a:sym typeface="+mn-ea"/>
              </a:rPr>
              <a:t>2</a:t>
            </a:r>
            <a:r>
              <a:rPr lang="en-US" altLang="zh-CN" sz="2400" dirty="0">
                <a:sym typeface="+mn-ea"/>
              </a:rPr>
              <a:t>, </a:t>
            </a:r>
            <a:r>
              <a:rPr lang="en-US" altLang="zh-CN" sz="2400" i="1" dirty="0">
                <a:sym typeface="+mn-ea"/>
              </a:rPr>
              <a:t>α</a:t>
            </a:r>
            <a:r>
              <a:rPr lang="en-US" altLang="zh-CN" sz="2400" baseline="-25000" dirty="0">
                <a:sym typeface="+mn-ea"/>
              </a:rPr>
              <a:t>3</a:t>
            </a:r>
            <a:r>
              <a:rPr lang="zh-CN" altLang="en-US" sz="2400">
                <a:solidFill>
                  <a:srgbClr val="000000"/>
                </a:solidFill>
                <a:latin typeface="Calibri" panose="020F0502020204030204"/>
                <a:ea typeface="宋体" panose="02010600030101010101" pitchFamily="2" charset="-122"/>
              </a:rPr>
              <a:t>唯一地线性表示为</a:t>
            </a:r>
            <a:r>
              <a:rPr lang="en-US" altLang="zh-CN" sz="2400">
                <a:solidFill>
                  <a:srgbClr val="000000"/>
                </a:solidFill>
                <a:latin typeface="Calibri" panose="020F0502020204030204"/>
                <a:ea typeface="宋体" panose="02010600030101010101" pitchFamily="2" charset="-122"/>
              </a:rPr>
              <a:t>.</a:t>
            </a:r>
          </a:p>
          <a:p>
            <a:pPr algn="just" defTabSz="266700"/>
            <a:r>
              <a:rPr lang="zh-CN" altLang="en-US" sz="2400">
                <a:solidFill>
                  <a:srgbClr val="000000"/>
                </a:solidFill>
                <a:latin typeface="Calibri" panose="020F0502020204030204"/>
                <a:ea typeface="宋体" panose="02010600030101010101" pitchFamily="2" charset="-122"/>
              </a:rPr>
              <a:t>（</a:t>
            </a:r>
            <a:r>
              <a:rPr lang="en-US" altLang="zh-CN" sz="2400">
                <a:solidFill>
                  <a:srgbClr val="000000"/>
                </a:solidFill>
                <a:latin typeface="Calibri" panose="020F0502020204030204"/>
                <a:ea typeface="宋体" panose="02010600030101010101" pitchFamily="2" charset="-122"/>
              </a:rPr>
              <a:t>ii</a:t>
            </a:r>
            <a:r>
              <a:rPr lang="zh-CN" altLang="en-US" sz="2400">
                <a:solidFill>
                  <a:srgbClr val="000000"/>
                </a:solidFill>
                <a:latin typeface="Calibri" panose="020F0502020204030204"/>
                <a:ea typeface="宋体" panose="02010600030101010101" pitchFamily="2" charset="-122"/>
              </a:rPr>
              <a:t>）当</a:t>
            </a:r>
            <a:r>
              <a:rPr lang="en-US" altLang="zh-CN" sz="2400" i="1" dirty="0">
                <a:sym typeface="+mn-ea"/>
              </a:rPr>
              <a:t>a</a:t>
            </a:r>
            <a:r>
              <a:rPr lang="en-US" altLang="zh-CN" sz="2400" i="1" dirty="0">
                <a:solidFill>
                  <a:srgbClr val="000000"/>
                </a:solidFill>
                <a:ea typeface="楷体_GB2312"/>
                <a:sym typeface="+mn-ea"/>
              </a:rPr>
              <a:t>=</a:t>
            </a:r>
            <a:r>
              <a:rPr lang="en-US" altLang="zh-CN" sz="2400" dirty="0">
                <a:solidFill>
                  <a:srgbClr val="000000"/>
                </a:solidFill>
                <a:ea typeface="楷体_GB2312"/>
                <a:sym typeface="+mn-ea"/>
              </a:rPr>
              <a:t>3</a:t>
            </a:r>
            <a:r>
              <a:rPr lang="zh-CN" altLang="en-US" sz="2400">
                <a:solidFill>
                  <a:srgbClr val="000000"/>
                </a:solidFill>
                <a:latin typeface="Calibri" panose="020F0502020204030204"/>
                <a:sym typeface="+mn-ea"/>
              </a:rPr>
              <a:t>且</a:t>
            </a:r>
            <a:r>
              <a:rPr lang="en-US" altLang="zh-CN" sz="2400" i="1" dirty="0">
                <a:sym typeface="+mn-ea"/>
              </a:rPr>
              <a:t>b</a:t>
            </a:r>
            <a:r>
              <a:rPr lang="en-US" altLang="zh-CN" sz="2400" i="1" dirty="0">
                <a:solidFill>
                  <a:srgbClr val="000000"/>
                </a:solidFill>
                <a:ea typeface="楷体_GB2312"/>
                <a:sym typeface="+mn-ea"/>
              </a:rPr>
              <a:t>=</a:t>
            </a:r>
            <a:r>
              <a:rPr lang="en-US" altLang="zh-CN" sz="2400" dirty="0">
                <a:solidFill>
                  <a:srgbClr val="000000"/>
                </a:solidFill>
                <a:ea typeface="楷体_GB2312"/>
                <a:sym typeface="+mn-ea"/>
              </a:rPr>
              <a:t>-3</a:t>
            </a:r>
            <a:r>
              <a:rPr lang="zh-CN" altLang="en-US" sz="2400">
                <a:solidFill>
                  <a:srgbClr val="000000"/>
                </a:solidFill>
                <a:latin typeface="Calibri" panose="020F0502020204030204"/>
                <a:ea typeface="宋体" panose="02010600030101010101" pitchFamily="2" charset="-122"/>
              </a:rPr>
              <a:t>时，</a:t>
            </a:r>
            <a:r>
              <a:rPr lang="en-US" altLang="zh-CN" sz="2400">
                <a:solidFill>
                  <a:srgbClr val="000000"/>
                </a:solidFill>
                <a:latin typeface="Calibri" panose="020F0502020204030204"/>
                <a:ea typeface="宋体" panose="02010600030101010101" pitchFamily="2" charset="-122"/>
              </a:rPr>
              <a:t>                        </a:t>
            </a:r>
            <a:r>
              <a:rPr lang="zh-CN" altLang="en-US" sz="2400">
                <a:solidFill>
                  <a:srgbClr val="000000"/>
                </a:solidFill>
                <a:latin typeface="Calibri" panose="020F0502020204030204"/>
                <a:ea typeface="宋体" panose="02010600030101010101" pitchFamily="2" charset="-122"/>
              </a:rPr>
              <a:t>，线性方程组有无穷多个解，</a:t>
            </a:r>
          </a:p>
          <a:p>
            <a:pPr algn="just" defTabSz="266700"/>
            <a:endParaRPr lang="zh-CN" altLang="en-US" sz="2400">
              <a:solidFill>
                <a:srgbClr val="000000"/>
              </a:solidFill>
              <a:latin typeface="Calibri" panose="020F0502020204030204"/>
              <a:ea typeface="宋体" panose="02010600030101010101" pitchFamily="2" charset="-122"/>
            </a:endParaRPr>
          </a:p>
          <a:p>
            <a:pPr algn="just" defTabSz="266700"/>
            <a:r>
              <a:rPr lang="zh-CN" altLang="en-US" sz="2400">
                <a:solidFill>
                  <a:srgbClr val="000000"/>
                </a:solidFill>
                <a:latin typeface="Calibri" panose="020F0502020204030204"/>
                <a:ea typeface="宋体" panose="02010600030101010101" pitchFamily="2" charset="-122"/>
              </a:rPr>
              <a:t>一般解为</a:t>
            </a:r>
            <a:r>
              <a:rPr lang="en-US" altLang="zh-CN" sz="2400">
                <a:solidFill>
                  <a:srgbClr val="000000"/>
                </a:solidFill>
                <a:latin typeface="Calibri" panose="020F0502020204030204"/>
                <a:ea typeface="宋体" panose="02010600030101010101" pitchFamily="2" charset="-122"/>
              </a:rPr>
              <a:t>                        </a:t>
            </a:r>
            <a:r>
              <a:rPr lang="zh-CN" altLang="en-US" sz="2400">
                <a:solidFill>
                  <a:srgbClr val="000000"/>
                </a:solidFill>
                <a:latin typeface="Calibri" panose="020F0502020204030204"/>
                <a:ea typeface="宋体" panose="02010600030101010101" pitchFamily="2" charset="-122"/>
              </a:rPr>
              <a:t>其中</a:t>
            </a:r>
            <a:r>
              <a:rPr lang="en-US" altLang="zh-CN" sz="2400" i="1" dirty="0">
                <a:sym typeface="+mn-ea"/>
              </a:rPr>
              <a:t>c</a:t>
            </a:r>
            <a:r>
              <a:rPr lang="zh-CN" altLang="en-US" sz="2400">
                <a:solidFill>
                  <a:srgbClr val="000000"/>
                </a:solidFill>
                <a:latin typeface="Calibri" panose="020F0502020204030204"/>
                <a:ea typeface="宋体" panose="02010600030101010101" pitchFamily="2" charset="-122"/>
              </a:rPr>
              <a:t>为任意常数</a:t>
            </a:r>
            <a:r>
              <a:rPr lang="en-US" altLang="zh-CN" sz="2400">
                <a:solidFill>
                  <a:srgbClr val="000000"/>
                </a:solidFill>
                <a:latin typeface="Calibri" panose="020F0502020204030204"/>
                <a:ea typeface="宋体" panose="02010600030101010101" pitchFamily="2" charset="-122"/>
              </a:rPr>
              <a:t>.</a:t>
            </a:r>
            <a:r>
              <a:rPr lang="zh-CN" altLang="en-US" sz="2400">
                <a:solidFill>
                  <a:srgbClr val="000000"/>
                </a:solidFill>
                <a:latin typeface="Calibri" panose="020F0502020204030204"/>
                <a:ea typeface="宋体" panose="02010600030101010101" pitchFamily="2" charset="-122"/>
              </a:rPr>
              <a:t>此时</a:t>
            </a:r>
            <a:r>
              <a:rPr lang="en-US" altLang="zh-CN" sz="2400" i="1" dirty="0">
                <a:sym typeface="+mn-ea"/>
              </a:rPr>
              <a:t>β</a:t>
            </a:r>
            <a:r>
              <a:rPr lang="zh-CN" altLang="en-US" sz="2400">
                <a:solidFill>
                  <a:srgbClr val="000000"/>
                </a:solidFill>
                <a:latin typeface="Calibri" panose="020F0502020204030204"/>
                <a:ea typeface="宋体" panose="02010600030101010101" pitchFamily="2" charset="-122"/>
              </a:rPr>
              <a:t>可由向量</a:t>
            </a:r>
            <a:r>
              <a:rPr lang="zh-CN" altLang="en-US" sz="2400">
                <a:solidFill>
                  <a:srgbClr val="000000"/>
                </a:solidFill>
                <a:latin typeface="Calibri" panose="020F0502020204030204"/>
                <a:sym typeface="+mn-ea"/>
              </a:rPr>
              <a:t>组</a:t>
            </a:r>
          </a:p>
          <a:p>
            <a:pPr algn="just" defTabSz="266700"/>
            <a:endParaRPr lang="zh-CN" altLang="en-US" sz="2400" i="1" dirty="0">
              <a:solidFill>
                <a:srgbClr val="000000"/>
              </a:solidFill>
              <a:latin typeface="Calibri" panose="020F0502020204030204"/>
              <a:sym typeface="+mn-ea"/>
            </a:endParaRPr>
          </a:p>
          <a:p>
            <a:pPr algn="just" defTabSz="266700"/>
            <a:r>
              <a:rPr lang="en-US" altLang="zh-CN" sz="2400" i="1" dirty="0">
                <a:sym typeface="+mn-ea"/>
              </a:rPr>
              <a:t>α</a:t>
            </a:r>
            <a:r>
              <a:rPr lang="en-US" altLang="zh-CN" sz="2400" baseline="-25000" dirty="0">
                <a:sym typeface="+mn-ea"/>
              </a:rPr>
              <a:t>1</a:t>
            </a:r>
            <a:r>
              <a:rPr lang="en-US" altLang="zh-CN" sz="2400" dirty="0">
                <a:sym typeface="+mn-ea"/>
              </a:rPr>
              <a:t>, </a:t>
            </a:r>
            <a:r>
              <a:rPr lang="en-US" altLang="zh-CN" sz="2400" i="1" dirty="0">
                <a:sym typeface="+mn-ea"/>
              </a:rPr>
              <a:t>α</a:t>
            </a:r>
            <a:r>
              <a:rPr lang="en-US" altLang="zh-CN" sz="2400" baseline="-25000" dirty="0">
                <a:sym typeface="+mn-ea"/>
              </a:rPr>
              <a:t>2</a:t>
            </a:r>
            <a:r>
              <a:rPr lang="en-US" altLang="zh-CN" sz="2400" dirty="0">
                <a:sym typeface="+mn-ea"/>
              </a:rPr>
              <a:t>, </a:t>
            </a:r>
            <a:r>
              <a:rPr lang="en-US" altLang="zh-CN" sz="2400" i="1" dirty="0">
                <a:sym typeface="+mn-ea"/>
              </a:rPr>
              <a:t>α</a:t>
            </a:r>
            <a:r>
              <a:rPr lang="en-US" altLang="zh-CN" sz="2400" baseline="-25000" dirty="0">
                <a:sym typeface="+mn-ea"/>
              </a:rPr>
              <a:t>3</a:t>
            </a:r>
            <a:r>
              <a:rPr lang="zh-CN" altLang="en-US" sz="2400">
                <a:solidFill>
                  <a:srgbClr val="000000"/>
                </a:solidFill>
                <a:latin typeface="Calibri" panose="020F0502020204030204"/>
                <a:ea typeface="宋体" panose="02010600030101010101" pitchFamily="2" charset="-122"/>
              </a:rPr>
              <a:t>线性表示且表示式不唯一，其表示式为</a:t>
            </a:r>
            <a:r>
              <a:rPr lang="en-US" altLang="zh-CN" sz="2400">
                <a:solidFill>
                  <a:srgbClr val="000000"/>
                </a:solidFill>
                <a:latin typeface="Calibri" panose="020F0502020204030204"/>
                <a:ea typeface="宋体" panose="02010600030101010101" pitchFamily="2" charset="-122"/>
              </a:rPr>
              <a:t>                 </a:t>
            </a:r>
          </a:p>
          <a:p>
            <a:pPr algn="just" defTabSz="266700"/>
            <a:r>
              <a:rPr lang="en-US" altLang="zh-CN" sz="2400">
                <a:solidFill>
                  <a:srgbClr val="000000"/>
                </a:solidFill>
                <a:latin typeface="Calibri" panose="020F0502020204030204"/>
                <a:ea typeface="宋体" panose="02010600030101010101" pitchFamily="2" charset="-122"/>
              </a:rPr>
              <a:t>                                                           </a:t>
            </a:r>
            <a:r>
              <a:rPr lang="zh-CN" altLang="en-US" sz="2400">
                <a:solidFill>
                  <a:srgbClr val="000000"/>
                </a:solidFill>
                <a:latin typeface="Calibri" panose="020F0502020204030204"/>
                <a:ea typeface="宋体" panose="02010600030101010101" pitchFamily="2" charset="-122"/>
              </a:rPr>
              <a:t>，其中</a:t>
            </a:r>
            <a:r>
              <a:rPr lang="en-US" altLang="zh-CN" sz="2400" i="1" dirty="0">
                <a:sym typeface="+mn-ea"/>
              </a:rPr>
              <a:t>c</a:t>
            </a:r>
            <a:r>
              <a:rPr lang="zh-CN" altLang="en-US" sz="2400">
                <a:solidFill>
                  <a:srgbClr val="000000"/>
                </a:solidFill>
                <a:latin typeface="Calibri" panose="020F0502020204030204"/>
                <a:ea typeface="宋体" panose="02010600030101010101" pitchFamily="2" charset="-122"/>
              </a:rPr>
              <a:t>为任意常数</a:t>
            </a:r>
            <a:r>
              <a:rPr lang="en-US" altLang="zh-CN" sz="2400">
                <a:solidFill>
                  <a:srgbClr val="000000"/>
                </a:solidFill>
                <a:latin typeface="Calibri" panose="020F0502020204030204"/>
                <a:ea typeface="宋体" panose="02010600030101010101" pitchFamily="2" charset="-122"/>
              </a:rPr>
              <a:t>.</a:t>
            </a:r>
          </a:p>
        </p:txBody>
      </p:sp>
      <p:graphicFrame>
        <p:nvGraphicFramePr>
          <p:cNvPr id="3" name="对象 -2147479809"/>
          <p:cNvGraphicFramePr/>
          <p:nvPr/>
        </p:nvGraphicFramePr>
        <p:xfrm>
          <a:off x="4860290" y="2780665"/>
          <a:ext cx="1223010" cy="373380"/>
        </p:xfrm>
        <a:graphic>
          <a:graphicData uri="http://schemas.openxmlformats.org/presentationml/2006/ole">
            <mc:AlternateContent xmlns:mc="http://schemas.openxmlformats.org/markup-compatibility/2006">
              <mc:Choice xmlns:v="urn:schemas-microsoft-com:vml" Requires="v">
                <p:oleObj r:id="rId4" imgW="838200" imgH="228600" progId="Equation.DSMT4">
                  <p:embed/>
                </p:oleObj>
              </mc:Choice>
              <mc:Fallback>
                <p:oleObj r:id="rId4" imgW="838200" imgH="228600" progId="Equation.DSMT4">
                  <p:embed/>
                  <p:pic>
                    <p:nvPicPr>
                      <p:cNvPr id="0" name="图片 1"/>
                      <p:cNvPicPr/>
                      <p:nvPr/>
                    </p:nvPicPr>
                    <p:blipFill>
                      <a:blip r:embed="rId5"/>
                      <a:stretch>
                        <a:fillRect/>
                      </a:stretch>
                    </p:blipFill>
                    <p:spPr>
                      <a:xfrm>
                        <a:off x="4860290" y="2780665"/>
                        <a:ext cx="1223010" cy="373380"/>
                      </a:xfrm>
                      <a:prstGeom prst="rect">
                        <a:avLst/>
                      </a:prstGeom>
                      <a:noFill/>
                      <a:ln w="38100">
                        <a:noFill/>
                        <a:miter/>
                      </a:ln>
                    </p:spPr>
                  </p:pic>
                </p:oleObj>
              </mc:Fallback>
            </mc:AlternateContent>
          </a:graphicData>
        </a:graphic>
      </p:graphicFrame>
      <p:graphicFrame>
        <p:nvGraphicFramePr>
          <p:cNvPr id="5" name="对象 -2147479809"/>
          <p:cNvGraphicFramePr/>
          <p:nvPr/>
        </p:nvGraphicFramePr>
        <p:xfrm>
          <a:off x="4356100" y="3500755"/>
          <a:ext cx="1557020" cy="373380"/>
        </p:xfrm>
        <a:graphic>
          <a:graphicData uri="http://schemas.openxmlformats.org/presentationml/2006/ole">
            <mc:AlternateContent xmlns:mc="http://schemas.openxmlformats.org/markup-compatibility/2006">
              <mc:Choice xmlns:v="urn:schemas-microsoft-com:vml" Requires="v">
                <p:oleObj r:id="rId6" imgW="1066800" imgH="228600" progId="Equation.DSMT4">
                  <p:embed/>
                </p:oleObj>
              </mc:Choice>
              <mc:Fallback>
                <p:oleObj r:id="rId6" imgW="1066800" imgH="228600" progId="Equation.DSMT4">
                  <p:embed/>
                  <p:pic>
                    <p:nvPicPr>
                      <p:cNvPr id="0" name="图片 1"/>
                      <p:cNvPicPr/>
                      <p:nvPr/>
                    </p:nvPicPr>
                    <p:blipFill>
                      <a:blip r:embed="rId7"/>
                      <a:stretch>
                        <a:fillRect/>
                      </a:stretch>
                    </p:blipFill>
                    <p:spPr>
                      <a:xfrm>
                        <a:off x="4356100" y="3500755"/>
                        <a:ext cx="1557020" cy="373380"/>
                      </a:xfrm>
                      <a:prstGeom prst="rect">
                        <a:avLst/>
                      </a:prstGeom>
                      <a:noFill/>
                      <a:ln w="38100">
                        <a:noFill/>
                        <a:miter/>
                      </a:ln>
                    </p:spPr>
                  </p:pic>
                </p:oleObj>
              </mc:Fallback>
            </mc:AlternateContent>
          </a:graphicData>
        </a:graphic>
      </p:graphicFrame>
      <p:graphicFrame>
        <p:nvGraphicFramePr>
          <p:cNvPr id="7" name="对象 -2147479809"/>
          <p:cNvGraphicFramePr/>
          <p:nvPr/>
        </p:nvGraphicFramePr>
        <p:xfrm>
          <a:off x="3549968" y="4220845"/>
          <a:ext cx="1872615" cy="373380"/>
        </p:xfrm>
        <a:graphic>
          <a:graphicData uri="http://schemas.openxmlformats.org/presentationml/2006/ole">
            <mc:AlternateContent xmlns:mc="http://schemas.openxmlformats.org/markup-compatibility/2006">
              <mc:Choice xmlns:v="urn:schemas-microsoft-com:vml" Requires="v">
                <p:oleObj r:id="rId8" imgW="1282700" imgH="228600" progId="Equation.DSMT4">
                  <p:embed/>
                </p:oleObj>
              </mc:Choice>
              <mc:Fallback>
                <p:oleObj r:id="rId8" imgW="1282700" imgH="228600" progId="Equation.DSMT4">
                  <p:embed/>
                  <p:pic>
                    <p:nvPicPr>
                      <p:cNvPr id="0" name="图片 1"/>
                      <p:cNvPicPr/>
                      <p:nvPr/>
                    </p:nvPicPr>
                    <p:blipFill>
                      <a:blip r:embed="rId9"/>
                      <a:stretch>
                        <a:fillRect/>
                      </a:stretch>
                    </p:blipFill>
                    <p:spPr>
                      <a:xfrm>
                        <a:off x="3549968" y="4220845"/>
                        <a:ext cx="1872615" cy="373380"/>
                      </a:xfrm>
                      <a:prstGeom prst="rect">
                        <a:avLst/>
                      </a:prstGeom>
                      <a:noFill/>
                      <a:ln w="38100">
                        <a:noFill/>
                        <a:miter/>
                      </a:ln>
                    </p:spPr>
                  </p:pic>
                </p:oleObj>
              </mc:Fallback>
            </mc:AlternateContent>
          </a:graphicData>
        </a:graphic>
      </p:graphicFrame>
      <p:graphicFrame>
        <p:nvGraphicFramePr>
          <p:cNvPr id="9" name="对象 -2147479797"/>
          <p:cNvGraphicFramePr>
            <a:graphicFrameLocks noChangeAspect="1"/>
          </p:cNvGraphicFramePr>
          <p:nvPr/>
        </p:nvGraphicFramePr>
        <p:xfrm>
          <a:off x="2052955" y="4725035"/>
          <a:ext cx="1497330" cy="1237615"/>
        </p:xfrm>
        <a:graphic>
          <a:graphicData uri="http://schemas.openxmlformats.org/presentationml/2006/ole">
            <mc:AlternateContent xmlns:mc="http://schemas.openxmlformats.org/markup-compatibility/2006">
              <mc:Choice xmlns:v="urn:schemas-microsoft-com:vml" Requires="v">
                <p:oleObj r:id="rId10" imgW="749300" imgH="622300" progId="Equation.DSMT4">
                  <p:embed/>
                </p:oleObj>
              </mc:Choice>
              <mc:Fallback>
                <p:oleObj r:id="rId10" imgW="749300" imgH="622300" progId="Equation.DSMT4">
                  <p:embed/>
                  <p:pic>
                    <p:nvPicPr>
                      <p:cNvPr id="0" name="图片 6"/>
                      <p:cNvPicPr/>
                      <p:nvPr/>
                    </p:nvPicPr>
                    <p:blipFill>
                      <a:blip r:embed="rId11"/>
                      <a:stretch>
                        <a:fillRect/>
                      </a:stretch>
                    </p:blipFill>
                    <p:spPr>
                      <a:xfrm>
                        <a:off x="2052955" y="4725035"/>
                        <a:ext cx="1497330" cy="1237615"/>
                      </a:xfrm>
                      <a:prstGeom prst="rect">
                        <a:avLst/>
                      </a:prstGeom>
                      <a:noFill/>
                      <a:ln w="38100">
                        <a:noFill/>
                        <a:miter/>
                      </a:ln>
                    </p:spPr>
                  </p:pic>
                </p:oleObj>
              </mc:Fallback>
            </mc:AlternateContent>
          </a:graphicData>
        </a:graphic>
      </p:graphicFrame>
      <p:graphicFrame>
        <p:nvGraphicFramePr>
          <p:cNvPr id="11" name="对象 -2147479793"/>
          <p:cNvGraphicFramePr>
            <a:graphicFrameLocks noChangeAspect="1"/>
          </p:cNvGraphicFramePr>
          <p:nvPr/>
        </p:nvGraphicFramePr>
        <p:xfrm>
          <a:off x="844550" y="6381115"/>
          <a:ext cx="3914775" cy="443230"/>
        </p:xfrm>
        <a:graphic>
          <a:graphicData uri="http://schemas.openxmlformats.org/presentationml/2006/ole">
            <mc:AlternateContent xmlns:mc="http://schemas.openxmlformats.org/markup-compatibility/2006">
              <mc:Choice xmlns:v="urn:schemas-microsoft-com:vml" Requires="v">
                <p:oleObj r:id="rId12" imgW="2019300" imgH="228600" progId="Equation.3">
                  <p:embed/>
                </p:oleObj>
              </mc:Choice>
              <mc:Fallback>
                <p:oleObj r:id="rId12" imgW="2019300" imgH="228600" progId="Equation.3">
                  <p:embed/>
                  <p:pic>
                    <p:nvPicPr>
                      <p:cNvPr id="0" name="图片 7"/>
                      <p:cNvPicPr/>
                      <p:nvPr/>
                    </p:nvPicPr>
                    <p:blipFill>
                      <a:blip r:embed="rId13"/>
                      <a:stretch>
                        <a:fillRect/>
                      </a:stretch>
                    </p:blipFill>
                    <p:spPr>
                      <a:xfrm>
                        <a:off x="844550" y="6381115"/>
                        <a:ext cx="3914775" cy="44323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down)">
                                      <p:cBhvr>
                                        <p:cTn id="12" dur="500"/>
                                        <p:tgtEl>
                                          <p:spTgt spid="12">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animEffect transition="in" filter="wipe(down)">
                                      <p:cBhvr>
                                        <p:cTn id="15" dur="500"/>
                                        <p:tgtEl>
                                          <p:spTgt spid="12">
                                            <p:txEl>
                                              <p:pRg st="1" end="1"/>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12">
                                            <p:txEl>
                                              <p:pRg st="2" end="2"/>
                                            </p:txEl>
                                          </p:spTgt>
                                        </p:tgtEl>
                                        <p:attrNameLst>
                                          <p:attrName>style.visibility</p:attrName>
                                        </p:attrNameLst>
                                      </p:cBhvr>
                                      <p:to>
                                        <p:strVal val="visible"/>
                                      </p:to>
                                    </p:set>
                                    <p:animEffect transition="in" filter="wipe(down)">
                                      <p:cBhvr>
                                        <p:cTn id="18" dur="500"/>
                                        <p:tgtEl>
                                          <p:spTgt spid="12">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linds(horizontal)">
                                      <p:cBhvr>
                                        <p:cTn id="21" dur="500"/>
                                        <p:tgtEl>
                                          <p:spTgt spid="3"/>
                                        </p:tgtEl>
                                      </p:cBhvr>
                                    </p:animEffect>
                                  </p:childTnLst>
                                </p:cTn>
                              </p:par>
                              <p:par>
                                <p:cTn id="22" presetID="3" presetClass="entr" presetSubtype="1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linds(horizontal)">
                                      <p:cBhvr>
                                        <p:cTn id="24" dur="500"/>
                                        <p:tgtEl>
                                          <p:spTgt spid="5"/>
                                        </p:tgtEl>
                                      </p:cBhvr>
                                    </p:animEffect>
                                  </p:childTnLst>
                                </p:cTn>
                              </p:par>
                              <p:par>
                                <p:cTn id="25" presetID="3" presetClass="entr" presetSubtype="1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2">
                                            <p:txEl>
                                              <p:pRg st="4" end="4"/>
                                            </p:txEl>
                                          </p:spTgt>
                                        </p:tgtEl>
                                        <p:attrNameLst>
                                          <p:attrName>style.visibility</p:attrName>
                                        </p:attrNameLst>
                                      </p:cBhvr>
                                      <p:to>
                                        <p:strVal val="visible"/>
                                      </p:to>
                                    </p:set>
                                    <p:animEffect transition="in" filter="wipe(down)">
                                      <p:cBhvr>
                                        <p:cTn id="32" dur="500"/>
                                        <p:tgtEl>
                                          <p:spTgt spid="12">
                                            <p:txEl>
                                              <p:pRg st="4" end="4"/>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12">
                                            <p:txEl>
                                              <p:pRg st="6" end="6"/>
                                            </p:txEl>
                                          </p:spTgt>
                                        </p:tgtEl>
                                        <p:attrNameLst>
                                          <p:attrName>style.visibility</p:attrName>
                                        </p:attrNameLst>
                                      </p:cBhvr>
                                      <p:to>
                                        <p:strVal val="visible"/>
                                      </p:to>
                                    </p:set>
                                    <p:animEffect transition="in" filter="wipe(down)">
                                      <p:cBhvr>
                                        <p:cTn id="35" dur="500"/>
                                        <p:tgtEl>
                                          <p:spTgt spid="12">
                                            <p:txEl>
                                              <p:pRg st="6" end="6"/>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12">
                                            <p:txEl>
                                              <p:pRg st="7" end="7"/>
                                            </p:txEl>
                                          </p:spTgt>
                                        </p:tgtEl>
                                        <p:attrNameLst>
                                          <p:attrName>style.visibility</p:attrName>
                                        </p:attrNameLst>
                                      </p:cBhvr>
                                      <p:to>
                                        <p:strVal val="visible"/>
                                      </p:to>
                                    </p:set>
                                    <p:animEffect transition="in" filter="wipe(down)">
                                      <p:cBhvr>
                                        <p:cTn id="38" dur="500"/>
                                        <p:tgtEl>
                                          <p:spTgt spid="12">
                                            <p:txEl>
                                              <p:pRg st="7" end="7"/>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blinds(horizontal)">
                                      <p:cBhvr>
                                        <p:cTn id="41" dur="500"/>
                                        <p:tgtEl>
                                          <p:spTgt spid="9"/>
                                        </p:tgtEl>
                                      </p:cBhvr>
                                    </p:animEffect>
                                  </p:childTnLst>
                                </p:cTn>
                              </p:par>
                              <p:par>
                                <p:cTn id="42" presetID="3" presetClass="entr" presetSubtype="10" fill="hold"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blinds(horizontal)">
                                      <p:cBhvr>
                                        <p:cTn id="4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202" name="Rectangle 2"/>
          <p:cNvSpPr>
            <a:spLocks noGrp="1"/>
          </p:cNvSpPr>
          <p:nvPr>
            <p:ph type="title"/>
          </p:nvPr>
        </p:nvSpPr>
        <p:spPr>
          <a:xfrm>
            <a:off x="611505" y="44450"/>
            <a:ext cx="7772400" cy="746760"/>
          </a:xfrm>
        </p:spPr>
        <p:txBody>
          <a:bodyPr vert="horz" wrap="square" lIns="91440" tIns="45720" rIns="91440" bIns="45720" anchor="ctr" anchorCtr="0"/>
          <a:lstStyle/>
          <a:p>
            <a:pPr algn="l" eaLnBrk="1" hangingPunct="1"/>
            <a:r>
              <a:rPr lang="zh-CN" altLang="en-US" sz="3200" b="1" dirty="0">
                <a:solidFill>
                  <a:srgbClr val="FF0000"/>
                </a:solidFill>
              </a:rPr>
              <a:t>向量组的线性相关性</a:t>
            </a:r>
          </a:p>
        </p:txBody>
      </p:sp>
      <p:sp>
        <p:nvSpPr>
          <p:cNvPr id="24579" name="Rectangle 3"/>
          <p:cNvSpPr>
            <a:spLocks noGrp="1"/>
          </p:cNvSpPr>
          <p:nvPr>
            <p:ph idx="1"/>
          </p:nvPr>
        </p:nvSpPr>
        <p:spPr>
          <a:xfrm>
            <a:off x="467995" y="692150"/>
            <a:ext cx="7978775" cy="2632075"/>
          </a:xfrm>
        </p:spPr>
        <p:txBody>
          <a:bodyPr vert="horz" wrap="square" lIns="91440" tIns="45720" rIns="91440" bIns="45720" anchor="t" anchorCtr="0">
            <a:spAutoFit/>
          </a:bodyPr>
          <a:lstStyle/>
          <a:p>
            <a:pPr eaLnBrk="1" hangingPunct="1">
              <a:lnSpc>
                <a:spcPct val="110000"/>
              </a:lnSpc>
              <a:buNone/>
            </a:pPr>
            <a:r>
              <a:rPr lang="zh-CN" altLang="en-US" sz="2800" b="1" dirty="0">
                <a:solidFill>
                  <a:srgbClr val="FF0000"/>
                </a:solidFill>
              </a:rPr>
              <a:t>定义3.3.3</a:t>
            </a:r>
            <a:r>
              <a:rPr lang="en-US" altLang="zh-CN" sz="2800" b="1" dirty="0">
                <a:solidFill>
                  <a:srgbClr val="FF0000"/>
                </a:solidFill>
              </a:rPr>
              <a:t> </a:t>
            </a:r>
            <a:r>
              <a:rPr lang="zh-CN" altLang="en-US" sz="2800" b="1" dirty="0"/>
              <a:t>给定向量组</a:t>
            </a:r>
            <a:r>
              <a:rPr lang="en-US" altLang="zh-CN" sz="2800" b="1" i="1" dirty="0">
                <a:sym typeface="+mn-ea"/>
              </a:rPr>
              <a:t>α</a:t>
            </a:r>
            <a:r>
              <a:rPr lang="en-US" altLang="zh-CN" sz="2800" b="1" baseline="-25000" dirty="0">
                <a:sym typeface="+mn-ea"/>
              </a:rPr>
              <a:t>1</a:t>
            </a:r>
            <a:r>
              <a:rPr lang="en-US" altLang="zh-CN" sz="2800" b="1" dirty="0">
                <a:sym typeface="+mn-ea"/>
              </a:rPr>
              <a:t>, </a:t>
            </a:r>
            <a:r>
              <a:rPr lang="en-US" altLang="zh-CN" sz="2800" b="1" i="1" dirty="0">
                <a:sym typeface="+mn-ea"/>
              </a:rPr>
              <a:t>α</a:t>
            </a:r>
            <a:r>
              <a:rPr lang="en-US" altLang="zh-CN" sz="2800" b="1" baseline="-25000" dirty="0">
                <a:sym typeface="+mn-ea"/>
              </a:rPr>
              <a:t>2</a:t>
            </a:r>
            <a:r>
              <a:rPr lang="en-US" altLang="zh-CN" sz="2800" b="1" dirty="0">
                <a:sym typeface="+mn-ea"/>
              </a:rPr>
              <a:t>, …, </a:t>
            </a:r>
            <a:r>
              <a:rPr lang="en-US" altLang="zh-CN" sz="2800" b="1" i="1" dirty="0">
                <a:sym typeface="+mn-ea"/>
              </a:rPr>
              <a:t>α</a:t>
            </a:r>
            <a:r>
              <a:rPr lang="en-US" altLang="zh-CN" sz="2800" b="1" i="1" baseline="-25000" dirty="0"/>
              <a:t>s </a:t>
            </a:r>
            <a:r>
              <a:rPr lang="zh-CN" altLang="en-US" sz="2800" b="1" dirty="0"/>
              <a:t>，如果存在</a:t>
            </a:r>
            <a:r>
              <a:rPr lang="zh-CN" altLang="en-US" sz="2800" b="1" dirty="0">
                <a:solidFill>
                  <a:srgbClr val="FF0000"/>
                </a:solidFill>
              </a:rPr>
              <a:t>不全为零</a:t>
            </a:r>
            <a:r>
              <a:rPr lang="zh-CN" altLang="en-US" sz="2800" b="1" dirty="0"/>
              <a:t>的实数 </a:t>
            </a:r>
            <a:r>
              <a:rPr lang="en-US" altLang="zh-CN" sz="2800" b="1" i="1" dirty="0"/>
              <a:t>k</a:t>
            </a:r>
            <a:r>
              <a:rPr lang="en-US" altLang="zh-CN" sz="2800" b="1" baseline="-25000" dirty="0"/>
              <a:t>1</a:t>
            </a:r>
            <a:r>
              <a:rPr lang="en-US" altLang="zh-CN" sz="2800" b="1" dirty="0"/>
              <a:t>, </a:t>
            </a:r>
            <a:r>
              <a:rPr lang="en-US" altLang="zh-CN" sz="2800" b="1" i="1" dirty="0"/>
              <a:t>k</a:t>
            </a:r>
            <a:r>
              <a:rPr lang="en-US" altLang="zh-CN" sz="2800" b="1" baseline="-25000" dirty="0"/>
              <a:t>2</a:t>
            </a:r>
            <a:r>
              <a:rPr lang="en-US" altLang="zh-CN" sz="2800" b="1" dirty="0"/>
              <a:t>, …, </a:t>
            </a:r>
            <a:r>
              <a:rPr lang="en-US" altLang="zh-CN" sz="2800" b="1" i="1" dirty="0"/>
              <a:t>k</a:t>
            </a:r>
            <a:r>
              <a:rPr lang="en-US" altLang="zh-CN" sz="2800" b="1" i="1" baseline="-25000" dirty="0"/>
              <a:t>s</a:t>
            </a:r>
            <a:r>
              <a:rPr lang="en-US" altLang="zh-CN" sz="2800" b="1" dirty="0"/>
              <a:t> </a:t>
            </a:r>
            <a:r>
              <a:rPr lang="zh-CN" altLang="en-US" sz="2800" b="1" dirty="0"/>
              <a:t>，使得</a:t>
            </a:r>
          </a:p>
          <a:p>
            <a:pPr algn="ctr" eaLnBrk="1" hangingPunct="1">
              <a:lnSpc>
                <a:spcPct val="110000"/>
              </a:lnSpc>
              <a:buNone/>
            </a:pPr>
            <a:r>
              <a:rPr lang="en-US" altLang="zh-CN" sz="2800" b="1" i="1" dirty="0"/>
              <a:t>k</a:t>
            </a:r>
            <a:r>
              <a:rPr lang="en-US" altLang="zh-CN" sz="2800" b="1" baseline="-25000" dirty="0"/>
              <a:t>1</a:t>
            </a:r>
            <a:r>
              <a:rPr lang="en-US" altLang="zh-CN" sz="2800" b="1" i="1" dirty="0"/>
              <a:t>a</a:t>
            </a:r>
            <a:r>
              <a:rPr lang="en-US" altLang="zh-CN" sz="2800" b="1" baseline="-25000" dirty="0"/>
              <a:t>1 </a:t>
            </a:r>
            <a:r>
              <a:rPr lang="en-US" altLang="zh-CN" sz="2800" b="1" dirty="0"/>
              <a:t>+ </a:t>
            </a:r>
            <a:r>
              <a:rPr lang="en-US" altLang="zh-CN" sz="2800" b="1" i="1" dirty="0"/>
              <a:t>k</a:t>
            </a:r>
            <a:r>
              <a:rPr lang="en-US" altLang="zh-CN" sz="2800" b="1" baseline="-25000" dirty="0"/>
              <a:t>2</a:t>
            </a:r>
            <a:r>
              <a:rPr lang="en-US" altLang="zh-CN" sz="2800" b="1" i="1" dirty="0"/>
              <a:t>a</a:t>
            </a:r>
            <a:r>
              <a:rPr lang="en-US" altLang="zh-CN" sz="2800" b="1" baseline="-25000" dirty="0"/>
              <a:t>2 </a:t>
            </a:r>
            <a:r>
              <a:rPr lang="en-US" altLang="zh-CN" sz="2800" b="1" dirty="0"/>
              <a:t>+ … + </a:t>
            </a:r>
            <a:r>
              <a:rPr lang="en-US" altLang="zh-CN" sz="2800" b="1" i="1" dirty="0"/>
              <a:t>k</a:t>
            </a:r>
            <a:r>
              <a:rPr lang="en-US" altLang="zh-CN" sz="2800" b="1" i="1" baseline="-25000" dirty="0"/>
              <a:t>s</a:t>
            </a:r>
            <a:r>
              <a:rPr lang="en-US" altLang="zh-CN" sz="2800" b="1" i="1" dirty="0"/>
              <a:t>a</a:t>
            </a:r>
            <a:r>
              <a:rPr lang="en-US" altLang="zh-CN" sz="2800" b="1" i="1" baseline="-25000" dirty="0"/>
              <a:t>s </a:t>
            </a:r>
            <a:r>
              <a:rPr lang="en-US" altLang="zh-CN" sz="2800" b="1" dirty="0"/>
              <a:t>=0</a:t>
            </a:r>
            <a:endParaRPr lang="zh-CN" altLang="en-US" sz="2800" b="1" dirty="0">
              <a:solidFill>
                <a:srgbClr val="0000FF"/>
              </a:solidFill>
            </a:endParaRPr>
          </a:p>
          <a:p>
            <a:pPr eaLnBrk="1" hangingPunct="1">
              <a:lnSpc>
                <a:spcPct val="110000"/>
              </a:lnSpc>
              <a:buNone/>
            </a:pPr>
            <a:r>
              <a:rPr lang="zh-CN" altLang="en-US" sz="2800" b="1" dirty="0"/>
              <a:t>则称向量组 </a:t>
            </a:r>
            <a:r>
              <a:rPr lang="en-US" altLang="zh-CN" sz="2800" b="1" i="1" dirty="0">
                <a:sym typeface="+mn-ea"/>
              </a:rPr>
              <a:t>α</a:t>
            </a:r>
            <a:r>
              <a:rPr lang="en-US" altLang="zh-CN" sz="2800" b="1" baseline="-25000" dirty="0">
                <a:sym typeface="+mn-ea"/>
              </a:rPr>
              <a:t>1</a:t>
            </a:r>
            <a:r>
              <a:rPr lang="en-US" altLang="zh-CN" sz="2800" b="1" dirty="0">
                <a:sym typeface="+mn-ea"/>
              </a:rPr>
              <a:t>, </a:t>
            </a:r>
            <a:r>
              <a:rPr lang="en-US" altLang="zh-CN" sz="2800" b="1" i="1" dirty="0">
                <a:sym typeface="+mn-ea"/>
              </a:rPr>
              <a:t>α</a:t>
            </a:r>
            <a:r>
              <a:rPr lang="en-US" altLang="zh-CN" sz="2800" b="1" baseline="-25000" dirty="0">
                <a:sym typeface="+mn-ea"/>
              </a:rPr>
              <a:t>2</a:t>
            </a:r>
            <a:r>
              <a:rPr lang="en-US" altLang="zh-CN" sz="2800" b="1" dirty="0">
                <a:sym typeface="+mn-ea"/>
              </a:rPr>
              <a:t>, …, </a:t>
            </a:r>
            <a:r>
              <a:rPr lang="en-US" altLang="zh-CN" sz="2800" b="1" i="1" dirty="0">
                <a:sym typeface="+mn-ea"/>
              </a:rPr>
              <a:t>α</a:t>
            </a:r>
            <a:r>
              <a:rPr lang="en-US" altLang="zh-CN" sz="2800" b="1" i="1" baseline="-25000" dirty="0">
                <a:sym typeface="+mn-ea"/>
              </a:rPr>
              <a:t>s </a:t>
            </a:r>
            <a:r>
              <a:rPr lang="en-US" altLang="zh-CN" sz="2800" b="1" i="1" dirty="0"/>
              <a:t> </a:t>
            </a:r>
            <a:r>
              <a:rPr lang="zh-CN" altLang="en-US" sz="2800" b="1" dirty="0"/>
              <a:t>是</a:t>
            </a:r>
            <a:r>
              <a:rPr lang="zh-CN" altLang="en-US" sz="2800" b="1" dirty="0">
                <a:solidFill>
                  <a:srgbClr val="FF0000"/>
                </a:solidFill>
              </a:rPr>
              <a:t>线性相关</a:t>
            </a:r>
            <a:r>
              <a:rPr lang="zh-CN" altLang="en-US" sz="2800" b="1" dirty="0"/>
              <a:t>的，否则称它是</a:t>
            </a:r>
            <a:r>
              <a:rPr lang="zh-CN" altLang="en-US" sz="2800" b="1" dirty="0">
                <a:solidFill>
                  <a:srgbClr val="FF0000"/>
                </a:solidFill>
              </a:rPr>
              <a:t>线性无关</a:t>
            </a:r>
            <a:r>
              <a:rPr lang="zh-CN" altLang="en-US" sz="2800" b="1" dirty="0"/>
              <a:t>的．</a:t>
            </a:r>
          </a:p>
        </p:txBody>
      </p:sp>
      <p:sp>
        <p:nvSpPr>
          <p:cNvPr id="24586" name="Rectangle 10"/>
          <p:cNvSpPr/>
          <p:nvPr/>
        </p:nvSpPr>
        <p:spPr>
          <a:xfrm>
            <a:off x="361950" y="5344478"/>
            <a:ext cx="2332038" cy="1296035"/>
          </a:xfrm>
          <a:prstGeom prst="rect">
            <a:avLst/>
          </a:prstGeom>
          <a:noFill/>
          <a:ln w="9525">
            <a:noFill/>
          </a:ln>
        </p:spPr>
        <p:txBody>
          <a:bodyPr>
            <a:spAutoFit/>
          </a:bodyPr>
          <a:lstStyle/>
          <a:p>
            <a:pPr marL="342900" indent="-342900" algn="ctr">
              <a:lnSpc>
                <a:spcPct val="80000"/>
              </a:lnSpc>
              <a:spcBef>
                <a:spcPct val="20000"/>
              </a:spcBef>
              <a:buClr>
                <a:srgbClr val="9999CC"/>
              </a:buClr>
              <a:buSzPct val="80000"/>
              <a:buFont typeface="Wingdings" panose="05000000000000000000" pitchFamily="2" charset="2"/>
            </a:pPr>
            <a:r>
              <a:rPr lang="zh-CN" altLang="en-US" b="1" dirty="0">
                <a:solidFill>
                  <a:srgbClr val="000000"/>
                </a:solidFill>
                <a:latin typeface="Times New Roman" panose="02020603050405020304" pitchFamily="18" charset="0"/>
                <a:ea typeface="楷体_GB2312"/>
              </a:rPr>
              <a:t>向量组</a:t>
            </a:r>
          </a:p>
          <a:p>
            <a:pPr marL="342900" indent="-342900" algn="ctr">
              <a:lnSpc>
                <a:spcPct val="80000"/>
              </a:lnSpc>
              <a:spcBef>
                <a:spcPct val="20000"/>
              </a:spcBef>
              <a:buClr>
                <a:srgbClr val="9999CC"/>
              </a:buClr>
              <a:buSzPct val="80000"/>
              <a:buFont typeface="Wingdings" panose="05000000000000000000" pitchFamily="2" charset="2"/>
            </a:pPr>
            <a:r>
              <a:rPr lang="en-US" altLang="zh-CN" b="1" i="1" dirty="0">
                <a:solidFill>
                  <a:srgbClr val="000000"/>
                </a:solidFill>
                <a:latin typeface="Times New Roman" panose="02020603050405020304" pitchFamily="18" charset="0"/>
                <a:ea typeface="楷体_GB2312"/>
              </a:rPr>
              <a:t>a</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a</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Times New Roman" panose="02020603050405020304" pitchFamily="18" charset="0"/>
                <a:ea typeface="楷体_GB2312"/>
              </a:rPr>
              <a:t>a</a:t>
            </a:r>
            <a:r>
              <a:rPr lang="en-US" altLang="zh-CN" b="1" i="1" baseline="-25000" dirty="0">
                <a:solidFill>
                  <a:srgbClr val="FF0000"/>
                </a:solidFill>
                <a:latin typeface="Times New Roman" panose="02020603050405020304" pitchFamily="18" charset="0"/>
                <a:ea typeface="楷体_GB2312"/>
              </a:rPr>
              <a:t>s</a:t>
            </a:r>
            <a:endParaRPr lang="en-US" altLang="zh-CN" b="1" dirty="0">
              <a:solidFill>
                <a:srgbClr val="FF0000"/>
              </a:solidFill>
              <a:latin typeface="楷体_GB2312"/>
              <a:ea typeface="楷体_GB2312"/>
            </a:endParaRPr>
          </a:p>
          <a:p>
            <a:pPr marL="342900" indent="-342900" algn="ctr">
              <a:lnSpc>
                <a:spcPct val="80000"/>
              </a:lnSpc>
              <a:spcBef>
                <a:spcPct val="20000"/>
              </a:spcBef>
              <a:buClr>
                <a:srgbClr val="9999CC"/>
              </a:buClr>
              <a:buSzPct val="80000"/>
              <a:buFont typeface="Wingdings" panose="05000000000000000000" pitchFamily="2" charset="2"/>
            </a:pPr>
            <a:r>
              <a:rPr lang="zh-CN" altLang="en-US" b="1" dirty="0">
                <a:solidFill>
                  <a:srgbClr val="000000"/>
                </a:solidFill>
                <a:latin typeface="楷体_GB2312"/>
                <a:ea typeface="楷体_GB2312"/>
              </a:rPr>
              <a:t>线性相关</a:t>
            </a:r>
          </a:p>
        </p:txBody>
      </p:sp>
      <p:sp>
        <p:nvSpPr>
          <p:cNvPr id="24587" name="Rectangle 11"/>
          <p:cNvSpPr/>
          <p:nvPr/>
        </p:nvSpPr>
        <p:spPr>
          <a:xfrm>
            <a:off x="3412490" y="5305425"/>
            <a:ext cx="2961005" cy="1335405"/>
          </a:xfrm>
          <a:prstGeom prst="rect">
            <a:avLst/>
          </a:prstGeom>
          <a:noFill/>
          <a:ln w="9525">
            <a:noFill/>
          </a:ln>
        </p:spPr>
        <p:txBody>
          <a:bodyPr/>
          <a:lstStyle/>
          <a:p>
            <a:pPr marL="342900" indent="-342900" algn="l">
              <a:spcBef>
                <a:spcPct val="20000"/>
              </a:spcBef>
              <a:buClr>
                <a:srgbClr val="9999CC"/>
              </a:buClr>
              <a:buSzPct val="80000"/>
              <a:buFont typeface="Wingdings" panose="05000000000000000000" pitchFamily="2" charset="2"/>
            </a:pPr>
            <a:r>
              <a:rPr lang="en-US" altLang="zh-CN" b="1" i="1" dirty="0">
                <a:solidFill>
                  <a:srgbClr val="FF0000"/>
                </a:solidFill>
                <a:latin typeface="Times New Roman" panose="02020603050405020304" pitchFamily="18" charset="0"/>
                <a:ea typeface="楷体_GB2312"/>
              </a:rPr>
              <a:t>s </a:t>
            </a:r>
            <a:r>
              <a:rPr lang="zh-CN" altLang="en-US" b="1" dirty="0">
                <a:solidFill>
                  <a:srgbClr val="000000"/>
                </a:solidFill>
                <a:latin typeface="楷体_GB2312"/>
                <a:ea typeface="楷体_GB2312"/>
              </a:rPr>
              <a:t>元齐次线性方程组</a:t>
            </a:r>
            <a:r>
              <a:rPr lang="en-US" altLang="zh-CN" b="1" i="1" dirty="0">
                <a:solidFill>
                  <a:srgbClr val="000000"/>
                </a:solidFill>
                <a:latin typeface="Times New Roman" panose="02020603050405020304" pitchFamily="18" charset="0"/>
                <a:ea typeface="楷体_GB2312"/>
              </a:rPr>
              <a:t>Ax</a:t>
            </a:r>
            <a:r>
              <a:rPr lang="en-US" altLang="zh-CN" b="1" dirty="0">
                <a:solidFill>
                  <a:srgbClr val="000000"/>
                </a:solidFill>
                <a:latin typeface="Times New Roman" panose="02020603050405020304" pitchFamily="18" charset="0"/>
                <a:ea typeface="楷体_GB2312"/>
              </a:rPr>
              <a:t> = 0</a:t>
            </a:r>
          </a:p>
          <a:p>
            <a:pPr marL="342900" indent="-342900" algn="ctr">
              <a:spcBef>
                <a:spcPct val="20000"/>
              </a:spcBef>
              <a:buClr>
                <a:srgbClr val="9999CC"/>
              </a:buClr>
              <a:buSzPct val="80000"/>
              <a:buFont typeface="Wingdings" panose="05000000000000000000" pitchFamily="2" charset="2"/>
            </a:pPr>
            <a:r>
              <a:rPr lang="zh-CN" altLang="en-US" b="1" dirty="0">
                <a:solidFill>
                  <a:srgbClr val="000000"/>
                </a:solidFill>
                <a:latin typeface="楷体_GB2312"/>
                <a:ea typeface="楷体_GB2312"/>
              </a:rPr>
              <a:t>有非零解</a:t>
            </a:r>
          </a:p>
        </p:txBody>
      </p:sp>
      <p:sp>
        <p:nvSpPr>
          <p:cNvPr id="24588" name="AutoShape 12"/>
          <p:cNvSpPr/>
          <p:nvPr/>
        </p:nvSpPr>
        <p:spPr>
          <a:xfrm>
            <a:off x="2771458" y="5804853"/>
            <a:ext cx="576262"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24589" name="Rectangle 13"/>
          <p:cNvSpPr/>
          <p:nvPr/>
        </p:nvSpPr>
        <p:spPr>
          <a:xfrm>
            <a:off x="7596505" y="5900421"/>
            <a:ext cx="1393825" cy="460375"/>
          </a:xfrm>
          <a:prstGeom prst="rect">
            <a:avLst/>
          </a:prstGeom>
          <a:noFill/>
          <a:ln w="9525">
            <a:noFill/>
          </a:ln>
        </p:spPr>
        <p:txBody>
          <a:bodyPr anchor="ctr" anchorCtr="1">
            <a:spAutoFit/>
          </a:bodyPr>
          <a:lstStyle/>
          <a:p>
            <a:pPr marL="342900" indent="-342900" algn="ctr">
              <a:spcBef>
                <a:spcPct val="20000"/>
              </a:spcBef>
              <a:buClr>
                <a:srgbClr val="9999CC"/>
              </a:buClr>
              <a:buSzPct val="80000"/>
              <a:buFont typeface="Wingdings" panose="05000000000000000000" pitchFamily="2" charset="2"/>
            </a:pP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en-US" altLang="zh-CN" sz="2400" b="1" dirty="0">
                <a:solidFill>
                  <a:srgbClr val="000000"/>
                </a:solidFill>
                <a:latin typeface="Symbol" panose="05050102010706020507" pitchFamily="18" charset="2"/>
                <a:ea typeface="楷体_GB2312"/>
              </a:rPr>
              <a:t>&lt;</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s</a:t>
            </a:r>
            <a:endParaRPr lang="en-US" altLang="zh-CN" sz="2400" b="1" i="1" dirty="0">
              <a:solidFill>
                <a:srgbClr val="FF0000"/>
              </a:solidFill>
              <a:latin typeface="楷体_GB2312"/>
              <a:ea typeface="楷体_GB2312"/>
            </a:endParaRPr>
          </a:p>
        </p:txBody>
      </p:sp>
      <p:sp>
        <p:nvSpPr>
          <p:cNvPr id="24590" name="AutoShape 14"/>
          <p:cNvSpPr/>
          <p:nvPr/>
        </p:nvSpPr>
        <p:spPr>
          <a:xfrm>
            <a:off x="6660515" y="5902008"/>
            <a:ext cx="576263"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2" name="Rectangle 3"/>
          <p:cNvSpPr>
            <a:spLocks noGrp="1"/>
          </p:cNvSpPr>
          <p:nvPr/>
        </p:nvSpPr>
        <p:spPr>
          <a:xfrm>
            <a:off x="203200" y="3358515"/>
            <a:ext cx="8589010" cy="1986280"/>
          </a:xfrm>
          <a:prstGeom prst="rect">
            <a:avLst/>
          </a:prstGeom>
          <a:noFill/>
          <a:ln w="9525">
            <a:noFill/>
          </a:ln>
        </p:spPr>
        <p:txBody>
          <a:bodyPr vert="horz" wrap="square" lIns="91440" tIns="45720" rIns="91440" bIns="45720" anchor="t" anchorCtr="0">
            <a:spAutoFit/>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indent="0">
              <a:lnSpc>
                <a:spcPct val="110000"/>
              </a:lnSpc>
              <a:spcBef>
                <a:spcPts val="0"/>
              </a:spcBef>
              <a:buNone/>
            </a:pPr>
            <a:r>
              <a:rPr lang="zh-CN" altLang="en-US" sz="2800" b="1" dirty="0">
                <a:solidFill>
                  <a:srgbClr val="FF0000"/>
                </a:solidFill>
              </a:rPr>
              <a:t>定理3.3.</a:t>
            </a:r>
            <a:r>
              <a:rPr lang="en-US" altLang="zh-CN" sz="2800" b="1" dirty="0">
                <a:solidFill>
                  <a:srgbClr val="FF0000"/>
                </a:solidFill>
              </a:rPr>
              <a:t>2 </a:t>
            </a:r>
            <a:r>
              <a:rPr lang="zh-CN" altLang="en-US" sz="2800" b="1" dirty="0"/>
              <a:t>向量组</a:t>
            </a:r>
            <a:r>
              <a:rPr lang="en-US" altLang="zh-CN" sz="2800" b="1" i="1" dirty="0">
                <a:sym typeface="+mn-ea"/>
              </a:rPr>
              <a:t>α</a:t>
            </a:r>
            <a:r>
              <a:rPr lang="en-US" altLang="zh-CN" sz="2800" b="1" baseline="-25000" dirty="0">
                <a:sym typeface="+mn-ea"/>
              </a:rPr>
              <a:t>1</a:t>
            </a:r>
            <a:r>
              <a:rPr lang="en-US" altLang="zh-CN" sz="2800" b="1" dirty="0">
                <a:sym typeface="+mn-ea"/>
              </a:rPr>
              <a:t>, </a:t>
            </a:r>
            <a:r>
              <a:rPr lang="en-US" altLang="zh-CN" sz="2800" b="1" i="1" dirty="0">
                <a:sym typeface="+mn-ea"/>
              </a:rPr>
              <a:t>α</a:t>
            </a:r>
            <a:r>
              <a:rPr lang="en-US" altLang="zh-CN" sz="2800" b="1" baseline="-25000" dirty="0">
                <a:sym typeface="+mn-ea"/>
              </a:rPr>
              <a:t>2</a:t>
            </a:r>
            <a:r>
              <a:rPr lang="en-US" altLang="zh-CN" sz="2800" b="1" dirty="0">
                <a:sym typeface="+mn-ea"/>
              </a:rPr>
              <a:t>, …, </a:t>
            </a:r>
            <a:r>
              <a:rPr lang="en-US" altLang="zh-CN" sz="2800" b="1" i="1" dirty="0">
                <a:sym typeface="+mn-ea"/>
              </a:rPr>
              <a:t>α</a:t>
            </a:r>
            <a:r>
              <a:rPr lang="en-US" altLang="zh-CN" sz="2800" b="1" i="1" baseline="-25000" dirty="0">
                <a:sym typeface="+mn-ea"/>
              </a:rPr>
              <a:t>s </a:t>
            </a:r>
            <a:r>
              <a:rPr lang="en-US" altLang="zh-CN" sz="2800" b="1" i="1" dirty="0">
                <a:sym typeface="+mn-ea"/>
              </a:rPr>
              <a:t> </a:t>
            </a:r>
            <a:r>
              <a:rPr lang="zh-CN" altLang="en-US" sz="2800" b="1" dirty="0">
                <a:solidFill>
                  <a:srgbClr val="FF0000"/>
                </a:solidFill>
              </a:rPr>
              <a:t>线性相关</a:t>
            </a:r>
            <a:r>
              <a:rPr lang="zh-CN" sz="2800" b="1" dirty="0"/>
              <a:t>的充要条件是</a:t>
            </a:r>
            <a:r>
              <a:rPr lang="zh-CN" altLang="en-US" sz="2800" b="1" dirty="0"/>
              <a:t>齐次线性方程组</a:t>
            </a:r>
            <a:r>
              <a:rPr lang="en-US" altLang="zh-CN" sz="2800" b="1" dirty="0"/>
              <a:t>(</a:t>
            </a:r>
            <a:r>
              <a:rPr lang="zh-CN" altLang="en-US" sz="2800" b="1" dirty="0"/>
              <a:t> </a:t>
            </a:r>
            <a:r>
              <a:rPr lang="en-US" altLang="zh-CN" sz="2800" b="1" i="1" dirty="0">
                <a:sym typeface="+mn-ea"/>
              </a:rPr>
              <a:t>α</a:t>
            </a:r>
            <a:r>
              <a:rPr lang="en-US" altLang="zh-CN" sz="2800" b="1" baseline="-25000" dirty="0">
                <a:sym typeface="+mn-ea"/>
              </a:rPr>
              <a:t>1</a:t>
            </a:r>
            <a:r>
              <a:rPr lang="en-US" altLang="zh-CN" sz="2800" b="1" dirty="0">
                <a:sym typeface="+mn-ea"/>
              </a:rPr>
              <a:t>, </a:t>
            </a:r>
            <a:r>
              <a:rPr lang="en-US" altLang="zh-CN" sz="2800" b="1" i="1" dirty="0">
                <a:sym typeface="+mn-ea"/>
              </a:rPr>
              <a:t>α</a:t>
            </a:r>
            <a:r>
              <a:rPr lang="en-US" altLang="zh-CN" sz="2800" b="1" baseline="-25000" dirty="0">
                <a:sym typeface="+mn-ea"/>
              </a:rPr>
              <a:t>2</a:t>
            </a:r>
            <a:r>
              <a:rPr lang="en-US" altLang="zh-CN" sz="2800" b="1" dirty="0">
                <a:sym typeface="+mn-ea"/>
              </a:rPr>
              <a:t>, …, </a:t>
            </a:r>
            <a:r>
              <a:rPr lang="en-US" altLang="zh-CN" sz="2800" b="1" i="1" dirty="0">
                <a:sym typeface="+mn-ea"/>
              </a:rPr>
              <a:t>α</a:t>
            </a:r>
            <a:r>
              <a:rPr lang="en-US" altLang="zh-CN" sz="2800" b="1" i="1" baseline="-25000" dirty="0">
                <a:sym typeface="+mn-ea"/>
              </a:rPr>
              <a:t>s </a:t>
            </a:r>
            <a:r>
              <a:rPr lang="en-US" altLang="zh-CN" sz="2800" b="1" i="1" dirty="0">
                <a:sym typeface="+mn-ea"/>
              </a:rPr>
              <a:t> </a:t>
            </a:r>
            <a:r>
              <a:rPr lang="en-US" altLang="zh-CN" sz="2800" b="1" dirty="0"/>
              <a:t>)</a:t>
            </a:r>
            <a:r>
              <a:rPr lang="en-US" altLang="zh-CN" sz="2800" b="1" i="1" dirty="0">
                <a:solidFill>
                  <a:srgbClr val="000000"/>
                </a:solidFill>
                <a:latin typeface="Times New Roman" panose="02020603050405020304" pitchFamily="18" charset="0"/>
                <a:ea typeface="楷体_GB2312"/>
                <a:sym typeface="+mn-ea"/>
              </a:rPr>
              <a:t>x=</a:t>
            </a:r>
            <a:r>
              <a:rPr lang="en-US" altLang="zh-CN" sz="2800" b="1" dirty="0">
                <a:solidFill>
                  <a:srgbClr val="000000"/>
                </a:solidFill>
                <a:latin typeface="Times New Roman" panose="02020603050405020304" pitchFamily="18" charset="0"/>
                <a:ea typeface="楷体_GB2312"/>
                <a:sym typeface="+mn-ea"/>
              </a:rPr>
              <a:t>0</a:t>
            </a:r>
            <a:r>
              <a:rPr lang="zh-CN" altLang="en-US" sz="2800" b="1" dirty="0">
                <a:solidFill>
                  <a:srgbClr val="000000"/>
                </a:solidFill>
                <a:latin typeface="楷体_GB2312"/>
                <a:ea typeface="楷体_GB2312"/>
                <a:sym typeface="+mn-ea"/>
              </a:rPr>
              <a:t>有</a:t>
            </a:r>
            <a:r>
              <a:rPr lang="zh-CN" altLang="en-US" sz="2800" b="1" dirty="0">
                <a:solidFill>
                  <a:srgbClr val="FF0000"/>
                </a:solidFill>
                <a:latin typeface="楷体_GB2312"/>
                <a:ea typeface="楷体_GB2312"/>
                <a:sym typeface="+mn-ea"/>
              </a:rPr>
              <a:t>非零解</a:t>
            </a:r>
            <a:r>
              <a:rPr lang="en-US" altLang="zh-CN" sz="2800" b="1" dirty="0">
                <a:solidFill>
                  <a:srgbClr val="000000"/>
                </a:solidFill>
                <a:latin typeface="楷体_GB2312"/>
                <a:ea typeface="楷体_GB2312"/>
                <a:sym typeface="+mn-ea"/>
              </a:rPr>
              <a:t>,</a:t>
            </a:r>
            <a:r>
              <a:rPr lang="zh-CN" altLang="en-US" sz="2800" b="1" dirty="0">
                <a:sym typeface="+mn-ea"/>
              </a:rPr>
              <a:t>向量组</a:t>
            </a:r>
            <a:r>
              <a:rPr lang="en-US" altLang="zh-CN" sz="2800" b="1" i="1" dirty="0">
                <a:sym typeface="+mn-ea"/>
              </a:rPr>
              <a:t>α</a:t>
            </a:r>
            <a:r>
              <a:rPr lang="en-US" altLang="zh-CN" sz="2800" b="1" baseline="-25000" dirty="0">
                <a:sym typeface="+mn-ea"/>
              </a:rPr>
              <a:t>1</a:t>
            </a:r>
            <a:r>
              <a:rPr lang="en-US" altLang="zh-CN" sz="2800" b="1" dirty="0">
                <a:sym typeface="+mn-ea"/>
              </a:rPr>
              <a:t>, </a:t>
            </a:r>
            <a:r>
              <a:rPr lang="en-US" altLang="zh-CN" sz="2800" b="1" i="1" dirty="0">
                <a:sym typeface="+mn-ea"/>
              </a:rPr>
              <a:t>α</a:t>
            </a:r>
            <a:r>
              <a:rPr lang="en-US" altLang="zh-CN" sz="2800" b="1" baseline="-25000" dirty="0">
                <a:sym typeface="+mn-ea"/>
              </a:rPr>
              <a:t>2</a:t>
            </a:r>
            <a:r>
              <a:rPr lang="en-US" altLang="zh-CN" sz="2800" b="1" dirty="0">
                <a:sym typeface="+mn-ea"/>
              </a:rPr>
              <a:t>, …, </a:t>
            </a:r>
            <a:r>
              <a:rPr lang="en-US" altLang="zh-CN" sz="2800" b="1" i="1" dirty="0">
                <a:sym typeface="+mn-ea"/>
              </a:rPr>
              <a:t>α</a:t>
            </a:r>
            <a:r>
              <a:rPr lang="en-US" altLang="zh-CN" sz="2800" b="1" i="1" baseline="-25000" dirty="0">
                <a:sym typeface="+mn-ea"/>
              </a:rPr>
              <a:t>s  </a:t>
            </a:r>
            <a:r>
              <a:rPr lang="zh-CN" altLang="en-US" sz="2800" b="1" dirty="0">
                <a:solidFill>
                  <a:srgbClr val="FF0000"/>
                </a:solidFill>
                <a:sym typeface="+mn-ea"/>
              </a:rPr>
              <a:t>线性无关</a:t>
            </a:r>
            <a:r>
              <a:rPr lang="zh-CN" sz="2800" b="1" dirty="0">
                <a:sym typeface="+mn-ea"/>
              </a:rPr>
              <a:t>的充要条件是</a:t>
            </a:r>
            <a:r>
              <a:rPr lang="zh-CN" altLang="en-US" sz="2800" b="1" dirty="0">
                <a:sym typeface="+mn-ea"/>
              </a:rPr>
              <a:t>齐次线性方程组</a:t>
            </a:r>
            <a:r>
              <a:rPr lang="en-US" altLang="zh-CN" sz="2800" b="1" dirty="0">
                <a:sym typeface="+mn-ea"/>
              </a:rPr>
              <a:t>(</a:t>
            </a:r>
            <a:r>
              <a:rPr lang="zh-CN" altLang="en-US" sz="2800" b="1" dirty="0">
                <a:sym typeface="+mn-ea"/>
              </a:rPr>
              <a:t> </a:t>
            </a:r>
            <a:r>
              <a:rPr lang="en-US" altLang="zh-CN" sz="2800" b="1" i="1" dirty="0">
                <a:sym typeface="+mn-ea"/>
              </a:rPr>
              <a:t>α</a:t>
            </a:r>
            <a:r>
              <a:rPr lang="en-US" altLang="zh-CN" sz="2800" b="1" baseline="-25000" dirty="0">
                <a:sym typeface="+mn-ea"/>
              </a:rPr>
              <a:t>1</a:t>
            </a:r>
            <a:r>
              <a:rPr lang="en-US" altLang="zh-CN" sz="2800" b="1" dirty="0">
                <a:sym typeface="+mn-ea"/>
              </a:rPr>
              <a:t>, </a:t>
            </a:r>
            <a:r>
              <a:rPr lang="en-US" altLang="zh-CN" sz="2800" b="1" i="1" dirty="0">
                <a:sym typeface="+mn-ea"/>
              </a:rPr>
              <a:t>α</a:t>
            </a:r>
            <a:r>
              <a:rPr lang="en-US" altLang="zh-CN" sz="2800" b="1" baseline="-25000" dirty="0">
                <a:sym typeface="+mn-ea"/>
              </a:rPr>
              <a:t>2</a:t>
            </a:r>
            <a:r>
              <a:rPr lang="en-US" altLang="zh-CN" sz="2800" b="1" dirty="0">
                <a:sym typeface="+mn-ea"/>
              </a:rPr>
              <a:t>, …, </a:t>
            </a:r>
            <a:r>
              <a:rPr lang="en-US" altLang="zh-CN" sz="2800" b="1" i="1" dirty="0">
                <a:sym typeface="+mn-ea"/>
              </a:rPr>
              <a:t>α</a:t>
            </a:r>
            <a:r>
              <a:rPr lang="en-US" altLang="zh-CN" sz="2800" b="1" i="1" baseline="-25000" dirty="0">
                <a:sym typeface="+mn-ea"/>
              </a:rPr>
              <a:t>s </a:t>
            </a:r>
            <a:r>
              <a:rPr lang="en-US" altLang="zh-CN" sz="2800" b="1" i="1" dirty="0">
                <a:sym typeface="+mn-ea"/>
              </a:rPr>
              <a:t> </a:t>
            </a:r>
            <a:r>
              <a:rPr lang="en-US" altLang="zh-CN" sz="2800" b="1" dirty="0">
                <a:sym typeface="+mn-ea"/>
              </a:rPr>
              <a:t>)</a:t>
            </a:r>
            <a:r>
              <a:rPr lang="en-US" altLang="zh-CN" sz="2800" b="1" i="1" dirty="0">
                <a:solidFill>
                  <a:srgbClr val="000000"/>
                </a:solidFill>
                <a:latin typeface="Times New Roman" panose="02020603050405020304" pitchFamily="18" charset="0"/>
                <a:ea typeface="楷体_GB2312"/>
                <a:sym typeface="+mn-ea"/>
              </a:rPr>
              <a:t>x=</a:t>
            </a:r>
            <a:r>
              <a:rPr lang="en-US" altLang="zh-CN" sz="2800" b="1" dirty="0">
                <a:solidFill>
                  <a:srgbClr val="000000"/>
                </a:solidFill>
                <a:latin typeface="Times New Roman" panose="02020603050405020304" pitchFamily="18" charset="0"/>
                <a:ea typeface="楷体_GB2312"/>
                <a:sym typeface="+mn-ea"/>
              </a:rPr>
              <a:t>0</a:t>
            </a:r>
            <a:r>
              <a:rPr lang="zh-CN" altLang="en-US" sz="2800" b="1" dirty="0">
                <a:solidFill>
                  <a:srgbClr val="000000"/>
                </a:solidFill>
                <a:latin typeface="Times New Roman" panose="02020603050405020304" pitchFamily="18" charset="0"/>
                <a:ea typeface="楷体_GB2312"/>
                <a:sym typeface="+mn-ea"/>
              </a:rPr>
              <a:t>只</a:t>
            </a:r>
            <a:r>
              <a:rPr lang="zh-CN" altLang="en-US" sz="2800" b="1" dirty="0">
                <a:solidFill>
                  <a:srgbClr val="000000"/>
                </a:solidFill>
                <a:latin typeface="楷体_GB2312"/>
                <a:ea typeface="楷体_GB2312"/>
                <a:sym typeface="+mn-ea"/>
              </a:rPr>
              <a:t>有</a:t>
            </a:r>
            <a:r>
              <a:rPr lang="zh-CN" altLang="en-US" sz="2800" b="1" dirty="0">
                <a:solidFill>
                  <a:srgbClr val="FF0000"/>
                </a:solidFill>
                <a:latin typeface="楷体_GB2312"/>
                <a:ea typeface="楷体_GB2312"/>
                <a:sym typeface="+mn-ea"/>
              </a:rPr>
              <a:t>零解</a:t>
            </a:r>
            <a:r>
              <a:rPr lang="zh-CN" altLang="en-US" sz="2800"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ox(in)">
                                      <p:cBhvr>
                                        <p:cTn id="7" dur="2000"/>
                                        <p:tgtEl>
                                          <p:spTgt spid="24579">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4579">
                                            <p:txEl>
                                              <p:pRg st="1" end="1"/>
                                            </p:txEl>
                                          </p:spTgt>
                                        </p:tgtEl>
                                        <p:attrNameLst>
                                          <p:attrName>style.visibility</p:attrName>
                                        </p:attrNameLst>
                                      </p:cBhvr>
                                      <p:to>
                                        <p:strVal val="visible"/>
                                      </p:to>
                                    </p:set>
                                    <p:animEffect transition="in" filter="box(in)">
                                      <p:cBhvr>
                                        <p:cTn id="10" dur="2000"/>
                                        <p:tgtEl>
                                          <p:spTgt spid="24579">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4579">
                                            <p:txEl>
                                              <p:pRg st="2" end="2"/>
                                            </p:txEl>
                                          </p:spTgt>
                                        </p:tgtEl>
                                        <p:attrNameLst>
                                          <p:attrName>style.visibility</p:attrName>
                                        </p:attrNameLst>
                                      </p:cBhvr>
                                      <p:to>
                                        <p:strVal val="visible"/>
                                      </p:to>
                                    </p:set>
                                    <p:animEffect transition="in" filter="box(in)">
                                      <p:cBhvr>
                                        <p:cTn id="13" dur="2000"/>
                                        <p:tgtEl>
                                          <p:spTgt spid="2457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2">
                                            <p:txEl>
                                              <p:pRg st="0" end="0"/>
                                            </p:txEl>
                                          </p:spTgt>
                                        </p:tgtEl>
                                        <p:attrNameLst>
                                          <p:attrName>style.visibility</p:attrName>
                                        </p:attrNameLst>
                                      </p:cBhvr>
                                      <p:to>
                                        <p:strVal val="visible"/>
                                      </p:to>
                                    </p:set>
                                    <p:animEffect transition="in" filter="box(in)">
                                      <p:cBhvr>
                                        <p:cTn id="18" dur="2000"/>
                                        <p:tgtEl>
                                          <p:spTgt spid="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4586"/>
                                        </p:tgtEl>
                                        <p:attrNameLst>
                                          <p:attrName>style.visibility</p:attrName>
                                        </p:attrNameLst>
                                      </p:cBhvr>
                                      <p:to>
                                        <p:strVal val="visible"/>
                                      </p:to>
                                    </p:set>
                                    <p:animEffect transition="in" filter="wipe(down)">
                                      <p:cBhvr>
                                        <p:cTn id="23" dur="500"/>
                                        <p:tgtEl>
                                          <p:spTgt spid="2458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24587"/>
                                        </p:tgtEl>
                                        <p:attrNameLst>
                                          <p:attrName>style.visibility</p:attrName>
                                        </p:attrNameLst>
                                      </p:cBhvr>
                                      <p:to>
                                        <p:strVal val="visible"/>
                                      </p:to>
                                    </p:set>
                                    <p:animEffect transition="in" filter="wipe(down)">
                                      <p:cBhvr>
                                        <p:cTn id="28" dur="500"/>
                                        <p:tgtEl>
                                          <p:spTgt spid="2458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24588"/>
                                        </p:tgtEl>
                                        <p:attrNameLst>
                                          <p:attrName>style.visibility</p:attrName>
                                        </p:attrNameLst>
                                      </p:cBhvr>
                                      <p:to>
                                        <p:strVal val="visible"/>
                                      </p:to>
                                    </p:set>
                                    <p:animEffect transition="in" filter="box(in)">
                                      <p:cBhvr>
                                        <p:cTn id="33" dur="2000"/>
                                        <p:tgtEl>
                                          <p:spTgt spid="24588"/>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24590"/>
                                        </p:tgtEl>
                                        <p:attrNameLst>
                                          <p:attrName>style.visibility</p:attrName>
                                        </p:attrNameLst>
                                      </p:cBhvr>
                                      <p:to>
                                        <p:strVal val="visible"/>
                                      </p:to>
                                    </p:set>
                                    <p:animEffect transition="in" filter="box(in)">
                                      <p:cBhvr>
                                        <p:cTn id="38" dur="2000"/>
                                        <p:tgtEl>
                                          <p:spTgt spid="24590"/>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4589"/>
                                        </p:tgtEl>
                                        <p:attrNameLst>
                                          <p:attrName>style.visibility</p:attrName>
                                        </p:attrNameLst>
                                      </p:cBhvr>
                                      <p:to>
                                        <p:strVal val="visible"/>
                                      </p:to>
                                    </p:set>
                                    <p:animEffect transition="in" filter="blinds(horizontal)">
                                      <p:cBhvr>
                                        <p:cTn id="43" dur="500"/>
                                        <p:tgtEl>
                                          <p:spTgt spid="24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6" grpId="0"/>
      <p:bldP spid="24587" grpId="0"/>
      <p:bldP spid="24588" grpId="0" bldLvl="0" animBg="1"/>
      <p:bldP spid="24589" grpId="0"/>
      <p:bldP spid="24590"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4"/>
          <p:cNvSpPr/>
          <p:nvPr/>
        </p:nvSpPr>
        <p:spPr>
          <a:xfrm>
            <a:off x="457200" y="455613"/>
            <a:ext cx="8435975" cy="5334000"/>
          </a:xfrm>
          <a:prstGeom prst="rect">
            <a:avLst/>
          </a:prstGeom>
          <a:noFill/>
          <a:ln w="9525">
            <a:noFill/>
          </a:ln>
        </p:spPr>
        <p:txBody>
          <a:bodyPr>
            <a:spAutoFit/>
          </a:bodyPr>
          <a:lstStyle/>
          <a:p>
            <a:pPr marL="342900" indent="-342900">
              <a:lnSpc>
                <a:spcPct val="110000"/>
              </a:lnSpc>
              <a:spcBef>
                <a:spcPct val="20000"/>
              </a:spcBef>
              <a:buClr>
                <a:srgbClr val="00007D"/>
              </a:buClr>
              <a:buSzPct val="75000"/>
              <a:buFont typeface="Wingdings" panose="05000000000000000000" pitchFamily="2" charset="2"/>
            </a:pPr>
            <a:r>
              <a:rPr lang="zh-CN" altLang="en-US" sz="2400" b="1" dirty="0">
                <a:solidFill>
                  <a:srgbClr val="FF0000"/>
                </a:solidFill>
                <a:latin typeface="Times New Roman" panose="02020603050405020304" pitchFamily="18" charset="0"/>
                <a:ea typeface="楷体_GB2312"/>
              </a:rPr>
              <a:t>向量组线性相关性的判定（重点、难点）</a:t>
            </a:r>
          </a:p>
          <a:p>
            <a:pPr marL="342900" indent="-342900">
              <a:lnSpc>
                <a:spcPct val="17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向量组 </a:t>
            </a:r>
            <a:r>
              <a:rPr lang="en-US" altLang="zh-CN" sz="2400" b="1" i="1" dirty="0">
                <a:solidFill>
                  <a:srgbClr val="000000"/>
                </a:solidFill>
                <a:latin typeface="Times New Roman" panose="02020603050405020304" pitchFamily="18" charset="0"/>
                <a:ea typeface="楷体_GB2312"/>
              </a:rPr>
              <a:t>a</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a</a:t>
            </a:r>
            <a:r>
              <a:rPr lang="en-US" altLang="zh-CN" sz="2400" b="1" baseline="-25000" dirty="0">
                <a:solidFill>
                  <a:srgbClr val="000000"/>
                </a:solidFill>
                <a:latin typeface="Times New Roman" panose="02020603050405020304" pitchFamily="18" charset="0"/>
                <a:ea typeface="楷体_GB2312"/>
              </a:rPr>
              <a:t>2</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a</a:t>
            </a:r>
            <a:r>
              <a:rPr lang="en-US" altLang="zh-CN" sz="2400" b="1" i="1" baseline="-25000" dirty="0">
                <a:solidFill>
                  <a:srgbClr val="000000"/>
                </a:solidFill>
                <a:latin typeface="Times New Roman" panose="02020603050405020304" pitchFamily="18" charset="0"/>
                <a:ea typeface="楷体_GB2312"/>
              </a:rPr>
              <a:t>m </a:t>
            </a:r>
            <a:r>
              <a:rPr lang="zh-CN" altLang="en-US" sz="2400" b="1" dirty="0">
                <a:solidFill>
                  <a:srgbClr val="000000"/>
                </a:solidFill>
                <a:latin typeface="Times New Roman" panose="02020603050405020304" pitchFamily="18" charset="0"/>
                <a:ea typeface="楷体_GB2312"/>
              </a:rPr>
              <a:t>线性相关</a:t>
            </a:r>
          </a:p>
          <a:p>
            <a:pPr marL="342900" indent="-342900">
              <a:lnSpc>
                <a:spcPct val="17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存在</a:t>
            </a:r>
            <a:r>
              <a:rPr lang="zh-CN" altLang="en-US" sz="2400" b="1" dirty="0">
                <a:solidFill>
                  <a:srgbClr val="FF0000"/>
                </a:solidFill>
                <a:latin typeface="Times New Roman" panose="02020603050405020304" pitchFamily="18" charset="0"/>
                <a:ea typeface="楷体_GB2312"/>
              </a:rPr>
              <a:t>不全为零</a:t>
            </a:r>
            <a:r>
              <a:rPr lang="zh-CN" altLang="en-US" sz="2400" b="1" dirty="0">
                <a:solidFill>
                  <a:srgbClr val="000000"/>
                </a:solidFill>
                <a:latin typeface="Times New Roman" panose="02020603050405020304" pitchFamily="18" charset="0"/>
                <a:ea typeface="楷体_GB2312"/>
              </a:rPr>
              <a:t>的实数 </a:t>
            </a:r>
            <a:r>
              <a:rPr lang="en-US" altLang="zh-CN" sz="2400" b="1" i="1" dirty="0">
                <a:solidFill>
                  <a:srgbClr val="000000"/>
                </a:solidFill>
                <a:latin typeface="Times New Roman" panose="02020603050405020304" pitchFamily="18" charset="0"/>
                <a:ea typeface="楷体_GB2312"/>
              </a:rPr>
              <a:t>k</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k</a:t>
            </a:r>
            <a:r>
              <a:rPr lang="en-US" altLang="zh-CN" sz="2400" b="1" baseline="-25000" dirty="0">
                <a:solidFill>
                  <a:srgbClr val="000000"/>
                </a:solidFill>
                <a:latin typeface="Times New Roman" panose="02020603050405020304" pitchFamily="18" charset="0"/>
                <a:ea typeface="楷体_GB2312"/>
              </a:rPr>
              <a:t>2</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k</a:t>
            </a:r>
            <a:r>
              <a:rPr lang="en-US" altLang="zh-CN" sz="2400" b="1" i="1" baseline="-25000" dirty="0">
                <a:solidFill>
                  <a:srgbClr val="000000"/>
                </a:solidFill>
                <a:latin typeface="Times New Roman" panose="02020603050405020304" pitchFamily="18" charset="0"/>
                <a:ea typeface="楷体_GB2312"/>
              </a:rPr>
              <a:t>m</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，使得</a:t>
            </a:r>
          </a:p>
          <a:p>
            <a:pPr marL="342900" indent="-342900" algn="ctr">
              <a:lnSpc>
                <a:spcPct val="170000"/>
              </a:lnSpc>
              <a:spcBef>
                <a:spcPct val="20000"/>
              </a:spcBef>
              <a:buClr>
                <a:srgbClr val="00007D"/>
              </a:buClr>
              <a:buSzPct val="75000"/>
              <a:buFont typeface="Wingdings" panose="05000000000000000000" pitchFamily="2" charset="2"/>
            </a:pPr>
            <a:r>
              <a:rPr lang="en-US" altLang="zh-CN" sz="2400" b="1" i="1" dirty="0">
                <a:solidFill>
                  <a:srgbClr val="000000"/>
                </a:solidFill>
                <a:latin typeface="Times New Roman" panose="02020603050405020304" pitchFamily="18" charset="0"/>
                <a:ea typeface="楷体_GB2312"/>
              </a:rPr>
              <a:t>k</a:t>
            </a:r>
            <a:r>
              <a:rPr lang="en-US" altLang="zh-CN" sz="2400" b="1" baseline="-25000" dirty="0">
                <a:solidFill>
                  <a:srgbClr val="000000"/>
                </a:solidFill>
                <a:latin typeface="Times New Roman" panose="02020603050405020304" pitchFamily="18" charset="0"/>
                <a:ea typeface="楷体_GB2312"/>
              </a:rPr>
              <a:t>1</a:t>
            </a:r>
            <a:r>
              <a:rPr lang="en-US" altLang="zh-CN" sz="2400" b="1" i="1" dirty="0">
                <a:solidFill>
                  <a:srgbClr val="000000"/>
                </a:solidFill>
                <a:latin typeface="Times New Roman" panose="02020603050405020304" pitchFamily="18" charset="0"/>
                <a:ea typeface="楷体_GB2312"/>
              </a:rPr>
              <a:t>a</a:t>
            </a:r>
            <a:r>
              <a:rPr lang="en-US" altLang="zh-CN" sz="2400" b="1" baseline="-25000" dirty="0">
                <a:solidFill>
                  <a:srgbClr val="000000"/>
                </a:solidFill>
                <a:latin typeface="Times New Roman" panose="02020603050405020304" pitchFamily="18" charset="0"/>
                <a:ea typeface="楷体_GB2312"/>
              </a:rPr>
              <a:t>1 </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k</a:t>
            </a:r>
            <a:r>
              <a:rPr lang="en-US" altLang="zh-CN" sz="2400" b="1" baseline="-25000" dirty="0">
                <a:solidFill>
                  <a:srgbClr val="000000"/>
                </a:solidFill>
                <a:latin typeface="Times New Roman" panose="02020603050405020304" pitchFamily="18" charset="0"/>
                <a:ea typeface="楷体_GB2312"/>
              </a:rPr>
              <a:t>2</a:t>
            </a:r>
            <a:r>
              <a:rPr lang="en-US" altLang="zh-CN" sz="2400" b="1" i="1" dirty="0">
                <a:solidFill>
                  <a:srgbClr val="000000"/>
                </a:solidFill>
                <a:latin typeface="Times New Roman" panose="02020603050405020304" pitchFamily="18" charset="0"/>
                <a:ea typeface="楷体_GB2312"/>
              </a:rPr>
              <a:t>a</a:t>
            </a:r>
            <a:r>
              <a:rPr lang="en-US" altLang="zh-CN" sz="2400" b="1" baseline="-25000" dirty="0">
                <a:solidFill>
                  <a:srgbClr val="000000"/>
                </a:solidFill>
                <a:latin typeface="Times New Roman" panose="02020603050405020304" pitchFamily="18" charset="0"/>
                <a:ea typeface="楷体_GB2312"/>
              </a:rPr>
              <a:t>2 </a:t>
            </a:r>
            <a:r>
              <a:rPr lang="en-US" altLang="zh-CN" sz="2400" b="1" dirty="0">
                <a:solidFill>
                  <a:srgbClr val="000000"/>
                </a:solidFill>
                <a:latin typeface="Times New Roman" panose="02020603050405020304" pitchFamily="18" charset="0"/>
                <a:ea typeface="楷体_GB2312"/>
              </a:rPr>
              <a:t>+ … + </a:t>
            </a:r>
            <a:r>
              <a:rPr lang="en-US" altLang="zh-CN" sz="2400" b="1" i="1" dirty="0">
                <a:solidFill>
                  <a:srgbClr val="000000"/>
                </a:solidFill>
                <a:latin typeface="Times New Roman" panose="02020603050405020304" pitchFamily="18" charset="0"/>
                <a:ea typeface="楷体_GB2312"/>
              </a:rPr>
              <a:t>k</a:t>
            </a:r>
            <a:r>
              <a:rPr lang="en-US" altLang="zh-CN" sz="2400" b="1" i="1" baseline="-25000" dirty="0">
                <a:solidFill>
                  <a:srgbClr val="000000"/>
                </a:solidFill>
                <a:latin typeface="Times New Roman" panose="02020603050405020304" pitchFamily="18" charset="0"/>
                <a:ea typeface="楷体_GB2312"/>
              </a:rPr>
              <a:t>m</a:t>
            </a:r>
            <a:r>
              <a:rPr lang="en-US" altLang="zh-CN" sz="2400" b="1" i="1" dirty="0">
                <a:solidFill>
                  <a:srgbClr val="000000"/>
                </a:solidFill>
                <a:latin typeface="Times New Roman" panose="02020603050405020304" pitchFamily="18" charset="0"/>
                <a:ea typeface="楷体_GB2312"/>
              </a:rPr>
              <a:t>a</a:t>
            </a:r>
            <a:r>
              <a:rPr lang="en-US" altLang="zh-CN" sz="2400" b="1" i="1" baseline="-25000" dirty="0">
                <a:solidFill>
                  <a:srgbClr val="000000"/>
                </a:solidFill>
                <a:latin typeface="Times New Roman" panose="02020603050405020304" pitchFamily="18" charset="0"/>
                <a:ea typeface="楷体_GB2312"/>
              </a:rPr>
              <a:t>m </a:t>
            </a:r>
            <a:r>
              <a:rPr lang="en-US" altLang="zh-CN" sz="2400" b="1" dirty="0">
                <a:solidFill>
                  <a:srgbClr val="000000"/>
                </a:solidFill>
                <a:latin typeface="Times New Roman" panose="02020603050405020304" pitchFamily="18" charset="0"/>
                <a:ea typeface="楷体_GB2312"/>
              </a:rPr>
              <a:t>=0</a:t>
            </a:r>
            <a:r>
              <a:rPr lang="zh-CN" altLang="en-US" sz="2400" b="1" dirty="0">
                <a:solidFill>
                  <a:srgbClr val="FF0000"/>
                </a:solidFill>
                <a:latin typeface="Times New Roman" panose="02020603050405020304" pitchFamily="18" charset="0"/>
                <a:ea typeface="楷体_GB2312"/>
              </a:rPr>
              <a:t>（零向量）</a:t>
            </a:r>
            <a:r>
              <a:rPr lang="zh-CN" altLang="en-US" sz="2400" b="1" dirty="0">
                <a:solidFill>
                  <a:srgbClr val="0000FF"/>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a:t>
            </a:r>
            <a:endParaRPr lang="zh-CN" altLang="en-US" sz="2400" b="1" dirty="0">
              <a:solidFill>
                <a:srgbClr val="0000FF"/>
              </a:solidFill>
              <a:latin typeface="Times New Roman" panose="02020603050405020304" pitchFamily="18" charset="0"/>
              <a:ea typeface="楷体_GB2312"/>
            </a:endParaRPr>
          </a:p>
          <a:p>
            <a:pPr marL="342900" indent="-342900">
              <a:lnSpc>
                <a:spcPct val="170000"/>
              </a:lnSpc>
              <a:spcBef>
                <a:spcPct val="20000"/>
              </a:spcBef>
              <a:buClr>
                <a:srgbClr val="9999CC"/>
              </a:buClr>
              <a:buSzPct val="80000"/>
              <a:buFont typeface="Wingdings" panose="05000000000000000000" pitchFamily="2" charset="2"/>
            </a:pPr>
            <a:r>
              <a:rPr lang="zh-CN" altLang="en-US" sz="2400" b="1" i="1" dirty="0">
                <a:solidFill>
                  <a:srgbClr val="FF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m </a:t>
            </a:r>
            <a:r>
              <a:rPr lang="zh-CN" altLang="en-US" sz="2400" b="1" dirty="0">
                <a:solidFill>
                  <a:srgbClr val="000000"/>
                </a:solidFill>
                <a:latin typeface="楷体_GB2312"/>
                <a:ea typeface="楷体_GB2312"/>
              </a:rPr>
              <a:t>元齐次线性方程组</a:t>
            </a:r>
            <a:r>
              <a:rPr lang="zh-CN" altLang="en-US"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Ax</a:t>
            </a:r>
            <a:r>
              <a:rPr lang="en-US" altLang="zh-CN" sz="2400" b="1" dirty="0">
                <a:solidFill>
                  <a:srgbClr val="000000"/>
                </a:solidFill>
                <a:latin typeface="Times New Roman" panose="02020603050405020304" pitchFamily="18" charset="0"/>
                <a:ea typeface="楷体_GB2312"/>
              </a:rPr>
              <a:t> = 0 </a:t>
            </a:r>
            <a:r>
              <a:rPr lang="zh-CN" altLang="en-US" sz="2400" b="1" dirty="0">
                <a:solidFill>
                  <a:srgbClr val="000000"/>
                </a:solidFill>
                <a:latin typeface="楷体_GB2312"/>
                <a:ea typeface="楷体_GB2312"/>
              </a:rPr>
              <a:t>有非零解</a:t>
            </a:r>
            <a:r>
              <a:rPr lang="zh-CN" altLang="en-US" sz="2400" b="1" dirty="0">
                <a:solidFill>
                  <a:srgbClr val="000000"/>
                </a:solidFill>
                <a:latin typeface="Times New Roman" panose="02020603050405020304" pitchFamily="18" charset="0"/>
                <a:ea typeface="楷体_GB2312"/>
              </a:rPr>
              <a:t>．</a:t>
            </a:r>
          </a:p>
          <a:p>
            <a:pPr marL="342900" indent="-342900">
              <a:lnSpc>
                <a:spcPct val="17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矩阵</a:t>
            </a:r>
            <a:r>
              <a:rPr lang="en-US" altLang="zh-CN" sz="2400" b="1" i="1" dirty="0">
                <a:solidFill>
                  <a:srgbClr val="000000"/>
                </a:solidFill>
                <a:latin typeface="Times New Roman" panose="02020603050405020304" pitchFamily="18" charset="0"/>
                <a:ea typeface="楷体_GB2312"/>
              </a:rPr>
              <a:t>A </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a</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a</a:t>
            </a:r>
            <a:r>
              <a:rPr lang="en-US" altLang="zh-CN" sz="2400" b="1" baseline="-25000" dirty="0">
                <a:solidFill>
                  <a:srgbClr val="000000"/>
                </a:solidFill>
                <a:latin typeface="Times New Roman" panose="02020603050405020304" pitchFamily="18" charset="0"/>
                <a:ea typeface="楷体_GB2312"/>
              </a:rPr>
              <a:t>2</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a</a:t>
            </a:r>
            <a:r>
              <a:rPr lang="en-US" altLang="zh-CN" sz="2400" b="1" i="1" baseline="-25000" dirty="0">
                <a:solidFill>
                  <a:srgbClr val="000000"/>
                </a:solidFill>
                <a:latin typeface="Times New Roman" panose="02020603050405020304" pitchFamily="18" charset="0"/>
                <a:ea typeface="楷体_GB2312"/>
              </a:rPr>
              <a:t>m </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的秩小于向量的个数 </a:t>
            </a:r>
            <a:r>
              <a:rPr lang="en-US" altLang="zh-CN" sz="2400" b="1" i="1" dirty="0">
                <a:solidFill>
                  <a:srgbClr val="FF0000"/>
                </a:solidFill>
                <a:latin typeface="Times New Roman" panose="02020603050405020304" pitchFamily="18" charset="0"/>
                <a:ea typeface="楷体_GB2312"/>
              </a:rPr>
              <a:t>m </a:t>
            </a:r>
            <a:r>
              <a:rPr lang="zh-CN" altLang="en-US" sz="2400" b="1" dirty="0">
                <a:solidFill>
                  <a:srgbClr val="000000"/>
                </a:solidFill>
                <a:latin typeface="Times New Roman" panose="02020603050405020304" pitchFamily="18" charset="0"/>
                <a:ea typeface="楷体_GB2312"/>
              </a:rPr>
              <a:t>．</a:t>
            </a:r>
          </a:p>
          <a:p>
            <a:pPr marL="342900" indent="-342900">
              <a:lnSpc>
                <a:spcPct val="17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向量组 </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中至少有一个向量能由其余 </a:t>
            </a:r>
            <a:r>
              <a:rPr lang="en-US" altLang="zh-CN" sz="2400" b="1" i="1" dirty="0">
                <a:solidFill>
                  <a:srgbClr val="000000"/>
                </a:solidFill>
                <a:latin typeface="Times New Roman" panose="02020603050405020304" pitchFamily="18" charset="0"/>
                <a:ea typeface="楷体_GB2312"/>
              </a:rPr>
              <a:t>m</a:t>
            </a:r>
            <a:r>
              <a:rPr lang="zh-CN" altLang="en-US" sz="2400" b="1" dirty="0">
                <a:solidFill>
                  <a:srgbClr val="000000"/>
                </a:solidFill>
                <a:latin typeface="Times New Roman" panose="02020603050405020304" pitchFamily="18" charset="0"/>
                <a:ea typeface="楷体_GB2312"/>
              </a:rPr>
              <a:t>－</a:t>
            </a:r>
            <a:r>
              <a:rPr lang="en-US" altLang="zh-CN" sz="2400" b="1" dirty="0">
                <a:solidFill>
                  <a:srgbClr val="000000"/>
                </a:solidFill>
                <a:latin typeface="Times New Roman" panose="02020603050405020304" pitchFamily="18" charset="0"/>
                <a:ea typeface="楷体_GB2312"/>
              </a:rPr>
              <a:t>1 </a:t>
            </a:r>
            <a:r>
              <a:rPr lang="zh-CN" altLang="en-US" sz="2400" b="1" dirty="0">
                <a:solidFill>
                  <a:srgbClr val="000000"/>
                </a:solidFill>
                <a:latin typeface="Times New Roman" panose="02020603050405020304" pitchFamily="18" charset="0"/>
                <a:ea typeface="楷体_GB2312"/>
              </a:rPr>
              <a:t>个向量线性	表示．</a:t>
            </a:r>
          </a:p>
        </p:txBody>
      </p:sp>
      <p:sp>
        <p:nvSpPr>
          <p:cNvPr id="40965" name="AutoShape 5"/>
          <p:cNvSpPr/>
          <p:nvPr/>
        </p:nvSpPr>
        <p:spPr>
          <a:xfrm>
            <a:off x="684213" y="1844675"/>
            <a:ext cx="576262"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40966" name="AutoShape 6"/>
          <p:cNvSpPr/>
          <p:nvPr/>
        </p:nvSpPr>
        <p:spPr>
          <a:xfrm>
            <a:off x="684213" y="3211513"/>
            <a:ext cx="576262"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40967" name="AutoShape 7"/>
          <p:cNvSpPr/>
          <p:nvPr/>
        </p:nvSpPr>
        <p:spPr>
          <a:xfrm>
            <a:off x="684213" y="3895725"/>
            <a:ext cx="576262"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40968" name="AutoShape 8"/>
          <p:cNvSpPr/>
          <p:nvPr/>
        </p:nvSpPr>
        <p:spPr>
          <a:xfrm>
            <a:off x="684213" y="4579938"/>
            <a:ext cx="576262"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0964">
                                            <p:txEl>
                                              <p:charRg st="19" end="44"/>
                                            </p:txEl>
                                          </p:spTgt>
                                        </p:tgtEl>
                                        <p:attrNameLst>
                                          <p:attrName>style.visibility</p:attrName>
                                        </p:attrNameLst>
                                      </p:cBhvr>
                                      <p:to>
                                        <p:strVal val="visible"/>
                                      </p:to>
                                    </p:set>
                                    <p:animEffect transition="in" filter="slide(fromBottom)">
                                      <p:cBhvr>
                                        <p:cTn id="7" dur="500"/>
                                        <p:tgtEl>
                                          <p:spTgt spid="40964">
                                            <p:txEl>
                                              <p:charRg st="19" end="4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40965"/>
                                        </p:tgtEl>
                                        <p:attrNameLst>
                                          <p:attrName>style.visibility</p:attrName>
                                        </p:attrNameLst>
                                      </p:cBhvr>
                                      <p:to>
                                        <p:strVal val="visible"/>
                                      </p:to>
                                    </p:set>
                                    <p:anim calcmode="lin" valueType="num">
                                      <p:cBhvr>
                                        <p:cTn id="12" dur="500" fill="hold"/>
                                        <p:tgtEl>
                                          <p:spTgt spid="40965"/>
                                        </p:tgtEl>
                                        <p:attrNameLst>
                                          <p:attrName>ppt_w</p:attrName>
                                        </p:attrNameLst>
                                      </p:cBhvr>
                                      <p:tavLst>
                                        <p:tav tm="0">
                                          <p:val>
                                            <p:fltVal val="0"/>
                                          </p:val>
                                        </p:tav>
                                        <p:tav tm="100000">
                                          <p:val>
                                            <p:strVal val="#ppt_w"/>
                                          </p:val>
                                        </p:tav>
                                      </p:tavLst>
                                    </p:anim>
                                    <p:anim calcmode="lin" valueType="num">
                                      <p:cBhvr>
                                        <p:cTn id="13" dur="500" fill="hold"/>
                                        <p:tgtEl>
                                          <p:spTgt spid="40965"/>
                                        </p:tgtEl>
                                        <p:attrNameLst>
                                          <p:attrName>ppt_h</p:attrName>
                                        </p:attrNameLst>
                                      </p:cBhvr>
                                      <p:tavLst>
                                        <p:tav tm="0">
                                          <p:val>
                                            <p:strVal val="#ppt_h"/>
                                          </p:val>
                                        </p:tav>
                                        <p:tav tm="100000">
                                          <p:val>
                                            <p:strVal val="#ppt_h"/>
                                          </p:val>
                                        </p:tav>
                                      </p:tavLst>
                                    </p:anim>
                                  </p:childTnLst>
                                </p:cTn>
                              </p:par>
                            </p:childTnLst>
                          </p:cTn>
                        </p:par>
                        <p:par>
                          <p:cTn id="14" fill="hold">
                            <p:stCondLst>
                              <p:cond delay="500"/>
                            </p:stCondLst>
                            <p:childTnLst>
                              <p:par>
                                <p:cTn id="15" presetID="12" presetClass="entr" presetSubtype="4" fill="hold" nodeType="afterEffect">
                                  <p:stCondLst>
                                    <p:cond delay="0"/>
                                  </p:stCondLst>
                                  <p:childTnLst>
                                    <p:set>
                                      <p:cBhvr>
                                        <p:cTn id="16" dur="1" fill="hold">
                                          <p:stCondLst>
                                            <p:cond delay="0"/>
                                          </p:stCondLst>
                                        </p:cTn>
                                        <p:tgtEl>
                                          <p:spTgt spid="40964">
                                            <p:txEl>
                                              <p:charRg st="44" end="74"/>
                                            </p:txEl>
                                          </p:spTgt>
                                        </p:tgtEl>
                                        <p:attrNameLst>
                                          <p:attrName>style.visibility</p:attrName>
                                        </p:attrNameLst>
                                      </p:cBhvr>
                                      <p:to>
                                        <p:strVal val="visible"/>
                                      </p:to>
                                    </p:set>
                                    <p:animEffect transition="in" filter="slide(fromBottom)">
                                      <p:cBhvr>
                                        <p:cTn id="17" dur="500"/>
                                        <p:tgtEl>
                                          <p:spTgt spid="40964">
                                            <p:txEl>
                                              <p:charRg st="44" end="74"/>
                                            </p:txEl>
                                          </p:spTgt>
                                        </p:tgtEl>
                                      </p:cBhvr>
                                    </p:animEffect>
                                  </p:childTnLst>
                                </p:cTn>
                              </p:par>
                              <p:par>
                                <p:cTn id="18" presetID="12" presetClass="entr" presetSubtype="4" fill="hold" nodeType="withEffect">
                                  <p:stCondLst>
                                    <p:cond delay="0"/>
                                  </p:stCondLst>
                                  <p:childTnLst>
                                    <p:set>
                                      <p:cBhvr>
                                        <p:cTn id="19" dur="1" fill="hold">
                                          <p:stCondLst>
                                            <p:cond delay="0"/>
                                          </p:stCondLst>
                                        </p:cTn>
                                        <p:tgtEl>
                                          <p:spTgt spid="40964">
                                            <p:txEl>
                                              <p:charRg st="74" end="107"/>
                                            </p:txEl>
                                          </p:spTgt>
                                        </p:tgtEl>
                                        <p:attrNameLst>
                                          <p:attrName>style.visibility</p:attrName>
                                        </p:attrNameLst>
                                      </p:cBhvr>
                                      <p:to>
                                        <p:strVal val="visible"/>
                                      </p:to>
                                    </p:set>
                                    <p:animEffect transition="in" filter="slide(fromBottom)">
                                      <p:cBhvr>
                                        <p:cTn id="20" dur="500"/>
                                        <p:tgtEl>
                                          <p:spTgt spid="40964">
                                            <p:txEl>
                                              <p:charRg st="74" end="10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40966"/>
                                        </p:tgtEl>
                                        <p:attrNameLst>
                                          <p:attrName>style.visibility</p:attrName>
                                        </p:attrNameLst>
                                      </p:cBhvr>
                                      <p:to>
                                        <p:strVal val="visible"/>
                                      </p:to>
                                    </p:set>
                                    <p:anim calcmode="lin" valueType="num">
                                      <p:cBhvr>
                                        <p:cTn id="25" dur="500" fill="hold"/>
                                        <p:tgtEl>
                                          <p:spTgt spid="40966"/>
                                        </p:tgtEl>
                                        <p:attrNameLst>
                                          <p:attrName>ppt_w</p:attrName>
                                        </p:attrNameLst>
                                      </p:cBhvr>
                                      <p:tavLst>
                                        <p:tav tm="0">
                                          <p:val>
                                            <p:fltVal val="0"/>
                                          </p:val>
                                        </p:tav>
                                        <p:tav tm="100000">
                                          <p:val>
                                            <p:strVal val="#ppt_w"/>
                                          </p:val>
                                        </p:tav>
                                      </p:tavLst>
                                    </p:anim>
                                    <p:anim calcmode="lin" valueType="num">
                                      <p:cBhvr>
                                        <p:cTn id="26" dur="500" fill="hold"/>
                                        <p:tgtEl>
                                          <p:spTgt spid="40966"/>
                                        </p:tgtEl>
                                        <p:attrNameLst>
                                          <p:attrName>ppt_h</p:attrName>
                                        </p:attrNameLst>
                                      </p:cBhvr>
                                      <p:tavLst>
                                        <p:tav tm="0">
                                          <p:val>
                                            <p:strVal val="#ppt_h"/>
                                          </p:val>
                                        </p:tav>
                                        <p:tav tm="100000">
                                          <p:val>
                                            <p:strVal val="#ppt_h"/>
                                          </p:val>
                                        </p:tav>
                                      </p:tavLst>
                                    </p:anim>
                                  </p:childTnLst>
                                </p:cTn>
                              </p:par>
                            </p:childTnLst>
                          </p:cTn>
                        </p:par>
                        <p:par>
                          <p:cTn id="27" fill="hold">
                            <p:stCondLst>
                              <p:cond delay="500"/>
                            </p:stCondLst>
                            <p:childTnLst>
                              <p:par>
                                <p:cTn id="28" presetID="12" presetClass="entr" presetSubtype="4" fill="hold" nodeType="afterEffect">
                                  <p:stCondLst>
                                    <p:cond delay="0"/>
                                  </p:stCondLst>
                                  <p:childTnLst>
                                    <p:set>
                                      <p:cBhvr>
                                        <p:cTn id="29" dur="1" fill="hold">
                                          <p:stCondLst>
                                            <p:cond delay="0"/>
                                          </p:stCondLst>
                                        </p:cTn>
                                        <p:tgtEl>
                                          <p:spTgt spid="40964">
                                            <p:txEl>
                                              <p:charRg st="107" end="133"/>
                                            </p:txEl>
                                          </p:spTgt>
                                        </p:tgtEl>
                                        <p:attrNameLst>
                                          <p:attrName>style.visibility</p:attrName>
                                        </p:attrNameLst>
                                      </p:cBhvr>
                                      <p:to>
                                        <p:strVal val="visible"/>
                                      </p:to>
                                    </p:set>
                                    <p:animEffect transition="in" filter="slide(fromBottom)">
                                      <p:cBhvr>
                                        <p:cTn id="30" dur="500"/>
                                        <p:tgtEl>
                                          <p:spTgt spid="40964">
                                            <p:txEl>
                                              <p:charRg st="107" end="13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7" presetClass="entr" presetSubtype="10" fill="hold" grpId="0" nodeType="clickEffect">
                                  <p:stCondLst>
                                    <p:cond delay="0"/>
                                  </p:stCondLst>
                                  <p:childTnLst>
                                    <p:set>
                                      <p:cBhvr>
                                        <p:cTn id="34" dur="1" fill="hold">
                                          <p:stCondLst>
                                            <p:cond delay="0"/>
                                          </p:stCondLst>
                                        </p:cTn>
                                        <p:tgtEl>
                                          <p:spTgt spid="40967"/>
                                        </p:tgtEl>
                                        <p:attrNameLst>
                                          <p:attrName>style.visibility</p:attrName>
                                        </p:attrNameLst>
                                      </p:cBhvr>
                                      <p:to>
                                        <p:strVal val="visible"/>
                                      </p:to>
                                    </p:set>
                                    <p:anim calcmode="lin" valueType="num">
                                      <p:cBhvr>
                                        <p:cTn id="35" dur="500" fill="hold"/>
                                        <p:tgtEl>
                                          <p:spTgt spid="40967"/>
                                        </p:tgtEl>
                                        <p:attrNameLst>
                                          <p:attrName>ppt_w</p:attrName>
                                        </p:attrNameLst>
                                      </p:cBhvr>
                                      <p:tavLst>
                                        <p:tav tm="0">
                                          <p:val>
                                            <p:fltVal val="0"/>
                                          </p:val>
                                        </p:tav>
                                        <p:tav tm="100000">
                                          <p:val>
                                            <p:strVal val="#ppt_w"/>
                                          </p:val>
                                        </p:tav>
                                      </p:tavLst>
                                    </p:anim>
                                    <p:anim calcmode="lin" valueType="num">
                                      <p:cBhvr>
                                        <p:cTn id="36" dur="500" fill="hold"/>
                                        <p:tgtEl>
                                          <p:spTgt spid="40967"/>
                                        </p:tgtEl>
                                        <p:attrNameLst>
                                          <p:attrName>ppt_h</p:attrName>
                                        </p:attrNameLst>
                                      </p:cBhvr>
                                      <p:tavLst>
                                        <p:tav tm="0">
                                          <p:val>
                                            <p:strVal val="#ppt_h"/>
                                          </p:val>
                                        </p:tav>
                                        <p:tav tm="100000">
                                          <p:val>
                                            <p:strVal val="#ppt_h"/>
                                          </p:val>
                                        </p:tav>
                                      </p:tavLst>
                                    </p:anim>
                                  </p:childTnLst>
                                </p:cTn>
                              </p:par>
                            </p:childTnLst>
                          </p:cTn>
                        </p:par>
                        <p:par>
                          <p:cTn id="37" fill="hold">
                            <p:stCondLst>
                              <p:cond delay="500"/>
                            </p:stCondLst>
                            <p:childTnLst>
                              <p:par>
                                <p:cTn id="38" presetID="12" presetClass="entr" presetSubtype="4" fill="hold" nodeType="afterEffect">
                                  <p:stCondLst>
                                    <p:cond delay="0"/>
                                  </p:stCondLst>
                                  <p:childTnLst>
                                    <p:set>
                                      <p:cBhvr>
                                        <p:cTn id="39" dur="1" fill="hold">
                                          <p:stCondLst>
                                            <p:cond delay="0"/>
                                          </p:stCondLst>
                                        </p:cTn>
                                        <p:tgtEl>
                                          <p:spTgt spid="40964">
                                            <p:txEl>
                                              <p:charRg st="133" end="172"/>
                                            </p:txEl>
                                          </p:spTgt>
                                        </p:tgtEl>
                                        <p:attrNameLst>
                                          <p:attrName>style.visibility</p:attrName>
                                        </p:attrNameLst>
                                      </p:cBhvr>
                                      <p:to>
                                        <p:strVal val="visible"/>
                                      </p:to>
                                    </p:set>
                                    <p:animEffect transition="in" filter="slide(fromBottom)">
                                      <p:cBhvr>
                                        <p:cTn id="40" dur="500"/>
                                        <p:tgtEl>
                                          <p:spTgt spid="40964">
                                            <p:txEl>
                                              <p:charRg st="133" end="17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grpId="0" nodeType="clickEffect">
                                  <p:stCondLst>
                                    <p:cond delay="0"/>
                                  </p:stCondLst>
                                  <p:childTnLst>
                                    <p:set>
                                      <p:cBhvr>
                                        <p:cTn id="44" dur="1" fill="hold">
                                          <p:stCondLst>
                                            <p:cond delay="0"/>
                                          </p:stCondLst>
                                        </p:cTn>
                                        <p:tgtEl>
                                          <p:spTgt spid="40968"/>
                                        </p:tgtEl>
                                        <p:attrNameLst>
                                          <p:attrName>style.visibility</p:attrName>
                                        </p:attrNameLst>
                                      </p:cBhvr>
                                      <p:to>
                                        <p:strVal val="visible"/>
                                      </p:to>
                                    </p:set>
                                    <p:anim calcmode="lin" valueType="num">
                                      <p:cBhvr>
                                        <p:cTn id="45" dur="500" fill="hold"/>
                                        <p:tgtEl>
                                          <p:spTgt spid="40968"/>
                                        </p:tgtEl>
                                        <p:attrNameLst>
                                          <p:attrName>ppt_w</p:attrName>
                                        </p:attrNameLst>
                                      </p:cBhvr>
                                      <p:tavLst>
                                        <p:tav tm="0">
                                          <p:val>
                                            <p:fltVal val="0"/>
                                          </p:val>
                                        </p:tav>
                                        <p:tav tm="100000">
                                          <p:val>
                                            <p:strVal val="#ppt_w"/>
                                          </p:val>
                                        </p:tav>
                                      </p:tavLst>
                                    </p:anim>
                                    <p:anim calcmode="lin" valueType="num">
                                      <p:cBhvr>
                                        <p:cTn id="46" dur="500" fill="hold"/>
                                        <p:tgtEl>
                                          <p:spTgt spid="40968"/>
                                        </p:tgtEl>
                                        <p:attrNameLst>
                                          <p:attrName>ppt_h</p:attrName>
                                        </p:attrNameLst>
                                      </p:cBhvr>
                                      <p:tavLst>
                                        <p:tav tm="0">
                                          <p:val>
                                            <p:strVal val="#ppt_h"/>
                                          </p:val>
                                        </p:tav>
                                        <p:tav tm="100000">
                                          <p:val>
                                            <p:strVal val="#ppt_h"/>
                                          </p:val>
                                        </p:tav>
                                      </p:tavLst>
                                    </p:anim>
                                  </p:childTnLst>
                                </p:cTn>
                              </p:par>
                            </p:childTnLst>
                          </p:cTn>
                        </p:par>
                        <p:par>
                          <p:cTn id="47" fill="hold">
                            <p:stCondLst>
                              <p:cond delay="500"/>
                            </p:stCondLst>
                            <p:childTnLst>
                              <p:par>
                                <p:cTn id="48" presetID="12" presetClass="entr" presetSubtype="4" fill="hold" nodeType="afterEffect">
                                  <p:stCondLst>
                                    <p:cond delay="0"/>
                                  </p:stCondLst>
                                  <p:childTnLst>
                                    <p:set>
                                      <p:cBhvr>
                                        <p:cTn id="49" dur="1" fill="hold">
                                          <p:stCondLst>
                                            <p:cond delay="0"/>
                                          </p:stCondLst>
                                        </p:cTn>
                                        <p:tgtEl>
                                          <p:spTgt spid="40964">
                                            <p:txEl>
                                              <p:charRg st="172" end="205"/>
                                            </p:txEl>
                                          </p:spTgt>
                                        </p:tgtEl>
                                        <p:attrNameLst>
                                          <p:attrName>style.visibility</p:attrName>
                                        </p:attrNameLst>
                                      </p:cBhvr>
                                      <p:to>
                                        <p:strVal val="visible"/>
                                      </p:to>
                                    </p:set>
                                    <p:animEffect transition="in" filter="slide(fromBottom)">
                                      <p:cBhvr>
                                        <p:cTn id="50" dur="500"/>
                                        <p:tgtEl>
                                          <p:spTgt spid="40964">
                                            <p:txEl>
                                              <p:charRg st="172" end="20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bldLvl="0" animBg="1"/>
      <p:bldP spid="40966" grpId="0" bldLvl="0" animBg="1"/>
      <p:bldP spid="40967" grpId="0" bldLvl="0" animBg="1"/>
      <p:bldP spid="40968"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p:nvPr/>
        </p:nvSpPr>
        <p:spPr>
          <a:xfrm>
            <a:off x="457200" y="455613"/>
            <a:ext cx="8435975" cy="5276850"/>
          </a:xfrm>
          <a:prstGeom prst="rect">
            <a:avLst/>
          </a:prstGeom>
          <a:noFill/>
          <a:ln w="9525">
            <a:noFill/>
          </a:ln>
        </p:spPr>
        <p:txBody>
          <a:bodyPr>
            <a:spAutoFit/>
          </a:bodyPr>
          <a:lstStyle/>
          <a:p>
            <a:pPr marL="342900" indent="-342900">
              <a:lnSpc>
                <a:spcPct val="110000"/>
              </a:lnSpc>
              <a:spcBef>
                <a:spcPct val="20000"/>
              </a:spcBef>
              <a:buClr>
                <a:srgbClr val="00007D"/>
              </a:buClr>
              <a:buSzPct val="75000"/>
              <a:buFont typeface="Wingdings" panose="05000000000000000000" pitchFamily="2" charset="2"/>
            </a:pPr>
            <a:r>
              <a:rPr lang="zh-CN" altLang="en-US" sz="2400" b="1" dirty="0">
                <a:solidFill>
                  <a:srgbClr val="FF0000"/>
                </a:solidFill>
                <a:latin typeface="Times New Roman" panose="02020603050405020304" pitchFamily="18" charset="0"/>
                <a:ea typeface="楷体_GB2312"/>
              </a:rPr>
              <a:t>向量组线性相关性的判定（重点、难点）</a:t>
            </a:r>
          </a:p>
          <a:p>
            <a:pPr marL="342900" indent="-342900">
              <a:lnSpc>
                <a:spcPct val="17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向量组 </a:t>
            </a:r>
            <a:r>
              <a:rPr lang="en-US" altLang="zh-CN" sz="2400" b="1" i="1" dirty="0">
                <a:solidFill>
                  <a:srgbClr val="000000"/>
                </a:solidFill>
                <a:latin typeface="Times New Roman" panose="02020603050405020304" pitchFamily="18" charset="0"/>
                <a:ea typeface="楷体_GB2312"/>
              </a:rPr>
              <a:t>A</a:t>
            </a:r>
            <a:r>
              <a:rPr lang="zh-CN" altLang="en-US"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Times New Roman" panose="02020603050405020304" pitchFamily="18" charset="0"/>
                <a:ea typeface="楷体_GB2312"/>
              </a:rPr>
              <a:t>a</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a</a:t>
            </a:r>
            <a:r>
              <a:rPr lang="en-US" altLang="zh-CN" sz="2400" b="1" baseline="-25000" dirty="0">
                <a:solidFill>
                  <a:srgbClr val="000000"/>
                </a:solidFill>
                <a:latin typeface="Times New Roman" panose="02020603050405020304" pitchFamily="18" charset="0"/>
                <a:ea typeface="楷体_GB2312"/>
              </a:rPr>
              <a:t>2</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a</a:t>
            </a:r>
            <a:r>
              <a:rPr lang="en-US" altLang="zh-CN" sz="2400" b="1" i="1" baseline="-25000" dirty="0">
                <a:solidFill>
                  <a:srgbClr val="000000"/>
                </a:solidFill>
                <a:latin typeface="Times New Roman" panose="02020603050405020304" pitchFamily="18" charset="0"/>
                <a:ea typeface="楷体_GB2312"/>
              </a:rPr>
              <a:t>m </a:t>
            </a:r>
            <a:r>
              <a:rPr lang="zh-CN" altLang="en-US" sz="2400" b="1" dirty="0">
                <a:solidFill>
                  <a:srgbClr val="000000"/>
                </a:solidFill>
                <a:latin typeface="Times New Roman" panose="02020603050405020304" pitchFamily="18" charset="0"/>
                <a:ea typeface="楷体_GB2312"/>
              </a:rPr>
              <a:t>线性相关</a:t>
            </a:r>
          </a:p>
          <a:p>
            <a:pPr marL="342900" indent="-342900">
              <a:lnSpc>
                <a:spcPct val="17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存在</a:t>
            </a:r>
            <a:r>
              <a:rPr lang="zh-CN" altLang="en-US" sz="2400" b="1" dirty="0">
                <a:solidFill>
                  <a:srgbClr val="FF0000"/>
                </a:solidFill>
                <a:latin typeface="Times New Roman" panose="02020603050405020304" pitchFamily="18" charset="0"/>
                <a:ea typeface="楷体_GB2312"/>
              </a:rPr>
              <a:t>不全为零</a:t>
            </a:r>
            <a:r>
              <a:rPr lang="zh-CN" altLang="en-US" sz="2400" b="1" dirty="0">
                <a:solidFill>
                  <a:srgbClr val="000000"/>
                </a:solidFill>
                <a:latin typeface="Times New Roman" panose="02020603050405020304" pitchFamily="18" charset="0"/>
                <a:ea typeface="楷体_GB2312"/>
              </a:rPr>
              <a:t>的实数 </a:t>
            </a:r>
            <a:r>
              <a:rPr lang="en-US" altLang="zh-CN" sz="2400" b="1" i="1" dirty="0">
                <a:solidFill>
                  <a:srgbClr val="000000"/>
                </a:solidFill>
                <a:latin typeface="Times New Roman" panose="02020603050405020304" pitchFamily="18" charset="0"/>
                <a:ea typeface="楷体_GB2312"/>
              </a:rPr>
              <a:t>k</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k</a:t>
            </a:r>
            <a:r>
              <a:rPr lang="en-US" altLang="zh-CN" sz="2400" b="1" baseline="-25000" dirty="0">
                <a:solidFill>
                  <a:srgbClr val="000000"/>
                </a:solidFill>
                <a:latin typeface="Times New Roman" panose="02020603050405020304" pitchFamily="18" charset="0"/>
                <a:ea typeface="楷体_GB2312"/>
              </a:rPr>
              <a:t>2</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k</a:t>
            </a:r>
            <a:r>
              <a:rPr lang="en-US" altLang="zh-CN" sz="2400" b="1" i="1" baseline="-25000" dirty="0">
                <a:solidFill>
                  <a:srgbClr val="000000"/>
                </a:solidFill>
                <a:latin typeface="Times New Roman" panose="02020603050405020304" pitchFamily="18" charset="0"/>
                <a:ea typeface="楷体_GB2312"/>
              </a:rPr>
              <a:t>m</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，使得</a:t>
            </a:r>
          </a:p>
          <a:p>
            <a:pPr marL="342900" indent="-342900" algn="ctr">
              <a:lnSpc>
                <a:spcPct val="170000"/>
              </a:lnSpc>
              <a:spcBef>
                <a:spcPct val="20000"/>
              </a:spcBef>
              <a:buClr>
                <a:srgbClr val="00007D"/>
              </a:buClr>
              <a:buSzPct val="75000"/>
              <a:buFont typeface="Wingdings" panose="05000000000000000000" pitchFamily="2" charset="2"/>
            </a:pPr>
            <a:r>
              <a:rPr lang="en-US" altLang="zh-CN" sz="2400" b="1" i="1" dirty="0">
                <a:solidFill>
                  <a:srgbClr val="000000"/>
                </a:solidFill>
                <a:latin typeface="Times New Roman" panose="02020603050405020304" pitchFamily="18" charset="0"/>
                <a:ea typeface="楷体_GB2312"/>
              </a:rPr>
              <a:t>k</a:t>
            </a:r>
            <a:r>
              <a:rPr lang="en-US" altLang="zh-CN" sz="2400" b="1" baseline="-25000" dirty="0">
                <a:solidFill>
                  <a:srgbClr val="000000"/>
                </a:solidFill>
                <a:latin typeface="Times New Roman" panose="02020603050405020304" pitchFamily="18" charset="0"/>
                <a:ea typeface="楷体_GB2312"/>
              </a:rPr>
              <a:t>1</a:t>
            </a:r>
            <a:r>
              <a:rPr lang="en-US" altLang="zh-CN" sz="2400" b="1" i="1" dirty="0">
                <a:solidFill>
                  <a:srgbClr val="000000"/>
                </a:solidFill>
                <a:latin typeface="Times New Roman" panose="02020603050405020304" pitchFamily="18" charset="0"/>
                <a:ea typeface="楷体_GB2312"/>
              </a:rPr>
              <a:t>a</a:t>
            </a:r>
            <a:r>
              <a:rPr lang="en-US" altLang="zh-CN" sz="2400" b="1" baseline="-25000" dirty="0">
                <a:solidFill>
                  <a:srgbClr val="000000"/>
                </a:solidFill>
                <a:latin typeface="Times New Roman" panose="02020603050405020304" pitchFamily="18" charset="0"/>
                <a:ea typeface="楷体_GB2312"/>
              </a:rPr>
              <a:t>1 </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k</a:t>
            </a:r>
            <a:r>
              <a:rPr lang="en-US" altLang="zh-CN" sz="2400" b="1" baseline="-25000" dirty="0">
                <a:solidFill>
                  <a:srgbClr val="000000"/>
                </a:solidFill>
                <a:latin typeface="Times New Roman" panose="02020603050405020304" pitchFamily="18" charset="0"/>
                <a:ea typeface="楷体_GB2312"/>
              </a:rPr>
              <a:t>2</a:t>
            </a:r>
            <a:r>
              <a:rPr lang="en-US" altLang="zh-CN" sz="2400" b="1" i="1" dirty="0">
                <a:solidFill>
                  <a:srgbClr val="000000"/>
                </a:solidFill>
                <a:latin typeface="Times New Roman" panose="02020603050405020304" pitchFamily="18" charset="0"/>
                <a:ea typeface="楷体_GB2312"/>
              </a:rPr>
              <a:t>a</a:t>
            </a:r>
            <a:r>
              <a:rPr lang="en-US" altLang="zh-CN" sz="2400" b="1" baseline="-25000" dirty="0">
                <a:solidFill>
                  <a:srgbClr val="000000"/>
                </a:solidFill>
                <a:latin typeface="Times New Roman" panose="02020603050405020304" pitchFamily="18" charset="0"/>
                <a:ea typeface="楷体_GB2312"/>
              </a:rPr>
              <a:t>2 </a:t>
            </a:r>
            <a:r>
              <a:rPr lang="en-US" altLang="zh-CN" sz="2400" b="1" dirty="0">
                <a:solidFill>
                  <a:srgbClr val="000000"/>
                </a:solidFill>
                <a:latin typeface="Times New Roman" panose="02020603050405020304" pitchFamily="18" charset="0"/>
                <a:ea typeface="楷体_GB2312"/>
              </a:rPr>
              <a:t>+ … + </a:t>
            </a:r>
            <a:r>
              <a:rPr lang="en-US" altLang="zh-CN" sz="2400" b="1" i="1" dirty="0">
                <a:solidFill>
                  <a:srgbClr val="000000"/>
                </a:solidFill>
                <a:latin typeface="Times New Roman" panose="02020603050405020304" pitchFamily="18" charset="0"/>
                <a:ea typeface="楷体_GB2312"/>
              </a:rPr>
              <a:t>k</a:t>
            </a:r>
            <a:r>
              <a:rPr lang="en-US" altLang="zh-CN" sz="2400" b="1" i="1" baseline="-25000" dirty="0">
                <a:solidFill>
                  <a:srgbClr val="000000"/>
                </a:solidFill>
                <a:latin typeface="Times New Roman" panose="02020603050405020304" pitchFamily="18" charset="0"/>
                <a:ea typeface="楷体_GB2312"/>
              </a:rPr>
              <a:t>m</a:t>
            </a:r>
            <a:r>
              <a:rPr lang="en-US" altLang="zh-CN" sz="2400" b="1" i="1" dirty="0">
                <a:solidFill>
                  <a:srgbClr val="000000"/>
                </a:solidFill>
                <a:latin typeface="Times New Roman" panose="02020603050405020304" pitchFamily="18" charset="0"/>
                <a:ea typeface="楷体_GB2312"/>
              </a:rPr>
              <a:t>a</a:t>
            </a:r>
            <a:r>
              <a:rPr lang="en-US" altLang="zh-CN" sz="2400" b="1" i="1" baseline="-25000" dirty="0">
                <a:solidFill>
                  <a:srgbClr val="000000"/>
                </a:solidFill>
                <a:latin typeface="Times New Roman" panose="02020603050405020304" pitchFamily="18" charset="0"/>
                <a:ea typeface="楷体_GB2312"/>
              </a:rPr>
              <a:t>m </a:t>
            </a:r>
            <a:r>
              <a:rPr lang="en-US" altLang="zh-CN" sz="2400" b="1" dirty="0">
                <a:solidFill>
                  <a:srgbClr val="000000"/>
                </a:solidFill>
                <a:latin typeface="Times New Roman" panose="02020603050405020304" pitchFamily="18" charset="0"/>
                <a:ea typeface="楷体_GB2312"/>
              </a:rPr>
              <a:t>=0</a:t>
            </a:r>
            <a:r>
              <a:rPr lang="zh-CN" altLang="en-US" sz="2400" b="1" dirty="0">
                <a:solidFill>
                  <a:srgbClr val="FF0000"/>
                </a:solidFill>
                <a:latin typeface="Times New Roman" panose="02020603050405020304" pitchFamily="18" charset="0"/>
                <a:ea typeface="楷体_GB2312"/>
              </a:rPr>
              <a:t>（零向量）</a:t>
            </a:r>
            <a:r>
              <a:rPr lang="zh-CN" altLang="en-US" sz="2400" b="1" dirty="0">
                <a:solidFill>
                  <a:srgbClr val="0000FF"/>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a:t>
            </a:r>
            <a:endParaRPr lang="zh-CN" altLang="en-US" sz="2400" b="1" dirty="0">
              <a:solidFill>
                <a:srgbClr val="0000FF"/>
              </a:solidFill>
              <a:latin typeface="Times New Roman" panose="02020603050405020304" pitchFamily="18" charset="0"/>
              <a:ea typeface="楷体_GB2312"/>
            </a:endParaRPr>
          </a:p>
          <a:p>
            <a:pPr marL="342900" indent="-342900">
              <a:lnSpc>
                <a:spcPct val="170000"/>
              </a:lnSpc>
              <a:spcBef>
                <a:spcPct val="20000"/>
              </a:spcBef>
              <a:buClr>
                <a:srgbClr val="9999CC"/>
              </a:buClr>
              <a:buSzPct val="80000"/>
              <a:buFont typeface="Wingdings" panose="05000000000000000000" pitchFamily="2" charset="2"/>
            </a:pPr>
            <a:r>
              <a:rPr lang="zh-CN" altLang="en-US" sz="2400" b="1" i="1" dirty="0">
                <a:solidFill>
                  <a:srgbClr val="FF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m </a:t>
            </a:r>
            <a:r>
              <a:rPr lang="zh-CN" altLang="en-US" sz="2400" b="1" dirty="0">
                <a:solidFill>
                  <a:srgbClr val="000000"/>
                </a:solidFill>
                <a:latin typeface="楷体_GB2312"/>
                <a:ea typeface="楷体_GB2312"/>
              </a:rPr>
              <a:t>元齐次线性方程组</a:t>
            </a:r>
            <a:r>
              <a:rPr lang="zh-CN" altLang="en-US"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Ax</a:t>
            </a:r>
            <a:r>
              <a:rPr lang="en-US" altLang="zh-CN" sz="2400" b="1" dirty="0">
                <a:solidFill>
                  <a:srgbClr val="000000"/>
                </a:solidFill>
                <a:latin typeface="Times New Roman" panose="02020603050405020304" pitchFamily="18" charset="0"/>
                <a:ea typeface="楷体_GB2312"/>
              </a:rPr>
              <a:t> = 0 </a:t>
            </a:r>
            <a:r>
              <a:rPr lang="zh-CN" altLang="en-US" sz="2400" b="1" dirty="0">
                <a:solidFill>
                  <a:srgbClr val="000000"/>
                </a:solidFill>
                <a:latin typeface="楷体_GB2312"/>
                <a:ea typeface="楷体_GB2312"/>
              </a:rPr>
              <a:t>有非零解</a:t>
            </a:r>
            <a:r>
              <a:rPr lang="zh-CN" altLang="en-US" sz="2400" b="1" dirty="0">
                <a:solidFill>
                  <a:srgbClr val="000000"/>
                </a:solidFill>
                <a:latin typeface="Times New Roman" panose="02020603050405020304" pitchFamily="18" charset="0"/>
                <a:ea typeface="楷体_GB2312"/>
              </a:rPr>
              <a:t>．</a:t>
            </a:r>
          </a:p>
          <a:p>
            <a:pPr marL="342900" indent="-342900">
              <a:lnSpc>
                <a:spcPct val="17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矩阵</a:t>
            </a:r>
            <a:r>
              <a:rPr lang="en-US" altLang="zh-CN" sz="2400" b="1" i="1" dirty="0">
                <a:solidFill>
                  <a:srgbClr val="000000"/>
                </a:solidFill>
                <a:latin typeface="Times New Roman" panose="02020603050405020304" pitchFamily="18" charset="0"/>
                <a:ea typeface="楷体_GB2312"/>
              </a:rPr>
              <a:t>A </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a</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a</a:t>
            </a:r>
            <a:r>
              <a:rPr lang="en-US" altLang="zh-CN" sz="2400" b="1" baseline="-25000" dirty="0">
                <a:solidFill>
                  <a:srgbClr val="000000"/>
                </a:solidFill>
                <a:latin typeface="Times New Roman" panose="02020603050405020304" pitchFamily="18" charset="0"/>
                <a:ea typeface="楷体_GB2312"/>
              </a:rPr>
              <a:t>2</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a</a:t>
            </a:r>
            <a:r>
              <a:rPr lang="en-US" altLang="zh-CN" sz="2400" b="1" i="1" baseline="-25000" dirty="0">
                <a:solidFill>
                  <a:srgbClr val="000000"/>
                </a:solidFill>
                <a:latin typeface="Times New Roman" panose="02020603050405020304" pitchFamily="18" charset="0"/>
                <a:ea typeface="楷体_GB2312"/>
              </a:rPr>
              <a:t>m </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的秩小于向量的个数 </a:t>
            </a:r>
            <a:r>
              <a:rPr lang="en-US" altLang="zh-CN" sz="2400" b="1" i="1" dirty="0">
                <a:solidFill>
                  <a:srgbClr val="FF0000"/>
                </a:solidFill>
                <a:latin typeface="Times New Roman" panose="02020603050405020304" pitchFamily="18" charset="0"/>
                <a:ea typeface="楷体_GB2312"/>
              </a:rPr>
              <a:t>m </a:t>
            </a:r>
            <a:r>
              <a:rPr lang="zh-CN" altLang="en-US" sz="2400" b="1" dirty="0">
                <a:solidFill>
                  <a:srgbClr val="000000"/>
                </a:solidFill>
                <a:latin typeface="Times New Roman" panose="02020603050405020304" pitchFamily="18" charset="0"/>
                <a:ea typeface="楷体_GB2312"/>
              </a:rPr>
              <a:t>．</a:t>
            </a:r>
          </a:p>
          <a:p>
            <a:pPr marL="342900" indent="-342900">
              <a:lnSpc>
                <a:spcPct val="170000"/>
              </a:lnSpc>
              <a:spcBef>
                <a:spcPct val="20000"/>
              </a:spcBef>
              <a:buClr>
                <a:srgbClr val="00007D"/>
              </a:buClr>
              <a:buSzPct val="75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向量组 </a:t>
            </a:r>
            <a:r>
              <a:rPr lang="en-US" altLang="zh-CN" sz="2400" b="1" i="1" dirty="0">
                <a:solidFill>
                  <a:srgbClr val="000000"/>
                </a:solidFill>
                <a:latin typeface="Times New Roman" panose="02020603050405020304" pitchFamily="18" charset="0"/>
                <a:ea typeface="楷体_GB2312"/>
              </a:rPr>
              <a:t>A</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中至少有一个向量能由其余 </a:t>
            </a:r>
            <a:r>
              <a:rPr lang="en-US" altLang="zh-CN" sz="2400" b="1" i="1" dirty="0">
                <a:solidFill>
                  <a:srgbClr val="000000"/>
                </a:solidFill>
                <a:latin typeface="Times New Roman" panose="02020603050405020304" pitchFamily="18" charset="0"/>
                <a:ea typeface="楷体_GB2312"/>
              </a:rPr>
              <a:t>m</a:t>
            </a:r>
            <a:r>
              <a:rPr lang="zh-CN" altLang="en-US" sz="2400" b="1" dirty="0">
                <a:solidFill>
                  <a:srgbClr val="000000"/>
                </a:solidFill>
                <a:latin typeface="Times New Roman" panose="02020603050405020304" pitchFamily="18" charset="0"/>
                <a:ea typeface="楷体_GB2312"/>
              </a:rPr>
              <a:t>－</a:t>
            </a:r>
            <a:r>
              <a:rPr lang="en-US" altLang="zh-CN" sz="2400" b="1" dirty="0">
                <a:solidFill>
                  <a:srgbClr val="000000"/>
                </a:solidFill>
                <a:latin typeface="Times New Roman" panose="02020603050405020304" pitchFamily="18" charset="0"/>
                <a:ea typeface="楷体_GB2312"/>
              </a:rPr>
              <a:t>1 </a:t>
            </a:r>
            <a:r>
              <a:rPr lang="zh-CN" altLang="en-US" sz="2400" b="1" dirty="0">
                <a:solidFill>
                  <a:srgbClr val="000000"/>
                </a:solidFill>
                <a:latin typeface="Times New Roman" panose="02020603050405020304" pitchFamily="18" charset="0"/>
                <a:ea typeface="楷体_GB2312"/>
              </a:rPr>
              <a:t>个向量线性	表示．</a:t>
            </a:r>
          </a:p>
        </p:txBody>
      </p:sp>
      <p:sp>
        <p:nvSpPr>
          <p:cNvPr id="45063" name="Rectangle 7"/>
          <p:cNvSpPr/>
          <p:nvPr/>
        </p:nvSpPr>
        <p:spPr>
          <a:xfrm>
            <a:off x="455613" y="455613"/>
            <a:ext cx="8435975" cy="5276850"/>
          </a:xfrm>
          <a:prstGeom prst="rect">
            <a:avLst/>
          </a:prstGeom>
          <a:noFill/>
          <a:ln w="9525">
            <a:noFill/>
          </a:ln>
        </p:spPr>
        <p:txBody>
          <a:bodyPr>
            <a:spAutoFit/>
          </a:bodyPr>
          <a:lstStyle/>
          <a:p>
            <a:pPr marL="342900" indent="-342900">
              <a:lnSpc>
                <a:spcPct val="11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向量组线性无关性的判定（重点、难点）</a:t>
            </a:r>
          </a:p>
          <a:p>
            <a:pPr marL="342900" indent="-342900">
              <a:lnSpc>
                <a:spcPct val="17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向量组 </a:t>
            </a:r>
            <a:r>
              <a:rPr lang="en-US" altLang="zh-CN" sz="2400" b="1" i="1" dirty="0">
                <a:solidFill>
                  <a:srgbClr val="0000FF"/>
                </a:solidFill>
                <a:latin typeface="Times New Roman" panose="02020603050405020304" pitchFamily="18" charset="0"/>
                <a:ea typeface="楷体_GB2312"/>
              </a:rPr>
              <a:t>A</a:t>
            </a:r>
            <a:r>
              <a:rPr lang="zh-CN" altLang="en-US" sz="2400" b="1" dirty="0">
                <a:solidFill>
                  <a:srgbClr val="0000FF"/>
                </a:solidFill>
                <a:latin typeface="Times New Roman" panose="02020603050405020304" pitchFamily="18" charset="0"/>
                <a:ea typeface="楷体_GB2312"/>
              </a:rPr>
              <a:t>：</a:t>
            </a:r>
            <a:r>
              <a:rPr lang="en-US" altLang="zh-CN" sz="2400" b="1" i="1" dirty="0">
                <a:solidFill>
                  <a:srgbClr val="0000FF"/>
                </a:solidFill>
                <a:latin typeface="Times New Roman" panose="02020603050405020304" pitchFamily="18" charset="0"/>
                <a:ea typeface="楷体_GB2312"/>
              </a:rPr>
              <a:t>a</a:t>
            </a:r>
            <a:r>
              <a:rPr lang="en-US" altLang="zh-CN" sz="2400" b="1" baseline="-25000" dirty="0">
                <a:solidFill>
                  <a:srgbClr val="0000FF"/>
                </a:solidFill>
                <a:latin typeface="Times New Roman" panose="02020603050405020304" pitchFamily="18" charset="0"/>
                <a:ea typeface="楷体_GB2312"/>
              </a:rPr>
              <a:t>1</a:t>
            </a:r>
            <a:r>
              <a:rPr lang="en-US" altLang="zh-CN" sz="2400" b="1" dirty="0">
                <a:solidFill>
                  <a:srgbClr val="0000FF"/>
                </a:solidFill>
                <a:latin typeface="Times New Roman" panose="02020603050405020304" pitchFamily="18" charset="0"/>
                <a:ea typeface="楷体_GB2312"/>
              </a:rPr>
              <a:t>, </a:t>
            </a:r>
            <a:r>
              <a:rPr lang="en-US" altLang="zh-CN" sz="2400" b="1" i="1" dirty="0">
                <a:solidFill>
                  <a:srgbClr val="0000FF"/>
                </a:solidFill>
                <a:latin typeface="Times New Roman" panose="02020603050405020304" pitchFamily="18" charset="0"/>
                <a:ea typeface="楷体_GB2312"/>
              </a:rPr>
              <a:t>a</a:t>
            </a:r>
            <a:r>
              <a:rPr lang="en-US" altLang="zh-CN" sz="2400" b="1" baseline="-25000" dirty="0">
                <a:solidFill>
                  <a:srgbClr val="0000FF"/>
                </a:solidFill>
                <a:latin typeface="Times New Roman" panose="02020603050405020304" pitchFamily="18" charset="0"/>
                <a:ea typeface="楷体_GB2312"/>
              </a:rPr>
              <a:t>2</a:t>
            </a:r>
            <a:r>
              <a:rPr lang="en-US" altLang="zh-CN" sz="2400" b="1" dirty="0">
                <a:solidFill>
                  <a:srgbClr val="0000FF"/>
                </a:solidFill>
                <a:latin typeface="Times New Roman" panose="02020603050405020304" pitchFamily="18" charset="0"/>
                <a:ea typeface="楷体_GB2312"/>
              </a:rPr>
              <a:t>, …, </a:t>
            </a:r>
            <a:r>
              <a:rPr lang="en-US" altLang="zh-CN" sz="2400" b="1" i="1" dirty="0">
                <a:solidFill>
                  <a:srgbClr val="0000FF"/>
                </a:solidFill>
                <a:latin typeface="Times New Roman" panose="02020603050405020304" pitchFamily="18" charset="0"/>
                <a:ea typeface="楷体_GB2312"/>
              </a:rPr>
              <a:t>a</a:t>
            </a:r>
            <a:r>
              <a:rPr lang="en-US" altLang="zh-CN" sz="2400" b="1" i="1" baseline="-25000" dirty="0">
                <a:solidFill>
                  <a:srgbClr val="0000FF"/>
                </a:solidFill>
                <a:latin typeface="Times New Roman" panose="02020603050405020304" pitchFamily="18" charset="0"/>
                <a:ea typeface="楷体_GB2312"/>
              </a:rPr>
              <a:t>m </a:t>
            </a:r>
            <a:r>
              <a:rPr lang="zh-CN" altLang="en-US" sz="2400" b="1" dirty="0">
                <a:solidFill>
                  <a:srgbClr val="0000FF"/>
                </a:solidFill>
                <a:latin typeface="Times New Roman" panose="02020603050405020304" pitchFamily="18" charset="0"/>
                <a:ea typeface="楷体_GB2312"/>
              </a:rPr>
              <a:t>线性无关</a:t>
            </a:r>
          </a:p>
          <a:p>
            <a:pPr marL="342900" indent="-342900">
              <a:lnSpc>
                <a:spcPct val="17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		如果 </a:t>
            </a:r>
            <a:r>
              <a:rPr lang="en-US" altLang="zh-CN" sz="2400" b="1" i="1" dirty="0">
                <a:solidFill>
                  <a:srgbClr val="0000FF"/>
                </a:solidFill>
                <a:latin typeface="Times New Roman" panose="02020603050405020304" pitchFamily="18" charset="0"/>
                <a:ea typeface="楷体_GB2312"/>
              </a:rPr>
              <a:t>k</a:t>
            </a:r>
            <a:r>
              <a:rPr lang="en-US" altLang="zh-CN" sz="2400" b="1" baseline="-25000" dirty="0">
                <a:solidFill>
                  <a:srgbClr val="0000FF"/>
                </a:solidFill>
                <a:latin typeface="Times New Roman" panose="02020603050405020304" pitchFamily="18" charset="0"/>
                <a:ea typeface="楷体_GB2312"/>
              </a:rPr>
              <a:t>1</a:t>
            </a:r>
            <a:r>
              <a:rPr lang="en-US" altLang="zh-CN" sz="2400" b="1" i="1" dirty="0">
                <a:solidFill>
                  <a:srgbClr val="0000FF"/>
                </a:solidFill>
                <a:latin typeface="Times New Roman" panose="02020603050405020304" pitchFamily="18" charset="0"/>
                <a:ea typeface="楷体_GB2312"/>
              </a:rPr>
              <a:t>a</a:t>
            </a:r>
            <a:r>
              <a:rPr lang="en-US" altLang="zh-CN" sz="2400" b="1" baseline="-25000" dirty="0">
                <a:solidFill>
                  <a:srgbClr val="0000FF"/>
                </a:solidFill>
                <a:latin typeface="Times New Roman" panose="02020603050405020304" pitchFamily="18" charset="0"/>
                <a:ea typeface="楷体_GB2312"/>
              </a:rPr>
              <a:t>1 </a:t>
            </a:r>
            <a:r>
              <a:rPr lang="en-US" altLang="zh-CN" sz="2400" b="1" dirty="0">
                <a:solidFill>
                  <a:srgbClr val="0000FF"/>
                </a:solidFill>
                <a:latin typeface="Times New Roman" panose="02020603050405020304" pitchFamily="18" charset="0"/>
                <a:ea typeface="楷体_GB2312"/>
              </a:rPr>
              <a:t>+ </a:t>
            </a:r>
            <a:r>
              <a:rPr lang="en-US" altLang="zh-CN" sz="2400" b="1" i="1" dirty="0">
                <a:solidFill>
                  <a:srgbClr val="0000FF"/>
                </a:solidFill>
                <a:latin typeface="Times New Roman" panose="02020603050405020304" pitchFamily="18" charset="0"/>
                <a:ea typeface="楷体_GB2312"/>
              </a:rPr>
              <a:t>k</a:t>
            </a:r>
            <a:r>
              <a:rPr lang="en-US" altLang="zh-CN" sz="2400" b="1" baseline="-25000" dirty="0">
                <a:solidFill>
                  <a:srgbClr val="0000FF"/>
                </a:solidFill>
                <a:latin typeface="Times New Roman" panose="02020603050405020304" pitchFamily="18" charset="0"/>
                <a:ea typeface="楷体_GB2312"/>
              </a:rPr>
              <a:t>2</a:t>
            </a:r>
            <a:r>
              <a:rPr lang="en-US" altLang="zh-CN" sz="2400" b="1" i="1" dirty="0">
                <a:solidFill>
                  <a:srgbClr val="0000FF"/>
                </a:solidFill>
                <a:latin typeface="Times New Roman" panose="02020603050405020304" pitchFamily="18" charset="0"/>
                <a:ea typeface="楷体_GB2312"/>
              </a:rPr>
              <a:t>a</a:t>
            </a:r>
            <a:r>
              <a:rPr lang="en-US" altLang="zh-CN" sz="2400" b="1" baseline="-25000" dirty="0">
                <a:solidFill>
                  <a:srgbClr val="0000FF"/>
                </a:solidFill>
                <a:latin typeface="Times New Roman" panose="02020603050405020304" pitchFamily="18" charset="0"/>
                <a:ea typeface="楷体_GB2312"/>
              </a:rPr>
              <a:t>2 </a:t>
            </a:r>
            <a:r>
              <a:rPr lang="en-US" altLang="zh-CN" sz="2400" b="1" dirty="0">
                <a:solidFill>
                  <a:srgbClr val="0000FF"/>
                </a:solidFill>
                <a:latin typeface="Times New Roman" panose="02020603050405020304" pitchFamily="18" charset="0"/>
                <a:ea typeface="楷体_GB2312"/>
              </a:rPr>
              <a:t>+ … + </a:t>
            </a:r>
            <a:r>
              <a:rPr lang="en-US" altLang="zh-CN" sz="2400" b="1" i="1" dirty="0">
                <a:solidFill>
                  <a:srgbClr val="0000FF"/>
                </a:solidFill>
                <a:latin typeface="Times New Roman" panose="02020603050405020304" pitchFamily="18" charset="0"/>
                <a:ea typeface="楷体_GB2312"/>
              </a:rPr>
              <a:t>k</a:t>
            </a:r>
            <a:r>
              <a:rPr lang="en-US" altLang="zh-CN" sz="2400" b="1" i="1" baseline="-25000" dirty="0">
                <a:solidFill>
                  <a:srgbClr val="0000FF"/>
                </a:solidFill>
                <a:latin typeface="Times New Roman" panose="02020603050405020304" pitchFamily="18" charset="0"/>
                <a:ea typeface="楷体_GB2312"/>
              </a:rPr>
              <a:t>m</a:t>
            </a:r>
            <a:r>
              <a:rPr lang="en-US" altLang="zh-CN" sz="2400" b="1" i="1" dirty="0">
                <a:solidFill>
                  <a:srgbClr val="0000FF"/>
                </a:solidFill>
                <a:latin typeface="Times New Roman" panose="02020603050405020304" pitchFamily="18" charset="0"/>
                <a:ea typeface="楷体_GB2312"/>
              </a:rPr>
              <a:t>a</a:t>
            </a:r>
            <a:r>
              <a:rPr lang="en-US" altLang="zh-CN" sz="2400" b="1" i="1" baseline="-25000" dirty="0">
                <a:solidFill>
                  <a:srgbClr val="0000FF"/>
                </a:solidFill>
                <a:latin typeface="Times New Roman" panose="02020603050405020304" pitchFamily="18" charset="0"/>
                <a:ea typeface="楷体_GB2312"/>
              </a:rPr>
              <a:t>m </a:t>
            </a:r>
            <a:r>
              <a:rPr lang="en-US" altLang="zh-CN" sz="2400" b="1" dirty="0">
                <a:solidFill>
                  <a:srgbClr val="0000FF"/>
                </a:solidFill>
                <a:latin typeface="Times New Roman" panose="02020603050405020304" pitchFamily="18" charset="0"/>
                <a:ea typeface="楷体_GB2312"/>
              </a:rPr>
              <a:t>=0</a:t>
            </a:r>
            <a:r>
              <a:rPr lang="zh-CN" altLang="en-US" sz="2400" b="1" dirty="0">
                <a:solidFill>
                  <a:srgbClr val="0000FF"/>
                </a:solidFill>
                <a:latin typeface="Times New Roman" panose="02020603050405020304" pitchFamily="18" charset="0"/>
                <a:ea typeface="楷体_GB2312"/>
              </a:rPr>
              <a:t>（零向量），则必有</a:t>
            </a:r>
          </a:p>
          <a:p>
            <a:pPr marL="342900" indent="-342900" algn="ctr">
              <a:lnSpc>
                <a:spcPct val="170000"/>
              </a:lnSpc>
              <a:spcBef>
                <a:spcPct val="20000"/>
              </a:spcBef>
              <a:buClr>
                <a:srgbClr val="00007D"/>
              </a:buClr>
              <a:buSzPct val="75000"/>
              <a:buFont typeface="Wingdings" panose="05000000000000000000" pitchFamily="2" charset="2"/>
            </a:pPr>
            <a:r>
              <a:rPr lang="en-US" altLang="zh-CN" sz="2400" b="1" i="1" dirty="0">
                <a:solidFill>
                  <a:srgbClr val="0000FF"/>
                </a:solidFill>
                <a:latin typeface="Times New Roman" panose="02020603050405020304" pitchFamily="18" charset="0"/>
                <a:ea typeface="楷体_GB2312"/>
              </a:rPr>
              <a:t>k</a:t>
            </a:r>
            <a:r>
              <a:rPr lang="en-US" altLang="zh-CN" sz="2400" b="1" baseline="-25000" dirty="0">
                <a:solidFill>
                  <a:srgbClr val="0000FF"/>
                </a:solidFill>
                <a:latin typeface="Times New Roman" panose="02020603050405020304" pitchFamily="18" charset="0"/>
                <a:ea typeface="楷体_GB2312"/>
              </a:rPr>
              <a:t>1</a:t>
            </a:r>
            <a:r>
              <a:rPr lang="en-US" altLang="zh-CN" sz="2400" b="1" dirty="0">
                <a:solidFill>
                  <a:srgbClr val="0000FF"/>
                </a:solidFill>
                <a:latin typeface="Times New Roman" panose="02020603050405020304" pitchFamily="18" charset="0"/>
                <a:ea typeface="楷体_GB2312"/>
              </a:rPr>
              <a:t> = </a:t>
            </a:r>
            <a:r>
              <a:rPr lang="en-US" altLang="zh-CN" sz="2400" b="1" i="1" dirty="0">
                <a:solidFill>
                  <a:srgbClr val="0000FF"/>
                </a:solidFill>
                <a:latin typeface="Times New Roman" panose="02020603050405020304" pitchFamily="18" charset="0"/>
                <a:ea typeface="楷体_GB2312"/>
              </a:rPr>
              <a:t>k</a:t>
            </a:r>
            <a:r>
              <a:rPr lang="en-US" altLang="zh-CN" sz="2400" b="1" baseline="-25000" dirty="0">
                <a:solidFill>
                  <a:srgbClr val="0000FF"/>
                </a:solidFill>
                <a:latin typeface="Times New Roman" panose="02020603050405020304" pitchFamily="18" charset="0"/>
                <a:ea typeface="楷体_GB2312"/>
              </a:rPr>
              <a:t>2</a:t>
            </a:r>
            <a:r>
              <a:rPr lang="en-US" altLang="zh-CN" sz="2400" b="1" dirty="0">
                <a:solidFill>
                  <a:srgbClr val="0000FF"/>
                </a:solidFill>
                <a:latin typeface="Times New Roman" panose="02020603050405020304" pitchFamily="18" charset="0"/>
                <a:ea typeface="楷体_GB2312"/>
              </a:rPr>
              <a:t> =  … =  </a:t>
            </a:r>
            <a:r>
              <a:rPr lang="en-US" altLang="zh-CN" sz="2400" b="1" i="1" dirty="0">
                <a:solidFill>
                  <a:srgbClr val="0000FF"/>
                </a:solidFill>
                <a:latin typeface="Times New Roman" panose="02020603050405020304" pitchFamily="18" charset="0"/>
                <a:ea typeface="楷体_GB2312"/>
              </a:rPr>
              <a:t>k</a:t>
            </a:r>
            <a:r>
              <a:rPr lang="en-US" altLang="zh-CN" sz="2400" b="1" i="1" baseline="-25000" dirty="0">
                <a:solidFill>
                  <a:srgbClr val="0000FF"/>
                </a:solidFill>
                <a:latin typeface="Times New Roman" panose="02020603050405020304" pitchFamily="18" charset="0"/>
                <a:ea typeface="楷体_GB2312"/>
              </a:rPr>
              <a:t>m</a:t>
            </a:r>
            <a:r>
              <a:rPr lang="en-US" altLang="zh-CN" sz="2400" b="1" dirty="0">
                <a:solidFill>
                  <a:srgbClr val="0000FF"/>
                </a:solidFill>
                <a:latin typeface="Times New Roman" panose="02020603050405020304" pitchFamily="18" charset="0"/>
                <a:ea typeface="楷体_GB2312"/>
              </a:rPr>
              <a:t> =0 </a:t>
            </a:r>
            <a:r>
              <a:rPr lang="zh-CN" altLang="en-US" sz="2400" b="1" dirty="0">
                <a:solidFill>
                  <a:srgbClr val="0000FF"/>
                </a:solidFill>
                <a:latin typeface="Times New Roman" panose="02020603050405020304" pitchFamily="18" charset="0"/>
                <a:ea typeface="楷体_GB2312"/>
              </a:rPr>
              <a:t>．</a:t>
            </a:r>
          </a:p>
          <a:p>
            <a:pPr marL="342900" indent="-342900">
              <a:lnSpc>
                <a:spcPct val="170000"/>
              </a:lnSpc>
              <a:spcBef>
                <a:spcPct val="20000"/>
              </a:spcBef>
              <a:buClr>
                <a:srgbClr val="9999CC"/>
              </a:buClr>
              <a:buSzPct val="80000"/>
              <a:buFont typeface="Wingdings" panose="05000000000000000000" pitchFamily="2" charset="2"/>
            </a:pPr>
            <a:r>
              <a:rPr lang="zh-CN" altLang="en-US" sz="2400" b="1" i="1" dirty="0">
                <a:solidFill>
                  <a:srgbClr val="0000FF"/>
                </a:solidFill>
                <a:latin typeface="Times New Roman" panose="02020603050405020304" pitchFamily="18" charset="0"/>
                <a:ea typeface="楷体_GB2312"/>
              </a:rPr>
              <a:t>		</a:t>
            </a:r>
            <a:r>
              <a:rPr lang="en-US" altLang="zh-CN" sz="2400" b="1" i="1" dirty="0">
                <a:solidFill>
                  <a:srgbClr val="0000FF"/>
                </a:solidFill>
                <a:latin typeface="Times New Roman" panose="02020603050405020304" pitchFamily="18" charset="0"/>
                <a:ea typeface="楷体_GB2312"/>
              </a:rPr>
              <a:t>m </a:t>
            </a:r>
            <a:r>
              <a:rPr lang="zh-CN" altLang="en-US" sz="2400" b="1" dirty="0">
                <a:solidFill>
                  <a:srgbClr val="0000FF"/>
                </a:solidFill>
                <a:latin typeface="楷体_GB2312"/>
                <a:ea typeface="楷体_GB2312"/>
              </a:rPr>
              <a:t>元齐次线性方程组</a:t>
            </a:r>
            <a:r>
              <a:rPr lang="zh-CN" altLang="en-US" sz="2400" b="1" dirty="0">
                <a:solidFill>
                  <a:srgbClr val="0000FF"/>
                </a:solidFill>
                <a:latin typeface="Times New Roman" panose="02020603050405020304" pitchFamily="18" charset="0"/>
                <a:ea typeface="楷体_GB2312"/>
              </a:rPr>
              <a:t> </a:t>
            </a:r>
            <a:r>
              <a:rPr lang="en-US" altLang="zh-CN" sz="2400" b="1" i="1" dirty="0">
                <a:solidFill>
                  <a:srgbClr val="0000FF"/>
                </a:solidFill>
                <a:latin typeface="Times New Roman" panose="02020603050405020304" pitchFamily="18" charset="0"/>
                <a:ea typeface="楷体_GB2312"/>
              </a:rPr>
              <a:t>Ax</a:t>
            </a:r>
            <a:r>
              <a:rPr lang="en-US" altLang="zh-CN" sz="2400" b="1" dirty="0">
                <a:solidFill>
                  <a:srgbClr val="0000FF"/>
                </a:solidFill>
                <a:latin typeface="Times New Roman" panose="02020603050405020304" pitchFamily="18" charset="0"/>
                <a:ea typeface="楷体_GB2312"/>
              </a:rPr>
              <a:t> = 0 </a:t>
            </a:r>
            <a:r>
              <a:rPr lang="zh-CN" altLang="en-US" sz="2400" b="1" dirty="0">
                <a:solidFill>
                  <a:srgbClr val="0000FF"/>
                </a:solidFill>
                <a:latin typeface="Times New Roman" panose="02020603050405020304" pitchFamily="18" charset="0"/>
                <a:ea typeface="楷体_GB2312"/>
              </a:rPr>
              <a:t>只</a:t>
            </a:r>
            <a:r>
              <a:rPr lang="zh-CN" altLang="en-US" sz="2400" b="1" dirty="0">
                <a:solidFill>
                  <a:srgbClr val="0000FF"/>
                </a:solidFill>
                <a:latin typeface="楷体_GB2312"/>
                <a:ea typeface="楷体_GB2312"/>
              </a:rPr>
              <a:t>有零解</a:t>
            </a:r>
            <a:r>
              <a:rPr lang="zh-CN" altLang="en-US" sz="2400" b="1" dirty="0">
                <a:solidFill>
                  <a:srgbClr val="0000FF"/>
                </a:solidFill>
                <a:latin typeface="Times New Roman" panose="02020603050405020304" pitchFamily="18" charset="0"/>
                <a:ea typeface="楷体_GB2312"/>
              </a:rPr>
              <a:t>．</a:t>
            </a:r>
          </a:p>
          <a:p>
            <a:pPr marL="342900" indent="-342900">
              <a:lnSpc>
                <a:spcPct val="17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		矩阵</a:t>
            </a:r>
            <a:r>
              <a:rPr lang="en-US" altLang="zh-CN" sz="2400" b="1" i="1" dirty="0">
                <a:solidFill>
                  <a:srgbClr val="0000FF"/>
                </a:solidFill>
                <a:latin typeface="Times New Roman" panose="02020603050405020304" pitchFamily="18" charset="0"/>
                <a:ea typeface="楷体_GB2312"/>
              </a:rPr>
              <a:t>A </a:t>
            </a:r>
            <a:r>
              <a:rPr lang="en-US" altLang="zh-CN" sz="2400" b="1" dirty="0">
                <a:solidFill>
                  <a:srgbClr val="0000FF"/>
                </a:solidFill>
                <a:latin typeface="Times New Roman" panose="02020603050405020304" pitchFamily="18" charset="0"/>
                <a:ea typeface="楷体_GB2312"/>
              </a:rPr>
              <a:t>= (</a:t>
            </a:r>
            <a:r>
              <a:rPr lang="en-US" altLang="zh-CN" sz="2400" b="1" i="1" dirty="0">
                <a:solidFill>
                  <a:srgbClr val="0000FF"/>
                </a:solidFill>
                <a:latin typeface="Times New Roman" panose="02020603050405020304" pitchFamily="18" charset="0"/>
                <a:ea typeface="楷体_GB2312"/>
              </a:rPr>
              <a:t>a</a:t>
            </a:r>
            <a:r>
              <a:rPr lang="en-US" altLang="zh-CN" sz="2400" b="1" baseline="-25000" dirty="0">
                <a:solidFill>
                  <a:srgbClr val="0000FF"/>
                </a:solidFill>
                <a:latin typeface="Times New Roman" panose="02020603050405020304" pitchFamily="18" charset="0"/>
                <a:ea typeface="楷体_GB2312"/>
              </a:rPr>
              <a:t>1</a:t>
            </a:r>
            <a:r>
              <a:rPr lang="en-US" altLang="zh-CN" sz="2400" b="1" dirty="0">
                <a:solidFill>
                  <a:srgbClr val="0000FF"/>
                </a:solidFill>
                <a:latin typeface="Times New Roman" panose="02020603050405020304" pitchFamily="18" charset="0"/>
                <a:ea typeface="楷体_GB2312"/>
              </a:rPr>
              <a:t>, </a:t>
            </a:r>
            <a:r>
              <a:rPr lang="en-US" altLang="zh-CN" sz="2400" b="1" i="1" dirty="0">
                <a:solidFill>
                  <a:srgbClr val="0000FF"/>
                </a:solidFill>
                <a:latin typeface="Times New Roman" panose="02020603050405020304" pitchFamily="18" charset="0"/>
                <a:ea typeface="楷体_GB2312"/>
              </a:rPr>
              <a:t>a</a:t>
            </a:r>
            <a:r>
              <a:rPr lang="en-US" altLang="zh-CN" sz="2400" b="1" baseline="-25000" dirty="0">
                <a:solidFill>
                  <a:srgbClr val="0000FF"/>
                </a:solidFill>
                <a:latin typeface="Times New Roman" panose="02020603050405020304" pitchFamily="18" charset="0"/>
                <a:ea typeface="楷体_GB2312"/>
              </a:rPr>
              <a:t>2</a:t>
            </a:r>
            <a:r>
              <a:rPr lang="en-US" altLang="zh-CN" sz="2400" b="1" dirty="0">
                <a:solidFill>
                  <a:srgbClr val="0000FF"/>
                </a:solidFill>
                <a:latin typeface="Times New Roman" panose="02020603050405020304" pitchFamily="18" charset="0"/>
                <a:ea typeface="楷体_GB2312"/>
              </a:rPr>
              <a:t>, …, </a:t>
            </a:r>
            <a:r>
              <a:rPr lang="en-US" altLang="zh-CN" sz="2400" b="1" i="1" dirty="0">
                <a:solidFill>
                  <a:srgbClr val="0000FF"/>
                </a:solidFill>
                <a:latin typeface="Times New Roman" panose="02020603050405020304" pitchFamily="18" charset="0"/>
                <a:ea typeface="楷体_GB2312"/>
              </a:rPr>
              <a:t>a</a:t>
            </a:r>
            <a:r>
              <a:rPr lang="en-US" altLang="zh-CN" sz="2400" b="1" i="1" baseline="-25000" dirty="0">
                <a:solidFill>
                  <a:srgbClr val="0000FF"/>
                </a:solidFill>
                <a:latin typeface="Times New Roman" panose="02020603050405020304" pitchFamily="18" charset="0"/>
                <a:ea typeface="楷体_GB2312"/>
              </a:rPr>
              <a:t>m </a:t>
            </a:r>
            <a:r>
              <a:rPr lang="en-US" altLang="zh-CN" sz="2400" b="1" dirty="0">
                <a:solidFill>
                  <a:srgbClr val="0000FF"/>
                </a:solidFill>
                <a:latin typeface="Times New Roman" panose="02020603050405020304" pitchFamily="18" charset="0"/>
                <a:ea typeface="楷体_GB2312"/>
              </a:rPr>
              <a:t>) </a:t>
            </a:r>
            <a:r>
              <a:rPr lang="zh-CN" altLang="en-US" sz="2400" b="1" dirty="0">
                <a:solidFill>
                  <a:srgbClr val="0000FF"/>
                </a:solidFill>
                <a:latin typeface="Times New Roman" panose="02020603050405020304" pitchFamily="18" charset="0"/>
                <a:ea typeface="楷体_GB2312"/>
              </a:rPr>
              <a:t>的秩等于向量的个数 </a:t>
            </a:r>
            <a:r>
              <a:rPr lang="en-US" altLang="zh-CN" sz="2400" b="1" i="1" dirty="0">
                <a:solidFill>
                  <a:srgbClr val="0000FF"/>
                </a:solidFill>
                <a:latin typeface="Times New Roman" panose="02020603050405020304" pitchFamily="18" charset="0"/>
                <a:ea typeface="楷体_GB2312"/>
              </a:rPr>
              <a:t>m </a:t>
            </a:r>
            <a:r>
              <a:rPr lang="zh-CN" altLang="en-US" sz="2400" b="1" dirty="0">
                <a:solidFill>
                  <a:srgbClr val="0000FF"/>
                </a:solidFill>
                <a:latin typeface="Times New Roman" panose="02020603050405020304" pitchFamily="18" charset="0"/>
                <a:ea typeface="楷体_GB2312"/>
              </a:rPr>
              <a:t>．</a:t>
            </a:r>
          </a:p>
          <a:p>
            <a:pPr marL="342900" indent="-342900">
              <a:lnSpc>
                <a:spcPct val="170000"/>
              </a:lnSpc>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		向量组 </a:t>
            </a:r>
            <a:r>
              <a:rPr lang="en-US" altLang="zh-CN" sz="2400" b="1" i="1" dirty="0">
                <a:solidFill>
                  <a:srgbClr val="0000FF"/>
                </a:solidFill>
                <a:latin typeface="Times New Roman" panose="02020603050405020304" pitchFamily="18" charset="0"/>
                <a:ea typeface="楷体_GB2312"/>
              </a:rPr>
              <a:t>A</a:t>
            </a:r>
            <a:r>
              <a:rPr lang="en-US" altLang="zh-CN" sz="2400" b="1" dirty="0">
                <a:solidFill>
                  <a:srgbClr val="0000FF"/>
                </a:solidFill>
                <a:latin typeface="Times New Roman" panose="02020603050405020304" pitchFamily="18" charset="0"/>
                <a:ea typeface="楷体_GB2312"/>
              </a:rPr>
              <a:t> </a:t>
            </a:r>
            <a:r>
              <a:rPr lang="zh-CN" altLang="en-US" sz="2400" b="1" dirty="0">
                <a:solidFill>
                  <a:srgbClr val="0000FF"/>
                </a:solidFill>
                <a:latin typeface="Times New Roman" panose="02020603050405020304" pitchFamily="18" charset="0"/>
                <a:ea typeface="楷体_GB2312"/>
              </a:rPr>
              <a:t>中任何一个向量都不能由其余 </a:t>
            </a:r>
            <a:r>
              <a:rPr lang="en-US" altLang="zh-CN" sz="2400" b="1" i="1" dirty="0">
                <a:solidFill>
                  <a:srgbClr val="0000FF"/>
                </a:solidFill>
                <a:latin typeface="Times New Roman" panose="02020603050405020304" pitchFamily="18" charset="0"/>
                <a:ea typeface="楷体_GB2312"/>
              </a:rPr>
              <a:t>m</a:t>
            </a:r>
            <a:r>
              <a:rPr lang="zh-CN" altLang="en-US" sz="2400" b="1" dirty="0">
                <a:solidFill>
                  <a:srgbClr val="0000FF"/>
                </a:solidFill>
                <a:latin typeface="Times New Roman" panose="02020603050405020304" pitchFamily="18" charset="0"/>
                <a:ea typeface="楷体_GB2312"/>
              </a:rPr>
              <a:t>－</a:t>
            </a:r>
            <a:r>
              <a:rPr lang="en-US" altLang="zh-CN" sz="2400" b="1" dirty="0">
                <a:solidFill>
                  <a:srgbClr val="0000FF"/>
                </a:solidFill>
                <a:latin typeface="Times New Roman" panose="02020603050405020304" pitchFamily="18" charset="0"/>
                <a:ea typeface="楷体_GB2312"/>
              </a:rPr>
              <a:t>1 </a:t>
            </a:r>
            <a:r>
              <a:rPr lang="zh-CN" altLang="en-US" sz="2400" b="1" dirty="0">
                <a:solidFill>
                  <a:srgbClr val="0000FF"/>
                </a:solidFill>
                <a:latin typeface="Times New Roman" panose="02020603050405020304" pitchFamily="18" charset="0"/>
                <a:ea typeface="楷体_GB2312"/>
              </a:rPr>
              <a:t>个向量线	性表示．</a:t>
            </a:r>
          </a:p>
        </p:txBody>
      </p:sp>
      <p:sp>
        <p:nvSpPr>
          <p:cNvPr id="45059" name="AutoShape 3"/>
          <p:cNvSpPr/>
          <p:nvPr/>
        </p:nvSpPr>
        <p:spPr>
          <a:xfrm>
            <a:off x="684213" y="1844675"/>
            <a:ext cx="576262"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45060" name="AutoShape 4"/>
          <p:cNvSpPr/>
          <p:nvPr/>
        </p:nvSpPr>
        <p:spPr>
          <a:xfrm>
            <a:off x="684213" y="3211513"/>
            <a:ext cx="576262"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45061" name="AutoShape 5"/>
          <p:cNvSpPr/>
          <p:nvPr/>
        </p:nvSpPr>
        <p:spPr>
          <a:xfrm>
            <a:off x="684213" y="3895725"/>
            <a:ext cx="576262"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45062" name="AutoShape 6"/>
          <p:cNvSpPr/>
          <p:nvPr/>
        </p:nvSpPr>
        <p:spPr>
          <a:xfrm>
            <a:off x="684213" y="4579938"/>
            <a:ext cx="576262"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xit" presetSubtype="0" fill="hold" nodeType="clickEffect">
                                  <p:stCondLst>
                                    <p:cond delay="0"/>
                                  </p:stCondLst>
                                  <p:childTnLst>
                                    <p:anim calcmode="lin" valueType="num">
                                      <p:cBhvr>
                                        <p:cTn id="6" dur="500"/>
                                        <p:tgtEl>
                                          <p:spTgt spid="45058">
                                            <p:txEl>
                                              <p:pRg st="0" end="0"/>
                                            </p:txEl>
                                          </p:spTgt>
                                        </p:tgtEl>
                                        <p:attrNameLst>
                                          <p:attrName>ppt_x</p:attrName>
                                        </p:attrNameLst>
                                      </p:cBhvr>
                                      <p:tavLst>
                                        <p:tav tm="0">
                                          <p:val>
                                            <p:strVal val="ppt_x"/>
                                          </p:val>
                                        </p:tav>
                                        <p:tav tm="100000">
                                          <p:val>
                                            <p:strVal val="ppt_x-.2"/>
                                          </p:val>
                                        </p:tav>
                                      </p:tavLst>
                                    </p:anim>
                                    <p:anim calcmode="lin" valueType="num">
                                      <p:cBhvr>
                                        <p:cTn id="7" dur="500"/>
                                        <p:tgtEl>
                                          <p:spTgt spid="45058">
                                            <p:txEl>
                                              <p:pRg st="0" end="0"/>
                                            </p:txEl>
                                          </p:spTgt>
                                        </p:tgtEl>
                                        <p:attrNameLst>
                                          <p:attrName>ppt_y</p:attrName>
                                        </p:attrNameLst>
                                      </p:cBhvr>
                                      <p:tavLst>
                                        <p:tav tm="0">
                                          <p:val>
                                            <p:strVal val="ppt_y"/>
                                          </p:val>
                                        </p:tav>
                                        <p:tav tm="100000">
                                          <p:val>
                                            <p:strVal val="ppt_y"/>
                                          </p:val>
                                        </p:tav>
                                      </p:tavLst>
                                    </p:anim>
                                    <p:animEffect transition="out" filter="fade">
                                      <p:cBhvr>
                                        <p:cTn id="8" dur="500"/>
                                        <p:tgtEl>
                                          <p:spTgt spid="45058">
                                            <p:txEl>
                                              <p:pRg st="0" end="0"/>
                                            </p:txEl>
                                          </p:spTgt>
                                        </p:tgtEl>
                                      </p:cBhvr>
                                    </p:animEffect>
                                    <p:set>
                                      <p:cBhvr>
                                        <p:cTn id="9" dur="1" fill="hold">
                                          <p:stCondLst>
                                            <p:cond delay="499"/>
                                          </p:stCondLst>
                                        </p:cTn>
                                        <p:tgtEl>
                                          <p:spTgt spid="45058">
                                            <p:txEl>
                                              <p:pRg st="0" end="0"/>
                                            </p:txEl>
                                          </p:spTgt>
                                        </p:tgtEl>
                                        <p:attrNameLst>
                                          <p:attrName>style.visibility</p:attrName>
                                        </p:attrNameLst>
                                      </p:cBhvr>
                                      <p:to>
                                        <p:strVal val="hidden"/>
                                      </p:to>
                                    </p:set>
                                  </p:childTnLst>
                                </p:cTn>
                              </p:par>
                            </p:childTnLst>
                          </p:cTn>
                        </p:par>
                        <p:par>
                          <p:cTn id="10" fill="hold">
                            <p:stCondLst>
                              <p:cond delay="500"/>
                            </p:stCondLst>
                            <p:childTnLst>
                              <p:par>
                                <p:cTn id="11" presetID="3" presetClass="entr" presetSubtype="10" fill="hold" nodeType="afterEffect">
                                  <p:stCondLst>
                                    <p:cond delay="0"/>
                                  </p:stCondLst>
                                  <p:childTnLst>
                                    <p:set>
                                      <p:cBhvr>
                                        <p:cTn id="12" dur="1" fill="hold">
                                          <p:stCondLst>
                                            <p:cond delay="0"/>
                                          </p:stCondLst>
                                        </p:cTn>
                                        <p:tgtEl>
                                          <p:spTgt spid="45063">
                                            <p:txEl>
                                              <p:pRg st="0" end="0"/>
                                            </p:txEl>
                                          </p:spTgt>
                                        </p:tgtEl>
                                        <p:attrNameLst>
                                          <p:attrName>style.visibility</p:attrName>
                                        </p:attrNameLst>
                                      </p:cBhvr>
                                      <p:to>
                                        <p:strVal val="visible"/>
                                      </p:to>
                                    </p:set>
                                    <p:animEffect transition="in" filter="blinds(horizontal)">
                                      <p:cBhvr>
                                        <p:cTn id="13" dur="500"/>
                                        <p:tgtEl>
                                          <p:spTgt spid="4506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9" presetClass="exit" presetSubtype="0" fill="hold" nodeType="clickEffect">
                                  <p:stCondLst>
                                    <p:cond delay="0"/>
                                  </p:stCondLst>
                                  <p:childTnLst>
                                    <p:anim calcmode="lin" valueType="num">
                                      <p:cBhvr>
                                        <p:cTn id="17" dur="500"/>
                                        <p:tgtEl>
                                          <p:spTgt spid="45058">
                                            <p:txEl>
                                              <p:pRg st="1" end="1"/>
                                            </p:txEl>
                                          </p:spTgt>
                                        </p:tgtEl>
                                        <p:attrNameLst>
                                          <p:attrName>ppt_x</p:attrName>
                                        </p:attrNameLst>
                                      </p:cBhvr>
                                      <p:tavLst>
                                        <p:tav tm="0">
                                          <p:val>
                                            <p:strVal val="ppt_x"/>
                                          </p:val>
                                        </p:tav>
                                        <p:tav tm="100000">
                                          <p:val>
                                            <p:strVal val="ppt_x-.2"/>
                                          </p:val>
                                        </p:tav>
                                      </p:tavLst>
                                    </p:anim>
                                    <p:anim calcmode="lin" valueType="num">
                                      <p:cBhvr>
                                        <p:cTn id="18" dur="500"/>
                                        <p:tgtEl>
                                          <p:spTgt spid="45058">
                                            <p:txEl>
                                              <p:pRg st="1" end="1"/>
                                            </p:txEl>
                                          </p:spTgt>
                                        </p:tgtEl>
                                        <p:attrNameLst>
                                          <p:attrName>ppt_y</p:attrName>
                                        </p:attrNameLst>
                                      </p:cBhvr>
                                      <p:tavLst>
                                        <p:tav tm="0">
                                          <p:val>
                                            <p:strVal val="ppt_y"/>
                                          </p:val>
                                        </p:tav>
                                        <p:tav tm="100000">
                                          <p:val>
                                            <p:strVal val="ppt_y"/>
                                          </p:val>
                                        </p:tav>
                                      </p:tavLst>
                                    </p:anim>
                                    <p:animEffect transition="out" filter="fade">
                                      <p:cBhvr>
                                        <p:cTn id="19" dur="500"/>
                                        <p:tgtEl>
                                          <p:spTgt spid="45058">
                                            <p:txEl>
                                              <p:pRg st="1" end="1"/>
                                            </p:txEl>
                                          </p:spTgt>
                                        </p:tgtEl>
                                      </p:cBhvr>
                                    </p:animEffect>
                                    <p:set>
                                      <p:cBhvr>
                                        <p:cTn id="20" dur="1" fill="hold">
                                          <p:stCondLst>
                                            <p:cond delay="499"/>
                                          </p:stCondLst>
                                        </p:cTn>
                                        <p:tgtEl>
                                          <p:spTgt spid="45058">
                                            <p:txEl>
                                              <p:pRg st="1" end="1"/>
                                            </p:txEl>
                                          </p:spTgt>
                                        </p:tgtEl>
                                        <p:attrNameLst>
                                          <p:attrName>style.visibility</p:attrName>
                                        </p:attrNameLst>
                                      </p:cBhvr>
                                      <p:to>
                                        <p:strVal val="hidden"/>
                                      </p:to>
                                    </p:set>
                                  </p:childTnLst>
                                </p:cTn>
                              </p:par>
                            </p:childTnLst>
                          </p:cTn>
                        </p:par>
                        <p:par>
                          <p:cTn id="21" fill="hold">
                            <p:stCondLst>
                              <p:cond delay="500"/>
                            </p:stCondLst>
                            <p:childTnLst>
                              <p:par>
                                <p:cTn id="22" presetID="3" presetClass="entr" presetSubtype="10" fill="hold" nodeType="afterEffect">
                                  <p:stCondLst>
                                    <p:cond delay="0"/>
                                  </p:stCondLst>
                                  <p:childTnLst>
                                    <p:set>
                                      <p:cBhvr>
                                        <p:cTn id="23" dur="1" fill="hold">
                                          <p:stCondLst>
                                            <p:cond delay="0"/>
                                          </p:stCondLst>
                                        </p:cTn>
                                        <p:tgtEl>
                                          <p:spTgt spid="45063">
                                            <p:txEl>
                                              <p:pRg st="1" end="1"/>
                                            </p:txEl>
                                          </p:spTgt>
                                        </p:tgtEl>
                                        <p:attrNameLst>
                                          <p:attrName>style.visibility</p:attrName>
                                        </p:attrNameLst>
                                      </p:cBhvr>
                                      <p:to>
                                        <p:strVal val="visible"/>
                                      </p:to>
                                    </p:set>
                                    <p:animEffect transition="in" filter="blinds(horizontal)">
                                      <p:cBhvr>
                                        <p:cTn id="24" dur="500"/>
                                        <p:tgtEl>
                                          <p:spTgt spid="4506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9" presetClass="exit" presetSubtype="0" fill="hold" nodeType="clickEffect">
                                  <p:stCondLst>
                                    <p:cond delay="0"/>
                                  </p:stCondLst>
                                  <p:childTnLst>
                                    <p:anim calcmode="lin" valueType="num">
                                      <p:cBhvr>
                                        <p:cTn id="28" dur="500"/>
                                        <p:tgtEl>
                                          <p:spTgt spid="45058">
                                            <p:txEl>
                                              <p:pRg st="2" end="2"/>
                                            </p:txEl>
                                          </p:spTgt>
                                        </p:tgtEl>
                                        <p:attrNameLst>
                                          <p:attrName>ppt_x</p:attrName>
                                        </p:attrNameLst>
                                      </p:cBhvr>
                                      <p:tavLst>
                                        <p:tav tm="0">
                                          <p:val>
                                            <p:strVal val="ppt_x"/>
                                          </p:val>
                                        </p:tav>
                                        <p:tav tm="100000">
                                          <p:val>
                                            <p:strVal val="ppt_x-.2"/>
                                          </p:val>
                                        </p:tav>
                                      </p:tavLst>
                                    </p:anim>
                                    <p:anim calcmode="lin" valueType="num">
                                      <p:cBhvr>
                                        <p:cTn id="29" dur="500"/>
                                        <p:tgtEl>
                                          <p:spTgt spid="45058">
                                            <p:txEl>
                                              <p:pRg st="2" end="2"/>
                                            </p:txEl>
                                          </p:spTgt>
                                        </p:tgtEl>
                                        <p:attrNameLst>
                                          <p:attrName>ppt_y</p:attrName>
                                        </p:attrNameLst>
                                      </p:cBhvr>
                                      <p:tavLst>
                                        <p:tav tm="0">
                                          <p:val>
                                            <p:strVal val="ppt_y"/>
                                          </p:val>
                                        </p:tav>
                                        <p:tav tm="100000">
                                          <p:val>
                                            <p:strVal val="ppt_y"/>
                                          </p:val>
                                        </p:tav>
                                      </p:tavLst>
                                    </p:anim>
                                    <p:animEffect transition="out" filter="fade">
                                      <p:cBhvr>
                                        <p:cTn id="30" dur="500"/>
                                        <p:tgtEl>
                                          <p:spTgt spid="45058">
                                            <p:txEl>
                                              <p:pRg st="2" end="2"/>
                                            </p:txEl>
                                          </p:spTgt>
                                        </p:tgtEl>
                                      </p:cBhvr>
                                    </p:animEffect>
                                    <p:set>
                                      <p:cBhvr>
                                        <p:cTn id="31" dur="1" fill="hold">
                                          <p:stCondLst>
                                            <p:cond delay="499"/>
                                          </p:stCondLst>
                                        </p:cTn>
                                        <p:tgtEl>
                                          <p:spTgt spid="45058">
                                            <p:txEl>
                                              <p:pRg st="2" end="2"/>
                                            </p:txEl>
                                          </p:spTgt>
                                        </p:tgtEl>
                                        <p:attrNameLst>
                                          <p:attrName>style.visibility</p:attrName>
                                        </p:attrNameLst>
                                      </p:cBhvr>
                                      <p:to>
                                        <p:strVal val="hidden"/>
                                      </p:to>
                                    </p:set>
                                  </p:childTnLst>
                                </p:cTn>
                              </p:par>
                              <p:par>
                                <p:cTn id="32" presetID="29" presetClass="exit" presetSubtype="0" fill="hold" nodeType="withEffect">
                                  <p:stCondLst>
                                    <p:cond delay="0"/>
                                  </p:stCondLst>
                                  <p:childTnLst>
                                    <p:anim calcmode="lin" valueType="num">
                                      <p:cBhvr>
                                        <p:cTn id="33" dur="500"/>
                                        <p:tgtEl>
                                          <p:spTgt spid="45058">
                                            <p:txEl>
                                              <p:pRg st="3" end="3"/>
                                            </p:txEl>
                                          </p:spTgt>
                                        </p:tgtEl>
                                        <p:attrNameLst>
                                          <p:attrName>ppt_x</p:attrName>
                                        </p:attrNameLst>
                                      </p:cBhvr>
                                      <p:tavLst>
                                        <p:tav tm="0">
                                          <p:val>
                                            <p:strVal val="ppt_x"/>
                                          </p:val>
                                        </p:tav>
                                        <p:tav tm="100000">
                                          <p:val>
                                            <p:strVal val="ppt_x-.2"/>
                                          </p:val>
                                        </p:tav>
                                      </p:tavLst>
                                    </p:anim>
                                    <p:anim calcmode="lin" valueType="num">
                                      <p:cBhvr>
                                        <p:cTn id="34" dur="500"/>
                                        <p:tgtEl>
                                          <p:spTgt spid="45058">
                                            <p:txEl>
                                              <p:pRg st="3" end="3"/>
                                            </p:txEl>
                                          </p:spTgt>
                                        </p:tgtEl>
                                        <p:attrNameLst>
                                          <p:attrName>ppt_y</p:attrName>
                                        </p:attrNameLst>
                                      </p:cBhvr>
                                      <p:tavLst>
                                        <p:tav tm="0">
                                          <p:val>
                                            <p:strVal val="ppt_y"/>
                                          </p:val>
                                        </p:tav>
                                        <p:tav tm="100000">
                                          <p:val>
                                            <p:strVal val="ppt_y"/>
                                          </p:val>
                                        </p:tav>
                                      </p:tavLst>
                                    </p:anim>
                                    <p:animEffect transition="out" filter="fade">
                                      <p:cBhvr>
                                        <p:cTn id="35" dur="500"/>
                                        <p:tgtEl>
                                          <p:spTgt spid="45058">
                                            <p:txEl>
                                              <p:pRg st="3" end="3"/>
                                            </p:txEl>
                                          </p:spTgt>
                                        </p:tgtEl>
                                      </p:cBhvr>
                                    </p:animEffect>
                                    <p:set>
                                      <p:cBhvr>
                                        <p:cTn id="36" dur="1" fill="hold">
                                          <p:stCondLst>
                                            <p:cond delay="499"/>
                                          </p:stCondLst>
                                        </p:cTn>
                                        <p:tgtEl>
                                          <p:spTgt spid="45058">
                                            <p:txEl>
                                              <p:pRg st="3" end="3"/>
                                            </p:txEl>
                                          </p:spTgt>
                                        </p:tgtEl>
                                        <p:attrNameLst>
                                          <p:attrName>style.visibility</p:attrName>
                                        </p:attrNameLst>
                                      </p:cBhvr>
                                      <p:to>
                                        <p:strVal val="hidden"/>
                                      </p:to>
                                    </p:set>
                                  </p:childTnLst>
                                </p:cTn>
                              </p:par>
                            </p:childTnLst>
                          </p:cTn>
                        </p:par>
                        <p:par>
                          <p:cTn id="37" fill="hold">
                            <p:stCondLst>
                              <p:cond delay="500"/>
                            </p:stCondLst>
                            <p:childTnLst>
                              <p:par>
                                <p:cTn id="38" presetID="1" presetClass="emph" presetSubtype="1" nodeType="afterEffect">
                                  <p:stCondLst>
                                    <p:cond delay="0"/>
                                  </p:stCondLst>
                                  <p:childTnLst>
                                    <p:set>
                                      <p:cBhvr>
                                        <p:cTn id="39" dur="indefinite"/>
                                        <p:tgtEl>
                                          <p:spTgt spid="45059"/>
                                        </p:tgtEl>
                                        <p:attrNameLst>
                                          <p:attrName>fillcolor</p:attrName>
                                        </p:attrNameLst>
                                      </p:cBhvr>
                                      <p:to>
                                        <p:clrVal>
                                          <a:srgbClr val="FFFF00"/>
                                        </p:clrVal>
                                      </p:to>
                                    </p:set>
                                    <p:set>
                                      <p:cBhvr>
                                        <p:cTn id="40" dur="indefinite"/>
                                        <p:tgtEl>
                                          <p:spTgt spid="45059"/>
                                        </p:tgtEl>
                                        <p:attrNameLst>
                                          <p:attrName>fill.type</p:attrName>
                                        </p:attrNameLst>
                                      </p:cBhvr>
                                      <p:to>
                                        <p:strVal val="solid"/>
                                      </p:to>
                                    </p:set>
                                    <p:set>
                                      <p:cBhvr>
                                        <p:cTn id="41" dur="indefinite"/>
                                        <p:tgtEl>
                                          <p:spTgt spid="45059"/>
                                        </p:tgtEl>
                                        <p:attrNameLst>
                                          <p:attrName>fill.on</p:attrName>
                                        </p:attrNameLst>
                                      </p:cBhvr>
                                      <p:to>
                                        <p:strVal val="true"/>
                                      </p:to>
                                    </p:set>
                                  </p:childTnLst>
                                </p:cTn>
                              </p:par>
                              <p:par>
                                <p:cTn id="42" presetID="3" presetClass="entr" presetSubtype="10" fill="hold" nodeType="withEffect">
                                  <p:stCondLst>
                                    <p:cond delay="0"/>
                                  </p:stCondLst>
                                  <p:childTnLst>
                                    <p:set>
                                      <p:cBhvr>
                                        <p:cTn id="43" dur="1" fill="hold">
                                          <p:stCondLst>
                                            <p:cond delay="0"/>
                                          </p:stCondLst>
                                        </p:cTn>
                                        <p:tgtEl>
                                          <p:spTgt spid="45063">
                                            <p:txEl>
                                              <p:pRg st="2" end="2"/>
                                            </p:txEl>
                                          </p:spTgt>
                                        </p:tgtEl>
                                        <p:attrNameLst>
                                          <p:attrName>style.visibility</p:attrName>
                                        </p:attrNameLst>
                                      </p:cBhvr>
                                      <p:to>
                                        <p:strVal val="visible"/>
                                      </p:to>
                                    </p:set>
                                    <p:animEffect transition="in" filter="blinds(horizontal)">
                                      <p:cBhvr>
                                        <p:cTn id="44" dur="500"/>
                                        <p:tgtEl>
                                          <p:spTgt spid="45063">
                                            <p:txEl>
                                              <p:pRg st="2" end="2"/>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45063">
                                            <p:txEl>
                                              <p:pRg st="3" end="3"/>
                                            </p:txEl>
                                          </p:spTgt>
                                        </p:tgtEl>
                                        <p:attrNameLst>
                                          <p:attrName>style.visibility</p:attrName>
                                        </p:attrNameLst>
                                      </p:cBhvr>
                                      <p:to>
                                        <p:strVal val="visible"/>
                                      </p:to>
                                    </p:set>
                                    <p:animEffect transition="in" filter="blinds(horizontal)">
                                      <p:cBhvr>
                                        <p:cTn id="47" dur="500"/>
                                        <p:tgtEl>
                                          <p:spTgt spid="45063">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9" presetClass="exit" presetSubtype="0" fill="hold" nodeType="clickEffect">
                                  <p:stCondLst>
                                    <p:cond delay="0"/>
                                  </p:stCondLst>
                                  <p:childTnLst>
                                    <p:anim calcmode="lin" valueType="num">
                                      <p:cBhvr>
                                        <p:cTn id="51" dur="500"/>
                                        <p:tgtEl>
                                          <p:spTgt spid="45058">
                                            <p:txEl>
                                              <p:pRg st="4" end="4"/>
                                            </p:txEl>
                                          </p:spTgt>
                                        </p:tgtEl>
                                        <p:attrNameLst>
                                          <p:attrName>ppt_x</p:attrName>
                                        </p:attrNameLst>
                                      </p:cBhvr>
                                      <p:tavLst>
                                        <p:tav tm="0">
                                          <p:val>
                                            <p:strVal val="ppt_x"/>
                                          </p:val>
                                        </p:tav>
                                        <p:tav tm="100000">
                                          <p:val>
                                            <p:strVal val="ppt_x-.2"/>
                                          </p:val>
                                        </p:tav>
                                      </p:tavLst>
                                    </p:anim>
                                    <p:anim calcmode="lin" valueType="num">
                                      <p:cBhvr>
                                        <p:cTn id="52" dur="500"/>
                                        <p:tgtEl>
                                          <p:spTgt spid="45058">
                                            <p:txEl>
                                              <p:pRg st="4" end="4"/>
                                            </p:txEl>
                                          </p:spTgt>
                                        </p:tgtEl>
                                        <p:attrNameLst>
                                          <p:attrName>ppt_y</p:attrName>
                                        </p:attrNameLst>
                                      </p:cBhvr>
                                      <p:tavLst>
                                        <p:tav tm="0">
                                          <p:val>
                                            <p:strVal val="ppt_y"/>
                                          </p:val>
                                        </p:tav>
                                        <p:tav tm="100000">
                                          <p:val>
                                            <p:strVal val="ppt_y"/>
                                          </p:val>
                                        </p:tav>
                                      </p:tavLst>
                                    </p:anim>
                                    <p:animEffect transition="out" filter="fade">
                                      <p:cBhvr>
                                        <p:cTn id="53" dur="500"/>
                                        <p:tgtEl>
                                          <p:spTgt spid="45058">
                                            <p:txEl>
                                              <p:pRg st="4" end="4"/>
                                            </p:txEl>
                                          </p:spTgt>
                                        </p:tgtEl>
                                      </p:cBhvr>
                                    </p:animEffect>
                                    <p:set>
                                      <p:cBhvr>
                                        <p:cTn id="54" dur="1" fill="hold">
                                          <p:stCondLst>
                                            <p:cond delay="499"/>
                                          </p:stCondLst>
                                        </p:cTn>
                                        <p:tgtEl>
                                          <p:spTgt spid="45058">
                                            <p:txEl>
                                              <p:pRg st="4" end="4"/>
                                            </p:txEl>
                                          </p:spTgt>
                                        </p:tgtEl>
                                        <p:attrNameLst>
                                          <p:attrName>style.visibility</p:attrName>
                                        </p:attrNameLst>
                                      </p:cBhvr>
                                      <p:to>
                                        <p:strVal val="hidden"/>
                                      </p:to>
                                    </p:set>
                                  </p:childTnLst>
                                </p:cTn>
                              </p:par>
                            </p:childTnLst>
                          </p:cTn>
                        </p:par>
                        <p:par>
                          <p:cTn id="55" fill="hold">
                            <p:stCondLst>
                              <p:cond delay="500"/>
                            </p:stCondLst>
                            <p:childTnLst>
                              <p:par>
                                <p:cTn id="56" presetID="1" presetClass="emph" presetSubtype="1" nodeType="afterEffect">
                                  <p:stCondLst>
                                    <p:cond delay="0"/>
                                  </p:stCondLst>
                                  <p:childTnLst>
                                    <p:set>
                                      <p:cBhvr>
                                        <p:cTn id="57" dur="indefinite"/>
                                        <p:tgtEl>
                                          <p:spTgt spid="45060"/>
                                        </p:tgtEl>
                                        <p:attrNameLst>
                                          <p:attrName>fillcolor</p:attrName>
                                        </p:attrNameLst>
                                      </p:cBhvr>
                                      <p:to>
                                        <p:clrVal>
                                          <a:srgbClr val="FFFF00"/>
                                        </p:clrVal>
                                      </p:to>
                                    </p:set>
                                    <p:set>
                                      <p:cBhvr>
                                        <p:cTn id="58" dur="indefinite"/>
                                        <p:tgtEl>
                                          <p:spTgt spid="45060"/>
                                        </p:tgtEl>
                                        <p:attrNameLst>
                                          <p:attrName>fill.type</p:attrName>
                                        </p:attrNameLst>
                                      </p:cBhvr>
                                      <p:to>
                                        <p:strVal val="solid"/>
                                      </p:to>
                                    </p:set>
                                    <p:set>
                                      <p:cBhvr>
                                        <p:cTn id="59" dur="indefinite"/>
                                        <p:tgtEl>
                                          <p:spTgt spid="45060"/>
                                        </p:tgtEl>
                                        <p:attrNameLst>
                                          <p:attrName>fill.on</p:attrName>
                                        </p:attrNameLst>
                                      </p:cBhvr>
                                      <p:to>
                                        <p:strVal val="true"/>
                                      </p:to>
                                    </p:set>
                                  </p:childTnLst>
                                </p:cTn>
                              </p:par>
                              <p:par>
                                <p:cTn id="60" presetID="3" presetClass="entr" presetSubtype="10" fill="hold" nodeType="withEffect">
                                  <p:stCondLst>
                                    <p:cond delay="0"/>
                                  </p:stCondLst>
                                  <p:childTnLst>
                                    <p:set>
                                      <p:cBhvr>
                                        <p:cTn id="61" dur="1" fill="hold">
                                          <p:stCondLst>
                                            <p:cond delay="0"/>
                                          </p:stCondLst>
                                        </p:cTn>
                                        <p:tgtEl>
                                          <p:spTgt spid="45063">
                                            <p:txEl>
                                              <p:pRg st="4" end="4"/>
                                            </p:txEl>
                                          </p:spTgt>
                                        </p:tgtEl>
                                        <p:attrNameLst>
                                          <p:attrName>style.visibility</p:attrName>
                                        </p:attrNameLst>
                                      </p:cBhvr>
                                      <p:to>
                                        <p:strVal val="visible"/>
                                      </p:to>
                                    </p:set>
                                    <p:animEffect transition="in" filter="blinds(horizontal)">
                                      <p:cBhvr>
                                        <p:cTn id="62" dur="500"/>
                                        <p:tgtEl>
                                          <p:spTgt spid="45063">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9" presetClass="exit" presetSubtype="0" fill="hold" nodeType="clickEffect">
                                  <p:stCondLst>
                                    <p:cond delay="0"/>
                                  </p:stCondLst>
                                  <p:childTnLst>
                                    <p:anim calcmode="lin" valueType="num">
                                      <p:cBhvr>
                                        <p:cTn id="66" dur="500"/>
                                        <p:tgtEl>
                                          <p:spTgt spid="45058">
                                            <p:txEl>
                                              <p:pRg st="5" end="5"/>
                                            </p:txEl>
                                          </p:spTgt>
                                        </p:tgtEl>
                                        <p:attrNameLst>
                                          <p:attrName>ppt_x</p:attrName>
                                        </p:attrNameLst>
                                      </p:cBhvr>
                                      <p:tavLst>
                                        <p:tav tm="0">
                                          <p:val>
                                            <p:strVal val="ppt_x"/>
                                          </p:val>
                                        </p:tav>
                                        <p:tav tm="100000">
                                          <p:val>
                                            <p:strVal val="ppt_x-.2"/>
                                          </p:val>
                                        </p:tav>
                                      </p:tavLst>
                                    </p:anim>
                                    <p:anim calcmode="lin" valueType="num">
                                      <p:cBhvr>
                                        <p:cTn id="67" dur="500"/>
                                        <p:tgtEl>
                                          <p:spTgt spid="45058">
                                            <p:txEl>
                                              <p:pRg st="5" end="5"/>
                                            </p:txEl>
                                          </p:spTgt>
                                        </p:tgtEl>
                                        <p:attrNameLst>
                                          <p:attrName>ppt_y</p:attrName>
                                        </p:attrNameLst>
                                      </p:cBhvr>
                                      <p:tavLst>
                                        <p:tav tm="0">
                                          <p:val>
                                            <p:strVal val="ppt_y"/>
                                          </p:val>
                                        </p:tav>
                                        <p:tav tm="100000">
                                          <p:val>
                                            <p:strVal val="ppt_y"/>
                                          </p:val>
                                        </p:tav>
                                      </p:tavLst>
                                    </p:anim>
                                    <p:animEffect transition="out" filter="fade">
                                      <p:cBhvr>
                                        <p:cTn id="68" dur="500"/>
                                        <p:tgtEl>
                                          <p:spTgt spid="45058">
                                            <p:txEl>
                                              <p:pRg st="5" end="5"/>
                                            </p:txEl>
                                          </p:spTgt>
                                        </p:tgtEl>
                                      </p:cBhvr>
                                    </p:animEffect>
                                    <p:set>
                                      <p:cBhvr>
                                        <p:cTn id="69" dur="1" fill="hold">
                                          <p:stCondLst>
                                            <p:cond delay="499"/>
                                          </p:stCondLst>
                                        </p:cTn>
                                        <p:tgtEl>
                                          <p:spTgt spid="45058">
                                            <p:txEl>
                                              <p:pRg st="5" end="5"/>
                                            </p:txEl>
                                          </p:spTgt>
                                        </p:tgtEl>
                                        <p:attrNameLst>
                                          <p:attrName>style.visibility</p:attrName>
                                        </p:attrNameLst>
                                      </p:cBhvr>
                                      <p:to>
                                        <p:strVal val="hidden"/>
                                      </p:to>
                                    </p:set>
                                  </p:childTnLst>
                                </p:cTn>
                              </p:par>
                            </p:childTnLst>
                          </p:cTn>
                        </p:par>
                        <p:par>
                          <p:cTn id="70" fill="hold">
                            <p:stCondLst>
                              <p:cond delay="500"/>
                            </p:stCondLst>
                            <p:childTnLst>
                              <p:par>
                                <p:cTn id="71" presetID="1" presetClass="emph" presetSubtype="1" nodeType="afterEffect">
                                  <p:stCondLst>
                                    <p:cond delay="0"/>
                                  </p:stCondLst>
                                  <p:childTnLst>
                                    <p:set>
                                      <p:cBhvr>
                                        <p:cTn id="72" dur="indefinite"/>
                                        <p:tgtEl>
                                          <p:spTgt spid="45061"/>
                                        </p:tgtEl>
                                        <p:attrNameLst>
                                          <p:attrName>fillcolor</p:attrName>
                                        </p:attrNameLst>
                                      </p:cBhvr>
                                      <p:to>
                                        <p:clrVal>
                                          <a:srgbClr val="FFFF00"/>
                                        </p:clrVal>
                                      </p:to>
                                    </p:set>
                                    <p:set>
                                      <p:cBhvr>
                                        <p:cTn id="73" dur="indefinite"/>
                                        <p:tgtEl>
                                          <p:spTgt spid="45061"/>
                                        </p:tgtEl>
                                        <p:attrNameLst>
                                          <p:attrName>fill.type</p:attrName>
                                        </p:attrNameLst>
                                      </p:cBhvr>
                                      <p:to>
                                        <p:strVal val="solid"/>
                                      </p:to>
                                    </p:set>
                                    <p:set>
                                      <p:cBhvr>
                                        <p:cTn id="74" dur="indefinite"/>
                                        <p:tgtEl>
                                          <p:spTgt spid="45061"/>
                                        </p:tgtEl>
                                        <p:attrNameLst>
                                          <p:attrName>fill.on</p:attrName>
                                        </p:attrNameLst>
                                      </p:cBhvr>
                                      <p:to>
                                        <p:strVal val="true"/>
                                      </p:to>
                                    </p:set>
                                  </p:childTnLst>
                                </p:cTn>
                              </p:par>
                              <p:par>
                                <p:cTn id="75" presetID="3" presetClass="entr" presetSubtype="10" fill="hold" nodeType="withEffect">
                                  <p:stCondLst>
                                    <p:cond delay="0"/>
                                  </p:stCondLst>
                                  <p:childTnLst>
                                    <p:set>
                                      <p:cBhvr>
                                        <p:cTn id="76" dur="1" fill="hold">
                                          <p:stCondLst>
                                            <p:cond delay="0"/>
                                          </p:stCondLst>
                                        </p:cTn>
                                        <p:tgtEl>
                                          <p:spTgt spid="45063">
                                            <p:txEl>
                                              <p:pRg st="5" end="5"/>
                                            </p:txEl>
                                          </p:spTgt>
                                        </p:tgtEl>
                                        <p:attrNameLst>
                                          <p:attrName>style.visibility</p:attrName>
                                        </p:attrNameLst>
                                      </p:cBhvr>
                                      <p:to>
                                        <p:strVal val="visible"/>
                                      </p:to>
                                    </p:set>
                                    <p:animEffect transition="in" filter="blinds(horizontal)">
                                      <p:cBhvr>
                                        <p:cTn id="77" dur="500"/>
                                        <p:tgtEl>
                                          <p:spTgt spid="45063">
                                            <p:txEl>
                                              <p:pRg st="5" end="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9" presetClass="exit" presetSubtype="0" fill="hold" nodeType="clickEffect">
                                  <p:stCondLst>
                                    <p:cond delay="0"/>
                                  </p:stCondLst>
                                  <p:childTnLst>
                                    <p:anim calcmode="lin" valueType="num">
                                      <p:cBhvr>
                                        <p:cTn id="81" dur="500"/>
                                        <p:tgtEl>
                                          <p:spTgt spid="45058">
                                            <p:txEl>
                                              <p:pRg st="6" end="6"/>
                                            </p:txEl>
                                          </p:spTgt>
                                        </p:tgtEl>
                                        <p:attrNameLst>
                                          <p:attrName>ppt_x</p:attrName>
                                        </p:attrNameLst>
                                      </p:cBhvr>
                                      <p:tavLst>
                                        <p:tav tm="0">
                                          <p:val>
                                            <p:strVal val="ppt_x"/>
                                          </p:val>
                                        </p:tav>
                                        <p:tav tm="100000">
                                          <p:val>
                                            <p:strVal val="ppt_x-.2"/>
                                          </p:val>
                                        </p:tav>
                                      </p:tavLst>
                                    </p:anim>
                                    <p:anim calcmode="lin" valueType="num">
                                      <p:cBhvr>
                                        <p:cTn id="82" dur="500"/>
                                        <p:tgtEl>
                                          <p:spTgt spid="45058">
                                            <p:txEl>
                                              <p:pRg st="6" end="6"/>
                                            </p:txEl>
                                          </p:spTgt>
                                        </p:tgtEl>
                                        <p:attrNameLst>
                                          <p:attrName>ppt_y</p:attrName>
                                        </p:attrNameLst>
                                      </p:cBhvr>
                                      <p:tavLst>
                                        <p:tav tm="0">
                                          <p:val>
                                            <p:strVal val="ppt_y"/>
                                          </p:val>
                                        </p:tav>
                                        <p:tav tm="100000">
                                          <p:val>
                                            <p:strVal val="ppt_y"/>
                                          </p:val>
                                        </p:tav>
                                      </p:tavLst>
                                    </p:anim>
                                    <p:animEffect transition="out" filter="fade">
                                      <p:cBhvr>
                                        <p:cTn id="83" dur="500"/>
                                        <p:tgtEl>
                                          <p:spTgt spid="45058">
                                            <p:txEl>
                                              <p:pRg st="6" end="6"/>
                                            </p:txEl>
                                          </p:spTgt>
                                        </p:tgtEl>
                                      </p:cBhvr>
                                    </p:animEffect>
                                    <p:set>
                                      <p:cBhvr>
                                        <p:cTn id="84" dur="1" fill="hold">
                                          <p:stCondLst>
                                            <p:cond delay="499"/>
                                          </p:stCondLst>
                                        </p:cTn>
                                        <p:tgtEl>
                                          <p:spTgt spid="45058">
                                            <p:txEl>
                                              <p:pRg st="6" end="6"/>
                                            </p:txEl>
                                          </p:spTgt>
                                        </p:tgtEl>
                                        <p:attrNameLst>
                                          <p:attrName>style.visibility</p:attrName>
                                        </p:attrNameLst>
                                      </p:cBhvr>
                                      <p:to>
                                        <p:strVal val="hidden"/>
                                      </p:to>
                                    </p:set>
                                  </p:childTnLst>
                                </p:cTn>
                              </p:par>
                            </p:childTnLst>
                          </p:cTn>
                        </p:par>
                        <p:par>
                          <p:cTn id="85" fill="hold">
                            <p:stCondLst>
                              <p:cond delay="500"/>
                            </p:stCondLst>
                            <p:childTnLst>
                              <p:par>
                                <p:cTn id="86" presetID="1" presetClass="emph" presetSubtype="1" nodeType="afterEffect">
                                  <p:stCondLst>
                                    <p:cond delay="0"/>
                                  </p:stCondLst>
                                  <p:childTnLst>
                                    <p:set>
                                      <p:cBhvr>
                                        <p:cTn id="87" dur="indefinite"/>
                                        <p:tgtEl>
                                          <p:spTgt spid="45062"/>
                                        </p:tgtEl>
                                        <p:attrNameLst>
                                          <p:attrName>fillcolor</p:attrName>
                                        </p:attrNameLst>
                                      </p:cBhvr>
                                      <p:to>
                                        <p:clrVal>
                                          <a:srgbClr val="FFFF00"/>
                                        </p:clrVal>
                                      </p:to>
                                    </p:set>
                                    <p:set>
                                      <p:cBhvr>
                                        <p:cTn id="88" dur="indefinite"/>
                                        <p:tgtEl>
                                          <p:spTgt spid="45062"/>
                                        </p:tgtEl>
                                        <p:attrNameLst>
                                          <p:attrName>fill.type</p:attrName>
                                        </p:attrNameLst>
                                      </p:cBhvr>
                                      <p:to>
                                        <p:strVal val="solid"/>
                                      </p:to>
                                    </p:set>
                                    <p:set>
                                      <p:cBhvr>
                                        <p:cTn id="89" dur="indefinite"/>
                                        <p:tgtEl>
                                          <p:spTgt spid="45062"/>
                                        </p:tgtEl>
                                        <p:attrNameLst>
                                          <p:attrName>fill.on</p:attrName>
                                        </p:attrNameLst>
                                      </p:cBhvr>
                                      <p:to>
                                        <p:strVal val="true"/>
                                      </p:to>
                                    </p:set>
                                  </p:childTnLst>
                                </p:cTn>
                              </p:par>
                              <p:par>
                                <p:cTn id="90" presetID="3" presetClass="entr" presetSubtype="10" fill="hold" nodeType="withEffect">
                                  <p:stCondLst>
                                    <p:cond delay="0"/>
                                  </p:stCondLst>
                                  <p:childTnLst>
                                    <p:set>
                                      <p:cBhvr>
                                        <p:cTn id="91" dur="1" fill="hold">
                                          <p:stCondLst>
                                            <p:cond delay="0"/>
                                          </p:stCondLst>
                                        </p:cTn>
                                        <p:tgtEl>
                                          <p:spTgt spid="45063">
                                            <p:txEl>
                                              <p:pRg st="6" end="6"/>
                                            </p:txEl>
                                          </p:spTgt>
                                        </p:tgtEl>
                                        <p:attrNameLst>
                                          <p:attrName>style.visibility</p:attrName>
                                        </p:attrNameLst>
                                      </p:cBhvr>
                                      <p:to>
                                        <p:strVal val="visible"/>
                                      </p:to>
                                    </p:set>
                                    <p:animEffect transition="in" filter="blinds(horizontal)">
                                      <p:cBhvr>
                                        <p:cTn id="92" dur="500"/>
                                        <p:tgtEl>
                                          <p:spTgt spid="450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4"/>
          <p:cNvSpPr/>
          <p:nvPr/>
        </p:nvSpPr>
        <p:spPr>
          <a:xfrm>
            <a:off x="50165" y="-48260"/>
            <a:ext cx="8995410" cy="7830820"/>
          </a:xfrm>
          <a:prstGeom prst="rect">
            <a:avLst/>
          </a:prstGeom>
          <a:noFill/>
          <a:ln w="9525">
            <a:noFill/>
          </a:ln>
        </p:spPr>
        <p:txBody>
          <a:bodyPr>
            <a:noAutofit/>
          </a:bodyPr>
          <a:lstStyle/>
          <a:p>
            <a:pPr marL="342900" indent="-342900">
              <a:lnSpc>
                <a:spcPct val="110000"/>
              </a:lnSpc>
              <a:spcBef>
                <a:spcPct val="20000"/>
              </a:spcBef>
              <a:buClr>
                <a:srgbClr val="00007D"/>
              </a:buClr>
              <a:buSzPct val="75000"/>
              <a:buFont typeface="Wingdings" panose="05000000000000000000" pitchFamily="2" charset="2"/>
              <a:buNone/>
            </a:pPr>
            <a:r>
              <a:rPr lang="zh-CN" altLang="en-US" b="1" dirty="0">
                <a:solidFill>
                  <a:srgbClr val="0000FF"/>
                </a:solidFill>
                <a:latin typeface="Times New Roman" panose="02020603050405020304" pitchFamily="18" charset="0"/>
                <a:ea typeface="楷体_GB2312"/>
              </a:rPr>
              <a:t>注：</a:t>
            </a:r>
          </a:p>
          <a:p>
            <a:pPr marL="342900" indent="-342900">
              <a:lnSpc>
                <a:spcPct val="110000"/>
              </a:lnSpc>
              <a:spcBef>
                <a:spcPct val="20000"/>
              </a:spcBef>
              <a:buClr>
                <a:srgbClr val="0000FF"/>
              </a:buClr>
              <a:buFont typeface="Wingdings" panose="05000000000000000000" pitchFamily="2" charset="2"/>
              <a:buChar char="p"/>
            </a:pPr>
            <a:r>
              <a:rPr lang="zh-CN" altLang="en-US" b="1" dirty="0">
                <a:solidFill>
                  <a:srgbClr val="000000"/>
                </a:solidFill>
                <a:latin typeface="Times New Roman" panose="02020603050405020304" pitchFamily="18" charset="0"/>
                <a:ea typeface="楷体_GB2312"/>
              </a:rPr>
              <a:t>给定向量组 </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en-US" altLang="zh-CN" i="1" baseline="-25000" dirty="0">
                <a:solidFill>
                  <a:srgbClr val="000000"/>
                </a:solidFill>
                <a:ea typeface="楷体_GB2312"/>
                <a:sym typeface="+mn-ea"/>
              </a:rPr>
              <a:t> </a:t>
            </a:r>
            <a:r>
              <a:rPr lang="zh-CN" altLang="en-US" b="1" dirty="0">
                <a:solidFill>
                  <a:srgbClr val="000000"/>
                </a:solidFill>
                <a:latin typeface="Times New Roman" panose="02020603050405020304" pitchFamily="18" charset="0"/>
                <a:ea typeface="楷体_GB2312"/>
              </a:rPr>
              <a:t>，不是线性相关，就是线性无关，两者必居其一．</a:t>
            </a:r>
          </a:p>
          <a:p>
            <a:pPr marL="342900" indent="-342900">
              <a:lnSpc>
                <a:spcPct val="110000"/>
              </a:lnSpc>
              <a:spcBef>
                <a:spcPct val="20000"/>
              </a:spcBef>
              <a:buClr>
                <a:srgbClr val="0000FF"/>
              </a:buClr>
              <a:buFont typeface="Wingdings" panose="05000000000000000000" pitchFamily="2" charset="2"/>
              <a:buChar char="p"/>
            </a:pPr>
            <a:r>
              <a:rPr lang="zh-CN" altLang="en-US" b="1" dirty="0">
                <a:solidFill>
                  <a:srgbClr val="000000"/>
                </a:solidFill>
                <a:latin typeface="Times New Roman" panose="02020603050405020304" pitchFamily="18" charset="0"/>
                <a:ea typeface="楷体_GB2312"/>
              </a:rPr>
              <a:t>向量组 </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en-US" altLang="zh-CN" b="1" i="1" baseline="-25000"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线性相关，通常是指 </a:t>
            </a:r>
            <a:r>
              <a:rPr lang="en-US" altLang="zh-CN" b="1" i="1" dirty="0">
                <a:solidFill>
                  <a:srgbClr val="000000"/>
                </a:solidFill>
                <a:latin typeface="Times New Roman" panose="02020603050405020304" pitchFamily="18" charset="0"/>
                <a:ea typeface="楷体_GB2312"/>
              </a:rPr>
              <a:t>m</a:t>
            </a:r>
            <a:r>
              <a:rPr lang="en-US" altLang="zh-CN" b="1" dirty="0">
                <a:solidFill>
                  <a:srgbClr val="000000"/>
                </a:solidFill>
                <a:latin typeface="Times New Roman" panose="02020603050405020304" pitchFamily="18" charset="0"/>
                <a:ea typeface="楷体_GB2312"/>
              </a:rPr>
              <a:t> ≥2 </a:t>
            </a:r>
            <a:r>
              <a:rPr lang="zh-CN" altLang="en-US" b="1" dirty="0">
                <a:solidFill>
                  <a:srgbClr val="000000"/>
                </a:solidFill>
                <a:latin typeface="Times New Roman" panose="02020603050405020304" pitchFamily="18" charset="0"/>
                <a:ea typeface="楷体_GB2312"/>
              </a:rPr>
              <a:t>的情形</a:t>
            </a:r>
            <a:r>
              <a:rPr lang="en-US" altLang="zh-CN" b="1" dirty="0">
                <a:solidFill>
                  <a:srgbClr val="000000"/>
                </a:solidFill>
                <a:latin typeface="楷体_GB2312"/>
                <a:ea typeface="楷体_GB2312"/>
              </a:rPr>
              <a:t>.</a:t>
            </a:r>
          </a:p>
          <a:p>
            <a:pPr marL="342900" indent="-342900">
              <a:lnSpc>
                <a:spcPct val="110000"/>
              </a:lnSpc>
              <a:spcBef>
                <a:spcPct val="20000"/>
              </a:spcBef>
              <a:buClr>
                <a:srgbClr val="0000FF"/>
              </a:buClr>
              <a:buFont typeface="Wingdings" panose="05000000000000000000" pitchFamily="2" charset="2"/>
              <a:buChar char="p"/>
            </a:pPr>
            <a:r>
              <a:rPr lang="zh-CN" altLang="en-US" b="1" dirty="0">
                <a:solidFill>
                  <a:srgbClr val="000000"/>
                </a:solidFill>
                <a:latin typeface="Times New Roman" panose="02020603050405020304" pitchFamily="18" charset="0"/>
                <a:ea typeface="楷体_GB2312"/>
              </a:rPr>
              <a:t>若向量组</a:t>
            </a:r>
            <a:r>
              <a:rPr lang="zh-CN" altLang="en-US" b="1" dirty="0">
                <a:solidFill>
                  <a:srgbClr val="FF0000"/>
                </a:solidFill>
                <a:latin typeface="Times New Roman" panose="02020603050405020304" pitchFamily="18" charset="0"/>
                <a:ea typeface="楷体_GB2312"/>
              </a:rPr>
              <a:t>只包含一个</a:t>
            </a:r>
            <a:r>
              <a:rPr lang="zh-CN" altLang="en-US" b="1" dirty="0">
                <a:solidFill>
                  <a:srgbClr val="000000"/>
                </a:solidFill>
                <a:latin typeface="Times New Roman" panose="02020603050405020304" pitchFamily="18" charset="0"/>
                <a:ea typeface="楷体_GB2312"/>
              </a:rPr>
              <a:t>向量：当</a:t>
            </a:r>
            <a:r>
              <a:rPr lang="en-US" altLang="zh-CN" i="1" dirty="0">
                <a:sym typeface="+mn-ea"/>
              </a:rPr>
              <a:t>α</a:t>
            </a:r>
            <a:r>
              <a:rPr lang="zh-CN" altLang="en-US" b="1" dirty="0">
                <a:solidFill>
                  <a:srgbClr val="000000"/>
                </a:solidFill>
                <a:latin typeface="Times New Roman" panose="02020603050405020304" pitchFamily="18" charset="0"/>
                <a:ea typeface="楷体_GB2312"/>
              </a:rPr>
              <a:t>是</a:t>
            </a:r>
            <a:r>
              <a:rPr lang="zh-CN" altLang="en-US" b="1" dirty="0">
                <a:solidFill>
                  <a:srgbClr val="FF0000"/>
                </a:solidFill>
                <a:latin typeface="Times New Roman" panose="02020603050405020304" pitchFamily="18" charset="0"/>
                <a:ea typeface="楷体_GB2312"/>
              </a:rPr>
              <a:t>零向量</a:t>
            </a:r>
            <a:r>
              <a:rPr lang="zh-CN" altLang="en-US" b="1" dirty="0">
                <a:solidFill>
                  <a:srgbClr val="000000"/>
                </a:solidFill>
                <a:latin typeface="Times New Roman" panose="02020603050405020304" pitchFamily="18" charset="0"/>
                <a:ea typeface="楷体_GB2312"/>
              </a:rPr>
              <a:t>时，线性相关；当</a:t>
            </a:r>
            <a:r>
              <a:rPr lang="en-US" altLang="zh-CN" i="1" dirty="0">
                <a:sym typeface="+mn-ea"/>
              </a:rPr>
              <a:t>α</a:t>
            </a:r>
            <a:r>
              <a:rPr lang="zh-CN" altLang="en-US" b="1" dirty="0">
                <a:solidFill>
                  <a:srgbClr val="000000"/>
                </a:solidFill>
                <a:latin typeface="Times New Roman" panose="02020603050405020304" pitchFamily="18" charset="0"/>
                <a:ea typeface="楷体_GB2312"/>
              </a:rPr>
              <a:t>不是</a:t>
            </a:r>
            <a:r>
              <a:rPr lang="zh-CN" altLang="en-US" b="1" dirty="0">
                <a:solidFill>
                  <a:srgbClr val="FF0000"/>
                </a:solidFill>
                <a:latin typeface="Times New Roman" panose="02020603050405020304" pitchFamily="18" charset="0"/>
                <a:ea typeface="楷体_GB2312"/>
              </a:rPr>
              <a:t>零向量</a:t>
            </a:r>
            <a:r>
              <a:rPr lang="zh-CN" altLang="en-US" b="1" dirty="0">
                <a:solidFill>
                  <a:srgbClr val="000000"/>
                </a:solidFill>
                <a:latin typeface="Times New Roman" panose="02020603050405020304" pitchFamily="18" charset="0"/>
                <a:ea typeface="楷体_GB2312"/>
              </a:rPr>
              <a:t>时，线性无关．</a:t>
            </a:r>
          </a:p>
          <a:p>
            <a:pPr marL="342900" indent="-342900">
              <a:lnSpc>
                <a:spcPct val="110000"/>
              </a:lnSpc>
              <a:spcBef>
                <a:spcPct val="20000"/>
              </a:spcBef>
              <a:buClr>
                <a:srgbClr val="0000FF"/>
              </a:buClr>
              <a:buFont typeface="Wingdings" panose="05000000000000000000" pitchFamily="2" charset="2"/>
              <a:buChar char="p"/>
            </a:pPr>
            <a:r>
              <a:rPr lang="zh-CN" altLang="en-US" b="1" dirty="0">
                <a:solidFill>
                  <a:srgbClr val="000000"/>
                </a:solidFill>
                <a:latin typeface="Times New Roman" panose="02020603050405020304" pitchFamily="18" charset="0"/>
                <a:ea typeface="楷体_GB2312"/>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en-US" altLang="zh-CN" b="1" i="1" baseline="-25000" dirty="0">
                <a:solidFill>
                  <a:srgbClr val="000000"/>
                </a:solidFill>
                <a:latin typeface="Times New Roman" panose="02020603050405020304" pitchFamily="18" charset="0"/>
                <a:ea typeface="楷体_GB2312"/>
              </a:rPr>
              <a:t>  </a:t>
            </a:r>
            <a:r>
              <a:rPr lang="en-US" altLang="zh-CN" b="1" dirty="0">
                <a:solidFill>
                  <a:srgbClr val="000000"/>
                </a:solidFill>
                <a:latin typeface="Times New Roman" panose="02020603050405020304" pitchFamily="18" charset="0"/>
                <a:ea typeface="楷体_GB2312"/>
              </a:rPr>
              <a:t>(</a:t>
            </a:r>
            <a:r>
              <a:rPr lang="en-US" altLang="zh-CN" b="1" i="1" dirty="0">
                <a:solidFill>
                  <a:srgbClr val="000000"/>
                </a:solidFill>
                <a:latin typeface="Times New Roman" panose="02020603050405020304" pitchFamily="18" charset="0"/>
                <a:ea typeface="楷体_GB2312"/>
              </a:rPr>
              <a:t>m</a:t>
            </a:r>
            <a:r>
              <a:rPr lang="en-US" altLang="zh-CN" b="1" dirty="0">
                <a:solidFill>
                  <a:srgbClr val="000000"/>
                </a:solidFill>
                <a:latin typeface="Times New Roman" panose="02020603050405020304" pitchFamily="18" charset="0"/>
                <a:ea typeface="楷体_GB2312"/>
              </a:rPr>
              <a:t> ≥2) </a:t>
            </a:r>
            <a:r>
              <a:rPr lang="zh-CN" altLang="en-US" b="1" dirty="0">
                <a:solidFill>
                  <a:srgbClr val="000000"/>
                </a:solidFill>
                <a:latin typeface="Times New Roman" panose="02020603050405020304" pitchFamily="18" charset="0"/>
                <a:ea typeface="楷体_GB2312"/>
              </a:rPr>
              <a:t>线性相关，也就是向量组 中，至少有一个向量能由其余 </a:t>
            </a:r>
            <a:r>
              <a:rPr lang="en-US" altLang="zh-CN" b="1" i="1" dirty="0">
                <a:solidFill>
                  <a:srgbClr val="000000"/>
                </a:solidFill>
                <a:latin typeface="Times New Roman" panose="02020603050405020304" pitchFamily="18" charset="0"/>
                <a:ea typeface="楷体_GB2312"/>
              </a:rPr>
              <a:t>m</a:t>
            </a:r>
            <a:r>
              <a:rPr lang="zh-CN" altLang="en-US" b="1" dirty="0">
                <a:solidFill>
                  <a:srgbClr val="000000"/>
                </a:solidFill>
                <a:latin typeface="Times New Roman" panose="02020603050405020304" pitchFamily="18" charset="0"/>
                <a:ea typeface="楷体_GB2312"/>
              </a:rPr>
              <a:t>－</a:t>
            </a:r>
            <a:r>
              <a:rPr lang="en-US" altLang="zh-CN" b="1" dirty="0">
                <a:solidFill>
                  <a:srgbClr val="000000"/>
                </a:solidFill>
                <a:latin typeface="Times New Roman" panose="02020603050405020304" pitchFamily="18" charset="0"/>
                <a:ea typeface="楷体_GB2312"/>
              </a:rPr>
              <a:t>1 </a:t>
            </a:r>
            <a:r>
              <a:rPr lang="zh-CN" altLang="en-US" b="1" dirty="0">
                <a:solidFill>
                  <a:srgbClr val="000000"/>
                </a:solidFill>
                <a:latin typeface="Times New Roman" panose="02020603050405020304" pitchFamily="18" charset="0"/>
                <a:ea typeface="楷体_GB2312"/>
              </a:rPr>
              <a:t>个向量线性表示．</a:t>
            </a:r>
          </a:p>
          <a:p>
            <a:pPr marL="342900" indent="-342900">
              <a:lnSpc>
                <a:spcPct val="110000"/>
              </a:lnSpc>
              <a:spcBef>
                <a:spcPct val="20000"/>
              </a:spcBef>
              <a:buClr>
                <a:srgbClr val="0000FF"/>
              </a:buClr>
              <a:buFont typeface="Wingdings" panose="05000000000000000000" pitchFamily="2" charset="2"/>
              <a:buNone/>
            </a:pPr>
            <a:r>
              <a:rPr lang="zh-CN" altLang="en-US" b="1" dirty="0">
                <a:solidFill>
                  <a:srgbClr val="000000"/>
                </a:solidFill>
                <a:latin typeface="Times New Roman" panose="02020603050405020304" pitchFamily="18" charset="0"/>
                <a:ea typeface="楷体_GB2312"/>
              </a:rPr>
              <a:t>	特别地，几何意义</a:t>
            </a:r>
          </a:p>
          <a:p>
            <a:pPr marL="742950" lvl="1" indent="-285750">
              <a:lnSpc>
                <a:spcPct val="110000"/>
              </a:lnSpc>
              <a:spcBef>
                <a:spcPct val="20000"/>
              </a:spcBef>
              <a:buClr>
                <a:srgbClr val="0000FF"/>
              </a:buClr>
              <a:buFont typeface="Wingdings" panose="05000000000000000000" pitchFamily="2" charset="2"/>
              <a:buBlip>
                <a:blip r:embed="rId2"/>
              </a:buBlip>
            </a:pPr>
            <a:r>
              <a:rPr lang="en-US" altLang="zh-CN" i="1" dirty="0">
                <a:solidFill>
                  <a:srgbClr val="3333FF"/>
                </a:solidFill>
                <a:ea typeface="楷体_GB2312"/>
                <a:sym typeface="+mn-ea"/>
              </a:rPr>
              <a:t>α</a:t>
            </a:r>
            <a:r>
              <a:rPr lang="en-US" altLang="zh-CN" b="1" baseline="-25000" dirty="0">
                <a:solidFill>
                  <a:srgbClr val="3333FF"/>
                </a:solidFill>
                <a:latin typeface="Times New Roman" panose="02020603050405020304" pitchFamily="18" charset="0"/>
                <a:ea typeface="楷体_GB2312"/>
              </a:rPr>
              <a:t>1</a:t>
            </a:r>
            <a:r>
              <a:rPr lang="en-US" altLang="zh-CN" b="1" dirty="0">
                <a:solidFill>
                  <a:srgbClr val="3333FF"/>
                </a:solidFill>
                <a:latin typeface="Times New Roman" panose="02020603050405020304" pitchFamily="18" charset="0"/>
                <a:ea typeface="楷体_GB2312"/>
              </a:rPr>
              <a:t>, </a:t>
            </a:r>
            <a:r>
              <a:rPr lang="en-US" altLang="zh-CN" i="1" dirty="0">
                <a:solidFill>
                  <a:srgbClr val="3333FF"/>
                </a:solidFill>
                <a:ea typeface="楷体_GB2312"/>
                <a:sym typeface="+mn-ea"/>
              </a:rPr>
              <a:t>α</a:t>
            </a:r>
            <a:r>
              <a:rPr lang="en-US" altLang="zh-CN" b="1" baseline="-25000" dirty="0">
                <a:solidFill>
                  <a:srgbClr val="3333FF"/>
                </a:solidFill>
                <a:latin typeface="Times New Roman" panose="02020603050405020304" pitchFamily="18" charset="0"/>
                <a:ea typeface="楷体_GB2312"/>
              </a:rPr>
              <a:t>2 </a:t>
            </a:r>
            <a:r>
              <a:rPr lang="zh-CN" altLang="en-US" b="1" dirty="0">
                <a:solidFill>
                  <a:srgbClr val="3333FF"/>
                </a:solidFill>
                <a:latin typeface="Times New Roman" panose="02020603050405020304" pitchFamily="18" charset="0"/>
                <a:ea typeface="楷体_GB2312"/>
              </a:rPr>
              <a:t>线性相关当且仅当 </a:t>
            </a:r>
            <a:r>
              <a:rPr lang="en-US" altLang="zh-CN" i="1" dirty="0">
                <a:solidFill>
                  <a:srgbClr val="3333FF"/>
                </a:solidFill>
                <a:ea typeface="楷体_GB2312"/>
                <a:sym typeface="+mn-ea"/>
              </a:rPr>
              <a:t>α</a:t>
            </a:r>
            <a:r>
              <a:rPr lang="en-US" altLang="zh-CN" baseline="-25000" dirty="0">
                <a:solidFill>
                  <a:srgbClr val="3333FF"/>
                </a:solidFill>
                <a:ea typeface="楷体_GB2312"/>
                <a:sym typeface="+mn-ea"/>
              </a:rPr>
              <a:t>1</a:t>
            </a:r>
            <a:r>
              <a:rPr lang="en-US" altLang="zh-CN" dirty="0">
                <a:solidFill>
                  <a:srgbClr val="3333FF"/>
                </a:solidFill>
                <a:ea typeface="楷体_GB2312"/>
                <a:sym typeface="+mn-ea"/>
              </a:rPr>
              <a:t>, </a:t>
            </a:r>
            <a:r>
              <a:rPr lang="en-US" altLang="zh-CN" i="1" dirty="0">
                <a:solidFill>
                  <a:srgbClr val="3333FF"/>
                </a:solidFill>
                <a:ea typeface="楷体_GB2312"/>
                <a:sym typeface="+mn-ea"/>
              </a:rPr>
              <a:t>α</a:t>
            </a:r>
            <a:r>
              <a:rPr lang="en-US" altLang="zh-CN" baseline="-25000" dirty="0">
                <a:solidFill>
                  <a:srgbClr val="3333FF"/>
                </a:solidFill>
                <a:ea typeface="楷体_GB2312"/>
                <a:sym typeface="+mn-ea"/>
              </a:rPr>
              <a:t>2</a:t>
            </a:r>
            <a:r>
              <a:rPr lang="en-US" altLang="zh-CN" b="1" baseline="-25000" dirty="0">
                <a:solidFill>
                  <a:srgbClr val="3333FF"/>
                </a:solidFill>
                <a:latin typeface="Times New Roman" panose="02020603050405020304" pitchFamily="18" charset="0"/>
                <a:ea typeface="楷体_GB2312"/>
              </a:rPr>
              <a:t> </a:t>
            </a:r>
            <a:r>
              <a:rPr lang="zh-CN" altLang="en-US" b="1" dirty="0">
                <a:solidFill>
                  <a:srgbClr val="3333FF"/>
                </a:solidFill>
                <a:latin typeface="Times New Roman" panose="02020603050405020304" pitchFamily="18" charset="0"/>
                <a:ea typeface="楷体_GB2312"/>
              </a:rPr>
              <a:t>的分量对应成比例，其几何意义是两向量共线．</a:t>
            </a:r>
          </a:p>
          <a:p>
            <a:pPr marL="742950" lvl="1" indent="-285750">
              <a:lnSpc>
                <a:spcPct val="110000"/>
              </a:lnSpc>
              <a:spcBef>
                <a:spcPct val="20000"/>
              </a:spcBef>
              <a:buClr>
                <a:srgbClr val="0000FF"/>
              </a:buClr>
              <a:buFont typeface="Wingdings" panose="05000000000000000000" pitchFamily="2" charset="2"/>
              <a:buBlip>
                <a:blip r:embed="rId2"/>
              </a:buBlip>
            </a:pPr>
            <a:r>
              <a:rPr lang="en-US" altLang="zh-CN" i="1" dirty="0">
                <a:solidFill>
                  <a:srgbClr val="3333FF"/>
                </a:solidFill>
                <a:ea typeface="楷体_GB2312"/>
                <a:sym typeface="+mn-ea"/>
              </a:rPr>
              <a:t>α</a:t>
            </a:r>
            <a:r>
              <a:rPr lang="en-US" altLang="zh-CN" baseline="-25000" dirty="0">
                <a:solidFill>
                  <a:srgbClr val="3333FF"/>
                </a:solidFill>
                <a:ea typeface="楷体_GB2312"/>
                <a:sym typeface="+mn-ea"/>
              </a:rPr>
              <a:t>1</a:t>
            </a:r>
            <a:r>
              <a:rPr lang="en-US" altLang="zh-CN" dirty="0">
                <a:solidFill>
                  <a:srgbClr val="3333FF"/>
                </a:solidFill>
                <a:ea typeface="楷体_GB2312"/>
                <a:sym typeface="+mn-ea"/>
              </a:rPr>
              <a:t>, </a:t>
            </a:r>
            <a:r>
              <a:rPr lang="en-US" altLang="zh-CN" i="1" dirty="0">
                <a:solidFill>
                  <a:srgbClr val="3333FF"/>
                </a:solidFill>
                <a:ea typeface="楷体_GB2312"/>
                <a:sym typeface="+mn-ea"/>
              </a:rPr>
              <a:t>α</a:t>
            </a:r>
            <a:r>
              <a:rPr lang="en-US" altLang="zh-CN" baseline="-25000" dirty="0">
                <a:solidFill>
                  <a:srgbClr val="3333FF"/>
                </a:solidFill>
                <a:ea typeface="楷体_GB2312"/>
                <a:sym typeface="+mn-ea"/>
              </a:rPr>
              <a:t>2</a:t>
            </a:r>
            <a:r>
              <a:rPr lang="en-US" altLang="zh-CN" b="1" dirty="0">
                <a:solidFill>
                  <a:srgbClr val="3333FF"/>
                </a:solidFill>
                <a:latin typeface="Times New Roman" panose="02020603050405020304" pitchFamily="18" charset="0"/>
                <a:ea typeface="楷体_GB2312"/>
              </a:rPr>
              <a:t>, </a:t>
            </a:r>
            <a:r>
              <a:rPr lang="en-US" altLang="zh-CN" i="1" dirty="0">
                <a:solidFill>
                  <a:srgbClr val="3333FF"/>
                </a:solidFill>
                <a:ea typeface="楷体_GB2312"/>
                <a:sym typeface="+mn-ea"/>
              </a:rPr>
              <a:t>α</a:t>
            </a:r>
            <a:r>
              <a:rPr lang="en-US" altLang="zh-CN" b="1" baseline="-25000" dirty="0">
                <a:solidFill>
                  <a:srgbClr val="3333FF"/>
                </a:solidFill>
                <a:latin typeface="Times New Roman" panose="02020603050405020304" pitchFamily="18" charset="0"/>
                <a:ea typeface="楷体_GB2312"/>
              </a:rPr>
              <a:t>3</a:t>
            </a:r>
            <a:r>
              <a:rPr lang="en-US" altLang="zh-CN" b="1" i="1" baseline="-25000" dirty="0">
                <a:solidFill>
                  <a:srgbClr val="3333FF"/>
                </a:solidFill>
                <a:latin typeface="Times New Roman" panose="02020603050405020304" pitchFamily="18" charset="0"/>
                <a:ea typeface="楷体_GB2312"/>
              </a:rPr>
              <a:t> </a:t>
            </a:r>
            <a:r>
              <a:rPr lang="zh-CN" altLang="en-US" b="1" dirty="0">
                <a:solidFill>
                  <a:srgbClr val="3333FF"/>
                </a:solidFill>
                <a:latin typeface="Times New Roman" panose="02020603050405020304" pitchFamily="18" charset="0"/>
                <a:ea typeface="楷体_GB2312"/>
              </a:rPr>
              <a:t>线性相关的几何意义是三个向量共面．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7892">
                                            <p:txEl>
                                              <p:pRg st="0" end="0"/>
                                            </p:txEl>
                                          </p:spTgt>
                                        </p:tgtEl>
                                        <p:attrNameLst>
                                          <p:attrName>style.visibility</p:attrName>
                                        </p:attrNameLst>
                                      </p:cBhvr>
                                      <p:to>
                                        <p:strVal val="visible"/>
                                      </p:to>
                                    </p:set>
                                    <p:animEffect transition="in" filter="wipe(down)">
                                      <p:cBhvr>
                                        <p:cTn id="7" dur="500"/>
                                        <p:tgtEl>
                                          <p:spTgt spid="37892">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7892">
                                            <p:txEl>
                                              <p:pRg st="1" end="1"/>
                                            </p:txEl>
                                          </p:spTgt>
                                        </p:tgtEl>
                                        <p:attrNameLst>
                                          <p:attrName>style.visibility</p:attrName>
                                        </p:attrNameLst>
                                      </p:cBhvr>
                                      <p:to>
                                        <p:strVal val="visible"/>
                                      </p:to>
                                    </p:set>
                                    <p:animEffect transition="in" filter="wipe(down)">
                                      <p:cBhvr>
                                        <p:cTn id="10" dur="500"/>
                                        <p:tgtEl>
                                          <p:spTgt spid="3789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7892">
                                            <p:txEl>
                                              <p:pRg st="2" end="2"/>
                                            </p:txEl>
                                          </p:spTgt>
                                        </p:tgtEl>
                                        <p:attrNameLst>
                                          <p:attrName>style.visibility</p:attrName>
                                        </p:attrNameLst>
                                      </p:cBhvr>
                                      <p:to>
                                        <p:strVal val="visible"/>
                                      </p:to>
                                    </p:set>
                                    <p:animEffect transition="in" filter="wipe(down)">
                                      <p:cBhvr>
                                        <p:cTn id="15" dur="500"/>
                                        <p:tgtEl>
                                          <p:spTgt spid="3789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7892">
                                            <p:txEl>
                                              <p:pRg st="3" end="3"/>
                                            </p:txEl>
                                          </p:spTgt>
                                        </p:tgtEl>
                                        <p:attrNameLst>
                                          <p:attrName>style.visibility</p:attrName>
                                        </p:attrNameLst>
                                      </p:cBhvr>
                                      <p:to>
                                        <p:strVal val="visible"/>
                                      </p:to>
                                    </p:set>
                                    <p:animEffect transition="in" filter="wipe(down)">
                                      <p:cBhvr>
                                        <p:cTn id="20" dur="500"/>
                                        <p:tgtEl>
                                          <p:spTgt spid="3789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7892">
                                            <p:txEl>
                                              <p:pRg st="4" end="4"/>
                                            </p:txEl>
                                          </p:spTgt>
                                        </p:tgtEl>
                                        <p:attrNameLst>
                                          <p:attrName>style.visibility</p:attrName>
                                        </p:attrNameLst>
                                      </p:cBhvr>
                                      <p:to>
                                        <p:strVal val="visible"/>
                                      </p:to>
                                    </p:set>
                                    <p:animEffect transition="in" filter="wipe(down)">
                                      <p:cBhvr>
                                        <p:cTn id="25" dur="500"/>
                                        <p:tgtEl>
                                          <p:spTgt spid="3789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37892">
                                            <p:txEl>
                                              <p:pRg st="5" end="5"/>
                                            </p:txEl>
                                          </p:spTgt>
                                        </p:tgtEl>
                                        <p:attrNameLst>
                                          <p:attrName>style.visibility</p:attrName>
                                        </p:attrNameLst>
                                      </p:cBhvr>
                                      <p:to>
                                        <p:strVal val="visible"/>
                                      </p:to>
                                    </p:set>
                                    <p:animEffect transition="in" filter="barn(inVertical)">
                                      <p:cBhvr>
                                        <p:cTn id="30" dur="500"/>
                                        <p:tgtEl>
                                          <p:spTgt spid="37892">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7892">
                                            <p:txEl>
                                              <p:pRg st="6" end="6"/>
                                            </p:txEl>
                                          </p:spTgt>
                                        </p:tgtEl>
                                        <p:attrNameLst>
                                          <p:attrName>style.visibility</p:attrName>
                                        </p:attrNameLst>
                                      </p:cBhvr>
                                      <p:to>
                                        <p:strVal val="visible"/>
                                      </p:to>
                                    </p:set>
                                    <p:animEffect transition="in" filter="wipe(down)">
                                      <p:cBhvr>
                                        <p:cTn id="35" dur="500"/>
                                        <p:tgtEl>
                                          <p:spTgt spid="37892">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37892">
                                            <p:txEl>
                                              <p:pRg st="7" end="7"/>
                                            </p:txEl>
                                          </p:spTgt>
                                        </p:tgtEl>
                                        <p:attrNameLst>
                                          <p:attrName>style.visibility</p:attrName>
                                        </p:attrNameLst>
                                      </p:cBhvr>
                                      <p:to>
                                        <p:strVal val="visible"/>
                                      </p:to>
                                    </p:set>
                                    <p:animEffect transition="in" filter="wipe(down)">
                                      <p:cBhvr>
                                        <p:cTn id="40" dur="500"/>
                                        <p:tgtEl>
                                          <p:spTgt spid="3789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44" name="Rectangle 16"/>
          <p:cNvSpPr/>
          <p:nvPr/>
        </p:nvSpPr>
        <p:spPr>
          <a:xfrm>
            <a:off x="457200" y="188595"/>
            <a:ext cx="8229600" cy="2019300"/>
          </a:xfrm>
          <a:prstGeom prst="rect">
            <a:avLst/>
          </a:prstGeom>
          <a:noFill/>
          <a:ln w="9525">
            <a:noFill/>
          </a:ln>
        </p:spPr>
        <p:txBody>
          <a:bodyPr>
            <a:noAutofit/>
          </a:bodyPr>
          <a:lstStyle/>
          <a:p>
            <a:pPr marL="609600" indent="-609600">
              <a:lnSpc>
                <a:spcPct val="110000"/>
              </a:lnSpc>
              <a:spcBef>
                <a:spcPct val="20000"/>
              </a:spcBef>
              <a:buClr>
                <a:srgbClr val="00007D"/>
              </a:buClr>
              <a:buSzPct val="75000"/>
              <a:buFont typeface="Wingdings" panose="05000000000000000000" pitchFamily="2" charset="2"/>
            </a:pPr>
            <a:r>
              <a:rPr lang="zh-CN" altLang="en-US" b="1" dirty="0">
                <a:solidFill>
                  <a:srgbClr val="FF0000"/>
                </a:solidFill>
                <a:latin typeface="Times New Roman" panose="02020603050405020304" pitchFamily="18" charset="0"/>
                <a:ea typeface="楷体_GB2312"/>
              </a:rPr>
              <a:t>例3.3.</a:t>
            </a:r>
            <a:r>
              <a:rPr lang="en-US" altLang="zh-CN" b="1" dirty="0">
                <a:solidFill>
                  <a:srgbClr val="FF0000"/>
                </a:solidFill>
                <a:latin typeface="Times New Roman" panose="02020603050405020304" pitchFamily="18" charset="0"/>
                <a:ea typeface="楷体_GB2312"/>
              </a:rPr>
              <a:t>6</a:t>
            </a:r>
            <a:r>
              <a:rPr lang="zh-CN" altLang="en-US" b="1" dirty="0">
                <a:solidFill>
                  <a:srgbClr val="0000FF"/>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证明向量组</a:t>
            </a:r>
            <a:r>
              <a:rPr lang="en-US" altLang="zh-CN" i="1" dirty="0">
                <a:sym typeface="+mn-ea"/>
              </a:rPr>
              <a:t>α</a:t>
            </a:r>
            <a:r>
              <a:rPr lang="en-US" altLang="zh-CN" baseline="-25000" dirty="0">
                <a:sym typeface="+mn-ea"/>
              </a:rPr>
              <a:t>1</a:t>
            </a:r>
            <a:r>
              <a:rPr lang="en-US" altLang="zh-CN" dirty="0">
                <a:sym typeface="+mn-ea"/>
              </a:rPr>
              <a:t>=(1,1,1), </a:t>
            </a:r>
            <a:r>
              <a:rPr lang="en-US" altLang="zh-CN" i="1" dirty="0">
                <a:sym typeface="+mn-ea"/>
              </a:rPr>
              <a:t>α</a:t>
            </a:r>
            <a:r>
              <a:rPr lang="en-US" altLang="zh-CN" baseline="-25000" dirty="0">
                <a:sym typeface="+mn-ea"/>
              </a:rPr>
              <a:t>2</a:t>
            </a:r>
            <a:r>
              <a:rPr lang="en-US" altLang="zh-CN" dirty="0">
                <a:sym typeface="+mn-ea"/>
              </a:rPr>
              <a:t>=(1,-1,0), </a:t>
            </a:r>
            <a:r>
              <a:rPr lang="en-US" altLang="zh-CN" i="1" dirty="0">
                <a:sym typeface="+mn-ea"/>
              </a:rPr>
              <a:t>α</a:t>
            </a:r>
            <a:r>
              <a:rPr lang="en-US" altLang="zh-CN" baseline="-25000" dirty="0">
                <a:sym typeface="+mn-ea"/>
              </a:rPr>
              <a:t>3</a:t>
            </a:r>
            <a:r>
              <a:rPr lang="en-US" altLang="zh-CN" dirty="0">
                <a:sym typeface="+mn-ea"/>
              </a:rPr>
              <a:t>=(1,1,-1)</a:t>
            </a:r>
            <a:r>
              <a:rPr lang="zh-CN" altLang="en-US" b="1" dirty="0">
                <a:solidFill>
                  <a:srgbClr val="000000"/>
                </a:solidFill>
                <a:latin typeface="Times New Roman" panose="02020603050405020304" pitchFamily="18" charset="0"/>
                <a:ea typeface="楷体_GB2312"/>
              </a:rPr>
              <a:t>线性无关．</a:t>
            </a:r>
          </a:p>
          <a:p>
            <a:pPr marL="609600" indent="-609600">
              <a:lnSpc>
                <a:spcPct val="110000"/>
              </a:lnSpc>
              <a:spcBef>
                <a:spcPct val="20000"/>
              </a:spcBef>
              <a:buClr>
                <a:srgbClr val="00007D"/>
              </a:buClr>
              <a:buSzPct val="75000"/>
              <a:buFont typeface="Wingdings" panose="05000000000000000000" pitchFamily="2" charset="2"/>
            </a:pPr>
            <a:r>
              <a:rPr lang="zh-CN" altLang="en-US" b="1" dirty="0">
                <a:solidFill>
                  <a:srgbClr val="FF0000"/>
                </a:solidFill>
                <a:latin typeface="Times New Roman" panose="02020603050405020304" pitchFamily="18" charset="0"/>
                <a:ea typeface="楷体_GB2312"/>
              </a:rPr>
              <a:t>方法一：</a:t>
            </a:r>
            <a:r>
              <a:rPr lang="zh-CN" altLang="en-US" dirty="0">
                <a:solidFill>
                  <a:srgbClr val="FF0000"/>
                </a:solidFill>
                <a:ea typeface="楷体_GB2312"/>
                <a:sym typeface="+mn-ea"/>
              </a:rPr>
              <a:t>证：</a:t>
            </a:r>
            <a:r>
              <a:rPr lang="zh-CN" altLang="en-US" b="1" dirty="0">
                <a:solidFill>
                  <a:srgbClr val="000000"/>
                </a:solidFill>
                <a:latin typeface="Times New Roman" panose="02020603050405020304" pitchFamily="18" charset="0"/>
                <a:ea typeface="楷体_GB2312"/>
              </a:rPr>
              <a:t>设有一组数</a:t>
            </a:r>
            <a:r>
              <a:rPr lang="en-US" altLang="zh-CN" i="1" dirty="0">
                <a:sym typeface="+mn-ea"/>
              </a:rPr>
              <a:t>x</a:t>
            </a:r>
            <a:r>
              <a:rPr lang="en-US" altLang="zh-CN" baseline="-25000" dirty="0">
                <a:sym typeface="+mn-ea"/>
              </a:rPr>
              <a:t>1</a:t>
            </a:r>
            <a:r>
              <a:rPr lang="en-US" altLang="zh-CN" dirty="0">
                <a:sym typeface="+mn-ea"/>
              </a:rPr>
              <a:t>, </a:t>
            </a:r>
            <a:r>
              <a:rPr lang="en-US" altLang="zh-CN" i="1" dirty="0">
                <a:sym typeface="+mn-ea"/>
              </a:rPr>
              <a:t>x</a:t>
            </a:r>
            <a:r>
              <a:rPr lang="en-US" altLang="zh-CN" baseline="-25000" dirty="0">
                <a:sym typeface="+mn-ea"/>
              </a:rPr>
              <a:t>2</a:t>
            </a:r>
            <a:r>
              <a:rPr lang="en-US" altLang="zh-CN" dirty="0">
                <a:sym typeface="+mn-ea"/>
              </a:rPr>
              <a:t>, </a:t>
            </a:r>
            <a:r>
              <a:rPr lang="en-US" altLang="zh-CN" i="1" dirty="0">
                <a:sym typeface="+mn-ea"/>
              </a:rPr>
              <a:t>x</a:t>
            </a:r>
            <a:r>
              <a:rPr lang="en-US" altLang="zh-CN" baseline="-25000" dirty="0">
                <a:sym typeface="+mn-ea"/>
              </a:rPr>
              <a:t>3</a:t>
            </a:r>
            <a:r>
              <a:rPr lang="zh-CN" altLang="en-US" dirty="0">
                <a:sym typeface="+mn-ea"/>
              </a:rPr>
              <a:t>使得</a:t>
            </a:r>
            <a:r>
              <a:rPr lang="en-US" altLang="zh-CN" b="0" dirty="0">
                <a:sym typeface="+mn-ea"/>
              </a:rPr>
              <a:t> </a:t>
            </a:r>
            <a:r>
              <a:rPr lang="en-US" altLang="zh-CN" i="1" dirty="0">
                <a:sym typeface="+mn-ea"/>
              </a:rPr>
              <a:t>x</a:t>
            </a:r>
            <a:r>
              <a:rPr lang="en-US" altLang="zh-CN" baseline="-25000" dirty="0">
                <a:sym typeface="+mn-ea"/>
              </a:rPr>
              <a:t>1</a:t>
            </a:r>
            <a:r>
              <a:rPr lang="en-US" altLang="zh-CN" i="1" dirty="0">
                <a:sym typeface="+mn-ea"/>
              </a:rPr>
              <a:t>α</a:t>
            </a:r>
            <a:r>
              <a:rPr lang="en-US" altLang="zh-CN" baseline="-25000" dirty="0">
                <a:sym typeface="+mn-ea"/>
              </a:rPr>
              <a:t>1 </a:t>
            </a:r>
            <a:r>
              <a:rPr lang="en-US" altLang="zh-CN" dirty="0">
                <a:sym typeface="+mn-ea"/>
              </a:rPr>
              <a:t>+ </a:t>
            </a:r>
            <a:r>
              <a:rPr lang="en-US" altLang="zh-CN" i="1" dirty="0">
                <a:sym typeface="+mn-ea"/>
              </a:rPr>
              <a:t>x</a:t>
            </a:r>
            <a:r>
              <a:rPr lang="en-US" altLang="zh-CN" baseline="-25000" dirty="0">
                <a:sym typeface="+mn-ea"/>
              </a:rPr>
              <a:t>2</a:t>
            </a:r>
            <a:r>
              <a:rPr lang="en-US" altLang="zh-CN" i="1" dirty="0">
                <a:sym typeface="+mn-ea"/>
              </a:rPr>
              <a:t>α</a:t>
            </a:r>
            <a:r>
              <a:rPr lang="en-US" altLang="zh-CN" baseline="-25000" dirty="0">
                <a:sym typeface="+mn-ea"/>
              </a:rPr>
              <a:t>2 </a:t>
            </a:r>
            <a:r>
              <a:rPr lang="en-US" altLang="zh-CN" dirty="0">
                <a:sym typeface="+mn-ea"/>
              </a:rPr>
              <a:t>+ </a:t>
            </a:r>
            <a:r>
              <a:rPr lang="en-US" altLang="zh-CN" i="1" dirty="0">
                <a:sym typeface="+mn-ea"/>
              </a:rPr>
              <a:t>x</a:t>
            </a:r>
            <a:r>
              <a:rPr lang="en-US" altLang="zh-CN" baseline="-25000" dirty="0">
                <a:sym typeface="+mn-ea"/>
              </a:rPr>
              <a:t>3</a:t>
            </a:r>
            <a:r>
              <a:rPr lang="en-US" altLang="zh-CN" i="1" dirty="0">
                <a:sym typeface="+mn-ea"/>
              </a:rPr>
              <a:t>α</a:t>
            </a:r>
            <a:r>
              <a:rPr lang="en-US" altLang="zh-CN" baseline="-25000" dirty="0">
                <a:sym typeface="+mn-ea"/>
              </a:rPr>
              <a:t>3</a:t>
            </a:r>
            <a:r>
              <a:rPr lang="en-US" altLang="zh-CN" b="1" dirty="0">
                <a:solidFill>
                  <a:srgbClr val="000000"/>
                </a:solidFill>
                <a:latin typeface="Times New Roman" panose="02020603050405020304" pitchFamily="18" charset="0"/>
                <a:ea typeface="楷体_GB2312"/>
              </a:rPr>
              <a:t>=0</a:t>
            </a:r>
            <a:r>
              <a:rPr lang="zh-CN" altLang="en-US" b="1" dirty="0">
                <a:solidFill>
                  <a:srgbClr val="000000"/>
                </a:solidFill>
                <a:latin typeface="Times New Roman" panose="02020603050405020304" pitchFamily="18" charset="0"/>
                <a:ea typeface="楷体_GB2312"/>
              </a:rPr>
              <a:t>，则</a:t>
            </a:r>
            <a:endParaRPr lang="zh-CN" altLang="en-US" b="1" dirty="0">
              <a:solidFill>
                <a:srgbClr val="000000"/>
              </a:solidFill>
              <a:latin typeface="Times New Roman" panose="02020603050405020304" pitchFamily="18" charset="0"/>
              <a:ea typeface="楷体_GB2312"/>
              <a:sym typeface="+mn-ea"/>
            </a:endParaRPr>
          </a:p>
        </p:txBody>
      </p:sp>
      <p:graphicFrame>
        <p:nvGraphicFramePr>
          <p:cNvPr id="2" name="对象 -2147479747"/>
          <p:cNvGraphicFramePr>
            <a:graphicFrameLocks noChangeAspect="1"/>
          </p:cNvGraphicFramePr>
          <p:nvPr/>
        </p:nvGraphicFramePr>
        <p:xfrm>
          <a:off x="3265170" y="1965960"/>
          <a:ext cx="2814320" cy="1918970"/>
        </p:xfrm>
        <a:graphic>
          <a:graphicData uri="http://schemas.openxmlformats.org/presentationml/2006/ole">
            <mc:AlternateContent xmlns:mc="http://schemas.openxmlformats.org/markup-compatibility/2006">
              <mc:Choice xmlns:v="urn:schemas-microsoft-com:vml" Requires="v">
                <p:oleObj r:id="rId2" imgW="1041400" imgH="711200" progId="Equation.3">
                  <p:embed/>
                </p:oleObj>
              </mc:Choice>
              <mc:Fallback>
                <p:oleObj r:id="rId2" imgW="1041400" imgH="711200" progId="Equation.3">
                  <p:embed/>
                  <p:pic>
                    <p:nvPicPr>
                      <p:cNvPr id="0" name="图片 3075"/>
                      <p:cNvPicPr/>
                      <p:nvPr/>
                    </p:nvPicPr>
                    <p:blipFill>
                      <a:blip r:embed="rId3"/>
                      <a:stretch>
                        <a:fillRect/>
                      </a:stretch>
                    </p:blipFill>
                    <p:spPr>
                      <a:xfrm>
                        <a:off x="3265170" y="1965960"/>
                        <a:ext cx="2814320" cy="1918970"/>
                      </a:xfrm>
                      <a:prstGeom prst="rect">
                        <a:avLst/>
                      </a:prstGeom>
                      <a:noFill/>
                      <a:ln w="38100">
                        <a:noFill/>
                        <a:miter/>
                      </a:ln>
                    </p:spPr>
                  </p:pic>
                </p:oleObj>
              </mc:Fallback>
            </mc:AlternateContent>
          </a:graphicData>
        </a:graphic>
      </p:graphicFrame>
      <p:sp>
        <p:nvSpPr>
          <p:cNvPr id="3" name="文本框 2"/>
          <p:cNvSpPr txBox="1"/>
          <p:nvPr/>
        </p:nvSpPr>
        <p:spPr>
          <a:xfrm>
            <a:off x="1043940" y="4004945"/>
            <a:ext cx="5943600" cy="435610"/>
          </a:xfrm>
          <a:prstGeom prst="rect">
            <a:avLst/>
          </a:prstGeom>
          <a:noFill/>
        </p:spPr>
        <p:txBody>
          <a:bodyPr wrap="square" rtlCol="0" anchor="t">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dirty="0">
                <a:solidFill>
                  <a:srgbClr val="000000"/>
                </a:solidFill>
                <a:ea typeface="楷体_GB2312"/>
                <a:sym typeface="+mn-ea"/>
              </a:rPr>
              <a:t>该齐次线性方程组的系数行列式</a:t>
            </a:r>
          </a:p>
        </p:txBody>
      </p:sp>
      <p:graphicFrame>
        <p:nvGraphicFramePr>
          <p:cNvPr id="12" name="对象 -2147479746"/>
          <p:cNvGraphicFramePr/>
          <p:nvPr/>
        </p:nvGraphicFramePr>
        <p:xfrm>
          <a:off x="179705" y="4440555"/>
          <a:ext cx="8813165" cy="1532890"/>
        </p:xfrm>
        <a:graphic>
          <a:graphicData uri="http://schemas.openxmlformats.org/presentationml/2006/ole">
            <mc:AlternateContent xmlns:mc="http://schemas.openxmlformats.org/markup-compatibility/2006">
              <mc:Choice xmlns:v="urn:schemas-microsoft-com:vml" Requires="v">
                <p:oleObj r:id="rId4" imgW="4749165" imgH="711200" progId="Equation.DSMT4">
                  <p:embed/>
                </p:oleObj>
              </mc:Choice>
              <mc:Fallback>
                <p:oleObj r:id="rId4" imgW="4749165" imgH="711200" progId="Equation.DSMT4">
                  <p:embed/>
                  <p:pic>
                    <p:nvPicPr>
                      <p:cNvPr id="0" name="图片 2"/>
                      <p:cNvPicPr/>
                      <p:nvPr/>
                    </p:nvPicPr>
                    <p:blipFill>
                      <a:blip r:embed="rId5"/>
                      <a:stretch>
                        <a:fillRect/>
                      </a:stretch>
                    </p:blipFill>
                    <p:spPr>
                      <a:xfrm>
                        <a:off x="179705" y="4440555"/>
                        <a:ext cx="8813165" cy="1532890"/>
                      </a:xfrm>
                      <a:prstGeom prst="rect">
                        <a:avLst/>
                      </a:prstGeom>
                      <a:noFill/>
                      <a:ln w="38100">
                        <a:noFill/>
                        <a:miter/>
                      </a:ln>
                    </p:spPr>
                  </p:pic>
                </p:oleObj>
              </mc:Fallback>
            </mc:AlternateContent>
          </a:graphicData>
        </a:graphic>
      </p:graphicFrame>
      <p:sp>
        <p:nvSpPr>
          <p:cNvPr id="4" name="文本框 3"/>
          <p:cNvSpPr txBox="1"/>
          <p:nvPr/>
        </p:nvSpPr>
        <p:spPr>
          <a:xfrm>
            <a:off x="323850" y="5948680"/>
            <a:ext cx="7824470" cy="865505"/>
          </a:xfrm>
          <a:prstGeom prst="rect">
            <a:avLst/>
          </a:prstGeom>
          <a:noFill/>
        </p:spPr>
        <p:txBody>
          <a:bodyPr wrap="square" rtlCol="0" anchor="t">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dirty="0">
                <a:solidFill>
                  <a:srgbClr val="000000"/>
                </a:solidFill>
                <a:ea typeface="楷体_GB2312"/>
                <a:sym typeface="+mn-ea"/>
              </a:rPr>
              <a:t>所以该方程组只有零解</a:t>
            </a:r>
            <a:r>
              <a:rPr lang="en-US" altLang="zh-CN" i="1" dirty="0">
                <a:sym typeface="+mn-ea"/>
              </a:rPr>
              <a:t>x</a:t>
            </a:r>
            <a:r>
              <a:rPr lang="en-US" altLang="zh-CN" baseline="-25000" dirty="0">
                <a:sym typeface="+mn-ea"/>
              </a:rPr>
              <a:t>1</a:t>
            </a:r>
            <a:r>
              <a:rPr lang="en-US" altLang="zh-CN" dirty="0">
                <a:sym typeface="+mn-ea"/>
              </a:rPr>
              <a:t>=</a:t>
            </a:r>
            <a:r>
              <a:rPr lang="en-US" altLang="zh-CN" i="1" dirty="0">
                <a:sym typeface="+mn-ea"/>
              </a:rPr>
              <a:t>x</a:t>
            </a:r>
            <a:r>
              <a:rPr lang="en-US" altLang="zh-CN" baseline="-25000" dirty="0">
                <a:sym typeface="+mn-ea"/>
              </a:rPr>
              <a:t>2</a:t>
            </a:r>
            <a:r>
              <a:rPr lang="en-US" altLang="zh-CN" dirty="0">
                <a:sym typeface="+mn-ea"/>
              </a:rPr>
              <a:t>=</a:t>
            </a:r>
            <a:r>
              <a:rPr lang="en-US" altLang="zh-CN" i="1" dirty="0">
                <a:sym typeface="+mn-ea"/>
              </a:rPr>
              <a:t>x</a:t>
            </a:r>
            <a:r>
              <a:rPr lang="en-US" altLang="zh-CN" baseline="-25000" dirty="0">
                <a:sym typeface="+mn-ea"/>
              </a:rPr>
              <a:t>3</a:t>
            </a:r>
            <a:r>
              <a:rPr lang="en-US" altLang="zh-CN" dirty="0">
                <a:sym typeface="+mn-ea"/>
              </a:rPr>
              <a:t>=0</a:t>
            </a:r>
            <a:r>
              <a:rPr lang="zh-CN" altLang="en-US" dirty="0">
                <a:sym typeface="+mn-ea"/>
              </a:rPr>
              <a:t>，</a:t>
            </a:r>
            <a:r>
              <a:rPr lang="zh-CN" altLang="en-US" dirty="0">
                <a:solidFill>
                  <a:srgbClr val="000000"/>
                </a:solidFill>
                <a:ea typeface="楷体_GB2312"/>
                <a:sym typeface="+mn-ea"/>
              </a:rPr>
              <a:t>故向量组</a:t>
            </a:r>
          </a:p>
          <a:p>
            <a:pPr marL="609600" indent="-609600">
              <a:lnSpc>
                <a:spcPct val="80000"/>
              </a:lnSpc>
              <a:spcBef>
                <a:spcPct val="20000"/>
              </a:spcBef>
              <a:buClr>
                <a:srgbClr val="00007D"/>
              </a:buClr>
              <a:buSzPct val="75000"/>
              <a:buFont typeface="Wingdings" panose="05000000000000000000" pitchFamily="2" charset="2"/>
            </a:pPr>
            <a:r>
              <a:rPr lang="en-US" altLang="zh-CN" i="1" dirty="0">
                <a:sym typeface="+mn-ea"/>
              </a:rPr>
              <a:t>α</a:t>
            </a:r>
            <a:r>
              <a:rPr lang="en-US" altLang="zh-CN" baseline="-25000" dirty="0">
                <a:sym typeface="+mn-ea"/>
              </a:rPr>
              <a:t>1 </a:t>
            </a:r>
            <a:r>
              <a:rPr lang="zh-CN" altLang="en-US" dirty="0">
                <a:sym typeface="+mn-ea"/>
              </a:rPr>
              <a:t>，</a:t>
            </a:r>
            <a:r>
              <a:rPr lang="en-US" altLang="zh-CN" i="1" dirty="0">
                <a:sym typeface="+mn-ea"/>
              </a:rPr>
              <a:t>α</a:t>
            </a:r>
            <a:r>
              <a:rPr lang="en-US" altLang="zh-CN" baseline="-25000" dirty="0">
                <a:sym typeface="+mn-ea"/>
              </a:rPr>
              <a:t>2 </a:t>
            </a:r>
            <a:r>
              <a:rPr lang="zh-CN" altLang="en-US" dirty="0">
                <a:sym typeface="+mn-ea"/>
              </a:rPr>
              <a:t>，</a:t>
            </a:r>
            <a:r>
              <a:rPr lang="en-US" altLang="zh-CN" i="1" dirty="0">
                <a:sym typeface="+mn-ea"/>
              </a:rPr>
              <a:t>α</a:t>
            </a:r>
            <a:r>
              <a:rPr lang="en-US" altLang="zh-CN" baseline="-25000" dirty="0">
                <a:sym typeface="+mn-ea"/>
              </a:rPr>
              <a:t>3</a:t>
            </a:r>
            <a:r>
              <a:rPr lang="zh-CN" altLang="en-US" dirty="0">
                <a:solidFill>
                  <a:srgbClr val="FF0000"/>
                </a:solidFill>
                <a:ea typeface="楷体_GB2312"/>
                <a:sym typeface="+mn-ea"/>
              </a:rPr>
              <a:t>线性无关</a:t>
            </a:r>
            <a:r>
              <a:rPr lang="zh-CN" altLang="en-US" dirty="0">
                <a:solidFill>
                  <a:srgbClr val="000000"/>
                </a:solidFill>
                <a:ea typeface="楷体_GB2312"/>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8144">
                                            <p:txEl>
                                              <p:pRg st="0" end="0"/>
                                            </p:txEl>
                                          </p:spTgt>
                                        </p:tgtEl>
                                        <p:attrNameLst>
                                          <p:attrName>style.visibility</p:attrName>
                                        </p:attrNameLst>
                                      </p:cBhvr>
                                      <p:to>
                                        <p:strVal val="visible"/>
                                      </p:to>
                                    </p:set>
                                    <p:animEffect transition="in" filter="wipe(down)">
                                      <p:cBhvr>
                                        <p:cTn id="7" dur="500"/>
                                        <p:tgtEl>
                                          <p:spTgt spid="481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8144">
                                            <p:txEl>
                                              <p:pRg st="1" end="1"/>
                                            </p:txEl>
                                          </p:spTgt>
                                        </p:tgtEl>
                                        <p:attrNameLst>
                                          <p:attrName>style.visibility</p:attrName>
                                        </p:attrNameLst>
                                      </p:cBhvr>
                                      <p:to>
                                        <p:strVal val="visible"/>
                                      </p:to>
                                    </p:set>
                                    <p:animEffect transition="in" filter="blinds(horizontal)">
                                      <p:cBhvr>
                                        <p:cTn id="12" dur="500"/>
                                        <p:tgtEl>
                                          <p:spTgt spid="481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315" y="144145"/>
            <a:ext cx="4572000" cy="521970"/>
          </a:xfrm>
          <a:prstGeom prst="rect">
            <a:avLst/>
          </a:prstGeom>
          <a:noFill/>
        </p:spPr>
        <p:txBody>
          <a:bodyPr wrap="square" rtlCol="0">
            <a:spAutoFit/>
          </a:bodyPr>
          <a:lstStyle/>
          <a:p>
            <a:r>
              <a:rPr lang="zh-CN" altLang="en-US" dirty="0">
                <a:solidFill>
                  <a:srgbClr val="FF0000"/>
                </a:solidFill>
                <a:ea typeface="楷体_GB2312"/>
                <a:sym typeface="+mn-ea"/>
              </a:rPr>
              <a:t>方法二</a:t>
            </a:r>
            <a:r>
              <a:rPr lang="zh-CN" altLang="en-US" sz="2400" dirty="0">
                <a:solidFill>
                  <a:srgbClr val="FF0000"/>
                </a:solidFill>
                <a:ea typeface="楷体_GB2312"/>
                <a:sym typeface="+mn-ea"/>
              </a:rPr>
              <a:t>：</a:t>
            </a:r>
          </a:p>
        </p:txBody>
      </p:sp>
      <p:graphicFrame>
        <p:nvGraphicFramePr>
          <p:cNvPr id="3" name="对象 -2147479743"/>
          <p:cNvGraphicFramePr/>
          <p:nvPr/>
        </p:nvGraphicFramePr>
        <p:xfrm>
          <a:off x="107315" y="548640"/>
          <a:ext cx="7576185" cy="1498600"/>
        </p:xfrm>
        <a:graphic>
          <a:graphicData uri="http://schemas.openxmlformats.org/presentationml/2006/ole">
            <mc:AlternateContent xmlns:mc="http://schemas.openxmlformats.org/markup-compatibility/2006">
              <mc:Choice xmlns:v="urn:schemas-microsoft-com:vml" Requires="v">
                <p:oleObj r:id="rId2" imgW="4686300" imgH="711200" progId="Equation.DSMT4">
                  <p:embed/>
                </p:oleObj>
              </mc:Choice>
              <mc:Fallback>
                <p:oleObj r:id="rId2" imgW="4686300" imgH="711200" progId="Equation.DSMT4">
                  <p:embed/>
                  <p:pic>
                    <p:nvPicPr>
                      <p:cNvPr id="0" name="图片 4"/>
                      <p:cNvPicPr/>
                      <p:nvPr/>
                    </p:nvPicPr>
                    <p:blipFill>
                      <a:blip r:embed="rId3"/>
                      <a:stretch>
                        <a:fillRect/>
                      </a:stretch>
                    </p:blipFill>
                    <p:spPr>
                      <a:xfrm>
                        <a:off x="107315" y="548640"/>
                        <a:ext cx="7576185" cy="1498600"/>
                      </a:xfrm>
                      <a:prstGeom prst="rect">
                        <a:avLst/>
                      </a:prstGeom>
                      <a:noFill/>
                      <a:ln w="38100">
                        <a:noFill/>
                        <a:miter/>
                      </a:ln>
                    </p:spPr>
                  </p:pic>
                </p:oleObj>
              </mc:Fallback>
            </mc:AlternateContent>
          </a:graphicData>
        </a:graphic>
      </p:graphicFrame>
      <p:sp>
        <p:nvSpPr>
          <p:cNvPr id="8" name="文本框 7"/>
          <p:cNvSpPr txBox="1"/>
          <p:nvPr/>
        </p:nvSpPr>
        <p:spPr>
          <a:xfrm>
            <a:off x="179705" y="2493010"/>
            <a:ext cx="7644765" cy="1210945"/>
          </a:xfrm>
          <a:prstGeom prst="rect">
            <a:avLst/>
          </a:prstGeom>
          <a:noFill/>
        </p:spPr>
        <p:txBody>
          <a:bodyPr wrap="square" rtlCol="0" anchor="t">
            <a:spAutoFit/>
          </a:bodyPr>
          <a:lstStyle/>
          <a:p>
            <a:pPr marL="609600" indent="-609600">
              <a:lnSpc>
                <a:spcPct val="130000"/>
              </a:lnSpc>
              <a:spcBef>
                <a:spcPct val="20000"/>
              </a:spcBef>
              <a:buClr>
                <a:srgbClr val="00007D"/>
              </a:buClr>
              <a:buSzPct val="75000"/>
              <a:buFont typeface="Wingdings" panose="05000000000000000000" pitchFamily="2" charset="2"/>
            </a:pPr>
            <a:r>
              <a:rPr lang="zh-CN" altLang="en-US" dirty="0">
                <a:solidFill>
                  <a:srgbClr val="000000"/>
                </a:solidFill>
                <a:ea typeface="楷体_GB2312"/>
                <a:sym typeface="+mn-ea"/>
              </a:rPr>
              <a:t>所以</a:t>
            </a:r>
            <a:r>
              <a:rPr lang="en-US" altLang="zh-CN" i="1" dirty="0">
                <a:sym typeface="+mn-ea"/>
              </a:rPr>
              <a:t>R</a:t>
            </a:r>
            <a:r>
              <a:rPr lang="en-US" altLang="zh-CN" dirty="0">
                <a:sym typeface="+mn-ea"/>
              </a:rPr>
              <a:t>(</a:t>
            </a:r>
            <a:r>
              <a:rPr lang="en-US" altLang="zh-CN" i="1" dirty="0">
                <a:sym typeface="+mn-ea"/>
              </a:rPr>
              <a:t>A</a:t>
            </a:r>
            <a:r>
              <a:rPr lang="en-US" altLang="zh-CN" dirty="0">
                <a:sym typeface="+mn-ea"/>
              </a:rPr>
              <a:t>)=3</a:t>
            </a:r>
            <a:r>
              <a:rPr lang="zh-CN" altLang="en-US" dirty="0">
                <a:solidFill>
                  <a:srgbClr val="000000"/>
                </a:solidFill>
                <a:ea typeface="楷体_GB2312"/>
                <a:sym typeface="+mn-ea"/>
              </a:rPr>
              <a:t>，因此由</a:t>
            </a:r>
            <a:r>
              <a:rPr lang="zh-CN" altLang="en-US" dirty="0">
                <a:solidFill>
                  <a:srgbClr val="FF0000"/>
                </a:solidFill>
                <a:ea typeface="楷体_GB2312"/>
                <a:sym typeface="+mn-ea"/>
              </a:rPr>
              <a:t>推论</a:t>
            </a:r>
            <a:r>
              <a:rPr lang="en-US" altLang="zh-CN" dirty="0">
                <a:solidFill>
                  <a:srgbClr val="FF0000"/>
                </a:solidFill>
                <a:ea typeface="楷体_GB2312"/>
                <a:sym typeface="+mn-ea"/>
              </a:rPr>
              <a:t>3.3.2</a:t>
            </a:r>
            <a:r>
              <a:rPr lang="zh-CN" altLang="en-US" dirty="0">
                <a:solidFill>
                  <a:srgbClr val="000000"/>
                </a:solidFill>
                <a:ea typeface="楷体_GB2312"/>
                <a:sym typeface="+mn-ea"/>
              </a:rPr>
              <a:t>知向量组</a:t>
            </a:r>
            <a:r>
              <a:rPr lang="en-US" altLang="zh-CN" i="1" dirty="0">
                <a:sym typeface="+mn-ea"/>
              </a:rPr>
              <a:t>α</a:t>
            </a:r>
            <a:r>
              <a:rPr lang="en-US" altLang="zh-CN" baseline="-25000" dirty="0">
                <a:sym typeface="+mn-ea"/>
              </a:rPr>
              <a:t>1 </a:t>
            </a:r>
            <a:r>
              <a:rPr lang="zh-CN" altLang="en-US" dirty="0">
                <a:sym typeface="+mn-ea"/>
              </a:rPr>
              <a:t>，</a:t>
            </a:r>
            <a:r>
              <a:rPr lang="en-US" altLang="zh-CN" i="1" dirty="0">
                <a:sym typeface="+mn-ea"/>
              </a:rPr>
              <a:t>α</a:t>
            </a:r>
            <a:r>
              <a:rPr lang="en-US" altLang="zh-CN" baseline="-25000" dirty="0">
                <a:sym typeface="+mn-ea"/>
              </a:rPr>
              <a:t>2 </a:t>
            </a:r>
            <a:r>
              <a:rPr lang="zh-CN" altLang="en-US" dirty="0">
                <a:sym typeface="+mn-ea"/>
              </a:rPr>
              <a:t>，</a:t>
            </a:r>
            <a:r>
              <a:rPr lang="en-US" altLang="zh-CN" i="1" dirty="0">
                <a:sym typeface="+mn-ea"/>
              </a:rPr>
              <a:t>α</a:t>
            </a:r>
            <a:r>
              <a:rPr lang="en-US" altLang="zh-CN" baseline="-25000" dirty="0">
                <a:sym typeface="+mn-ea"/>
              </a:rPr>
              <a:t>3</a:t>
            </a:r>
            <a:r>
              <a:rPr lang="zh-CN" altLang="en-US" dirty="0">
                <a:solidFill>
                  <a:srgbClr val="FF0000"/>
                </a:solidFill>
                <a:ea typeface="楷体_GB2312"/>
                <a:sym typeface="+mn-ea"/>
              </a:rPr>
              <a:t>线性无关</a:t>
            </a:r>
            <a:r>
              <a:rPr lang="zh-CN" altLang="en-US" dirty="0">
                <a:solidFill>
                  <a:srgbClr val="000000"/>
                </a:solidFill>
                <a:ea typeface="楷体_GB2312"/>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wipe(down)">
                                      <p:cBhvr>
                                        <p:cTn id="1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Rectangle 12"/>
          <p:cNvSpPr/>
          <p:nvPr/>
        </p:nvSpPr>
        <p:spPr>
          <a:xfrm>
            <a:off x="250190" y="3644900"/>
            <a:ext cx="7971155" cy="2966720"/>
          </a:xfrm>
          <a:prstGeom prst="rect">
            <a:avLst/>
          </a:prstGeom>
          <a:noFill/>
          <a:ln w="9525">
            <a:noFill/>
          </a:ln>
        </p:spPr>
        <p:txBody>
          <a:bodyPr>
            <a:noAutofit/>
          </a:bodyPr>
          <a:lstStyle/>
          <a:p>
            <a:pPr marL="609600" indent="-609600">
              <a:lnSpc>
                <a:spcPct val="100000"/>
              </a:lnSpc>
              <a:spcBef>
                <a:spcPct val="20000"/>
              </a:spcBef>
              <a:buClr>
                <a:srgbClr val="00007D"/>
              </a:buClr>
              <a:buSzPct val="75000"/>
              <a:buFont typeface="Wingdings" panose="05000000000000000000" pitchFamily="2" charset="2"/>
            </a:pPr>
            <a:r>
              <a:rPr lang="zh-CN" altLang="en-US" b="1" dirty="0">
                <a:solidFill>
                  <a:srgbClr val="FF3300"/>
                </a:solidFill>
                <a:latin typeface="Times New Roman" panose="02020603050405020304" pitchFamily="18" charset="0"/>
                <a:ea typeface="楷体_GB2312"/>
              </a:rPr>
              <a:t>推论</a:t>
            </a:r>
            <a:r>
              <a:rPr lang="en-US" altLang="zh-CN" b="1" dirty="0">
                <a:solidFill>
                  <a:srgbClr val="FF3300"/>
                </a:solidFill>
                <a:latin typeface="Times New Roman" panose="02020603050405020304" pitchFamily="18" charset="0"/>
                <a:ea typeface="楷体_GB2312"/>
              </a:rPr>
              <a:t>3.3.3</a:t>
            </a:r>
            <a:r>
              <a:rPr lang="en-US" altLang="zh-CN" b="1" dirty="0">
                <a:solidFill>
                  <a:srgbClr val="FF0000"/>
                </a:solidFill>
                <a:latin typeface="Times New Roman" panose="02020603050405020304" pitchFamily="18" charset="0"/>
                <a:ea typeface="楷体_GB2312"/>
              </a:rPr>
              <a:t> </a:t>
            </a:r>
            <a:r>
              <a:rPr lang="zh-CN" altLang="en-US" dirty="0">
                <a:solidFill>
                  <a:srgbClr val="000000"/>
                </a:solidFill>
                <a:latin typeface="楷体_GB2312"/>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zh-CN" altLang="en-US" dirty="0">
                <a:solidFill>
                  <a:srgbClr val="000000"/>
                </a:solidFill>
                <a:latin typeface="楷体_GB2312"/>
                <a:ea typeface="楷体_GB2312"/>
                <a:sym typeface="+mn-ea"/>
              </a:rPr>
              <a:t>构成的矩阵为</a:t>
            </a:r>
            <a:r>
              <a:rPr lang="en-US" altLang="zh-CN" i="1" dirty="0">
                <a:solidFill>
                  <a:srgbClr val="000000"/>
                </a:solidFill>
                <a:ea typeface="楷体_GB2312"/>
                <a:sym typeface="+mn-ea"/>
              </a:rPr>
              <a:t>A=</a:t>
            </a:r>
            <a:r>
              <a:rPr lang="en-US" altLang="zh-CN" dirty="0">
                <a:solidFill>
                  <a:srgbClr val="000000"/>
                </a:solidFill>
                <a:ea typeface="楷体_GB2312"/>
                <a:sym typeface="+mn-ea"/>
              </a:rPr>
              <a:t>(</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 </a:t>
            </a:r>
            <a:r>
              <a:rPr lang="en-US" altLang="zh-CN" dirty="0">
                <a:solidFill>
                  <a:srgbClr val="000000"/>
                </a:solidFill>
                <a:ea typeface="楷体_GB2312"/>
                <a:sym typeface="+mn-ea"/>
              </a:rPr>
              <a:t>)</a:t>
            </a:r>
            <a:r>
              <a:rPr lang="zh-CN" altLang="en-US" dirty="0">
                <a:solidFill>
                  <a:srgbClr val="000000"/>
                </a:solidFill>
                <a:ea typeface="楷体_GB2312"/>
                <a:sym typeface="+mn-ea"/>
              </a:rPr>
              <a:t>为</a:t>
            </a:r>
            <a:r>
              <a:rPr lang="zh-CN" altLang="en-US" dirty="0">
                <a:solidFill>
                  <a:srgbClr val="FF0000"/>
                </a:solidFill>
                <a:ea typeface="楷体_GB2312"/>
                <a:sym typeface="+mn-ea"/>
              </a:rPr>
              <a:t>方阵</a:t>
            </a:r>
            <a:r>
              <a:rPr lang="zh-CN" altLang="en-US" dirty="0">
                <a:solidFill>
                  <a:srgbClr val="000000"/>
                </a:solidFill>
                <a:ea typeface="楷体_GB2312"/>
                <a:sym typeface="+mn-ea"/>
              </a:rPr>
              <a:t>时，</a:t>
            </a:r>
          </a:p>
          <a:p>
            <a:pPr marL="609600" indent="-609600">
              <a:lnSpc>
                <a:spcPct val="100000"/>
              </a:lnSpc>
              <a:spcBef>
                <a:spcPct val="20000"/>
              </a:spcBef>
              <a:buClr>
                <a:srgbClr val="00007D"/>
              </a:buClr>
              <a:buSzPct val="75000"/>
              <a:buFont typeface="Wingdings" panose="05000000000000000000" pitchFamily="2" charset="2"/>
            </a:pPr>
            <a:r>
              <a:rPr lang="zh-CN" altLang="en-US" dirty="0">
                <a:solidFill>
                  <a:srgbClr val="000000"/>
                </a:solidFill>
                <a:ea typeface="楷体_GB2312"/>
                <a:sym typeface="+mn-ea"/>
              </a:rPr>
              <a:t> </a:t>
            </a:r>
            <a:r>
              <a:rPr lang="en-US" altLang="zh-CN" dirty="0">
                <a:solidFill>
                  <a:srgbClr val="000000"/>
                </a:solidFill>
                <a:ea typeface="楷体_GB2312"/>
                <a:sym typeface="+mn-ea"/>
              </a:rPr>
              <a:t>   </a:t>
            </a:r>
            <a:r>
              <a:rPr lang="zh-CN" altLang="en-US" dirty="0">
                <a:solidFill>
                  <a:srgbClr val="000000"/>
                </a:solidFill>
                <a:ea typeface="楷体_GB2312"/>
                <a:sym typeface="+mn-ea"/>
              </a:rPr>
              <a:t>（</a:t>
            </a:r>
            <a:r>
              <a:rPr lang="en-US" altLang="zh-CN" dirty="0">
                <a:solidFill>
                  <a:srgbClr val="000000"/>
                </a:solidFill>
                <a:ea typeface="楷体_GB2312"/>
                <a:sym typeface="+mn-ea"/>
              </a:rPr>
              <a:t>1</a:t>
            </a:r>
            <a:r>
              <a:rPr lang="zh-CN" altLang="en-US" dirty="0">
                <a:solidFill>
                  <a:srgbClr val="000000"/>
                </a:solidFill>
                <a:ea typeface="楷体_GB2312"/>
                <a:sym typeface="+mn-ea"/>
              </a:rPr>
              <a:t>）向量组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1</a:t>
            </a:r>
            <a:r>
              <a:rPr lang="en-US" altLang="zh-CN" dirty="0">
                <a:solidFill>
                  <a:srgbClr val="000000"/>
                </a:solidFill>
                <a:ea typeface="楷体_GB2312"/>
                <a:sym typeface="+mn-ea"/>
              </a:rPr>
              <a:t>,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2</a:t>
            </a:r>
            <a:r>
              <a:rPr lang="en-US" altLang="zh-CN" dirty="0">
                <a:solidFill>
                  <a:srgbClr val="000000"/>
                </a:solidFill>
                <a:ea typeface="楷体_GB2312"/>
                <a:sym typeface="+mn-ea"/>
              </a:rPr>
              <a:t>, …, </a:t>
            </a:r>
            <a:r>
              <a:rPr lang="en-US" altLang="zh-CN" i="1" dirty="0">
                <a:solidFill>
                  <a:srgbClr val="000000"/>
                </a:solidFill>
                <a:ea typeface="楷体_GB2312"/>
                <a:sym typeface="+mn-ea"/>
              </a:rPr>
              <a:t>a</a:t>
            </a:r>
            <a:r>
              <a:rPr lang="en-US" altLang="zh-CN" i="1" baseline="-25000" dirty="0">
                <a:solidFill>
                  <a:srgbClr val="000000"/>
                </a:solidFill>
                <a:ea typeface="楷体_GB2312"/>
                <a:sym typeface="+mn-ea"/>
              </a:rPr>
              <a:t>m </a:t>
            </a:r>
            <a:r>
              <a:rPr lang="zh-CN" altLang="en-US" dirty="0">
                <a:solidFill>
                  <a:srgbClr val="FF0000"/>
                </a:solidFill>
                <a:ea typeface="楷体_GB2312"/>
                <a:sym typeface="+mn-ea"/>
              </a:rPr>
              <a:t>线性相关</a:t>
            </a:r>
            <a:r>
              <a:rPr lang="zh-CN" altLang="en-US" dirty="0">
                <a:solidFill>
                  <a:srgbClr val="000000"/>
                </a:solidFill>
                <a:ea typeface="楷体_GB2312"/>
                <a:sym typeface="+mn-ea"/>
              </a:rPr>
              <a:t>充要条件是</a:t>
            </a:r>
            <a:r>
              <a:rPr lang="en-US" altLang="zh-CN" dirty="0">
                <a:solidFill>
                  <a:srgbClr val="FF0000"/>
                </a:solidFill>
                <a:ea typeface="楷体_GB2312"/>
                <a:sym typeface="+mn-ea"/>
              </a:rPr>
              <a:t>|</a:t>
            </a:r>
            <a:r>
              <a:rPr lang="en-US" altLang="zh-CN" i="1" dirty="0">
                <a:solidFill>
                  <a:srgbClr val="FF0000"/>
                </a:solidFill>
                <a:ea typeface="楷体_GB2312"/>
                <a:sym typeface="+mn-ea"/>
              </a:rPr>
              <a:t>A</a:t>
            </a:r>
            <a:r>
              <a:rPr lang="en-US" altLang="zh-CN" dirty="0">
                <a:solidFill>
                  <a:srgbClr val="FF0000"/>
                </a:solidFill>
                <a:ea typeface="楷体_GB2312"/>
                <a:sym typeface="+mn-ea"/>
              </a:rPr>
              <a:t>|=0</a:t>
            </a:r>
            <a:r>
              <a:rPr lang="zh-CN" altLang="en-US" dirty="0">
                <a:solidFill>
                  <a:srgbClr val="000000"/>
                </a:solidFill>
                <a:ea typeface="楷体_GB2312"/>
                <a:sym typeface="+mn-ea"/>
              </a:rPr>
              <a:t>；</a:t>
            </a:r>
          </a:p>
          <a:p>
            <a:pPr marL="609600" indent="-609600">
              <a:lnSpc>
                <a:spcPct val="100000"/>
              </a:lnSpc>
              <a:spcBef>
                <a:spcPct val="20000"/>
              </a:spcBef>
              <a:buClr>
                <a:srgbClr val="00007D"/>
              </a:buClr>
              <a:buSzPct val="75000"/>
              <a:buFont typeface="Wingdings" panose="05000000000000000000" pitchFamily="2" charset="2"/>
            </a:pPr>
            <a:r>
              <a:rPr lang="zh-CN" altLang="en-US" dirty="0">
                <a:solidFill>
                  <a:srgbClr val="000000"/>
                </a:solidFill>
                <a:ea typeface="楷体_GB2312"/>
                <a:sym typeface="+mn-ea"/>
              </a:rPr>
              <a:t> </a:t>
            </a:r>
            <a:r>
              <a:rPr lang="en-US" altLang="zh-CN" dirty="0">
                <a:solidFill>
                  <a:srgbClr val="000000"/>
                </a:solidFill>
                <a:ea typeface="楷体_GB2312"/>
                <a:sym typeface="+mn-ea"/>
              </a:rPr>
              <a:t>   </a:t>
            </a:r>
            <a:r>
              <a:rPr lang="zh-CN" altLang="en-US" dirty="0">
                <a:solidFill>
                  <a:srgbClr val="000000"/>
                </a:solidFill>
                <a:ea typeface="楷体_GB2312"/>
                <a:sym typeface="+mn-ea"/>
              </a:rPr>
              <a:t>（</a:t>
            </a:r>
            <a:r>
              <a:rPr lang="en-US" altLang="zh-CN" dirty="0">
                <a:solidFill>
                  <a:srgbClr val="000000"/>
                </a:solidFill>
                <a:ea typeface="楷体_GB2312"/>
                <a:sym typeface="+mn-ea"/>
              </a:rPr>
              <a:t>2</a:t>
            </a:r>
            <a:r>
              <a:rPr lang="zh-CN" altLang="en-US" dirty="0">
                <a:solidFill>
                  <a:srgbClr val="000000"/>
                </a:solidFill>
                <a:ea typeface="楷体_GB2312"/>
                <a:sym typeface="+mn-ea"/>
              </a:rPr>
              <a:t>）向量组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1</a:t>
            </a:r>
            <a:r>
              <a:rPr lang="en-US" altLang="zh-CN" dirty="0">
                <a:solidFill>
                  <a:srgbClr val="000000"/>
                </a:solidFill>
                <a:ea typeface="楷体_GB2312"/>
                <a:sym typeface="+mn-ea"/>
              </a:rPr>
              <a:t>,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2</a:t>
            </a:r>
            <a:r>
              <a:rPr lang="en-US" altLang="zh-CN" dirty="0">
                <a:solidFill>
                  <a:srgbClr val="000000"/>
                </a:solidFill>
                <a:ea typeface="楷体_GB2312"/>
                <a:sym typeface="+mn-ea"/>
              </a:rPr>
              <a:t>, …, </a:t>
            </a:r>
            <a:r>
              <a:rPr lang="en-US" altLang="zh-CN" i="1" dirty="0">
                <a:solidFill>
                  <a:srgbClr val="000000"/>
                </a:solidFill>
                <a:ea typeface="楷体_GB2312"/>
                <a:sym typeface="+mn-ea"/>
              </a:rPr>
              <a:t>a</a:t>
            </a:r>
            <a:r>
              <a:rPr lang="en-US" altLang="zh-CN" i="1" baseline="-25000" dirty="0">
                <a:solidFill>
                  <a:srgbClr val="000000"/>
                </a:solidFill>
                <a:ea typeface="楷体_GB2312"/>
                <a:sym typeface="+mn-ea"/>
              </a:rPr>
              <a:t>m </a:t>
            </a:r>
            <a:r>
              <a:rPr lang="zh-CN" altLang="en-US" dirty="0">
                <a:solidFill>
                  <a:srgbClr val="FF0000"/>
                </a:solidFill>
                <a:ea typeface="楷体_GB2312"/>
                <a:sym typeface="+mn-ea"/>
              </a:rPr>
              <a:t>线性无关</a:t>
            </a:r>
            <a:r>
              <a:rPr lang="zh-CN" altLang="en-US" dirty="0">
                <a:solidFill>
                  <a:srgbClr val="000000"/>
                </a:solidFill>
                <a:ea typeface="楷体_GB2312"/>
                <a:sym typeface="+mn-ea"/>
              </a:rPr>
              <a:t>充要条件是</a:t>
            </a:r>
            <a:r>
              <a:rPr lang="en-US" altLang="zh-CN" dirty="0">
                <a:solidFill>
                  <a:srgbClr val="FF0000"/>
                </a:solidFill>
                <a:ea typeface="楷体_GB2312"/>
                <a:sym typeface="+mn-ea"/>
              </a:rPr>
              <a:t>|</a:t>
            </a:r>
            <a:r>
              <a:rPr lang="en-US" altLang="zh-CN" i="1" dirty="0">
                <a:solidFill>
                  <a:srgbClr val="FF0000"/>
                </a:solidFill>
                <a:ea typeface="楷体_GB2312"/>
                <a:sym typeface="+mn-ea"/>
              </a:rPr>
              <a:t>A</a:t>
            </a:r>
            <a:r>
              <a:rPr lang="en-US" altLang="zh-CN" dirty="0">
                <a:solidFill>
                  <a:srgbClr val="FF0000"/>
                </a:solidFill>
                <a:ea typeface="楷体_GB2312"/>
                <a:sym typeface="+mn-ea"/>
              </a:rPr>
              <a:t>|</a:t>
            </a:r>
            <a:r>
              <a:rPr lang="en-US" altLang="zh-CN" i="1" dirty="0">
                <a:solidFill>
                  <a:srgbClr val="FF0000"/>
                </a:solidFill>
                <a:ea typeface="楷体_GB2312"/>
                <a:sym typeface="+mn-ea"/>
              </a:rPr>
              <a:t>≠</a:t>
            </a:r>
            <a:r>
              <a:rPr lang="en-US" altLang="zh-CN" dirty="0">
                <a:solidFill>
                  <a:srgbClr val="FF0000"/>
                </a:solidFill>
                <a:ea typeface="楷体_GB2312"/>
                <a:sym typeface="+mn-ea"/>
              </a:rPr>
              <a:t>0</a:t>
            </a:r>
            <a:r>
              <a:rPr lang="zh-CN" altLang="en-US" b="1" dirty="0">
                <a:solidFill>
                  <a:srgbClr val="000000"/>
                </a:solidFill>
                <a:latin typeface="楷体_GB2312"/>
                <a:ea typeface="楷体_GB2312"/>
              </a:rPr>
              <a:t>．</a:t>
            </a:r>
          </a:p>
        </p:txBody>
      </p:sp>
      <p:sp>
        <p:nvSpPr>
          <p:cNvPr id="6" name="Rectangle 12"/>
          <p:cNvSpPr/>
          <p:nvPr/>
        </p:nvSpPr>
        <p:spPr>
          <a:xfrm>
            <a:off x="179705" y="404495"/>
            <a:ext cx="8354695" cy="3024505"/>
          </a:xfrm>
          <a:prstGeom prst="rect">
            <a:avLst/>
          </a:prstGeom>
          <a:noFill/>
          <a:ln w="9525">
            <a:noFill/>
          </a:ln>
        </p:spPr>
        <p:txBody>
          <a:bodyPr>
            <a:noAutofit/>
          </a:bodyPr>
          <a:lstStyle/>
          <a:p>
            <a:pPr marL="609600" indent="-609600">
              <a:lnSpc>
                <a:spcPct val="100000"/>
              </a:lnSpc>
              <a:spcBef>
                <a:spcPct val="20000"/>
              </a:spcBef>
              <a:buClr>
                <a:srgbClr val="00007D"/>
              </a:buClr>
              <a:buSzPct val="75000"/>
              <a:buFont typeface="Wingdings" panose="05000000000000000000" pitchFamily="2" charset="2"/>
            </a:pPr>
            <a:r>
              <a:rPr lang="zh-CN" altLang="en-US" b="1" dirty="0">
                <a:solidFill>
                  <a:srgbClr val="FF3300"/>
                </a:solidFill>
                <a:latin typeface="Times New Roman" panose="02020603050405020304" pitchFamily="18" charset="0"/>
                <a:ea typeface="楷体_GB2312"/>
              </a:rPr>
              <a:t>推论</a:t>
            </a:r>
            <a:r>
              <a:rPr lang="en-US" altLang="zh-CN" b="1" dirty="0">
                <a:solidFill>
                  <a:srgbClr val="FF3300"/>
                </a:solidFill>
                <a:latin typeface="Times New Roman" panose="02020603050405020304" pitchFamily="18" charset="0"/>
                <a:ea typeface="楷体_GB2312"/>
              </a:rPr>
              <a:t>3.3.2</a:t>
            </a:r>
            <a:r>
              <a:rPr lang="en-US" altLang="zh-CN" b="1" dirty="0">
                <a:solidFill>
                  <a:srgbClr val="FF0000"/>
                </a:solidFill>
                <a:latin typeface="Times New Roman" panose="02020603050405020304" pitchFamily="18" charset="0"/>
                <a:ea typeface="楷体_GB2312"/>
              </a:rPr>
              <a:t> </a:t>
            </a:r>
            <a:r>
              <a:rPr lang="zh-CN" altLang="en-US" dirty="0">
                <a:solidFill>
                  <a:srgbClr val="000000"/>
                </a:solidFill>
                <a:latin typeface="楷体_GB2312"/>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zh-CN" altLang="en-US" dirty="0">
                <a:solidFill>
                  <a:srgbClr val="000000"/>
                </a:solidFill>
                <a:latin typeface="楷体_GB2312"/>
                <a:ea typeface="楷体_GB2312"/>
                <a:sym typeface="+mn-ea"/>
              </a:rPr>
              <a:t>构成的矩阵为</a:t>
            </a:r>
            <a:r>
              <a:rPr lang="en-US" altLang="zh-CN" i="1" dirty="0">
                <a:solidFill>
                  <a:srgbClr val="000000"/>
                </a:solidFill>
                <a:ea typeface="楷体_GB2312"/>
                <a:sym typeface="+mn-ea"/>
              </a:rPr>
              <a:t>A=</a:t>
            </a:r>
            <a:r>
              <a:rPr lang="en-US" altLang="zh-CN" dirty="0">
                <a:solidFill>
                  <a:srgbClr val="000000"/>
                </a:solidFill>
                <a:ea typeface="楷体_GB2312"/>
                <a:sym typeface="+mn-ea"/>
              </a:rPr>
              <a:t>(</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 </a:t>
            </a:r>
            <a:r>
              <a:rPr lang="en-US" altLang="zh-CN" dirty="0">
                <a:solidFill>
                  <a:srgbClr val="000000"/>
                </a:solidFill>
                <a:ea typeface="楷体_GB2312"/>
                <a:sym typeface="+mn-ea"/>
              </a:rPr>
              <a:t>)</a:t>
            </a:r>
            <a:r>
              <a:rPr lang="zh-CN" altLang="en-US" dirty="0">
                <a:solidFill>
                  <a:srgbClr val="000000"/>
                </a:solidFill>
                <a:ea typeface="楷体_GB2312"/>
                <a:sym typeface="+mn-ea"/>
              </a:rPr>
              <a:t>，则</a:t>
            </a:r>
          </a:p>
          <a:p>
            <a:pPr marL="609600" indent="-609600">
              <a:lnSpc>
                <a:spcPct val="100000"/>
              </a:lnSpc>
              <a:spcBef>
                <a:spcPct val="20000"/>
              </a:spcBef>
              <a:buClr>
                <a:srgbClr val="00007D"/>
              </a:buClr>
              <a:buSzPct val="75000"/>
              <a:buFont typeface="Wingdings" panose="05000000000000000000" pitchFamily="2" charset="2"/>
            </a:pPr>
            <a:r>
              <a:rPr lang="zh-CN" altLang="en-US" dirty="0">
                <a:solidFill>
                  <a:srgbClr val="000000"/>
                </a:solidFill>
                <a:ea typeface="楷体_GB2312"/>
                <a:sym typeface="+mn-ea"/>
              </a:rPr>
              <a:t> </a:t>
            </a:r>
            <a:r>
              <a:rPr lang="en-US" altLang="zh-CN" dirty="0">
                <a:solidFill>
                  <a:srgbClr val="000000"/>
                </a:solidFill>
                <a:ea typeface="楷体_GB2312"/>
                <a:sym typeface="+mn-ea"/>
              </a:rPr>
              <a:t> </a:t>
            </a:r>
            <a:r>
              <a:rPr lang="zh-CN" altLang="en-US" dirty="0">
                <a:solidFill>
                  <a:srgbClr val="000000"/>
                </a:solidFill>
                <a:ea typeface="楷体_GB2312"/>
                <a:sym typeface="+mn-ea"/>
              </a:rPr>
              <a:t>（</a:t>
            </a:r>
            <a:r>
              <a:rPr lang="en-US" altLang="zh-CN" dirty="0">
                <a:solidFill>
                  <a:srgbClr val="000000"/>
                </a:solidFill>
                <a:ea typeface="楷体_GB2312"/>
                <a:sym typeface="+mn-ea"/>
              </a:rPr>
              <a:t>1</a:t>
            </a:r>
            <a:r>
              <a:rPr lang="zh-CN" altLang="en-US" dirty="0">
                <a:solidFill>
                  <a:srgbClr val="000000"/>
                </a:solidFill>
                <a:ea typeface="楷体_GB2312"/>
                <a:sym typeface="+mn-ea"/>
              </a:rPr>
              <a:t>）向量组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1</a:t>
            </a:r>
            <a:r>
              <a:rPr lang="en-US" altLang="zh-CN" dirty="0">
                <a:solidFill>
                  <a:srgbClr val="000000"/>
                </a:solidFill>
                <a:ea typeface="楷体_GB2312"/>
                <a:sym typeface="+mn-ea"/>
              </a:rPr>
              <a:t>,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2</a:t>
            </a:r>
            <a:r>
              <a:rPr lang="en-US" altLang="zh-CN" dirty="0">
                <a:solidFill>
                  <a:srgbClr val="000000"/>
                </a:solidFill>
                <a:ea typeface="楷体_GB2312"/>
                <a:sym typeface="+mn-ea"/>
              </a:rPr>
              <a:t>, …, </a:t>
            </a:r>
            <a:r>
              <a:rPr lang="en-US" altLang="zh-CN" i="1" dirty="0">
                <a:solidFill>
                  <a:srgbClr val="000000"/>
                </a:solidFill>
                <a:ea typeface="楷体_GB2312"/>
                <a:sym typeface="+mn-ea"/>
              </a:rPr>
              <a:t>a</a:t>
            </a:r>
            <a:r>
              <a:rPr lang="en-US" altLang="zh-CN" i="1" baseline="-25000" dirty="0">
                <a:solidFill>
                  <a:srgbClr val="000000"/>
                </a:solidFill>
                <a:ea typeface="楷体_GB2312"/>
                <a:sym typeface="+mn-ea"/>
              </a:rPr>
              <a:t>m </a:t>
            </a:r>
            <a:r>
              <a:rPr lang="zh-CN" altLang="en-US" dirty="0">
                <a:solidFill>
                  <a:srgbClr val="FF0000"/>
                </a:solidFill>
                <a:ea typeface="楷体_GB2312"/>
                <a:sym typeface="+mn-ea"/>
              </a:rPr>
              <a:t>线性无关</a:t>
            </a:r>
            <a:r>
              <a:rPr lang="zh-CN" altLang="en-US" dirty="0">
                <a:solidFill>
                  <a:srgbClr val="000000"/>
                </a:solidFill>
                <a:ea typeface="楷体_GB2312"/>
                <a:sym typeface="+mn-ea"/>
              </a:rPr>
              <a:t>充要条件是</a:t>
            </a:r>
            <a:r>
              <a:rPr lang="en-US" altLang="zh-CN" i="1" dirty="0">
                <a:solidFill>
                  <a:srgbClr val="FF0000"/>
                </a:solidFill>
                <a:sym typeface="+mn-ea"/>
              </a:rPr>
              <a:t>R</a:t>
            </a:r>
            <a:r>
              <a:rPr lang="en-US" altLang="zh-CN" dirty="0">
                <a:solidFill>
                  <a:srgbClr val="FF0000"/>
                </a:solidFill>
                <a:sym typeface="+mn-ea"/>
              </a:rPr>
              <a:t>(</a:t>
            </a:r>
            <a:r>
              <a:rPr lang="en-US" altLang="zh-CN" i="1" dirty="0">
                <a:solidFill>
                  <a:srgbClr val="FF0000"/>
                </a:solidFill>
                <a:sym typeface="+mn-ea"/>
              </a:rPr>
              <a:t>A</a:t>
            </a:r>
            <a:r>
              <a:rPr lang="en-US" altLang="zh-CN" dirty="0">
                <a:solidFill>
                  <a:srgbClr val="FF0000"/>
                </a:solidFill>
                <a:sym typeface="+mn-ea"/>
              </a:rPr>
              <a:t>)=</a:t>
            </a:r>
            <a:r>
              <a:rPr lang="en-US" altLang="zh-CN" i="1" dirty="0">
                <a:solidFill>
                  <a:srgbClr val="FF0000"/>
                </a:solidFill>
                <a:sym typeface="+mn-ea"/>
              </a:rPr>
              <a:t>m</a:t>
            </a:r>
            <a:r>
              <a:rPr lang="zh-CN" altLang="en-US" dirty="0">
                <a:solidFill>
                  <a:srgbClr val="000000"/>
                </a:solidFill>
                <a:ea typeface="楷体_GB2312"/>
                <a:sym typeface="+mn-ea"/>
              </a:rPr>
              <a:t>；</a:t>
            </a:r>
          </a:p>
          <a:p>
            <a:pPr marL="609600" indent="-609600">
              <a:lnSpc>
                <a:spcPct val="100000"/>
              </a:lnSpc>
              <a:spcBef>
                <a:spcPct val="20000"/>
              </a:spcBef>
              <a:buClr>
                <a:srgbClr val="00007D"/>
              </a:buClr>
              <a:buSzPct val="75000"/>
              <a:buFont typeface="Wingdings" panose="05000000000000000000" pitchFamily="2" charset="2"/>
            </a:pPr>
            <a:r>
              <a:rPr lang="zh-CN" altLang="en-US" dirty="0">
                <a:solidFill>
                  <a:srgbClr val="000000"/>
                </a:solidFill>
                <a:ea typeface="楷体_GB2312"/>
                <a:sym typeface="+mn-ea"/>
              </a:rPr>
              <a:t> </a:t>
            </a:r>
            <a:r>
              <a:rPr lang="en-US" altLang="zh-CN" dirty="0">
                <a:solidFill>
                  <a:srgbClr val="000000"/>
                </a:solidFill>
                <a:ea typeface="楷体_GB2312"/>
                <a:sym typeface="+mn-ea"/>
              </a:rPr>
              <a:t> </a:t>
            </a:r>
            <a:r>
              <a:rPr lang="zh-CN" altLang="en-US" dirty="0">
                <a:solidFill>
                  <a:srgbClr val="000000"/>
                </a:solidFill>
                <a:ea typeface="楷体_GB2312"/>
                <a:sym typeface="+mn-ea"/>
              </a:rPr>
              <a:t>（</a:t>
            </a:r>
            <a:r>
              <a:rPr lang="en-US" altLang="zh-CN" dirty="0">
                <a:solidFill>
                  <a:srgbClr val="000000"/>
                </a:solidFill>
                <a:ea typeface="楷体_GB2312"/>
                <a:sym typeface="+mn-ea"/>
              </a:rPr>
              <a:t>2</a:t>
            </a:r>
            <a:r>
              <a:rPr lang="zh-CN" altLang="en-US" dirty="0">
                <a:solidFill>
                  <a:srgbClr val="000000"/>
                </a:solidFill>
                <a:ea typeface="楷体_GB2312"/>
                <a:sym typeface="+mn-ea"/>
              </a:rPr>
              <a:t>）向量组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1</a:t>
            </a:r>
            <a:r>
              <a:rPr lang="en-US" altLang="zh-CN" dirty="0">
                <a:solidFill>
                  <a:srgbClr val="000000"/>
                </a:solidFill>
                <a:ea typeface="楷体_GB2312"/>
                <a:sym typeface="+mn-ea"/>
              </a:rPr>
              <a:t>,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2</a:t>
            </a:r>
            <a:r>
              <a:rPr lang="en-US" altLang="zh-CN" dirty="0">
                <a:solidFill>
                  <a:srgbClr val="000000"/>
                </a:solidFill>
                <a:ea typeface="楷体_GB2312"/>
                <a:sym typeface="+mn-ea"/>
              </a:rPr>
              <a:t>, …, </a:t>
            </a:r>
            <a:r>
              <a:rPr lang="en-US" altLang="zh-CN" i="1" dirty="0">
                <a:solidFill>
                  <a:srgbClr val="000000"/>
                </a:solidFill>
                <a:ea typeface="楷体_GB2312"/>
                <a:sym typeface="+mn-ea"/>
              </a:rPr>
              <a:t>a</a:t>
            </a:r>
            <a:r>
              <a:rPr lang="en-US" altLang="zh-CN" i="1" baseline="-25000" dirty="0">
                <a:solidFill>
                  <a:srgbClr val="000000"/>
                </a:solidFill>
                <a:ea typeface="楷体_GB2312"/>
                <a:sym typeface="+mn-ea"/>
              </a:rPr>
              <a:t>m </a:t>
            </a:r>
            <a:r>
              <a:rPr lang="zh-CN" altLang="en-US" dirty="0">
                <a:solidFill>
                  <a:srgbClr val="FF0000"/>
                </a:solidFill>
                <a:ea typeface="楷体_GB2312"/>
                <a:sym typeface="+mn-ea"/>
              </a:rPr>
              <a:t>线性相关</a:t>
            </a:r>
            <a:r>
              <a:rPr lang="zh-CN" altLang="en-US" dirty="0">
                <a:solidFill>
                  <a:srgbClr val="000000"/>
                </a:solidFill>
                <a:ea typeface="楷体_GB2312"/>
                <a:sym typeface="+mn-ea"/>
              </a:rPr>
              <a:t>充要条件是</a:t>
            </a:r>
            <a:r>
              <a:rPr lang="en-US" altLang="zh-CN" i="1" dirty="0">
                <a:solidFill>
                  <a:srgbClr val="FF0000"/>
                </a:solidFill>
                <a:sym typeface="+mn-ea"/>
              </a:rPr>
              <a:t>R</a:t>
            </a:r>
            <a:r>
              <a:rPr lang="en-US" altLang="zh-CN" dirty="0">
                <a:solidFill>
                  <a:srgbClr val="FF0000"/>
                </a:solidFill>
                <a:sym typeface="+mn-ea"/>
              </a:rPr>
              <a:t>(</a:t>
            </a:r>
            <a:r>
              <a:rPr lang="en-US" altLang="zh-CN" i="1" dirty="0">
                <a:solidFill>
                  <a:srgbClr val="FF0000"/>
                </a:solidFill>
                <a:sym typeface="+mn-ea"/>
              </a:rPr>
              <a:t>A</a:t>
            </a:r>
            <a:r>
              <a:rPr lang="en-US" altLang="zh-CN" dirty="0">
                <a:solidFill>
                  <a:srgbClr val="FF0000"/>
                </a:solidFill>
                <a:sym typeface="+mn-ea"/>
              </a:rPr>
              <a:t>)&lt;</a:t>
            </a:r>
            <a:r>
              <a:rPr lang="en-US" altLang="zh-CN" i="1" dirty="0">
                <a:solidFill>
                  <a:srgbClr val="FF0000"/>
                </a:solidFill>
                <a:sym typeface="+mn-ea"/>
              </a:rPr>
              <a:t>m</a:t>
            </a:r>
            <a:r>
              <a:rPr lang="zh-CN" altLang="en-US" b="1" dirty="0">
                <a:solidFill>
                  <a:srgbClr val="000000"/>
                </a:solidFill>
                <a:latin typeface="楷体_GB2312"/>
                <a:ea typeface="楷体_GB231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17506"/>
                                        </p:tgtEl>
                                        <p:attrNameLst>
                                          <p:attrName>style.visibility</p:attrName>
                                        </p:attrNameLst>
                                      </p:cBhvr>
                                      <p:to>
                                        <p:strVal val="visible"/>
                                      </p:to>
                                    </p:set>
                                    <p:animEffect transition="in" filter="box(in)">
                                      <p:cBhvr>
                                        <p:cTn id="12" dur="2000"/>
                                        <p:tgtEl>
                                          <p:spTgt spid="917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7506" grpId="0"/>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44" name="Rectangle 16"/>
          <p:cNvSpPr/>
          <p:nvPr/>
        </p:nvSpPr>
        <p:spPr>
          <a:xfrm>
            <a:off x="323215" y="137795"/>
            <a:ext cx="8557260" cy="1478915"/>
          </a:xfrm>
          <a:prstGeom prst="rect">
            <a:avLst/>
          </a:prstGeom>
          <a:noFill/>
          <a:ln w="9525">
            <a:noFill/>
          </a:ln>
        </p:spPr>
        <p:txBody>
          <a:bodyPr>
            <a:noAutofit/>
          </a:bodyPr>
          <a:lstStyle/>
          <a:p>
            <a:pPr marL="609600" indent="-609600">
              <a:lnSpc>
                <a:spcPct val="100000"/>
              </a:lnSpc>
              <a:spcBef>
                <a:spcPct val="20000"/>
              </a:spcBef>
              <a:buClr>
                <a:srgbClr val="00007D"/>
              </a:buClr>
              <a:buSzPct val="75000"/>
              <a:buFont typeface="Wingdings" panose="05000000000000000000" pitchFamily="2" charset="2"/>
            </a:pPr>
            <a:r>
              <a:rPr lang="zh-CN" altLang="en-US" b="1" dirty="0">
                <a:solidFill>
                  <a:srgbClr val="FF0000"/>
                </a:solidFill>
                <a:latin typeface="+mn-ea"/>
                <a:ea typeface="+mn-ea"/>
                <a:cs typeface="+mn-ea"/>
              </a:rPr>
              <a:t>例3.3.</a:t>
            </a:r>
            <a:r>
              <a:rPr lang="en-US" altLang="zh-CN" b="1" dirty="0">
                <a:solidFill>
                  <a:srgbClr val="FF0000"/>
                </a:solidFill>
                <a:latin typeface="+mn-ea"/>
                <a:ea typeface="+mn-ea"/>
                <a:cs typeface="+mn-ea"/>
              </a:rPr>
              <a:t>7</a:t>
            </a:r>
            <a:r>
              <a:rPr lang="zh-CN" altLang="en-US" b="1" dirty="0">
                <a:solidFill>
                  <a:srgbClr val="0000FF"/>
                </a:solidFill>
                <a:latin typeface="+mn-ea"/>
                <a:ea typeface="+mn-ea"/>
                <a:cs typeface="+mn-ea"/>
              </a:rPr>
              <a:t> </a:t>
            </a:r>
            <a:r>
              <a:rPr lang="zh-CN" altLang="en-US" dirty="0">
                <a:latin typeface="+mn-ea"/>
                <a:ea typeface="+mn-ea"/>
                <a:cs typeface="+mn-ea"/>
                <a:sym typeface="+mn-ea"/>
              </a:rPr>
              <a:t>判断向量组</a:t>
            </a:r>
            <a:r>
              <a:rPr lang="en-US" altLang="zh-CN" i="1" dirty="0">
                <a:sym typeface="+mn-ea"/>
              </a:rPr>
              <a:t>α</a:t>
            </a:r>
            <a:r>
              <a:rPr lang="en-US" altLang="zh-CN" baseline="-25000" dirty="0">
                <a:sym typeface="+mn-ea"/>
              </a:rPr>
              <a:t>1</a:t>
            </a:r>
            <a:r>
              <a:rPr lang="en-US" altLang="zh-CN" dirty="0">
                <a:latin typeface="+mn-ea"/>
                <a:ea typeface="+mn-ea"/>
                <a:cs typeface="+mn-ea"/>
                <a:sym typeface="+mn-ea"/>
              </a:rPr>
              <a:t>=(1,0,1)</a:t>
            </a:r>
            <a:r>
              <a:rPr lang="en-US" altLang="zh-CN" baseline="30000" dirty="0">
                <a:latin typeface="+mn-ea"/>
                <a:ea typeface="+mn-ea"/>
                <a:cs typeface="+mn-ea"/>
                <a:sym typeface="+mn-ea"/>
              </a:rPr>
              <a:t>T</a:t>
            </a:r>
            <a:r>
              <a:rPr lang="en-US" altLang="zh-CN" dirty="0">
                <a:latin typeface="+mn-ea"/>
                <a:ea typeface="+mn-ea"/>
                <a:cs typeface="+mn-ea"/>
                <a:sym typeface="+mn-ea"/>
              </a:rPr>
              <a:t>, </a:t>
            </a:r>
            <a:r>
              <a:rPr lang="en-US" altLang="zh-CN" i="1" dirty="0">
                <a:sym typeface="+mn-ea"/>
              </a:rPr>
              <a:t>α</a:t>
            </a:r>
            <a:r>
              <a:rPr lang="en-US" altLang="zh-CN" baseline="-25000" dirty="0">
                <a:sym typeface="+mn-ea"/>
              </a:rPr>
              <a:t>2</a:t>
            </a:r>
            <a:r>
              <a:rPr lang="en-US" altLang="zh-CN" dirty="0">
                <a:latin typeface="+mn-ea"/>
                <a:ea typeface="+mn-ea"/>
                <a:cs typeface="+mn-ea"/>
                <a:sym typeface="+mn-ea"/>
              </a:rPr>
              <a:t>=(1,-1,0)</a:t>
            </a:r>
            <a:r>
              <a:rPr lang="en-US" altLang="zh-CN" baseline="30000" dirty="0">
                <a:latin typeface="+mn-ea"/>
                <a:ea typeface="+mn-ea"/>
                <a:cs typeface="+mn-ea"/>
                <a:sym typeface="+mn-ea"/>
              </a:rPr>
              <a:t>T</a:t>
            </a:r>
            <a:r>
              <a:rPr lang="en-US" altLang="zh-CN" dirty="0">
                <a:latin typeface="+mn-ea"/>
                <a:ea typeface="+mn-ea"/>
                <a:cs typeface="+mn-ea"/>
                <a:sym typeface="+mn-ea"/>
              </a:rPr>
              <a:t>, </a:t>
            </a:r>
            <a:r>
              <a:rPr lang="en-US" altLang="zh-CN" i="1" dirty="0">
                <a:sym typeface="+mn-ea"/>
              </a:rPr>
              <a:t>α</a:t>
            </a:r>
            <a:r>
              <a:rPr lang="en-US" altLang="zh-CN" baseline="-25000" dirty="0">
                <a:sym typeface="+mn-ea"/>
              </a:rPr>
              <a:t>3</a:t>
            </a:r>
            <a:r>
              <a:rPr lang="en-US" altLang="zh-CN" dirty="0">
                <a:latin typeface="+mn-ea"/>
                <a:ea typeface="+mn-ea"/>
                <a:cs typeface="+mn-ea"/>
                <a:sym typeface="+mn-ea"/>
              </a:rPr>
              <a:t>=(1,-3,1)</a:t>
            </a:r>
            <a:r>
              <a:rPr lang="en-US" altLang="zh-CN" baseline="30000" dirty="0">
                <a:latin typeface="+mn-ea"/>
                <a:ea typeface="+mn-ea"/>
                <a:cs typeface="+mn-ea"/>
                <a:sym typeface="+mn-ea"/>
              </a:rPr>
              <a:t>T</a:t>
            </a:r>
            <a:r>
              <a:rPr lang="zh-CN" altLang="en-US" b="1" dirty="0">
                <a:solidFill>
                  <a:srgbClr val="000000"/>
                </a:solidFill>
                <a:latin typeface="+mn-ea"/>
                <a:ea typeface="+mn-ea"/>
                <a:cs typeface="+mn-ea"/>
              </a:rPr>
              <a:t>线性相关性．</a:t>
            </a:r>
          </a:p>
          <a:p>
            <a:pPr marL="609600" indent="-609600">
              <a:lnSpc>
                <a:spcPct val="80000"/>
              </a:lnSpc>
              <a:spcBef>
                <a:spcPct val="20000"/>
              </a:spcBef>
              <a:buClr>
                <a:srgbClr val="00007D"/>
              </a:buClr>
              <a:buSzPct val="75000"/>
              <a:buFont typeface="Wingdings" panose="05000000000000000000" pitchFamily="2" charset="2"/>
            </a:pPr>
            <a:r>
              <a:rPr lang="zh-CN" altLang="en-US" b="1" dirty="0">
                <a:solidFill>
                  <a:srgbClr val="FF0000"/>
                </a:solidFill>
                <a:latin typeface="+mn-ea"/>
                <a:ea typeface="+mn-ea"/>
                <a:cs typeface="+mn-ea"/>
              </a:rPr>
              <a:t>方法一：</a:t>
            </a:r>
            <a:r>
              <a:rPr lang="zh-CN" altLang="en-US" b="1" dirty="0">
                <a:solidFill>
                  <a:schemeClr val="tx1"/>
                </a:solidFill>
                <a:latin typeface="+mn-ea"/>
                <a:ea typeface="+mn-ea"/>
                <a:cs typeface="+mn-ea"/>
              </a:rPr>
              <a:t>因为</a:t>
            </a:r>
            <a:endParaRPr lang="zh-CN" altLang="en-US" b="1" dirty="0">
              <a:solidFill>
                <a:schemeClr val="tx1"/>
              </a:solidFill>
              <a:latin typeface="+mn-ea"/>
              <a:ea typeface="+mn-ea"/>
              <a:cs typeface="+mn-ea"/>
              <a:sym typeface="+mn-ea"/>
            </a:endParaRPr>
          </a:p>
        </p:txBody>
      </p:sp>
      <p:graphicFrame>
        <p:nvGraphicFramePr>
          <p:cNvPr id="9" name="对象 -2147479736"/>
          <p:cNvGraphicFramePr>
            <a:graphicFrameLocks noChangeAspect="1"/>
          </p:cNvGraphicFramePr>
          <p:nvPr/>
        </p:nvGraphicFramePr>
        <p:xfrm>
          <a:off x="400050" y="1340485"/>
          <a:ext cx="8403590" cy="1393825"/>
        </p:xfrm>
        <a:graphic>
          <a:graphicData uri="http://schemas.openxmlformats.org/presentationml/2006/ole">
            <mc:AlternateContent xmlns:mc="http://schemas.openxmlformats.org/markup-compatibility/2006">
              <mc:Choice xmlns:v="urn:schemas-microsoft-com:vml" Requires="v">
                <p:oleObj r:id="rId2" imgW="4279900" imgH="711200" progId="Equation.3">
                  <p:embed/>
                </p:oleObj>
              </mc:Choice>
              <mc:Fallback>
                <p:oleObj r:id="rId2" imgW="4279900" imgH="711200" progId="Equation.3">
                  <p:embed/>
                  <p:pic>
                    <p:nvPicPr>
                      <p:cNvPr id="0" name="图片 7"/>
                      <p:cNvPicPr/>
                      <p:nvPr/>
                    </p:nvPicPr>
                    <p:blipFill>
                      <a:blip r:embed="rId3"/>
                      <a:stretch>
                        <a:fillRect/>
                      </a:stretch>
                    </p:blipFill>
                    <p:spPr>
                      <a:xfrm>
                        <a:off x="400050" y="1340485"/>
                        <a:ext cx="8403590" cy="1393825"/>
                      </a:xfrm>
                      <a:prstGeom prst="rect">
                        <a:avLst/>
                      </a:prstGeom>
                      <a:noFill/>
                      <a:ln w="38100">
                        <a:noFill/>
                        <a:miter/>
                      </a:ln>
                    </p:spPr>
                  </p:pic>
                </p:oleObj>
              </mc:Fallback>
            </mc:AlternateContent>
          </a:graphicData>
        </a:graphic>
      </p:graphicFrame>
      <p:sp>
        <p:nvSpPr>
          <p:cNvPr id="7" name="文本框 6"/>
          <p:cNvSpPr txBox="1"/>
          <p:nvPr/>
        </p:nvSpPr>
        <p:spPr>
          <a:xfrm>
            <a:off x="323215" y="2877185"/>
            <a:ext cx="8584565" cy="435610"/>
          </a:xfrm>
          <a:prstGeom prst="rect">
            <a:avLst/>
          </a:prstGeom>
          <a:noFill/>
        </p:spPr>
        <p:txBody>
          <a:bodyPr wrap="square" rtlCol="0" anchor="t">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dirty="0">
                <a:solidFill>
                  <a:srgbClr val="000000"/>
                </a:solidFill>
                <a:latin typeface="+mn-ea"/>
                <a:ea typeface="+mn-ea"/>
                <a:cs typeface="+mn-ea"/>
                <a:sym typeface="+mn-ea"/>
              </a:rPr>
              <a:t>因此由</a:t>
            </a:r>
            <a:r>
              <a:rPr lang="zh-CN" altLang="en-US" dirty="0">
                <a:solidFill>
                  <a:srgbClr val="FF0000"/>
                </a:solidFill>
                <a:latin typeface="+mn-ea"/>
                <a:ea typeface="+mn-ea"/>
                <a:cs typeface="+mn-ea"/>
                <a:sym typeface="+mn-ea"/>
              </a:rPr>
              <a:t>推论</a:t>
            </a:r>
            <a:r>
              <a:rPr lang="en-US" altLang="zh-CN" dirty="0">
                <a:solidFill>
                  <a:srgbClr val="FF0000"/>
                </a:solidFill>
                <a:latin typeface="+mn-ea"/>
                <a:ea typeface="+mn-ea"/>
                <a:cs typeface="+mn-ea"/>
                <a:sym typeface="+mn-ea"/>
              </a:rPr>
              <a:t>3.3.2</a:t>
            </a:r>
            <a:r>
              <a:rPr lang="zh-CN" altLang="en-US" dirty="0">
                <a:solidFill>
                  <a:srgbClr val="000000"/>
                </a:solidFill>
                <a:latin typeface="+mn-ea"/>
                <a:ea typeface="+mn-ea"/>
                <a:cs typeface="+mn-ea"/>
                <a:sym typeface="+mn-ea"/>
              </a:rPr>
              <a:t>知向量组</a:t>
            </a:r>
            <a:r>
              <a:rPr lang="en-US" altLang="zh-CN" i="1" dirty="0">
                <a:sym typeface="+mn-ea"/>
              </a:rPr>
              <a:t>α</a:t>
            </a:r>
            <a:r>
              <a:rPr lang="en-US" altLang="zh-CN" baseline="-25000" dirty="0">
                <a:sym typeface="+mn-ea"/>
              </a:rPr>
              <a:t>1</a:t>
            </a:r>
            <a:r>
              <a:rPr lang="zh-CN" altLang="en-US" dirty="0">
                <a:latin typeface="+mn-ea"/>
                <a:ea typeface="+mn-ea"/>
                <a:cs typeface="+mn-ea"/>
                <a:sym typeface="+mn-ea"/>
              </a:rPr>
              <a:t>，</a:t>
            </a:r>
            <a:r>
              <a:rPr lang="en-US" altLang="zh-CN" i="1" dirty="0">
                <a:sym typeface="+mn-ea"/>
              </a:rPr>
              <a:t>α</a:t>
            </a:r>
            <a:r>
              <a:rPr lang="en-US" altLang="zh-CN" baseline="-25000" dirty="0">
                <a:sym typeface="+mn-ea"/>
              </a:rPr>
              <a:t>2</a:t>
            </a:r>
            <a:r>
              <a:rPr lang="zh-CN" altLang="en-US" dirty="0">
                <a:latin typeface="+mn-ea"/>
                <a:ea typeface="+mn-ea"/>
                <a:cs typeface="+mn-ea"/>
                <a:sym typeface="+mn-ea"/>
              </a:rPr>
              <a:t>，</a:t>
            </a:r>
            <a:r>
              <a:rPr lang="en-US" altLang="zh-CN" baseline="-25000" dirty="0">
                <a:sym typeface="+mn-ea"/>
              </a:rPr>
              <a:t> </a:t>
            </a:r>
            <a:r>
              <a:rPr lang="en-US" altLang="zh-CN" i="1" dirty="0">
                <a:sym typeface="+mn-ea"/>
              </a:rPr>
              <a:t>α</a:t>
            </a:r>
            <a:r>
              <a:rPr lang="en-US" altLang="zh-CN" baseline="-25000" dirty="0">
                <a:sym typeface="+mn-ea"/>
              </a:rPr>
              <a:t>3</a:t>
            </a:r>
            <a:r>
              <a:rPr lang="zh-CN" altLang="en-US" dirty="0">
                <a:solidFill>
                  <a:srgbClr val="FF0000"/>
                </a:solidFill>
                <a:latin typeface="+mn-ea"/>
                <a:ea typeface="+mn-ea"/>
                <a:cs typeface="+mn-ea"/>
                <a:sym typeface="+mn-ea"/>
              </a:rPr>
              <a:t>线性相关</a:t>
            </a:r>
            <a:r>
              <a:rPr lang="zh-CN" altLang="en-US" dirty="0">
                <a:solidFill>
                  <a:srgbClr val="000000"/>
                </a:solidFill>
                <a:latin typeface="+mn-ea"/>
                <a:ea typeface="+mn-ea"/>
                <a:cs typeface="+mn-ea"/>
                <a:sym typeface="+mn-ea"/>
              </a:rPr>
              <a:t>．</a:t>
            </a:r>
          </a:p>
        </p:txBody>
      </p:sp>
      <p:sp>
        <p:nvSpPr>
          <p:cNvPr id="4" name="文本框 3"/>
          <p:cNvSpPr txBox="1"/>
          <p:nvPr/>
        </p:nvSpPr>
        <p:spPr>
          <a:xfrm>
            <a:off x="539115" y="3455670"/>
            <a:ext cx="4572000" cy="521970"/>
          </a:xfrm>
          <a:prstGeom prst="rect">
            <a:avLst/>
          </a:prstGeom>
          <a:noFill/>
        </p:spPr>
        <p:txBody>
          <a:bodyPr wrap="square" rtlCol="0">
            <a:spAutoFit/>
          </a:bodyPr>
          <a:lstStyle/>
          <a:p>
            <a:r>
              <a:rPr lang="zh-CN" altLang="en-US" dirty="0">
                <a:solidFill>
                  <a:srgbClr val="FF0000"/>
                </a:solidFill>
                <a:ea typeface="楷体_GB2312"/>
                <a:sym typeface="+mn-ea"/>
              </a:rPr>
              <a:t>方法二：</a:t>
            </a:r>
          </a:p>
        </p:txBody>
      </p:sp>
      <p:graphicFrame>
        <p:nvGraphicFramePr>
          <p:cNvPr id="2" name="对象 -2147479738"/>
          <p:cNvGraphicFramePr>
            <a:graphicFrameLocks noChangeAspect="1"/>
          </p:cNvGraphicFramePr>
          <p:nvPr/>
        </p:nvGraphicFramePr>
        <p:xfrm>
          <a:off x="236220" y="3970655"/>
          <a:ext cx="8615045" cy="1334135"/>
        </p:xfrm>
        <a:graphic>
          <a:graphicData uri="http://schemas.openxmlformats.org/presentationml/2006/ole">
            <mc:AlternateContent xmlns:mc="http://schemas.openxmlformats.org/markup-compatibility/2006">
              <mc:Choice xmlns:v="urn:schemas-microsoft-com:vml" Requires="v">
                <p:oleObj r:id="rId4" imgW="4584700" imgH="711200" progId="Equation.DSMT4">
                  <p:embed/>
                </p:oleObj>
              </mc:Choice>
              <mc:Fallback>
                <p:oleObj r:id="rId4" imgW="4584700" imgH="711200" progId="Equation.DSMT4">
                  <p:embed/>
                  <p:pic>
                    <p:nvPicPr>
                      <p:cNvPr id="0" name="图片 4"/>
                      <p:cNvPicPr/>
                      <p:nvPr/>
                    </p:nvPicPr>
                    <p:blipFill>
                      <a:blip r:embed="rId5"/>
                      <a:stretch>
                        <a:fillRect/>
                      </a:stretch>
                    </p:blipFill>
                    <p:spPr>
                      <a:xfrm>
                        <a:off x="236220" y="3970655"/>
                        <a:ext cx="8615045" cy="1334135"/>
                      </a:xfrm>
                      <a:prstGeom prst="rect">
                        <a:avLst/>
                      </a:prstGeom>
                      <a:noFill/>
                      <a:ln w="38100">
                        <a:noFill/>
                        <a:miter/>
                      </a:ln>
                    </p:spPr>
                  </p:pic>
                </p:oleObj>
              </mc:Fallback>
            </mc:AlternateContent>
          </a:graphicData>
        </a:graphic>
      </p:graphicFrame>
      <p:sp>
        <p:nvSpPr>
          <p:cNvPr id="3" name="文本框 2"/>
          <p:cNvSpPr txBox="1"/>
          <p:nvPr/>
        </p:nvSpPr>
        <p:spPr>
          <a:xfrm>
            <a:off x="539750" y="5501005"/>
            <a:ext cx="8035290" cy="848360"/>
          </a:xfrm>
          <a:prstGeom prst="rect">
            <a:avLst/>
          </a:prstGeom>
          <a:noFill/>
        </p:spPr>
        <p:txBody>
          <a:bodyPr wrap="square" rtlCol="0" anchor="t">
            <a:noAutofit/>
          </a:bodyPr>
          <a:lstStyle/>
          <a:p>
            <a:pPr marL="609600" indent="-609600" algn="l">
              <a:lnSpc>
                <a:spcPct val="110000"/>
              </a:lnSpc>
              <a:spcBef>
                <a:spcPct val="20000"/>
              </a:spcBef>
              <a:buClr>
                <a:srgbClr val="00007D"/>
              </a:buClr>
              <a:buSzPct val="75000"/>
              <a:buFont typeface="Wingdings" panose="05000000000000000000" pitchFamily="2" charset="2"/>
            </a:pPr>
            <a:r>
              <a:rPr lang="zh-CN" altLang="en-US" dirty="0">
                <a:solidFill>
                  <a:srgbClr val="000000"/>
                </a:solidFill>
                <a:ea typeface="楷体_GB2312"/>
                <a:sym typeface="+mn-ea"/>
              </a:rPr>
              <a:t>所以</a:t>
            </a:r>
            <a:r>
              <a:rPr lang="en-US" altLang="zh-CN" i="1" dirty="0">
                <a:sym typeface="+mn-ea"/>
              </a:rPr>
              <a:t>R</a:t>
            </a:r>
            <a:r>
              <a:rPr lang="en-US" altLang="zh-CN" dirty="0">
                <a:sym typeface="+mn-ea"/>
              </a:rPr>
              <a:t>(</a:t>
            </a:r>
            <a:r>
              <a:rPr lang="en-US" altLang="zh-CN" i="1" dirty="0">
                <a:sym typeface="+mn-ea"/>
              </a:rPr>
              <a:t>A</a:t>
            </a:r>
            <a:r>
              <a:rPr lang="en-US" altLang="zh-CN" dirty="0">
                <a:sym typeface="+mn-ea"/>
              </a:rPr>
              <a:t>)=2&lt;3</a:t>
            </a:r>
            <a:r>
              <a:rPr lang="zh-CN" altLang="en-US" dirty="0">
                <a:solidFill>
                  <a:srgbClr val="000000"/>
                </a:solidFill>
                <a:ea typeface="楷体_GB2312"/>
                <a:sym typeface="+mn-ea"/>
              </a:rPr>
              <a:t>，</a:t>
            </a:r>
            <a:r>
              <a:rPr lang="zh-CN" altLang="en-US" dirty="0">
                <a:solidFill>
                  <a:srgbClr val="000000"/>
                </a:solidFill>
                <a:latin typeface="+mn-ea"/>
                <a:ea typeface="+mn-ea"/>
                <a:cs typeface="+mn-ea"/>
                <a:sym typeface="+mn-ea"/>
              </a:rPr>
              <a:t>因此由</a:t>
            </a:r>
            <a:r>
              <a:rPr lang="zh-CN" altLang="en-US" dirty="0">
                <a:solidFill>
                  <a:srgbClr val="FF0000"/>
                </a:solidFill>
                <a:latin typeface="+mn-ea"/>
                <a:ea typeface="+mn-ea"/>
                <a:cs typeface="+mn-ea"/>
                <a:sym typeface="+mn-ea"/>
              </a:rPr>
              <a:t>推论</a:t>
            </a:r>
            <a:r>
              <a:rPr lang="en-US" altLang="zh-CN" dirty="0">
                <a:solidFill>
                  <a:srgbClr val="FF0000"/>
                </a:solidFill>
                <a:latin typeface="+mn-ea"/>
                <a:ea typeface="+mn-ea"/>
                <a:cs typeface="+mn-ea"/>
                <a:sym typeface="+mn-ea"/>
              </a:rPr>
              <a:t>3.3.2</a:t>
            </a:r>
            <a:r>
              <a:rPr lang="zh-CN" altLang="en-US" dirty="0">
                <a:solidFill>
                  <a:srgbClr val="000000"/>
                </a:solidFill>
                <a:latin typeface="+mn-ea"/>
                <a:ea typeface="+mn-ea"/>
                <a:cs typeface="+mn-ea"/>
                <a:sym typeface="+mn-ea"/>
              </a:rPr>
              <a:t>知向量组</a:t>
            </a:r>
            <a:r>
              <a:rPr lang="en-US" altLang="zh-CN" i="1" dirty="0">
                <a:sym typeface="+mn-ea"/>
              </a:rPr>
              <a:t>α</a:t>
            </a:r>
            <a:r>
              <a:rPr lang="en-US" altLang="zh-CN" baseline="-25000" dirty="0">
                <a:sym typeface="+mn-ea"/>
              </a:rPr>
              <a:t>1</a:t>
            </a:r>
            <a:r>
              <a:rPr lang="zh-CN" altLang="en-US" dirty="0">
                <a:latin typeface="+mn-ea"/>
                <a:ea typeface="+mn-ea"/>
                <a:cs typeface="+mn-ea"/>
                <a:sym typeface="+mn-ea"/>
              </a:rPr>
              <a:t>，</a:t>
            </a:r>
            <a:r>
              <a:rPr lang="en-US" altLang="zh-CN" i="1" dirty="0">
                <a:sym typeface="+mn-ea"/>
              </a:rPr>
              <a:t>α</a:t>
            </a:r>
            <a:r>
              <a:rPr lang="en-US" altLang="zh-CN" baseline="-25000" dirty="0">
                <a:sym typeface="+mn-ea"/>
              </a:rPr>
              <a:t>2</a:t>
            </a:r>
            <a:r>
              <a:rPr lang="zh-CN" altLang="en-US" dirty="0">
                <a:latin typeface="+mn-ea"/>
                <a:ea typeface="+mn-ea"/>
                <a:cs typeface="+mn-ea"/>
                <a:sym typeface="+mn-ea"/>
              </a:rPr>
              <a:t>，</a:t>
            </a:r>
            <a:r>
              <a:rPr lang="en-US" altLang="zh-CN" baseline="-25000" dirty="0">
                <a:sym typeface="+mn-ea"/>
              </a:rPr>
              <a:t> </a:t>
            </a:r>
            <a:r>
              <a:rPr lang="en-US" altLang="zh-CN" i="1" dirty="0">
                <a:sym typeface="+mn-ea"/>
              </a:rPr>
              <a:t>α</a:t>
            </a:r>
            <a:r>
              <a:rPr lang="en-US" altLang="zh-CN" baseline="-25000" dirty="0">
                <a:sym typeface="+mn-ea"/>
              </a:rPr>
              <a:t>3</a:t>
            </a:r>
            <a:r>
              <a:rPr lang="zh-CN" altLang="en-US" dirty="0">
                <a:solidFill>
                  <a:srgbClr val="FF0000"/>
                </a:solidFill>
                <a:latin typeface="+mn-ea"/>
                <a:ea typeface="+mn-ea"/>
                <a:cs typeface="+mn-ea"/>
                <a:sym typeface="+mn-ea"/>
              </a:rPr>
              <a:t>线性相关</a:t>
            </a:r>
            <a:r>
              <a:rPr lang="zh-CN" altLang="en-US" dirty="0">
                <a:solidFill>
                  <a:srgbClr val="000000"/>
                </a:solidFill>
                <a:latin typeface="+mn-ea"/>
                <a:ea typeface="+mn-ea"/>
                <a:cs typeface="+mn-ea"/>
                <a:sym typeface="+mn-ea"/>
              </a:rPr>
              <a:t>．</a:t>
            </a:r>
            <a:endParaRPr lang="zh-CN" altLang="en-US" dirty="0">
              <a:solidFill>
                <a:srgbClr val="000000"/>
              </a:solidFill>
              <a:ea typeface="楷体_GB231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8144">
                                            <p:txEl>
                                              <p:pRg st="0" end="0"/>
                                            </p:txEl>
                                          </p:spTgt>
                                        </p:tgtEl>
                                        <p:attrNameLst>
                                          <p:attrName>style.visibility</p:attrName>
                                        </p:attrNameLst>
                                      </p:cBhvr>
                                      <p:to>
                                        <p:strVal val="visible"/>
                                      </p:to>
                                    </p:set>
                                    <p:animEffect transition="in" filter="wipe(down)">
                                      <p:cBhvr>
                                        <p:cTn id="7" dur="500"/>
                                        <p:tgtEl>
                                          <p:spTgt spid="481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8144">
                                            <p:txEl>
                                              <p:pRg st="1" end="1"/>
                                            </p:txEl>
                                          </p:spTgt>
                                        </p:tgtEl>
                                        <p:attrNameLst>
                                          <p:attrName>style.visibility</p:attrName>
                                        </p:attrNameLst>
                                      </p:cBhvr>
                                      <p:to>
                                        <p:strVal val="visible"/>
                                      </p:to>
                                    </p:set>
                                    <p:animEffect transition="in" filter="wipe(down)">
                                      <p:cBhvr>
                                        <p:cTn id="12" dur="500"/>
                                        <p:tgtEl>
                                          <p:spTgt spid="481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animEffect transition="in" filter="blinds(horizontal)">
                                      <p:cBhvr>
                                        <p:cTn id="3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95605" y="260350"/>
            <a:ext cx="8377555" cy="897255"/>
          </a:xfrm>
          <a:prstGeom prst="rect">
            <a:avLst/>
          </a:prstGeom>
          <a:noFill/>
        </p:spPr>
        <p:txBody>
          <a:bodyPr wrap="square" rtlCol="0">
            <a:no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dirty="0">
                <a:solidFill>
                  <a:srgbClr val="FF0000"/>
                </a:solidFill>
                <a:ea typeface="楷体_GB2312"/>
                <a:sym typeface="+mn-ea"/>
              </a:rPr>
              <a:t>例</a:t>
            </a:r>
            <a:r>
              <a:rPr lang="en-US" altLang="zh-CN" dirty="0">
                <a:solidFill>
                  <a:srgbClr val="FF0000"/>
                </a:solidFill>
                <a:ea typeface="楷体_GB2312"/>
                <a:sym typeface="+mn-ea"/>
              </a:rPr>
              <a:t> 3.3.8</a:t>
            </a:r>
            <a:r>
              <a:rPr lang="en-US" altLang="zh-CN" dirty="0">
                <a:solidFill>
                  <a:srgbClr val="3333FF"/>
                </a:solidFill>
                <a:ea typeface="楷体_GB2312"/>
                <a:sym typeface="+mn-ea"/>
              </a:rPr>
              <a:t> </a:t>
            </a:r>
            <a:r>
              <a:rPr lang="zh-CN" altLang="en-US" dirty="0">
                <a:solidFill>
                  <a:srgbClr val="000000"/>
                </a:solidFill>
                <a:ea typeface="楷体_GB2312"/>
                <a:sym typeface="+mn-ea"/>
              </a:rPr>
              <a:t>设向量组</a:t>
            </a:r>
            <a:r>
              <a:rPr lang="en-US" altLang="zh-CN" i="1" dirty="0">
                <a:sym typeface="+mn-ea"/>
              </a:rPr>
              <a:t>α</a:t>
            </a:r>
            <a:r>
              <a:rPr lang="en-US" altLang="zh-CN" baseline="-25000" dirty="0">
                <a:sym typeface="+mn-ea"/>
              </a:rPr>
              <a:t>1 </a:t>
            </a:r>
            <a:r>
              <a:rPr lang="zh-CN" altLang="en-US" dirty="0">
                <a:sym typeface="+mn-ea"/>
              </a:rPr>
              <a:t>，</a:t>
            </a:r>
            <a:r>
              <a:rPr lang="en-US" altLang="zh-CN" i="1" dirty="0">
                <a:sym typeface="+mn-ea"/>
              </a:rPr>
              <a:t>α</a:t>
            </a:r>
            <a:r>
              <a:rPr lang="en-US" altLang="zh-CN" baseline="-25000" dirty="0">
                <a:sym typeface="+mn-ea"/>
              </a:rPr>
              <a:t>2 </a:t>
            </a:r>
            <a:r>
              <a:rPr lang="zh-CN" altLang="en-US" dirty="0">
                <a:sym typeface="+mn-ea"/>
              </a:rPr>
              <a:t>，</a:t>
            </a:r>
            <a:r>
              <a:rPr lang="en-US" altLang="zh-CN" i="1" dirty="0">
                <a:sym typeface="+mn-ea"/>
              </a:rPr>
              <a:t>α</a:t>
            </a:r>
            <a:r>
              <a:rPr lang="en-US" altLang="zh-CN" baseline="-25000" dirty="0">
                <a:sym typeface="+mn-ea"/>
              </a:rPr>
              <a:t>3</a:t>
            </a:r>
            <a:r>
              <a:rPr lang="zh-CN" altLang="en-US" dirty="0">
                <a:solidFill>
                  <a:srgbClr val="000000"/>
                </a:solidFill>
                <a:ea typeface="楷体_GB2312"/>
                <a:sym typeface="+mn-ea"/>
              </a:rPr>
              <a:t>线性无关，试证向量组</a:t>
            </a:r>
          </a:p>
          <a:p>
            <a:pPr marL="609600" indent="-609600">
              <a:lnSpc>
                <a:spcPct val="80000"/>
              </a:lnSpc>
              <a:spcBef>
                <a:spcPct val="20000"/>
              </a:spcBef>
              <a:buClr>
                <a:srgbClr val="00007D"/>
              </a:buClr>
              <a:buSzPct val="75000"/>
              <a:buFont typeface="Wingdings" panose="05000000000000000000" pitchFamily="2" charset="2"/>
            </a:pPr>
            <a:r>
              <a:rPr lang="en-US" altLang="zh-CN" i="1" dirty="0">
                <a:sym typeface="+mn-ea"/>
              </a:rPr>
              <a:t>α</a:t>
            </a:r>
            <a:r>
              <a:rPr lang="en-US" altLang="zh-CN" baseline="-25000" dirty="0">
                <a:sym typeface="+mn-ea"/>
              </a:rPr>
              <a:t>1</a:t>
            </a:r>
            <a:r>
              <a:rPr lang="en-US" altLang="zh-CN" i="1" dirty="0">
                <a:sym typeface="+mn-ea"/>
              </a:rPr>
              <a:t>+α</a:t>
            </a:r>
            <a:r>
              <a:rPr lang="en-US" altLang="zh-CN" baseline="-25000" dirty="0">
                <a:sym typeface="+mn-ea"/>
              </a:rPr>
              <a:t>2</a:t>
            </a:r>
            <a:r>
              <a:rPr lang="en-US" altLang="zh-CN" i="1" dirty="0">
                <a:sym typeface="+mn-ea"/>
              </a:rPr>
              <a:t>+</a:t>
            </a:r>
            <a:r>
              <a:rPr lang="en-US" altLang="zh-CN" baseline="-25000" dirty="0">
                <a:sym typeface="+mn-ea"/>
              </a:rPr>
              <a:t> </a:t>
            </a:r>
            <a:r>
              <a:rPr lang="en-US" altLang="zh-CN" i="1" dirty="0">
                <a:sym typeface="+mn-ea"/>
              </a:rPr>
              <a:t>α</a:t>
            </a:r>
            <a:r>
              <a:rPr lang="en-US" altLang="zh-CN" baseline="-25000" dirty="0">
                <a:sym typeface="+mn-ea"/>
              </a:rPr>
              <a:t>3</a:t>
            </a:r>
            <a:r>
              <a:rPr lang="zh-CN" altLang="en-US" dirty="0">
                <a:sym typeface="+mn-ea"/>
              </a:rPr>
              <a:t>，</a:t>
            </a:r>
            <a:r>
              <a:rPr lang="en-US" altLang="zh-CN" i="1" dirty="0">
                <a:sym typeface="+mn-ea"/>
              </a:rPr>
              <a:t>α</a:t>
            </a:r>
            <a:r>
              <a:rPr lang="en-US" altLang="zh-CN" baseline="-25000" dirty="0">
                <a:sym typeface="+mn-ea"/>
              </a:rPr>
              <a:t>2</a:t>
            </a:r>
            <a:r>
              <a:rPr lang="en-US" altLang="zh-CN" dirty="0">
                <a:sym typeface="+mn-ea"/>
              </a:rPr>
              <a:t>-</a:t>
            </a:r>
            <a:r>
              <a:rPr lang="en-US" altLang="zh-CN" baseline="-25000" dirty="0">
                <a:sym typeface="+mn-ea"/>
              </a:rPr>
              <a:t> </a:t>
            </a:r>
            <a:r>
              <a:rPr lang="en-US" altLang="zh-CN" i="1" dirty="0">
                <a:sym typeface="+mn-ea"/>
              </a:rPr>
              <a:t>α</a:t>
            </a:r>
            <a:r>
              <a:rPr lang="en-US" altLang="zh-CN" baseline="-25000" dirty="0">
                <a:sym typeface="+mn-ea"/>
              </a:rPr>
              <a:t>3</a:t>
            </a:r>
            <a:r>
              <a:rPr lang="zh-CN" altLang="en-US" dirty="0">
                <a:sym typeface="+mn-ea"/>
              </a:rPr>
              <a:t>，</a:t>
            </a:r>
            <a:r>
              <a:rPr lang="en-US" altLang="zh-CN" baseline="-25000" dirty="0">
                <a:sym typeface="+mn-ea"/>
              </a:rPr>
              <a:t> </a:t>
            </a:r>
            <a:r>
              <a:rPr lang="en-US" altLang="zh-CN" i="1" dirty="0">
                <a:sym typeface="+mn-ea"/>
              </a:rPr>
              <a:t>α</a:t>
            </a:r>
            <a:r>
              <a:rPr lang="en-US" altLang="zh-CN" baseline="-25000" dirty="0">
                <a:sym typeface="+mn-ea"/>
              </a:rPr>
              <a:t>3</a:t>
            </a:r>
            <a:r>
              <a:rPr lang="en-US" altLang="zh-CN" dirty="0">
                <a:sym typeface="+mn-ea"/>
              </a:rPr>
              <a:t>-</a:t>
            </a:r>
            <a:r>
              <a:rPr lang="en-US" altLang="zh-CN" i="1" dirty="0">
                <a:sym typeface="+mn-ea"/>
              </a:rPr>
              <a:t>α</a:t>
            </a:r>
            <a:r>
              <a:rPr lang="en-US" altLang="zh-CN" baseline="-25000" dirty="0">
                <a:sym typeface="+mn-ea"/>
              </a:rPr>
              <a:t>1</a:t>
            </a:r>
            <a:r>
              <a:rPr lang="zh-CN" altLang="en-US" dirty="0">
                <a:solidFill>
                  <a:srgbClr val="000000"/>
                </a:solidFill>
                <a:ea typeface="楷体_GB2312"/>
                <a:sym typeface="+mn-ea"/>
              </a:rPr>
              <a:t>也线性无关</a:t>
            </a:r>
            <a:r>
              <a:rPr lang="en-US" altLang="zh-CN" dirty="0">
                <a:solidFill>
                  <a:srgbClr val="000000"/>
                </a:solidFill>
                <a:ea typeface="楷体_GB2312"/>
                <a:sym typeface="+mn-ea"/>
              </a:rPr>
              <a:t>.</a:t>
            </a:r>
          </a:p>
        </p:txBody>
      </p:sp>
      <p:sp>
        <p:nvSpPr>
          <p:cNvPr id="11" name="文本框 10"/>
          <p:cNvSpPr txBox="1"/>
          <p:nvPr/>
        </p:nvSpPr>
        <p:spPr>
          <a:xfrm>
            <a:off x="539750" y="1484630"/>
            <a:ext cx="8371205" cy="779780"/>
          </a:xfrm>
          <a:prstGeom prst="rect">
            <a:avLst/>
          </a:prstGeom>
          <a:noFill/>
        </p:spPr>
        <p:txBody>
          <a:bodyPr wrap="square" rtlCol="0" anchor="t">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dirty="0">
                <a:solidFill>
                  <a:srgbClr val="3333FF"/>
                </a:solidFill>
                <a:ea typeface="楷体_GB2312"/>
                <a:sym typeface="+mn-ea"/>
              </a:rPr>
              <a:t>证：</a:t>
            </a:r>
            <a:r>
              <a:rPr lang="zh-CN" altLang="en-US" dirty="0">
                <a:solidFill>
                  <a:srgbClr val="000000"/>
                </a:solidFill>
                <a:ea typeface="楷体_GB2312"/>
                <a:sym typeface="+mn-ea"/>
              </a:rPr>
              <a:t>设有一组数</a:t>
            </a:r>
            <a:r>
              <a:rPr lang="en-US" altLang="zh-CN" i="1" dirty="0">
                <a:sym typeface="+mn-ea"/>
              </a:rPr>
              <a:t>x</a:t>
            </a:r>
            <a:r>
              <a:rPr lang="en-US" altLang="zh-CN" baseline="-25000" dirty="0">
                <a:sym typeface="+mn-ea"/>
              </a:rPr>
              <a:t>1</a:t>
            </a:r>
            <a:r>
              <a:rPr lang="en-US" altLang="zh-CN" dirty="0">
                <a:sym typeface="+mn-ea"/>
              </a:rPr>
              <a:t>, </a:t>
            </a:r>
            <a:r>
              <a:rPr lang="en-US" altLang="zh-CN" i="1" dirty="0">
                <a:sym typeface="+mn-ea"/>
              </a:rPr>
              <a:t>x</a:t>
            </a:r>
            <a:r>
              <a:rPr lang="en-US" altLang="zh-CN" baseline="-25000" dirty="0">
                <a:sym typeface="+mn-ea"/>
              </a:rPr>
              <a:t>2</a:t>
            </a:r>
            <a:r>
              <a:rPr lang="en-US" altLang="zh-CN" dirty="0">
                <a:sym typeface="+mn-ea"/>
              </a:rPr>
              <a:t>, </a:t>
            </a:r>
            <a:r>
              <a:rPr lang="en-US" altLang="zh-CN" i="1" dirty="0">
                <a:sym typeface="+mn-ea"/>
              </a:rPr>
              <a:t>x</a:t>
            </a:r>
            <a:r>
              <a:rPr lang="en-US" altLang="zh-CN" baseline="-25000" dirty="0">
                <a:sym typeface="+mn-ea"/>
              </a:rPr>
              <a:t>3</a:t>
            </a:r>
            <a:r>
              <a:rPr lang="zh-CN" altLang="en-US" dirty="0">
                <a:sym typeface="+mn-ea"/>
              </a:rPr>
              <a:t>使得</a:t>
            </a:r>
            <a:r>
              <a:rPr lang="en-US" altLang="zh-CN" b="0" dirty="0">
                <a:sym typeface="+mn-ea"/>
              </a:rPr>
              <a:t> </a:t>
            </a:r>
            <a:r>
              <a:rPr lang="en-US" altLang="zh-CN" i="1" dirty="0">
                <a:sym typeface="+mn-ea"/>
              </a:rPr>
              <a:t>x</a:t>
            </a:r>
            <a:r>
              <a:rPr lang="en-US" altLang="zh-CN" baseline="-25000" dirty="0">
                <a:sym typeface="+mn-ea"/>
              </a:rPr>
              <a:t>1</a:t>
            </a:r>
            <a:r>
              <a:rPr lang="en-US" altLang="zh-CN" dirty="0">
                <a:sym typeface="+mn-ea"/>
              </a:rPr>
              <a:t>(</a:t>
            </a:r>
            <a:r>
              <a:rPr lang="en-US" altLang="zh-CN" i="1" dirty="0">
                <a:sym typeface="+mn-ea"/>
              </a:rPr>
              <a:t>α</a:t>
            </a:r>
            <a:r>
              <a:rPr lang="en-US" altLang="zh-CN" baseline="-25000" dirty="0">
                <a:sym typeface="+mn-ea"/>
              </a:rPr>
              <a:t>1</a:t>
            </a:r>
            <a:r>
              <a:rPr lang="en-US" altLang="zh-CN" i="1" dirty="0">
                <a:sym typeface="+mn-ea"/>
              </a:rPr>
              <a:t>+α</a:t>
            </a:r>
            <a:r>
              <a:rPr lang="en-US" altLang="zh-CN" baseline="-25000" dirty="0">
                <a:sym typeface="+mn-ea"/>
              </a:rPr>
              <a:t>2</a:t>
            </a:r>
            <a:r>
              <a:rPr lang="en-US" altLang="zh-CN" i="1" dirty="0">
                <a:sym typeface="+mn-ea"/>
              </a:rPr>
              <a:t>+</a:t>
            </a:r>
            <a:r>
              <a:rPr lang="en-US" altLang="zh-CN" baseline="-25000"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x</a:t>
            </a:r>
            <a:r>
              <a:rPr lang="en-US" altLang="zh-CN" baseline="-25000" dirty="0">
                <a:sym typeface="+mn-ea"/>
              </a:rPr>
              <a:t>2</a:t>
            </a:r>
            <a:r>
              <a:rPr lang="en-US" altLang="zh-CN" dirty="0">
                <a:sym typeface="+mn-ea"/>
              </a:rPr>
              <a:t>(</a:t>
            </a:r>
            <a:r>
              <a:rPr lang="en-US" altLang="zh-CN" i="1" dirty="0">
                <a:sym typeface="+mn-ea"/>
              </a:rPr>
              <a:t>α</a:t>
            </a:r>
            <a:r>
              <a:rPr lang="en-US" altLang="zh-CN" baseline="-25000" dirty="0">
                <a:sym typeface="+mn-ea"/>
              </a:rPr>
              <a:t>2</a:t>
            </a:r>
            <a:r>
              <a:rPr lang="en-US" altLang="zh-CN" dirty="0">
                <a:sym typeface="+mn-ea"/>
              </a:rPr>
              <a:t>-</a:t>
            </a:r>
            <a:r>
              <a:rPr lang="en-US" altLang="zh-CN" baseline="-25000"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x</a:t>
            </a:r>
            <a:r>
              <a:rPr lang="en-US" altLang="zh-CN" baseline="-25000" dirty="0">
                <a:sym typeface="+mn-ea"/>
              </a:rPr>
              <a:t>3</a:t>
            </a:r>
            <a:r>
              <a:rPr lang="en-US" altLang="zh-CN" dirty="0">
                <a:sym typeface="+mn-ea"/>
              </a:rPr>
              <a:t>(</a:t>
            </a:r>
            <a:r>
              <a:rPr lang="en-US" altLang="zh-CN" i="1" dirty="0">
                <a:sym typeface="+mn-ea"/>
              </a:rPr>
              <a:t>α</a:t>
            </a:r>
            <a:r>
              <a:rPr lang="en-US" altLang="zh-CN" baseline="-25000" dirty="0">
                <a:sym typeface="+mn-ea"/>
              </a:rPr>
              <a:t>3</a:t>
            </a:r>
            <a:r>
              <a:rPr lang="en-US" altLang="zh-CN" dirty="0">
                <a:sym typeface="+mn-ea"/>
              </a:rPr>
              <a:t>-</a:t>
            </a:r>
            <a:r>
              <a:rPr lang="en-US" altLang="zh-CN" i="1" dirty="0">
                <a:sym typeface="+mn-ea"/>
              </a:rPr>
              <a:t>α</a:t>
            </a:r>
            <a:r>
              <a:rPr lang="en-US" altLang="zh-CN" baseline="-25000" dirty="0">
                <a:sym typeface="+mn-ea"/>
              </a:rPr>
              <a:t>1</a:t>
            </a:r>
            <a:r>
              <a:rPr lang="en-US" altLang="zh-CN" dirty="0">
                <a:sym typeface="+mn-ea"/>
              </a:rPr>
              <a:t>)</a:t>
            </a:r>
            <a:r>
              <a:rPr lang="en-US" altLang="zh-CN" dirty="0">
                <a:solidFill>
                  <a:srgbClr val="000000"/>
                </a:solidFill>
                <a:ea typeface="楷体_GB2312"/>
                <a:sym typeface="+mn-ea"/>
              </a:rPr>
              <a:t>=0</a:t>
            </a:r>
            <a:r>
              <a:rPr lang="zh-CN" altLang="en-US" dirty="0">
                <a:solidFill>
                  <a:srgbClr val="000000"/>
                </a:solidFill>
                <a:ea typeface="楷体_GB2312"/>
                <a:sym typeface="+mn-ea"/>
              </a:rPr>
              <a:t>，则</a:t>
            </a:r>
          </a:p>
        </p:txBody>
      </p:sp>
      <p:sp>
        <p:nvSpPr>
          <p:cNvPr id="12" name="文本框 11"/>
          <p:cNvSpPr txBox="1"/>
          <p:nvPr/>
        </p:nvSpPr>
        <p:spPr>
          <a:xfrm>
            <a:off x="1043305" y="2348865"/>
            <a:ext cx="6396990" cy="953135"/>
          </a:xfrm>
          <a:prstGeom prst="rect">
            <a:avLst/>
          </a:prstGeom>
          <a:noFill/>
        </p:spPr>
        <p:txBody>
          <a:bodyPr wrap="square" rtlCol="0" anchor="t">
            <a:spAutoFit/>
          </a:bodyPr>
          <a:lstStyle/>
          <a:p>
            <a:r>
              <a:rPr lang="en-US" altLang="zh-CN" dirty="0">
                <a:sym typeface="+mn-ea"/>
              </a:rPr>
              <a:t>(</a:t>
            </a:r>
            <a:r>
              <a:rPr lang="en-US" altLang="zh-CN" i="1" dirty="0">
                <a:sym typeface="+mn-ea"/>
              </a:rPr>
              <a:t>x</a:t>
            </a:r>
            <a:r>
              <a:rPr lang="en-US" altLang="zh-CN" baseline="-25000" dirty="0">
                <a:sym typeface="+mn-ea"/>
              </a:rPr>
              <a:t>1</a:t>
            </a:r>
            <a:r>
              <a:rPr lang="en-US" altLang="zh-CN" dirty="0">
                <a:sym typeface="+mn-ea"/>
              </a:rPr>
              <a:t>-</a:t>
            </a:r>
            <a:r>
              <a:rPr lang="en-US" altLang="zh-CN" i="1" dirty="0">
                <a:sym typeface="+mn-ea"/>
              </a:rPr>
              <a:t>x</a:t>
            </a:r>
            <a:r>
              <a:rPr lang="en-US" altLang="zh-CN" baseline="-25000" dirty="0">
                <a:sym typeface="+mn-ea"/>
              </a:rPr>
              <a:t>3</a:t>
            </a:r>
            <a:r>
              <a:rPr lang="en-US" altLang="zh-CN" dirty="0">
                <a:sym typeface="+mn-ea"/>
              </a:rPr>
              <a:t>)</a:t>
            </a:r>
            <a:r>
              <a:rPr lang="en-US" altLang="zh-CN" i="1" dirty="0">
                <a:sym typeface="+mn-ea"/>
              </a:rPr>
              <a:t>α</a:t>
            </a:r>
            <a:r>
              <a:rPr lang="en-US" altLang="zh-CN" baseline="-25000" dirty="0">
                <a:sym typeface="+mn-ea"/>
              </a:rPr>
              <a:t>1</a:t>
            </a:r>
            <a:r>
              <a:rPr lang="en-US" altLang="zh-CN" dirty="0">
                <a:sym typeface="+mn-ea"/>
              </a:rPr>
              <a:t>+(</a:t>
            </a:r>
            <a:r>
              <a:rPr lang="en-US" altLang="zh-CN" i="1" dirty="0">
                <a:sym typeface="+mn-ea"/>
              </a:rPr>
              <a:t>x</a:t>
            </a:r>
            <a:r>
              <a:rPr lang="en-US" altLang="zh-CN" baseline="-25000" dirty="0">
                <a:sym typeface="+mn-ea"/>
              </a:rPr>
              <a:t>1</a:t>
            </a:r>
            <a:r>
              <a:rPr lang="en-US" altLang="zh-CN" i="1" dirty="0">
                <a:sym typeface="+mn-ea"/>
              </a:rPr>
              <a:t>+x</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x</a:t>
            </a:r>
            <a:r>
              <a:rPr lang="en-US" altLang="zh-CN" baseline="-25000" dirty="0">
                <a:sym typeface="+mn-ea"/>
              </a:rPr>
              <a:t>1</a:t>
            </a:r>
            <a:r>
              <a:rPr lang="en-US" altLang="zh-CN" dirty="0">
                <a:sym typeface="+mn-ea"/>
              </a:rPr>
              <a:t>-</a:t>
            </a:r>
            <a:r>
              <a:rPr lang="en-US" altLang="zh-CN" i="1" dirty="0">
                <a:sym typeface="+mn-ea"/>
              </a:rPr>
              <a:t>x</a:t>
            </a:r>
            <a:r>
              <a:rPr lang="en-US" altLang="zh-CN" baseline="-25000" dirty="0">
                <a:sym typeface="+mn-ea"/>
              </a:rPr>
              <a:t>2</a:t>
            </a:r>
            <a:r>
              <a:rPr lang="en-US" altLang="zh-CN" dirty="0">
                <a:sym typeface="+mn-ea"/>
              </a:rPr>
              <a:t> </a:t>
            </a:r>
            <a:r>
              <a:rPr lang="en-US" altLang="zh-CN" i="1" dirty="0">
                <a:sym typeface="+mn-ea"/>
              </a:rPr>
              <a:t>+x</a:t>
            </a:r>
            <a:r>
              <a:rPr lang="en-US" altLang="zh-CN" baseline="-25000" dirty="0">
                <a:sym typeface="+mn-ea"/>
              </a:rPr>
              <a:t>3</a:t>
            </a:r>
            <a:r>
              <a:rPr lang="en-US" altLang="zh-CN" dirty="0">
                <a:sym typeface="+mn-ea"/>
              </a:rPr>
              <a:t>)</a:t>
            </a:r>
            <a:r>
              <a:rPr lang="en-US" altLang="zh-CN" i="1" dirty="0">
                <a:sym typeface="+mn-ea"/>
              </a:rPr>
              <a:t>α</a:t>
            </a:r>
            <a:r>
              <a:rPr lang="en-US" altLang="zh-CN" baseline="-25000" dirty="0">
                <a:sym typeface="+mn-ea"/>
              </a:rPr>
              <a:t>3</a:t>
            </a:r>
            <a:r>
              <a:rPr lang="en-US" altLang="zh-CN" dirty="0">
                <a:solidFill>
                  <a:srgbClr val="000000"/>
                </a:solidFill>
                <a:ea typeface="楷体_GB2312"/>
                <a:sym typeface="+mn-ea"/>
              </a:rPr>
              <a:t>=0.</a:t>
            </a:r>
          </a:p>
          <a:p>
            <a:endParaRPr lang="zh-CN" altLang="en-US" dirty="0">
              <a:solidFill>
                <a:srgbClr val="000000"/>
              </a:solidFill>
              <a:ea typeface="楷体_GB2312"/>
              <a:sym typeface="+mn-ea"/>
            </a:endParaRPr>
          </a:p>
        </p:txBody>
      </p:sp>
      <p:sp>
        <p:nvSpPr>
          <p:cNvPr id="13" name="文本框 12"/>
          <p:cNvSpPr txBox="1"/>
          <p:nvPr/>
        </p:nvSpPr>
        <p:spPr>
          <a:xfrm>
            <a:off x="539750" y="3344545"/>
            <a:ext cx="5263515" cy="521970"/>
          </a:xfrm>
          <a:prstGeom prst="rect">
            <a:avLst/>
          </a:prstGeom>
          <a:noFill/>
        </p:spPr>
        <p:txBody>
          <a:bodyPr wrap="square" rtlCol="0">
            <a:spAutoFit/>
          </a:bodyPr>
          <a:lstStyle/>
          <a:p>
            <a:r>
              <a:rPr lang="zh-CN" altLang="en-US" dirty="0">
                <a:solidFill>
                  <a:srgbClr val="000000"/>
                </a:solidFill>
                <a:ea typeface="楷体_GB2312"/>
                <a:sym typeface="+mn-ea"/>
              </a:rPr>
              <a:t>由于</a:t>
            </a:r>
            <a:r>
              <a:rPr lang="en-US" altLang="zh-CN" i="1" dirty="0">
                <a:sym typeface="+mn-ea"/>
              </a:rPr>
              <a:t>α</a:t>
            </a:r>
            <a:r>
              <a:rPr lang="en-US" altLang="zh-CN" baseline="-25000" dirty="0">
                <a:sym typeface="+mn-ea"/>
              </a:rPr>
              <a:t>1 </a:t>
            </a:r>
            <a:r>
              <a:rPr lang="zh-CN" altLang="en-US" dirty="0">
                <a:sym typeface="+mn-ea"/>
              </a:rPr>
              <a:t>，</a:t>
            </a:r>
            <a:r>
              <a:rPr lang="en-US" altLang="zh-CN" i="1" dirty="0">
                <a:sym typeface="+mn-ea"/>
              </a:rPr>
              <a:t>α</a:t>
            </a:r>
            <a:r>
              <a:rPr lang="en-US" altLang="zh-CN" baseline="-25000" dirty="0">
                <a:sym typeface="+mn-ea"/>
              </a:rPr>
              <a:t>2 </a:t>
            </a:r>
            <a:r>
              <a:rPr lang="zh-CN" altLang="en-US" dirty="0">
                <a:sym typeface="+mn-ea"/>
              </a:rPr>
              <a:t>，</a:t>
            </a:r>
            <a:r>
              <a:rPr lang="en-US" altLang="zh-CN" i="1" dirty="0">
                <a:sym typeface="+mn-ea"/>
              </a:rPr>
              <a:t>α</a:t>
            </a:r>
            <a:r>
              <a:rPr lang="en-US" altLang="zh-CN" baseline="-25000" dirty="0">
                <a:sym typeface="+mn-ea"/>
              </a:rPr>
              <a:t>3</a:t>
            </a:r>
            <a:r>
              <a:rPr lang="zh-CN" altLang="en-US" dirty="0">
                <a:solidFill>
                  <a:srgbClr val="000000"/>
                </a:solidFill>
                <a:ea typeface="楷体_GB2312"/>
                <a:sym typeface="+mn-ea"/>
              </a:rPr>
              <a:t>线性无关，所以</a:t>
            </a:r>
            <a:endParaRPr lang="zh-CN" altLang="en-US" dirty="0">
              <a:solidFill>
                <a:srgbClr val="000000"/>
              </a:solidFill>
              <a:ea typeface="楷体_GB2312"/>
            </a:endParaRPr>
          </a:p>
        </p:txBody>
      </p:sp>
      <p:graphicFrame>
        <p:nvGraphicFramePr>
          <p:cNvPr id="3" name="对象 -2147479727"/>
          <p:cNvGraphicFramePr>
            <a:graphicFrameLocks noChangeAspect="1"/>
          </p:cNvGraphicFramePr>
          <p:nvPr/>
        </p:nvGraphicFramePr>
        <p:xfrm>
          <a:off x="5868035" y="2953385"/>
          <a:ext cx="2161540" cy="1492250"/>
        </p:xfrm>
        <a:graphic>
          <a:graphicData uri="http://schemas.openxmlformats.org/presentationml/2006/ole">
            <mc:AlternateContent xmlns:mc="http://schemas.openxmlformats.org/markup-compatibility/2006">
              <mc:Choice xmlns:v="urn:schemas-microsoft-com:vml" Requires="v">
                <p:oleObj r:id="rId2" imgW="1028700" imgH="711200" progId="Equation.3">
                  <p:embed/>
                </p:oleObj>
              </mc:Choice>
              <mc:Fallback>
                <p:oleObj r:id="rId2" imgW="1028700" imgH="711200" progId="Equation.3">
                  <p:embed/>
                  <p:pic>
                    <p:nvPicPr>
                      <p:cNvPr id="0" name="图片 13"/>
                      <p:cNvPicPr/>
                      <p:nvPr/>
                    </p:nvPicPr>
                    <p:blipFill>
                      <a:blip r:embed="rId3"/>
                      <a:stretch>
                        <a:fillRect/>
                      </a:stretch>
                    </p:blipFill>
                    <p:spPr>
                      <a:xfrm>
                        <a:off x="5868035" y="2953385"/>
                        <a:ext cx="2161540" cy="1492250"/>
                      </a:xfrm>
                      <a:prstGeom prst="rect">
                        <a:avLst/>
                      </a:prstGeom>
                      <a:noFill/>
                      <a:ln w="38100">
                        <a:noFill/>
                        <a:miter/>
                      </a:ln>
                    </p:spPr>
                  </p:pic>
                </p:oleObj>
              </mc:Fallback>
            </mc:AlternateContent>
          </a:graphicData>
        </a:graphic>
      </p:graphicFrame>
      <p:sp>
        <p:nvSpPr>
          <p:cNvPr id="2" name="文本框 1"/>
          <p:cNvSpPr txBox="1"/>
          <p:nvPr/>
        </p:nvSpPr>
        <p:spPr>
          <a:xfrm>
            <a:off x="395605" y="4036378"/>
            <a:ext cx="5080000" cy="521970"/>
          </a:xfrm>
          <a:prstGeom prst="rect">
            <a:avLst/>
          </a:prstGeom>
        </p:spPr>
        <p:txBody>
          <a:bodyPr>
            <a:spAutoFit/>
          </a:bodyPr>
          <a:lstStyle/>
          <a:p>
            <a:pPr algn="just" defTabSz="266700"/>
            <a:r>
              <a:rPr lang="zh-CN" altLang="en-US">
                <a:solidFill>
                  <a:srgbClr val="000000"/>
                </a:solidFill>
                <a:latin typeface="宋体" panose="02010600030101010101" pitchFamily="2" charset="-122"/>
                <a:ea typeface="宋体" panose="02010600030101010101" pitchFamily="2" charset="-122"/>
              </a:rPr>
              <a:t>而该线性方程组的系数行列式</a:t>
            </a:r>
          </a:p>
        </p:txBody>
      </p:sp>
      <p:graphicFrame>
        <p:nvGraphicFramePr>
          <p:cNvPr id="4" name="对象 -2147479726"/>
          <p:cNvGraphicFramePr>
            <a:graphicFrameLocks noChangeAspect="1"/>
          </p:cNvGraphicFramePr>
          <p:nvPr/>
        </p:nvGraphicFramePr>
        <p:xfrm>
          <a:off x="827405" y="4580890"/>
          <a:ext cx="6818630" cy="1347470"/>
        </p:xfrm>
        <a:graphic>
          <a:graphicData uri="http://schemas.openxmlformats.org/presentationml/2006/ole">
            <mc:AlternateContent xmlns:mc="http://schemas.openxmlformats.org/markup-compatibility/2006">
              <mc:Choice xmlns:v="urn:schemas-microsoft-com:vml" Requires="v">
                <p:oleObj r:id="rId4" imgW="3594100" imgH="711200" progId="Equation.3">
                  <p:embed/>
                </p:oleObj>
              </mc:Choice>
              <mc:Fallback>
                <p:oleObj r:id="rId4" imgW="3594100" imgH="711200" progId="Equation.3">
                  <p:embed/>
                  <p:pic>
                    <p:nvPicPr>
                      <p:cNvPr id="0" name="图片 3075"/>
                      <p:cNvPicPr/>
                      <p:nvPr/>
                    </p:nvPicPr>
                    <p:blipFill>
                      <a:blip r:embed="rId5"/>
                      <a:stretch>
                        <a:fillRect/>
                      </a:stretch>
                    </p:blipFill>
                    <p:spPr>
                      <a:xfrm>
                        <a:off x="827405" y="4580890"/>
                        <a:ext cx="6818630" cy="1347470"/>
                      </a:xfrm>
                      <a:prstGeom prst="rect">
                        <a:avLst/>
                      </a:prstGeom>
                      <a:noFill/>
                      <a:ln w="38100">
                        <a:noFill/>
                        <a:miter/>
                      </a:ln>
                    </p:spPr>
                  </p:pic>
                </p:oleObj>
              </mc:Fallback>
            </mc:AlternateContent>
          </a:graphicData>
        </a:graphic>
      </p:graphicFrame>
      <p:sp>
        <p:nvSpPr>
          <p:cNvPr id="5" name="文本框 4"/>
          <p:cNvSpPr txBox="1"/>
          <p:nvPr/>
        </p:nvSpPr>
        <p:spPr>
          <a:xfrm>
            <a:off x="659765" y="5948680"/>
            <a:ext cx="7824470" cy="865505"/>
          </a:xfrm>
          <a:prstGeom prst="rect">
            <a:avLst/>
          </a:prstGeom>
          <a:noFill/>
        </p:spPr>
        <p:txBody>
          <a:bodyPr wrap="square" rtlCol="0" anchor="t">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dirty="0">
                <a:solidFill>
                  <a:srgbClr val="000000"/>
                </a:solidFill>
                <a:ea typeface="楷体_GB2312"/>
                <a:sym typeface="+mn-ea"/>
              </a:rPr>
              <a:t>所以该方程组只有零解</a:t>
            </a:r>
            <a:r>
              <a:rPr lang="en-US" altLang="zh-CN" i="1" dirty="0">
                <a:sym typeface="+mn-ea"/>
              </a:rPr>
              <a:t>x</a:t>
            </a:r>
            <a:r>
              <a:rPr lang="en-US" altLang="zh-CN" baseline="-25000" dirty="0">
                <a:sym typeface="+mn-ea"/>
              </a:rPr>
              <a:t>1</a:t>
            </a:r>
            <a:r>
              <a:rPr lang="en-US" altLang="zh-CN" dirty="0">
                <a:sym typeface="+mn-ea"/>
              </a:rPr>
              <a:t>=</a:t>
            </a:r>
            <a:r>
              <a:rPr lang="en-US" altLang="zh-CN" i="1" dirty="0">
                <a:sym typeface="+mn-ea"/>
              </a:rPr>
              <a:t>x</a:t>
            </a:r>
            <a:r>
              <a:rPr lang="en-US" altLang="zh-CN" baseline="-25000" dirty="0">
                <a:sym typeface="+mn-ea"/>
              </a:rPr>
              <a:t>2</a:t>
            </a:r>
            <a:r>
              <a:rPr lang="en-US" altLang="zh-CN" dirty="0">
                <a:sym typeface="+mn-ea"/>
              </a:rPr>
              <a:t>=</a:t>
            </a:r>
            <a:r>
              <a:rPr lang="en-US" altLang="zh-CN" i="1" dirty="0">
                <a:sym typeface="+mn-ea"/>
              </a:rPr>
              <a:t>x</a:t>
            </a:r>
            <a:r>
              <a:rPr lang="en-US" altLang="zh-CN" baseline="-25000" dirty="0">
                <a:sym typeface="+mn-ea"/>
              </a:rPr>
              <a:t>3</a:t>
            </a:r>
            <a:r>
              <a:rPr lang="en-US" altLang="zh-CN" dirty="0">
                <a:sym typeface="+mn-ea"/>
              </a:rPr>
              <a:t>=0</a:t>
            </a:r>
            <a:r>
              <a:rPr lang="zh-CN" altLang="en-US" dirty="0">
                <a:sym typeface="+mn-ea"/>
              </a:rPr>
              <a:t>，</a:t>
            </a:r>
            <a:r>
              <a:rPr lang="zh-CN" altLang="en-US" dirty="0">
                <a:solidFill>
                  <a:srgbClr val="000000"/>
                </a:solidFill>
                <a:ea typeface="楷体_GB2312"/>
                <a:sym typeface="+mn-ea"/>
              </a:rPr>
              <a:t>故向量组</a:t>
            </a:r>
          </a:p>
          <a:p>
            <a:pPr marL="609600" indent="-609600">
              <a:lnSpc>
                <a:spcPct val="80000"/>
              </a:lnSpc>
              <a:spcBef>
                <a:spcPct val="20000"/>
              </a:spcBef>
              <a:buClr>
                <a:srgbClr val="00007D"/>
              </a:buClr>
              <a:buSzPct val="75000"/>
              <a:buFont typeface="Wingdings" panose="05000000000000000000" pitchFamily="2" charset="2"/>
            </a:pPr>
            <a:r>
              <a:rPr lang="en-US" altLang="zh-CN" i="1" dirty="0">
                <a:sym typeface="+mn-ea"/>
              </a:rPr>
              <a:t>α</a:t>
            </a:r>
            <a:r>
              <a:rPr lang="en-US" altLang="zh-CN" baseline="-25000" dirty="0">
                <a:sym typeface="+mn-ea"/>
              </a:rPr>
              <a:t>1</a:t>
            </a:r>
            <a:r>
              <a:rPr lang="en-US" altLang="zh-CN" i="1" dirty="0">
                <a:sym typeface="+mn-ea"/>
              </a:rPr>
              <a:t>+α</a:t>
            </a:r>
            <a:r>
              <a:rPr lang="en-US" altLang="zh-CN" baseline="-25000" dirty="0">
                <a:sym typeface="+mn-ea"/>
              </a:rPr>
              <a:t>2</a:t>
            </a:r>
            <a:r>
              <a:rPr lang="en-US" altLang="zh-CN" i="1" dirty="0">
                <a:sym typeface="+mn-ea"/>
              </a:rPr>
              <a:t>+</a:t>
            </a:r>
            <a:r>
              <a:rPr lang="en-US" altLang="zh-CN" baseline="-25000" dirty="0">
                <a:sym typeface="+mn-ea"/>
              </a:rPr>
              <a:t> </a:t>
            </a:r>
            <a:r>
              <a:rPr lang="en-US" altLang="zh-CN" i="1" dirty="0">
                <a:sym typeface="+mn-ea"/>
              </a:rPr>
              <a:t>α</a:t>
            </a:r>
            <a:r>
              <a:rPr lang="en-US" altLang="zh-CN" baseline="-25000" dirty="0">
                <a:sym typeface="+mn-ea"/>
              </a:rPr>
              <a:t>3</a:t>
            </a:r>
            <a:r>
              <a:rPr lang="zh-CN" altLang="en-US" dirty="0">
                <a:sym typeface="+mn-ea"/>
              </a:rPr>
              <a:t>，</a:t>
            </a:r>
            <a:r>
              <a:rPr lang="en-US" altLang="zh-CN" i="1" dirty="0">
                <a:sym typeface="+mn-ea"/>
              </a:rPr>
              <a:t>α</a:t>
            </a:r>
            <a:r>
              <a:rPr lang="en-US" altLang="zh-CN" baseline="-25000" dirty="0">
                <a:sym typeface="+mn-ea"/>
              </a:rPr>
              <a:t>2</a:t>
            </a:r>
            <a:r>
              <a:rPr lang="en-US" altLang="zh-CN" dirty="0">
                <a:sym typeface="+mn-ea"/>
              </a:rPr>
              <a:t>-</a:t>
            </a:r>
            <a:r>
              <a:rPr lang="en-US" altLang="zh-CN" baseline="-25000" dirty="0">
                <a:sym typeface="+mn-ea"/>
              </a:rPr>
              <a:t> </a:t>
            </a:r>
            <a:r>
              <a:rPr lang="en-US" altLang="zh-CN" i="1" dirty="0">
                <a:sym typeface="+mn-ea"/>
              </a:rPr>
              <a:t>α</a:t>
            </a:r>
            <a:r>
              <a:rPr lang="en-US" altLang="zh-CN" baseline="-25000" dirty="0">
                <a:sym typeface="+mn-ea"/>
              </a:rPr>
              <a:t>3</a:t>
            </a:r>
            <a:r>
              <a:rPr lang="zh-CN" altLang="en-US" dirty="0">
                <a:sym typeface="+mn-ea"/>
              </a:rPr>
              <a:t>，</a:t>
            </a:r>
            <a:r>
              <a:rPr lang="en-US" altLang="zh-CN" baseline="-25000" dirty="0">
                <a:sym typeface="+mn-ea"/>
              </a:rPr>
              <a:t> </a:t>
            </a:r>
            <a:r>
              <a:rPr lang="en-US" altLang="zh-CN" i="1" dirty="0">
                <a:sym typeface="+mn-ea"/>
              </a:rPr>
              <a:t>α</a:t>
            </a:r>
            <a:r>
              <a:rPr lang="en-US" altLang="zh-CN" baseline="-25000" dirty="0">
                <a:sym typeface="+mn-ea"/>
              </a:rPr>
              <a:t>3</a:t>
            </a:r>
            <a:r>
              <a:rPr lang="en-US" altLang="zh-CN" dirty="0">
                <a:sym typeface="+mn-ea"/>
              </a:rPr>
              <a:t>-</a:t>
            </a:r>
            <a:r>
              <a:rPr lang="en-US" altLang="zh-CN" i="1" dirty="0">
                <a:sym typeface="+mn-ea"/>
              </a:rPr>
              <a:t>α</a:t>
            </a:r>
            <a:r>
              <a:rPr lang="en-US" altLang="zh-CN" baseline="-25000" dirty="0">
                <a:sym typeface="+mn-ea"/>
              </a:rPr>
              <a:t>1</a:t>
            </a:r>
            <a:r>
              <a:rPr lang="zh-CN" altLang="en-US" dirty="0">
                <a:solidFill>
                  <a:srgbClr val="000000"/>
                </a:solidFill>
                <a:ea typeface="楷体_GB2312"/>
                <a:sym typeface="+mn-ea"/>
              </a:rPr>
              <a:t>也</a:t>
            </a:r>
            <a:r>
              <a:rPr lang="zh-CN" altLang="en-US" dirty="0">
                <a:solidFill>
                  <a:srgbClr val="FF0000"/>
                </a:solidFill>
                <a:ea typeface="楷体_GB2312"/>
                <a:sym typeface="+mn-ea"/>
              </a:rPr>
              <a:t>线性无关</a:t>
            </a:r>
            <a:r>
              <a:rPr lang="zh-CN" altLang="en-US" dirty="0">
                <a:solidFill>
                  <a:srgbClr val="000000"/>
                </a:solidFill>
                <a:ea typeface="楷体_GB2312"/>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wipe(down)">
                                      <p:cBhvr>
                                        <p:cTn id="10" dur="500"/>
                                        <p:tgtEl>
                                          <p:spTgt spid="1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linds(horizontal)">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down)">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blinds(horizontal)">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down)">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blinds(horizontal)">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5">
                                            <p:txEl>
                                              <p:pRg st="0" end="0"/>
                                            </p:txEl>
                                          </p:spTgt>
                                        </p:tgtEl>
                                        <p:attrNameLst>
                                          <p:attrName>style.visibility</p:attrName>
                                        </p:attrNameLst>
                                      </p:cBhvr>
                                      <p:to>
                                        <p:strVal val="visible"/>
                                      </p:to>
                                    </p:set>
                                    <p:animEffect transition="in" filter="wipe(down)">
                                      <p:cBhvr>
                                        <p:cTn id="45" dur="500"/>
                                        <p:tgtEl>
                                          <p:spTgt spid="5">
                                            <p:txEl>
                                              <p:pRg st="0" end="0"/>
                                            </p:txEl>
                                          </p:spTgt>
                                        </p:tgtEl>
                                      </p:cBhvr>
                                    </p:animEffect>
                                  </p:childTnLst>
                                </p:cTn>
                              </p:par>
                              <p:par>
                                <p:cTn id="46" presetID="22" presetClass="entr" presetSubtype="4" fill="hold" nodeType="withEffect">
                                  <p:stCondLst>
                                    <p:cond delay="0"/>
                                  </p:stCondLst>
                                  <p:childTnLst>
                                    <p:set>
                                      <p:cBhvr>
                                        <p:cTn id="47" dur="1" fill="hold">
                                          <p:stCondLst>
                                            <p:cond delay="0"/>
                                          </p:stCondLst>
                                        </p:cTn>
                                        <p:tgtEl>
                                          <p:spTgt spid="5">
                                            <p:txEl>
                                              <p:pRg st="1" end="1"/>
                                            </p:txEl>
                                          </p:spTgt>
                                        </p:tgtEl>
                                        <p:attrNameLst>
                                          <p:attrName>style.visibility</p:attrName>
                                        </p:attrNameLst>
                                      </p:cBhvr>
                                      <p:to>
                                        <p:strVal val="visible"/>
                                      </p:to>
                                    </p:set>
                                    <p:animEffect transition="in" filter="wipe(down)">
                                      <p:cBhvr>
                                        <p:cTn id="48"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矩形 30725"/>
          <p:cNvSpPr/>
          <p:nvPr/>
        </p:nvSpPr>
        <p:spPr>
          <a:xfrm>
            <a:off x="353060" y="188595"/>
            <a:ext cx="8293735" cy="1124585"/>
          </a:xfrm>
          <a:prstGeom prst="rect">
            <a:avLst/>
          </a:prstGeom>
          <a:noFill/>
          <a:ln w="12700">
            <a:noFill/>
          </a:ln>
        </p:spPr>
        <p:txBody>
          <a:bodyPr wrap="square" anchor="t" anchorCtr="0">
            <a:spAutoFit/>
          </a:bodyPr>
          <a:lstStyle/>
          <a:p>
            <a:pPr algn="l">
              <a:lnSpc>
                <a:spcPct val="120000"/>
              </a:lnSpc>
              <a:buNone/>
            </a:pPr>
            <a:r>
              <a:rPr lang="zh-CN" altLang="en-US" sz="2800" b="1" dirty="0">
                <a:solidFill>
                  <a:srgbClr val="FF0000"/>
                </a:solidFill>
                <a:latin typeface="楷体_GB2312" pitchFamily="49" charset="-122"/>
                <a:ea typeface="楷体_GB2312" pitchFamily="49" charset="-122"/>
              </a:rPr>
              <a:t>定理</a:t>
            </a:r>
            <a:r>
              <a:rPr lang="en-US" altLang="zh-CN" sz="2800" b="1" dirty="0">
                <a:solidFill>
                  <a:srgbClr val="FF0000"/>
                </a:solidFill>
                <a:latin typeface="楷体_GB2312" pitchFamily="49" charset="-122"/>
                <a:ea typeface="楷体_GB2312" pitchFamily="49" charset="-122"/>
              </a:rPr>
              <a:t>3.3.3</a:t>
            </a:r>
            <a:r>
              <a:rPr lang="en-US" altLang="zh-CN" sz="2800" b="1" dirty="0">
                <a:solidFill>
                  <a:schemeClr val="accent2"/>
                </a:solidFill>
                <a:latin typeface="楷体_GB2312" pitchFamily="49" charset="-122"/>
                <a:ea typeface="楷体_GB2312" pitchFamily="49" charset="-122"/>
              </a:rPr>
              <a:t> </a:t>
            </a:r>
            <a:r>
              <a:rPr lang="en-US" altLang="zh-CN" i="1" dirty="0">
                <a:sym typeface="+mn-ea"/>
              </a:rPr>
              <a:t>m</a:t>
            </a:r>
            <a:r>
              <a:rPr lang="zh-CN" altLang="en-US" sz="1800" dirty="0">
                <a:latin typeface="Arial" panose="020B0604020202020204" pitchFamily="34" charset="0"/>
                <a:ea typeface="楷体_GB2312" pitchFamily="49" charset="-122"/>
                <a:sym typeface="+mn-ea"/>
              </a:rPr>
              <a:t>×</a:t>
            </a:r>
            <a:r>
              <a:rPr lang="en-US" altLang="zh-CN" i="1" dirty="0">
                <a:sym typeface="+mn-ea"/>
              </a:rPr>
              <a:t>n</a:t>
            </a:r>
            <a:r>
              <a:rPr lang="zh-CN" altLang="en-US" sz="2800" b="1" dirty="0">
                <a:solidFill>
                  <a:schemeClr val="tx1"/>
                </a:solidFill>
                <a:latin typeface="楷体_GB2312" pitchFamily="49" charset="-122"/>
                <a:ea typeface="楷体_GB2312" pitchFamily="49" charset="-122"/>
              </a:rPr>
              <a:t>矩阵</a:t>
            </a:r>
            <a:r>
              <a:rPr lang="en-US" altLang="zh-CN" i="1" dirty="0">
                <a:sym typeface="+mn-ea"/>
              </a:rPr>
              <a:t>A</a:t>
            </a:r>
            <a:r>
              <a:rPr lang="zh-CN" altLang="en-US" sz="2800" b="1" dirty="0">
                <a:solidFill>
                  <a:schemeClr val="tx1"/>
                </a:solidFill>
                <a:latin typeface="楷体_GB2312" pitchFamily="49" charset="-122"/>
                <a:ea typeface="楷体_GB2312" pitchFamily="49" charset="-122"/>
              </a:rPr>
              <a:t>的</a:t>
            </a:r>
            <a:r>
              <a:rPr lang="en-US" altLang="zh-CN" i="1" dirty="0">
                <a:sym typeface="+mn-ea"/>
              </a:rPr>
              <a:t>n</a:t>
            </a:r>
            <a:r>
              <a:rPr lang="zh-CN" altLang="en-US" sz="2800" b="1" dirty="0">
                <a:solidFill>
                  <a:schemeClr val="tx1"/>
                </a:solidFill>
                <a:latin typeface="楷体_GB2312" pitchFamily="49" charset="-122"/>
                <a:ea typeface="楷体_GB2312" pitchFamily="49" charset="-122"/>
              </a:rPr>
              <a:t>个列向量组线性相关的充要条件是</a:t>
            </a:r>
            <a:r>
              <a:rPr lang="en-US" altLang="zh-CN" i="1" dirty="0">
                <a:sym typeface="+mn-ea"/>
              </a:rPr>
              <a:t>R</a:t>
            </a:r>
            <a:r>
              <a:rPr lang="en-US" altLang="zh-CN" dirty="0">
                <a:sym typeface="+mn-ea"/>
              </a:rPr>
              <a:t>(</a:t>
            </a:r>
            <a:r>
              <a:rPr lang="en-US" altLang="zh-CN" i="1" dirty="0">
                <a:sym typeface="+mn-ea"/>
              </a:rPr>
              <a:t>A</a:t>
            </a:r>
            <a:r>
              <a:rPr lang="en-US" altLang="zh-CN" dirty="0">
                <a:sym typeface="+mn-ea"/>
              </a:rPr>
              <a:t>)&lt;</a:t>
            </a:r>
            <a:r>
              <a:rPr lang="en-US" altLang="zh-CN" i="1" dirty="0">
                <a:sym typeface="+mn-ea"/>
              </a:rPr>
              <a:t>n</a:t>
            </a:r>
            <a:r>
              <a:rPr lang="zh-CN" altLang="en-US" sz="2800" b="1" dirty="0">
                <a:solidFill>
                  <a:schemeClr val="tx1"/>
                </a:solidFill>
                <a:latin typeface="楷体_GB2312" pitchFamily="49" charset="-122"/>
                <a:ea typeface="楷体_GB2312" pitchFamily="49" charset="-122"/>
              </a:rPr>
              <a:t>；线性无关的充要条件是</a:t>
            </a:r>
            <a:r>
              <a:rPr lang="en-US" altLang="zh-CN" i="1" dirty="0">
                <a:sym typeface="+mn-ea"/>
              </a:rPr>
              <a:t>R</a:t>
            </a:r>
            <a:r>
              <a:rPr lang="en-US" altLang="zh-CN" dirty="0">
                <a:sym typeface="+mn-ea"/>
              </a:rPr>
              <a:t>(</a:t>
            </a:r>
            <a:r>
              <a:rPr lang="en-US" altLang="zh-CN" i="1" dirty="0">
                <a:sym typeface="+mn-ea"/>
              </a:rPr>
              <a:t>A</a:t>
            </a:r>
            <a:r>
              <a:rPr lang="en-US" altLang="zh-CN" dirty="0">
                <a:sym typeface="+mn-ea"/>
              </a:rPr>
              <a:t>)=</a:t>
            </a:r>
            <a:r>
              <a:rPr lang="en-US" altLang="zh-CN" i="1" dirty="0">
                <a:sym typeface="+mn-ea"/>
              </a:rPr>
              <a:t>n</a:t>
            </a:r>
            <a:r>
              <a:rPr lang="zh-CN" altLang="en-US" sz="2800" b="1" dirty="0">
                <a:solidFill>
                  <a:schemeClr val="tx1"/>
                </a:solidFill>
                <a:latin typeface="楷体_GB2312" pitchFamily="49" charset="-122"/>
                <a:ea typeface="楷体_GB2312" pitchFamily="49" charset="-122"/>
              </a:rPr>
              <a:t>．</a:t>
            </a:r>
          </a:p>
        </p:txBody>
      </p:sp>
      <p:sp>
        <p:nvSpPr>
          <p:cNvPr id="2" name="矩形 1"/>
          <p:cNvSpPr/>
          <p:nvPr/>
        </p:nvSpPr>
        <p:spPr>
          <a:xfrm>
            <a:off x="323215" y="1484630"/>
            <a:ext cx="8338820" cy="1124585"/>
          </a:xfrm>
          <a:prstGeom prst="rect">
            <a:avLst/>
          </a:prstGeom>
          <a:noFill/>
          <a:ln w="12700">
            <a:noFill/>
          </a:ln>
        </p:spPr>
        <p:txBody>
          <a:bodyPr wrap="square" anchor="t" anchorCtr="0">
            <a:spAutoFit/>
          </a:bodyPr>
          <a:lstStyle/>
          <a:p>
            <a:pPr algn="l">
              <a:lnSpc>
                <a:spcPct val="120000"/>
              </a:lnSpc>
              <a:buNone/>
            </a:pPr>
            <a:r>
              <a:rPr lang="zh-CN" altLang="en-US" sz="2800" b="1" dirty="0">
                <a:solidFill>
                  <a:srgbClr val="FF0000"/>
                </a:solidFill>
                <a:latin typeface="楷体_GB2312" pitchFamily="49" charset="-122"/>
                <a:ea typeface="楷体_GB2312" pitchFamily="49" charset="-122"/>
              </a:rPr>
              <a:t>定理</a:t>
            </a:r>
            <a:r>
              <a:rPr lang="en-US" altLang="zh-CN" sz="2800" b="1" dirty="0">
                <a:solidFill>
                  <a:srgbClr val="FF0000"/>
                </a:solidFill>
                <a:latin typeface="楷体_GB2312" pitchFamily="49" charset="-122"/>
                <a:ea typeface="楷体_GB2312" pitchFamily="49" charset="-122"/>
              </a:rPr>
              <a:t>3.3.4</a:t>
            </a:r>
            <a:r>
              <a:rPr lang="en-US" altLang="zh-CN" sz="2800" b="1" dirty="0">
                <a:solidFill>
                  <a:schemeClr val="accent2"/>
                </a:solidFill>
                <a:latin typeface="楷体_GB2312" pitchFamily="49" charset="-122"/>
                <a:ea typeface="楷体_GB2312" pitchFamily="49" charset="-122"/>
              </a:rPr>
              <a:t> </a:t>
            </a:r>
            <a:r>
              <a:rPr lang="en-US" altLang="zh-CN" i="1" dirty="0">
                <a:sym typeface="+mn-ea"/>
              </a:rPr>
              <a:t>m</a:t>
            </a:r>
            <a:r>
              <a:rPr lang="zh-CN" altLang="en-US" sz="1800" dirty="0">
                <a:latin typeface="Arial" panose="020B0604020202020204" pitchFamily="34" charset="0"/>
                <a:ea typeface="楷体_GB2312" pitchFamily="49" charset="-122"/>
                <a:sym typeface="+mn-ea"/>
              </a:rPr>
              <a:t>×</a:t>
            </a:r>
            <a:r>
              <a:rPr lang="en-US" altLang="zh-CN" i="1" dirty="0">
                <a:sym typeface="+mn-ea"/>
              </a:rPr>
              <a:t>n</a:t>
            </a:r>
            <a:r>
              <a:rPr lang="zh-CN" altLang="en-US" sz="2800" b="1" dirty="0">
                <a:solidFill>
                  <a:schemeClr val="tx1"/>
                </a:solidFill>
                <a:latin typeface="楷体_GB2312" pitchFamily="49" charset="-122"/>
                <a:ea typeface="楷体_GB2312" pitchFamily="49" charset="-122"/>
              </a:rPr>
              <a:t>矩阵</a:t>
            </a:r>
            <a:r>
              <a:rPr lang="en-US" altLang="zh-CN" i="1" dirty="0">
                <a:sym typeface="+mn-ea"/>
              </a:rPr>
              <a:t>A</a:t>
            </a:r>
            <a:r>
              <a:rPr lang="zh-CN" altLang="en-US" sz="2800" b="1" dirty="0">
                <a:solidFill>
                  <a:schemeClr val="tx1"/>
                </a:solidFill>
                <a:latin typeface="楷体_GB2312" pitchFamily="49" charset="-122"/>
                <a:ea typeface="楷体_GB2312" pitchFamily="49" charset="-122"/>
              </a:rPr>
              <a:t>的</a:t>
            </a:r>
            <a:r>
              <a:rPr lang="en-US" altLang="zh-CN" i="1" dirty="0">
                <a:sym typeface="+mn-ea"/>
              </a:rPr>
              <a:t>m</a:t>
            </a:r>
            <a:r>
              <a:rPr lang="zh-CN" altLang="en-US" sz="2800" b="1" dirty="0">
                <a:solidFill>
                  <a:schemeClr val="tx1"/>
                </a:solidFill>
                <a:latin typeface="楷体_GB2312" pitchFamily="49" charset="-122"/>
                <a:ea typeface="楷体_GB2312" pitchFamily="49" charset="-122"/>
              </a:rPr>
              <a:t>个列向量组线性相关的充要条件是</a:t>
            </a:r>
            <a:r>
              <a:rPr lang="en-US" altLang="zh-CN" i="1" dirty="0">
                <a:sym typeface="+mn-ea"/>
              </a:rPr>
              <a:t>R</a:t>
            </a:r>
            <a:r>
              <a:rPr lang="en-US" altLang="zh-CN" dirty="0">
                <a:sym typeface="+mn-ea"/>
              </a:rPr>
              <a:t>(</a:t>
            </a:r>
            <a:r>
              <a:rPr lang="en-US" altLang="zh-CN" i="1" dirty="0">
                <a:sym typeface="+mn-ea"/>
              </a:rPr>
              <a:t>A</a:t>
            </a:r>
            <a:r>
              <a:rPr lang="en-US" altLang="zh-CN" dirty="0">
                <a:sym typeface="+mn-ea"/>
              </a:rPr>
              <a:t>)&lt;</a:t>
            </a:r>
            <a:r>
              <a:rPr lang="en-US" altLang="zh-CN" i="1" dirty="0">
                <a:sym typeface="+mn-ea"/>
              </a:rPr>
              <a:t>m</a:t>
            </a:r>
            <a:r>
              <a:rPr lang="zh-CN" altLang="en-US" sz="2800" b="1" dirty="0">
                <a:solidFill>
                  <a:schemeClr val="tx1"/>
                </a:solidFill>
                <a:latin typeface="楷体_GB2312" pitchFamily="49" charset="-122"/>
                <a:ea typeface="楷体_GB2312" pitchFamily="49" charset="-122"/>
              </a:rPr>
              <a:t>；线性无关的充要条件是</a:t>
            </a:r>
            <a:r>
              <a:rPr lang="en-US" altLang="zh-CN" i="1" dirty="0">
                <a:sym typeface="+mn-ea"/>
              </a:rPr>
              <a:t>R</a:t>
            </a:r>
            <a:r>
              <a:rPr lang="en-US" altLang="zh-CN" dirty="0">
                <a:sym typeface="+mn-ea"/>
              </a:rPr>
              <a:t>(</a:t>
            </a:r>
            <a:r>
              <a:rPr lang="en-US" altLang="zh-CN" i="1" dirty="0">
                <a:sym typeface="+mn-ea"/>
              </a:rPr>
              <a:t>A</a:t>
            </a:r>
            <a:r>
              <a:rPr lang="en-US" altLang="zh-CN" dirty="0">
                <a:sym typeface="+mn-ea"/>
              </a:rPr>
              <a:t>)=</a:t>
            </a:r>
            <a:r>
              <a:rPr lang="en-US" altLang="zh-CN" i="1" dirty="0">
                <a:sym typeface="+mn-ea"/>
              </a:rPr>
              <a:t>m</a:t>
            </a:r>
            <a:r>
              <a:rPr lang="zh-CN" altLang="en-US" sz="2800" b="1" dirty="0">
                <a:solidFill>
                  <a:schemeClr val="tx1"/>
                </a:solidFill>
                <a:latin typeface="楷体_GB2312" pitchFamily="49" charset="-122"/>
                <a:ea typeface="楷体_GB2312" pitchFamily="49" charset="-122"/>
              </a:rPr>
              <a:t>．</a:t>
            </a:r>
          </a:p>
        </p:txBody>
      </p:sp>
      <p:sp>
        <p:nvSpPr>
          <p:cNvPr id="3" name="矩形 2"/>
          <p:cNvSpPr/>
          <p:nvPr/>
        </p:nvSpPr>
        <p:spPr>
          <a:xfrm>
            <a:off x="323215" y="2924810"/>
            <a:ext cx="8409305" cy="1210945"/>
          </a:xfrm>
          <a:prstGeom prst="rect">
            <a:avLst/>
          </a:prstGeom>
          <a:noFill/>
          <a:ln w="12700">
            <a:noFill/>
          </a:ln>
        </p:spPr>
        <p:txBody>
          <a:bodyPr wrap="square" anchor="t" anchorCtr="0">
            <a:spAutoFit/>
          </a:bodyPr>
          <a:lstStyle/>
          <a:p>
            <a:pPr algn="l">
              <a:lnSpc>
                <a:spcPct val="130000"/>
              </a:lnSpc>
              <a:buNone/>
            </a:pPr>
            <a:r>
              <a:rPr lang="zh-CN" altLang="en-US" sz="2800" b="1" dirty="0">
                <a:solidFill>
                  <a:srgbClr val="FF3300"/>
                </a:solidFill>
                <a:latin typeface="楷体_GB2312" pitchFamily="49" charset="-122"/>
                <a:ea typeface="楷体_GB2312" pitchFamily="49" charset="-122"/>
              </a:rPr>
              <a:t>推论</a:t>
            </a:r>
            <a:r>
              <a:rPr lang="en-US" altLang="zh-CN" sz="2800" b="1" dirty="0">
                <a:solidFill>
                  <a:srgbClr val="FF3300"/>
                </a:solidFill>
                <a:latin typeface="楷体_GB2312" pitchFamily="49" charset="-122"/>
                <a:ea typeface="楷体_GB2312" pitchFamily="49" charset="-122"/>
              </a:rPr>
              <a:t>3.3.4</a:t>
            </a:r>
            <a:r>
              <a:rPr lang="en-US" altLang="zh-CN" sz="2800" b="1" dirty="0">
                <a:solidFill>
                  <a:schemeClr val="accent2"/>
                </a:solidFill>
                <a:latin typeface="楷体_GB2312" pitchFamily="49" charset="-122"/>
                <a:ea typeface="楷体_GB2312" pitchFamily="49" charset="-122"/>
              </a:rPr>
              <a:t> </a:t>
            </a:r>
            <a:r>
              <a:rPr lang="en-US" altLang="zh-CN" i="1" dirty="0">
                <a:sym typeface="+mn-ea"/>
              </a:rPr>
              <a:t>n</a:t>
            </a:r>
            <a:r>
              <a:rPr lang="zh-CN" altLang="en-US" sz="2800" b="1" dirty="0">
                <a:solidFill>
                  <a:schemeClr val="tx1"/>
                </a:solidFill>
                <a:latin typeface="楷体_GB2312" pitchFamily="49" charset="-122"/>
                <a:ea typeface="楷体_GB2312" pitchFamily="49" charset="-122"/>
              </a:rPr>
              <a:t>阶方阵</a:t>
            </a:r>
            <a:r>
              <a:rPr lang="en-US" altLang="zh-CN" i="1" dirty="0">
                <a:sym typeface="+mn-ea"/>
              </a:rPr>
              <a:t>A</a:t>
            </a:r>
            <a:r>
              <a:rPr lang="zh-CN" altLang="en-US" sz="2800" b="1" dirty="0">
                <a:solidFill>
                  <a:schemeClr val="tx1"/>
                </a:solidFill>
                <a:latin typeface="楷体_GB2312" pitchFamily="49" charset="-122"/>
                <a:ea typeface="楷体_GB2312" pitchFamily="49" charset="-122"/>
              </a:rPr>
              <a:t>可逆的充要条件是</a:t>
            </a:r>
            <a:r>
              <a:rPr lang="en-US" altLang="zh-CN" i="1" dirty="0">
                <a:sym typeface="+mn-ea"/>
              </a:rPr>
              <a:t>A</a:t>
            </a:r>
            <a:r>
              <a:rPr lang="zh-CN" altLang="en-US" sz="2800" b="1" dirty="0">
                <a:solidFill>
                  <a:schemeClr val="tx1"/>
                </a:solidFill>
                <a:latin typeface="楷体_GB2312" pitchFamily="49" charset="-122"/>
                <a:ea typeface="楷体_GB2312" pitchFamily="49" charset="-122"/>
              </a:rPr>
              <a:t>的列（行）向量组线性无关</a:t>
            </a:r>
            <a:r>
              <a:rPr lang="en-US" altLang="zh-CN" sz="2800" b="1" dirty="0">
                <a:solidFill>
                  <a:schemeClr val="tx1"/>
                </a:solidFill>
                <a:latin typeface="楷体_GB2312" pitchFamily="49" charset="-122"/>
                <a:ea typeface="楷体_GB2312" pitchFamily="49" charset="-122"/>
              </a:rPr>
              <a:t>.</a:t>
            </a:r>
          </a:p>
        </p:txBody>
      </p:sp>
      <p:sp>
        <p:nvSpPr>
          <p:cNvPr id="4" name="矩形 3"/>
          <p:cNvSpPr/>
          <p:nvPr/>
        </p:nvSpPr>
        <p:spPr>
          <a:xfrm>
            <a:off x="323850" y="4076700"/>
            <a:ext cx="8338185" cy="1899285"/>
          </a:xfrm>
          <a:prstGeom prst="rect">
            <a:avLst/>
          </a:prstGeom>
          <a:noFill/>
          <a:ln w="12700">
            <a:noFill/>
          </a:ln>
        </p:spPr>
        <p:txBody>
          <a:bodyPr wrap="square" anchor="t" anchorCtr="0">
            <a:spAutoFit/>
          </a:bodyPr>
          <a:lstStyle/>
          <a:p>
            <a:pPr algn="l">
              <a:lnSpc>
                <a:spcPct val="140000"/>
              </a:lnSpc>
              <a:buNone/>
            </a:pPr>
            <a:r>
              <a:rPr lang="zh-CN" altLang="en-US" sz="2800" b="1" dirty="0">
                <a:solidFill>
                  <a:srgbClr val="FF3300"/>
                </a:solidFill>
                <a:latin typeface="楷体_GB2312" pitchFamily="49" charset="-122"/>
                <a:ea typeface="楷体_GB2312" pitchFamily="49" charset="-122"/>
              </a:rPr>
              <a:t>推论</a:t>
            </a:r>
            <a:r>
              <a:rPr lang="en-US" altLang="zh-CN" sz="2800" b="1" dirty="0">
                <a:solidFill>
                  <a:srgbClr val="FF3300"/>
                </a:solidFill>
                <a:latin typeface="楷体_GB2312" pitchFamily="49" charset="-122"/>
                <a:ea typeface="楷体_GB2312" pitchFamily="49" charset="-122"/>
              </a:rPr>
              <a:t>3.3.5</a:t>
            </a:r>
            <a:r>
              <a:rPr lang="en-US" altLang="zh-CN" sz="2800" b="1" dirty="0">
                <a:solidFill>
                  <a:schemeClr val="accent2"/>
                </a:solidFill>
                <a:latin typeface="楷体_GB2312" pitchFamily="49" charset="-122"/>
                <a:ea typeface="楷体_GB2312" pitchFamily="49" charset="-122"/>
              </a:rPr>
              <a:t> </a:t>
            </a:r>
            <a:r>
              <a:rPr lang="zh-CN" altLang="en-US" dirty="0">
                <a:sym typeface="+mn-ea"/>
              </a:rPr>
              <a:t>向量组的向量个数大于向量的维数，则向量组线性相关，也即当</a:t>
            </a:r>
            <a:r>
              <a:rPr lang="en-US" altLang="zh-CN" i="1" dirty="0">
                <a:sym typeface="+mn-ea"/>
              </a:rPr>
              <a:t>m&gt;n</a:t>
            </a:r>
            <a:r>
              <a:rPr lang="zh-CN" altLang="en-US" dirty="0">
                <a:sym typeface="+mn-ea"/>
              </a:rPr>
              <a:t>时，</a:t>
            </a:r>
            <a:r>
              <a:rPr lang="en-US" altLang="zh-CN" i="1" dirty="0">
                <a:sym typeface="+mn-ea"/>
              </a:rPr>
              <a:t>m</a:t>
            </a:r>
            <a:r>
              <a:rPr lang="zh-CN" altLang="en-US" dirty="0">
                <a:sym typeface="+mn-ea"/>
              </a:rPr>
              <a:t>个</a:t>
            </a:r>
            <a:r>
              <a:rPr lang="en-US" altLang="zh-CN" i="1" dirty="0">
                <a:sym typeface="+mn-ea"/>
              </a:rPr>
              <a:t>n</a:t>
            </a:r>
            <a:r>
              <a:rPr lang="zh-CN" altLang="en-US" dirty="0">
                <a:sym typeface="+mn-ea"/>
              </a:rPr>
              <a:t>维向量线性相关</a:t>
            </a:r>
            <a:r>
              <a:rPr lang="zh-CN" altLang="en-US" sz="2800" b="1" dirty="0">
                <a:solidFill>
                  <a:schemeClr val="tx1"/>
                </a:solidFill>
                <a:latin typeface="楷体_GB2312" pitchFamily="49" charset="-122"/>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0726"/>
                                        </p:tgtEl>
                                        <p:attrNameLst>
                                          <p:attrName>style.visibility</p:attrName>
                                        </p:attrNameLst>
                                      </p:cBhvr>
                                      <p:to>
                                        <p:strVal val="visible"/>
                                      </p:to>
                                    </p:set>
                                    <p:anim calcmode="discrete" valueType="clr">
                                      <p:cBhvr override="childStyle">
                                        <p:cTn id="7" dur="80"/>
                                        <p:tgtEl>
                                          <p:spTgt spid="30726"/>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0726"/>
                                        </p:tgtEl>
                                        <p:attrNameLst>
                                          <p:attrName>fillcolor</p:attrName>
                                        </p:attrNameLst>
                                      </p:cBhvr>
                                      <p:tavLst>
                                        <p:tav tm="0">
                                          <p:val>
                                            <p:clrVal>
                                              <a:schemeClr val="accent2"/>
                                            </p:clrVal>
                                          </p:val>
                                        </p:tav>
                                        <p:tav tm="50000">
                                          <p:val>
                                            <p:clrVal>
                                              <a:schemeClr val="hlink"/>
                                            </p:clrVal>
                                          </p:val>
                                        </p:tav>
                                      </p:tavLst>
                                    </p:anim>
                                    <p:set>
                                      <p:cBhvr>
                                        <p:cTn id="9" dur="80"/>
                                        <p:tgtEl>
                                          <p:spTgt spid="30726"/>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
                                        </p:tgtEl>
                                        <p:attrNameLst>
                                          <p:attrName>style.visibility</p:attrName>
                                        </p:attrNameLst>
                                      </p:cBhvr>
                                      <p:to>
                                        <p:strVal val="visible"/>
                                      </p:to>
                                    </p:set>
                                    <p:anim calcmode="discrete" valueType="clr">
                                      <p:cBhvr override="childStyle">
                                        <p:cTn id="14"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
                                        </p:tgtEl>
                                        <p:attrNameLst>
                                          <p:attrName>fillcolor</p:attrName>
                                        </p:attrNameLst>
                                      </p:cBhvr>
                                      <p:tavLst>
                                        <p:tav tm="0">
                                          <p:val>
                                            <p:clrVal>
                                              <a:schemeClr val="accent2"/>
                                            </p:clrVal>
                                          </p:val>
                                        </p:tav>
                                        <p:tav tm="50000">
                                          <p:val>
                                            <p:clrVal>
                                              <a:schemeClr val="hlink"/>
                                            </p:clrVal>
                                          </p:val>
                                        </p:tav>
                                      </p:tavLst>
                                    </p:anim>
                                    <p:set>
                                      <p:cBhvr>
                                        <p:cTn id="16" dur="80"/>
                                        <p:tgtEl>
                                          <p:spTgt spid="2"/>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3"/>
                                        </p:tgtEl>
                                        <p:attrNameLst>
                                          <p:attrName>style.visibility</p:attrName>
                                        </p:attrNameLst>
                                      </p:cBhvr>
                                      <p:to>
                                        <p:strVal val="visible"/>
                                      </p:to>
                                    </p:set>
                                    <p:anim calcmode="discrete" valueType="clr">
                                      <p:cBhvr override="childStyle">
                                        <p:cTn id="21"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3"/>
                                        </p:tgtEl>
                                        <p:attrNameLst>
                                          <p:attrName>fillcolor</p:attrName>
                                        </p:attrNameLst>
                                      </p:cBhvr>
                                      <p:tavLst>
                                        <p:tav tm="0">
                                          <p:val>
                                            <p:clrVal>
                                              <a:schemeClr val="accent2"/>
                                            </p:clrVal>
                                          </p:val>
                                        </p:tav>
                                        <p:tav tm="50000">
                                          <p:val>
                                            <p:clrVal>
                                              <a:schemeClr val="hlink"/>
                                            </p:clrVal>
                                          </p:val>
                                        </p:tav>
                                      </p:tavLst>
                                    </p:anim>
                                    <p:set>
                                      <p:cBhvr>
                                        <p:cTn id="23" dur="80"/>
                                        <p:tgtEl>
                                          <p:spTgt spid="3"/>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4"/>
                                        </p:tgtEl>
                                        <p:attrNameLst>
                                          <p:attrName>style.visibility</p:attrName>
                                        </p:attrNameLst>
                                      </p:cBhvr>
                                      <p:to>
                                        <p:strVal val="visible"/>
                                      </p:to>
                                    </p:set>
                                    <p:anim calcmode="discrete" valueType="clr">
                                      <p:cBhvr override="childStyle">
                                        <p:cTn id="28" dur="80"/>
                                        <p:tgtEl>
                                          <p:spTgt spid="4"/>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4"/>
                                        </p:tgtEl>
                                        <p:attrNameLst>
                                          <p:attrName>fillcolor</p:attrName>
                                        </p:attrNameLst>
                                      </p:cBhvr>
                                      <p:tavLst>
                                        <p:tav tm="0">
                                          <p:val>
                                            <p:clrVal>
                                              <a:schemeClr val="accent2"/>
                                            </p:clrVal>
                                          </p:val>
                                        </p:tav>
                                        <p:tav tm="50000">
                                          <p:val>
                                            <p:clrVal>
                                              <a:schemeClr val="hlink"/>
                                            </p:clrVal>
                                          </p:val>
                                        </p:tav>
                                      </p:tavLst>
                                    </p:anim>
                                    <p:set>
                                      <p:cBhvr>
                                        <p:cTn id="30" dur="80"/>
                                        <p:tgtEl>
                                          <p:spTgt spid="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p:bldP spid="2" grpId="0"/>
      <p:bldP spid="3" grpId="0"/>
      <p:bldP spid="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07315" y="116205"/>
            <a:ext cx="9084945" cy="2112645"/>
          </a:xfrm>
          <a:prstGeom prst="rect">
            <a:avLst/>
          </a:prstGeom>
          <a:noFill/>
        </p:spPr>
        <p:txBody>
          <a:bodyPr wrap="square" rtlCol="0">
            <a:noAutofit/>
          </a:bodyPr>
          <a:lstStyle/>
          <a:p>
            <a:pPr marL="609600" indent="-609600">
              <a:spcBef>
                <a:spcPct val="20000"/>
              </a:spcBef>
              <a:buClr>
                <a:srgbClr val="00007D"/>
              </a:buClr>
              <a:buSzPct val="75000"/>
              <a:buFont typeface="Wingdings" panose="05000000000000000000" pitchFamily="2" charset="2"/>
            </a:pPr>
            <a:r>
              <a:rPr lang="zh-CN" altLang="en-US" dirty="0">
                <a:solidFill>
                  <a:srgbClr val="FF0000"/>
                </a:solidFill>
                <a:ea typeface="楷体_GB2312"/>
                <a:sym typeface="+mn-ea"/>
              </a:rPr>
              <a:t>例</a:t>
            </a:r>
            <a:r>
              <a:rPr lang="en-US" altLang="zh-CN" dirty="0">
                <a:solidFill>
                  <a:srgbClr val="FF0000"/>
                </a:solidFill>
                <a:ea typeface="楷体_GB2312"/>
                <a:sym typeface="+mn-ea"/>
              </a:rPr>
              <a:t> 3.3.9</a:t>
            </a:r>
            <a:r>
              <a:rPr lang="en-US" altLang="zh-CN" dirty="0">
                <a:solidFill>
                  <a:srgbClr val="3333FF"/>
                </a:solidFill>
                <a:ea typeface="楷体_GB2312"/>
                <a:sym typeface="+mn-ea"/>
              </a:rPr>
              <a:t> </a:t>
            </a:r>
            <a:r>
              <a:rPr lang="zh-CN" altLang="en-US" dirty="0">
                <a:solidFill>
                  <a:srgbClr val="000000"/>
                </a:solidFill>
                <a:ea typeface="楷体_GB2312"/>
                <a:sym typeface="+mn-ea"/>
              </a:rPr>
              <a:t>讨论下列向量组的线性相关性</a:t>
            </a:r>
            <a:r>
              <a:rPr lang="en-US" altLang="zh-CN" dirty="0">
                <a:solidFill>
                  <a:srgbClr val="000000"/>
                </a:solidFill>
                <a:ea typeface="楷体_GB2312"/>
                <a:sym typeface="+mn-ea"/>
              </a:rPr>
              <a:t>:</a:t>
            </a:r>
          </a:p>
          <a:p>
            <a:pPr marL="609600" indent="-609600">
              <a:spcBef>
                <a:spcPct val="20000"/>
              </a:spcBef>
              <a:buClr>
                <a:srgbClr val="00007D"/>
              </a:buClr>
              <a:buSzPct val="75000"/>
              <a:buFont typeface="Wingdings" panose="05000000000000000000" pitchFamily="2" charset="2"/>
            </a:pPr>
            <a:r>
              <a:rPr lang="en-US" altLang="zh-CN" dirty="0">
                <a:solidFill>
                  <a:srgbClr val="000000"/>
                </a:solidFill>
                <a:ea typeface="楷体_GB2312"/>
                <a:sym typeface="+mn-ea"/>
              </a:rPr>
              <a:t>   (1) </a:t>
            </a:r>
            <a:r>
              <a:rPr lang="en-US" altLang="zh-CN" i="1" dirty="0">
                <a:sym typeface="+mn-ea"/>
              </a:rPr>
              <a:t>α</a:t>
            </a:r>
            <a:r>
              <a:rPr lang="en-US" altLang="zh-CN" baseline="-25000" dirty="0">
                <a:sym typeface="+mn-ea"/>
              </a:rPr>
              <a:t>1</a:t>
            </a:r>
            <a:r>
              <a:rPr lang="en-US" altLang="zh-CN" dirty="0">
                <a:solidFill>
                  <a:srgbClr val="000000"/>
                </a:solidFill>
                <a:ea typeface="楷体_GB2312"/>
                <a:sym typeface="+mn-ea"/>
              </a:rPr>
              <a:t>=(1,2,1)</a:t>
            </a:r>
            <a:r>
              <a:rPr lang="en-US" altLang="zh-CN" baseline="30000" dirty="0">
                <a:solidFill>
                  <a:srgbClr val="000000"/>
                </a:solidFill>
                <a:ea typeface="楷体_GB2312"/>
                <a:sym typeface="+mn-ea"/>
              </a:rPr>
              <a:t>T</a:t>
            </a:r>
            <a:r>
              <a:rPr lang="zh-CN" altLang="en-US" dirty="0">
                <a:sym typeface="+mn-ea"/>
              </a:rPr>
              <a:t>，</a:t>
            </a:r>
            <a:r>
              <a:rPr lang="en-US" altLang="zh-CN" i="1" dirty="0">
                <a:sym typeface="+mn-ea"/>
              </a:rPr>
              <a:t>α</a:t>
            </a:r>
            <a:r>
              <a:rPr lang="en-US" altLang="zh-CN" baseline="-25000" dirty="0">
                <a:sym typeface="+mn-ea"/>
              </a:rPr>
              <a:t>2</a:t>
            </a:r>
            <a:r>
              <a:rPr lang="en-US" altLang="zh-CN" dirty="0">
                <a:solidFill>
                  <a:srgbClr val="000000"/>
                </a:solidFill>
                <a:ea typeface="楷体_GB2312"/>
                <a:sym typeface="+mn-ea"/>
              </a:rPr>
              <a:t>=(3,2,-1)</a:t>
            </a:r>
            <a:r>
              <a:rPr lang="en-US" altLang="zh-CN" baseline="30000" dirty="0">
                <a:solidFill>
                  <a:srgbClr val="000000"/>
                </a:solidFill>
                <a:ea typeface="楷体_GB2312"/>
                <a:sym typeface="+mn-ea"/>
              </a:rPr>
              <a:t>T</a:t>
            </a:r>
            <a:r>
              <a:rPr lang="zh-CN" altLang="en-US" dirty="0">
                <a:sym typeface="+mn-ea"/>
              </a:rPr>
              <a:t>，</a:t>
            </a:r>
            <a:r>
              <a:rPr lang="en-US" altLang="zh-CN" i="1" dirty="0">
                <a:sym typeface="+mn-ea"/>
              </a:rPr>
              <a:t>α</a:t>
            </a:r>
            <a:r>
              <a:rPr lang="en-US" altLang="zh-CN" baseline="-25000" dirty="0">
                <a:sym typeface="+mn-ea"/>
              </a:rPr>
              <a:t>3</a:t>
            </a:r>
            <a:r>
              <a:rPr lang="en-US" altLang="zh-CN" dirty="0">
                <a:solidFill>
                  <a:srgbClr val="000000"/>
                </a:solidFill>
                <a:ea typeface="楷体_GB2312"/>
                <a:sym typeface="+mn-ea"/>
              </a:rPr>
              <a:t>=(3,4,1)</a:t>
            </a:r>
            <a:r>
              <a:rPr lang="en-US" altLang="zh-CN" baseline="30000" dirty="0">
                <a:solidFill>
                  <a:srgbClr val="000000"/>
                </a:solidFill>
                <a:ea typeface="楷体_GB2312"/>
                <a:sym typeface="+mn-ea"/>
              </a:rPr>
              <a:t>T</a:t>
            </a:r>
            <a:r>
              <a:rPr lang="en-US" altLang="zh-CN" dirty="0">
                <a:sym typeface="+mn-ea"/>
              </a:rPr>
              <a:t>;</a:t>
            </a:r>
            <a:endParaRPr lang="zh-CN" altLang="en-US" dirty="0">
              <a:solidFill>
                <a:srgbClr val="000000"/>
              </a:solidFill>
              <a:ea typeface="楷体_GB2312"/>
              <a:sym typeface="+mn-ea"/>
            </a:endParaRPr>
          </a:p>
          <a:p>
            <a:pPr marL="609600" indent="-609600">
              <a:spcBef>
                <a:spcPct val="20000"/>
              </a:spcBef>
              <a:buClr>
                <a:srgbClr val="00007D"/>
              </a:buClr>
              <a:buSzPct val="75000"/>
              <a:buFont typeface="Wingdings" panose="05000000000000000000" pitchFamily="2" charset="2"/>
            </a:pPr>
            <a:r>
              <a:rPr lang="en-US" altLang="zh-CN" dirty="0">
                <a:solidFill>
                  <a:srgbClr val="000000"/>
                </a:solidFill>
                <a:ea typeface="楷体_GB2312"/>
                <a:sym typeface="+mn-ea"/>
              </a:rPr>
              <a:t>   (2) </a:t>
            </a:r>
            <a:r>
              <a:rPr lang="en-US" altLang="zh-CN" i="1" dirty="0">
                <a:sym typeface="+mn-ea"/>
              </a:rPr>
              <a:t>α</a:t>
            </a:r>
            <a:r>
              <a:rPr lang="en-US" altLang="zh-CN" baseline="-25000" dirty="0">
                <a:sym typeface="+mn-ea"/>
              </a:rPr>
              <a:t>1</a:t>
            </a:r>
            <a:r>
              <a:rPr lang="en-US" altLang="zh-CN" dirty="0">
                <a:solidFill>
                  <a:srgbClr val="000000"/>
                </a:solidFill>
                <a:ea typeface="楷体_GB2312"/>
                <a:sym typeface="+mn-ea"/>
              </a:rPr>
              <a:t>=(1,2,-1,3)</a:t>
            </a:r>
            <a:r>
              <a:rPr lang="en-US" altLang="zh-CN" baseline="30000" dirty="0">
                <a:solidFill>
                  <a:srgbClr val="000000"/>
                </a:solidFill>
                <a:ea typeface="楷体_GB2312"/>
                <a:sym typeface="+mn-ea"/>
              </a:rPr>
              <a:t>T</a:t>
            </a:r>
            <a:r>
              <a:rPr lang="zh-CN" altLang="en-US" dirty="0">
                <a:sym typeface="+mn-ea"/>
              </a:rPr>
              <a:t>，</a:t>
            </a:r>
            <a:r>
              <a:rPr lang="en-US" altLang="zh-CN" i="1" dirty="0">
                <a:sym typeface="+mn-ea"/>
              </a:rPr>
              <a:t>α</a:t>
            </a:r>
            <a:r>
              <a:rPr lang="en-US" altLang="zh-CN" baseline="-25000" dirty="0">
                <a:sym typeface="+mn-ea"/>
              </a:rPr>
              <a:t>2</a:t>
            </a:r>
            <a:r>
              <a:rPr lang="en-US" altLang="zh-CN" dirty="0">
                <a:solidFill>
                  <a:srgbClr val="000000"/>
                </a:solidFill>
                <a:ea typeface="楷体_GB2312"/>
                <a:sym typeface="+mn-ea"/>
              </a:rPr>
              <a:t>=(3,-1,0,1)</a:t>
            </a:r>
            <a:r>
              <a:rPr lang="en-US" altLang="zh-CN" baseline="30000" dirty="0">
                <a:solidFill>
                  <a:srgbClr val="000000"/>
                </a:solidFill>
                <a:ea typeface="楷体_GB2312"/>
                <a:sym typeface="+mn-ea"/>
              </a:rPr>
              <a:t>T</a:t>
            </a:r>
            <a:r>
              <a:rPr lang="zh-CN" altLang="en-US" dirty="0">
                <a:sym typeface="+mn-ea"/>
              </a:rPr>
              <a:t>，</a:t>
            </a:r>
            <a:r>
              <a:rPr lang="en-US" altLang="zh-CN" i="1" dirty="0">
                <a:sym typeface="+mn-ea"/>
              </a:rPr>
              <a:t>α</a:t>
            </a:r>
            <a:r>
              <a:rPr lang="en-US" altLang="zh-CN" baseline="-25000" dirty="0">
                <a:sym typeface="+mn-ea"/>
              </a:rPr>
              <a:t>3</a:t>
            </a:r>
            <a:r>
              <a:rPr lang="en-US" altLang="zh-CN" dirty="0">
                <a:solidFill>
                  <a:srgbClr val="000000"/>
                </a:solidFill>
                <a:ea typeface="楷体_GB2312"/>
                <a:sym typeface="+mn-ea"/>
              </a:rPr>
              <a:t>=(2,0,1,-1)</a:t>
            </a:r>
            <a:r>
              <a:rPr lang="en-US" altLang="zh-CN" baseline="30000" dirty="0">
                <a:solidFill>
                  <a:srgbClr val="000000"/>
                </a:solidFill>
                <a:ea typeface="楷体_GB2312"/>
                <a:sym typeface="+mn-ea"/>
              </a:rPr>
              <a:t>T</a:t>
            </a:r>
            <a:r>
              <a:rPr lang="en-US" altLang="zh-CN" dirty="0">
                <a:sym typeface="+mn-ea"/>
              </a:rPr>
              <a:t>;</a:t>
            </a:r>
            <a:endParaRPr lang="zh-CN" altLang="en-US" dirty="0">
              <a:solidFill>
                <a:srgbClr val="000000"/>
              </a:solidFill>
              <a:ea typeface="楷体_GB2312"/>
              <a:sym typeface="+mn-ea"/>
            </a:endParaRPr>
          </a:p>
          <a:p>
            <a:pPr marL="609600" indent="-609600">
              <a:spcBef>
                <a:spcPct val="20000"/>
              </a:spcBef>
              <a:buClr>
                <a:srgbClr val="00007D"/>
              </a:buClr>
              <a:buSzPct val="75000"/>
              <a:buFont typeface="Wingdings" panose="05000000000000000000" pitchFamily="2" charset="2"/>
            </a:pPr>
            <a:r>
              <a:rPr lang="en-US" altLang="zh-CN" dirty="0">
                <a:solidFill>
                  <a:srgbClr val="000000"/>
                </a:solidFill>
                <a:ea typeface="楷体_GB2312"/>
                <a:sym typeface="+mn-ea"/>
              </a:rPr>
              <a:t>   (3) </a:t>
            </a:r>
            <a:r>
              <a:rPr lang="en-US" altLang="zh-CN" i="1" dirty="0">
                <a:sym typeface="+mn-ea"/>
              </a:rPr>
              <a:t>α</a:t>
            </a:r>
            <a:r>
              <a:rPr lang="en-US" altLang="zh-CN" baseline="-25000" dirty="0">
                <a:sym typeface="+mn-ea"/>
              </a:rPr>
              <a:t>1</a:t>
            </a:r>
            <a:r>
              <a:rPr lang="en-US" altLang="zh-CN" dirty="0">
                <a:solidFill>
                  <a:srgbClr val="000000"/>
                </a:solidFill>
                <a:ea typeface="楷体_GB2312"/>
                <a:sym typeface="+mn-ea"/>
              </a:rPr>
              <a:t>=(1,0,1)</a:t>
            </a:r>
            <a:r>
              <a:rPr lang="en-US" altLang="zh-CN" baseline="30000" dirty="0">
                <a:solidFill>
                  <a:srgbClr val="000000"/>
                </a:solidFill>
                <a:ea typeface="楷体_GB2312"/>
                <a:sym typeface="+mn-ea"/>
              </a:rPr>
              <a:t>T</a:t>
            </a:r>
            <a:r>
              <a:rPr lang="zh-CN" altLang="en-US" dirty="0">
                <a:sym typeface="+mn-ea"/>
              </a:rPr>
              <a:t>，</a:t>
            </a:r>
            <a:r>
              <a:rPr lang="en-US" altLang="zh-CN" i="1" dirty="0">
                <a:sym typeface="+mn-ea"/>
              </a:rPr>
              <a:t>α</a:t>
            </a:r>
            <a:r>
              <a:rPr lang="en-US" altLang="zh-CN" baseline="-25000" dirty="0">
                <a:sym typeface="+mn-ea"/>
              </a:rPr>
              <a:t>2</a:t>
            </a:r>
            <a:r>
              <a:rPr lang="en-US" altLang="zh-CN" dirty="0">
                <a:solidFill>
                  <a:srgbClr val="000000"/>
                </a:solidFill>
                <a:ea typeface="楷体_GB2312"/>
                <a:sym typeface="+mn-ea"/>
              </a:rPr>
              <a:t>=(2,1,-3)</a:t>
            </a:r>
            <a:r>
              <a:rPr lang="en-US" altLang="zh-CN" baseline="30000" dirty="0">
                <a:solidFill>
                  <a:srgbClr val="000000"/>
                </a:solidFill>
                <a:ea typeface="楷体_GB2312"/>
                <a:sym typeface="+mn-ea"/>
              </a:rPr>
              <a:t>T</a:t>
            </a:r>
            <a:r>
              <a:rPr lang="zh-CN" altLang="en-US" dirty="0">
                <a:sym typeface="+mn-ea"/>
              </a:rPr>
              <a:t>，</a:t>
            </a:r>
            <a:r>
              <a:rPr lang="en-US" altLang="zh-CN" i="1" dirty="0">
                <a:sym typeface="+mn-ea"/>
              </a:rPr>
              <a:t>α</a:t>
            </a:r>
            <a:r>
              <a:rPr lang="en-US" altLang="zh-CN" baseline="-25000" dirty="0">
                <a:sym typeface="+mn-ea"/>
              </a:rPr>
              <a:t>3</a:t>
            </a:r>
            <a:r>
              <a:rPr lang="en-US" altLang="zh-CN" dirty="0">
                <a:solidFill>
                  <a:srgbClr val="000000"/>
                </a:solidFill>
                <a:ea typeface="楷体_GB2312"/>
                <a:sym typeface="+mn-ea"/>
              </a:rPr>
              <a:t>=(-2,3,0)</a:t>
            </a:r>
            <a:r>
              <a:rPr lang="en-US" altLang="zh-CN" baseline="30000" dirty="0">
                <a:solidFill>
                  <a:srgbClr val="000000"/>
                </a:solidFill>
                <a:ea typeface="楷体_GB2312"/>
                <a:sym typeface="+mn-ea"/>
              </a:rPr>
              <a:t>T</a:t>
            </a:r>
            <a:r>
              <a:rPr lang="zh-CN" altLang="en-US" dirty="0">
                <a:sym typeface="+mn-ea"/>
              </a:rPr>
              <a:t>，</a:t>
            </a:r>
            <a:r>
              <a:rPr lang="en-US" altLang="zh-CN" i="1" dirty="0">
                <a:sym typeface="+mn-ea"/>
              </a:rPr>
              <a:t>α</a:t>
            </a:r>
            <a:r>
              <a:rPr lang="en-US" altLang="zh-CN" baseline="-25000" dirty="0">
                <a:sym typeface="+mn-ea"/>
              </a:rPr>
              <a:t>4</a:t>
            </a:r>
            <a:r>
              <a:rPr lang="en-US" altLang="zh-CN" dirty="0">
                <a:solidFill>
                  <a:srgbClr val="000000"/>
                </a:solidFill>
                <a:ea typeface="楷体_GB2312"/>
                <a:sym typeface="+mn-ea"/>
              </a:rPr>
              <a:t>=(3,1,-1)</a:t>
            </a:r>
            <a:r>
              <a:rPr lang="en-US" altLang="zh-CN" baseline="30000" dirty="0">
                <a:solidFill>
                  <a:srgbClr val="000000"/>
                </a:solidFill>
                <a:ea typeface="楷体_GB2312"/>
                <a:sym typeface="+mn-ea"/>
              </a:rPr>
              <a:t>T</a:t>
            </a:r>
            <a:r>
              <a:rPr lang="en-US" altLang="zh-CN" dirty="0">
                <a:sym typeface="+mn-ea"/>
              </a:rPr>
              <a:t>;</a:t>
            </a:r>
            <a:endParaRPr lang="zh-CN" altLang="en-US" dirty="0">
              <a:solidFill>
                <a:srgbClr val="000000"/>
              </a:solidFill>
              <a:ea typeface="楷体_GB2312"/>
              <a:sym typeface="+mn-ea"/>
            </a:endParaRPr>
          </a:p>
          <a:p>
            <a:pPr marL="609600" indent="-609600">
              <a:spcBef>
                <a:spcPct val="20000"/>
              </a:spcBef>
              <a:buClr>
                <a:srgbClr val="00007D"/>
              </a:buClr>
              <a:buSzPct val="75000"/>
              <a:buFont typeface="Wingdings" panose="05000000000000000000" pitchFamily="2" charset="2"/>
            </a:pPr>
            <a:endParaRPr lang="en-US" altLang="zh-CN" dirty="0">
              <a:solidFill>
                <a:srgbClr val="000000"/>
              </a:solidFill>
              <a:ea typeface="楷体_GB2312"/>
              <a:sym typeface="+mn-ea"/>
            </a:endParaRPr>
          </a:p>
        </p:txBody>
      </p:sp>
      <p:sp>
        <p:nvSpPr>
          <p:cNvPr id="5" name="文本框 4"/>
          <p:cNvSpPr txBox="1"/>
          <p:nvPr/>
        </p:nvSpPr>
        <p:spPr>
          <a:xfrm>
            <a:off x="611505" y="5372735"/>
            <a:ext cx="7357745" cy="435610"/>
          </a:xfrm>
          <a:prstGeom prst="rect">
            <a:avLst/>
          </a:prstGeom>
          <a:noFill/>
        </p:spPr>
        <p:txBody>
          <a:bodyPr wrap="square" rtlCol="0" anchor="t">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dirty="0">
                <a:solidFill>
                  <a:srgbClr val="000000"/>
                </a:solidFill>
                <a:ea typeface="楷体_GB2312"/>
                <a:sym typeface="+mn-ea"/>
              </a:rPr>
              <a:t>所以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1</a:t>
            </a:r>
            <a:r>
              <a:rPr lang="en-US" altLang="zh-CN" dirty="0">
                <a:solidFill>
                  <a:srgbClr val="000000"/>
                </a:solidFill>
                <a:ea typeface="楷体_GB2312"/>
                <a:sym typeface="+mn-ea"/>
              </a:rPr>
              <a:t>,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2</a:t>
            </a:r>
            <a:r>
              <a:rPr lang="en-US" altLang="zh-CN" dirty="0">
                <a:solidFill>
                  <a:srgbClr val="000000"/>
                </a:solidFill>
                <a:ea typeface="楷体_GB2312"/>
                <a:sym typeface="+mn-ea"/>
              </a:rPr>
              <a:t>,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3</a:t>
            </a:r>
            <a:r>
              <a:rPr lang="en-US" altLang="zh-CN" i="1" baseline="-25000" dirty="0">
                <a:solidFill>
                  <a:srgbClr val="000000"/>
                </a:solidFill>
                <a:ea typeface="楷体_GB2312"/>
                <a:sym typeface="+mn-ea"/>
              </a:rPr>
              <a:t> </a:t>
            </a:r>
            <a:r>
              <a:rPr lang="zh-CN" altLang="en-US" dirty="0">
                <a:solidFill>
                  <a:srgbClr val="FF0000"/>
                </a:solidFill>
                <a:ea typeface="楷体_GB2312"/>
                <a:sym typeface="+mn-ea"/>
              </a:rPr>
              <a:t>线性相关。</a:t>
            </a:r>
            <a:endParaRPr lang="zh-CN" altLang="en-US" dirty="0">
              <a:solidFill>
                <a:srgbClr val="000000"/>
              </a:solidFill>
              <a:ea typeface="楷体_GB2312"/>
              <a:sym typeface="+mn-ea"/>
            </a:endParaRPr>
          </a:p>
        </p:txBody>
      </p:sp>
      <p:sp>
        <p:nvSpPr>
          <p:cNvPr id="6" name="文本框 5"/>
          <p:cNvSpPr txBox="1"/>
          <p:nvPr/>
        </p:nvSpPr>
        <p:spPr>
          <a:xfrm>
            <a:off x="899795" y="2564765"/>
            <a:ext cx="7268845" cy="521970"/>
          </a:xfrm>
          <a:prstGeom prst="rect">
            <a:avLst/>
          </a:prstGeom>
          <a:noFill/>
        </p:spPr>
        <p:txBody>
          <a:bodyPr wrap="square" rtlCol="0" anchor="t">
            <a:spAutoFit/>
          </a:bodyPr>
          <a:lstStyle/>
          <a:p>
            <a:pPr marL="609600" indent="-609600">
              <a:spcBef>
                <a:spcPct val="20000"/>
              </a:spcBef>
              <a:buClr>
                <a:srgbClr val="00007D"/>
              </a:buClr>
              <a:buSzPct val="75000"/>
              <a:buFont typeface="Wingdings" panose="05000000000000000000" pitchFamily="2" charset="2"/>
            </a:pPr>
            <a:r>
              <a:rPr lang="zh-CN" altLang="en-US" dirty="0">
                <a:solidFill>
                  <a:srgbClr val="3333FF"/>
                </a:solidFill>
                <a:ea typeface="楷体_GB2312"/>
                <a:sym typeface="+mn-ea"/>
              </a:rPr>
              <a:t>解</a:t>
            </a:r>
            <a:r>
              <a:rPr lang="en-US" altLang="zh-CN" dirty="0">
                <a:solidFill>
                  <a:srgbClr val="3333FF"/>
                </a:solidFill>
                <a:ea typeface="楷体_GB2312"/>
                <a:sym typeface="+mn-ea"/>
              </a:rPr>
              <a:t>  </a:t>
            </a:r>
            <a:r>
              <a:rPr lang="en-US" altLang="zh-CN" dirty="0">
                <a:solidFill>
                  <a:srgbClr val="000000"/>
                </a:solidFill>
                <a:ea typeface="楷体_GB2312"/>
                <a:sym typeface="+mn-ea"/>
              </a:rPr>
              <a:t>(1)</a:t>
            </a:r>
            <a:r>
              <a:rPr lang="zh-CN" altLang="en-US" dirty="0">
                <a:solidFill>
                  <a:srgbClr val="000000"/>
                </a:solidFill>
                <a:ea typeface="楷体_GB2312"/>
                <a:sym typeface="+mn-ea"/>
              </a:rPr>
              <a:t>设矩阵</a:t>
            </a:r>
            <a:r>
              <a:rPr lang="en-US" altLang="zh-CN" dirty="0">
                <a:solidFill>
                  <a:srgbClr val="000000"/>
                </a:solidFill>
                <a:ea typeface="楷体_GB2312"/>
                <a:sym typeface="+mn-ea"/>
              </a:rPr>
              <a:t>                                            </a:t>
            </a:r>
            <a:r>
              <a:rPr lang="zh-CN" altLang="en-US" dirty="0">
                <a:solidFill>
                  <a:srgbClr val="000000"/>
                </a:solidFill>
                <a:ea typeface="楷体_GB2312"/>
                <a:sym typeface="+mn-ea"/>
              </a:rPr>
              <a:t>，由于</a:t>
            </a:r>
          </a:p>
        </p:txBody>
      </p:sp>
      <p:graphicFrame>
        <p:nvGraphicFramePr>
          <p:cNvPr id="2" name="对象 -2147479703"/>
          <p:cNvGraphicFramePr>
            <a:graphicFrameLocks noChangeAspect="1"/>
          </p:cNvGraphicFramePr>
          <p:nvPr/>
        </p:nvGraphicFramePr>
        <p:xfrm>
          <a:off x="3060065" y="2100580"/>
          <a:ext cx="3777615" cy="1450340"/>
        </p:xfrm>
        <a:graphic>
          <a:graphicData uri="http://schemas.openxmlformats.org/presentationml/2006/ole">
            <mc:AlternateContent xmlns:mc="http://schemas.openxmlformats.org/markup-compatibility/2006">
              <mc:Choice xmlns:v="urn:schemas-microsoft-com:vml" Requires="v">
                <p:oleObj r:id="rId2" imgW="1841500" imgH="711200" progId="Equation.DSMT4">
                  <p:embed/>
                </p:oleObj>
              </mc:Choice>
              <mc:Fallback>
                <p:oleObj r:id="rId2" imgW="1841500" imgH="711200" progId="Equation.DSMT4">
                  <p:embed/>
                  <p:pic>
                    <p:nvPicPr>
                      <p:cNvPr id="0" name="图片 6"/>
                      <p:cNvPicPr/>
                      <p:nvPr/>
                    </p:nvPicPr>
                    <p:blipFill>
                      <a:blip r:embed="rId3"/>
                      <a:stretch>
                        <a:fillRect/>
                      </a:stretch>
                    </p:blipFill>
                    <p:spPr>
                      <a:xfrm>
                        <a:off x="3060065" y="2100580"/>
                        <a:ext cx="3777615" cy="1450340"/>
                      </a:xfrm>
                      <a:prstGeom prst="rect">
                        <a:avLst/>
                      </a:prstGeom>
                      <a:noFill/>
                      <a:ln w="38100">
                        <a:noFill/>
                        <a:miter/>
                      </a:ln>
                    </p:spPr>
                  </p:pic>
                </p:oleObj>
              </mc:Fallback>
            </mc:AlternateContent>
          </a:graphicData>
        </a:graphic>
      </p:graphicFrame>
      <p:graphicFrame>
        <p:nvGraphicFramePr>
          <p:cNvPr id="3" name="对象 -2147479701"/>
          <p:cNvGraphicFramePr>
            <a:graphicFrameLocks noChangeAspect="1"/>
          </p:cNvGraphicFramePr>
          <p:nvPr/>
        </p:nvGraphicFramePr>
        <p:xfrm>
          <a:off x="2411730" y="3644900"/>
          <a:ext cx="4465320" cy="1566545"/>
        </p:xfrm>
        <a:graphic>
          <a:graphicData uri="http://schemas.openxmlformats.org/presentationml/2006/ole">
            <mc:AlternateContent xmlns:mc="http://schemas.openxmlformats.org/markup-compatibility/2006">
              <mc:Choice xmlns:v="urn:schemas-microsoft-com:vml" Requires="v">
                <p:oleObj r:id="rId4" imgW="2019300" imgH="711200" progId="Equation.DSMT4">
                  <p:embed/>
                </p:oleObj>
              </mc:Choice>
              <mc:Fallback>
                <p:oleObj r:id="rId4" imgW="2019300" imgH="711200" progId="Equation.DSMT4">
                  <p:embed/>
                  <p:pic>
                    <p:nvPicPr>
                      <p:cNvPr id="0" name="图片 7"/>
                      <p:cNvPicPr/>
                      <p:nvPr/>
                    </p:nvPicPr>
                    <p:blipFill>
                      <a:blip r:embed="rId5"/>
                      <a:stretch>
                        <a:fillRect/>
                      </a:stretch>
                    </p:blipFill>
                    <p:spPr>
                      <a:xfrm>
                        <a:off x="2411730" y="3644900"/>
                        <a:ext cx="4465320" cy="156654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wipe(down)">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wipe(down)">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wipe(down)">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linds(horizontal)">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
                                            <p:txEl>
                                              <p:pRg st="0" end="0"/>
                                            </p:txEl>
                                          </p:spTgt>
                                        </p:tgtEl>
                                        <p:attrNameLst>
                                          <p:attrName>style.visibility</p:attrName>
                                        </p:attrNameLst>
                                      </p:cBhvr>
                                      <p:to>
                                        <p:strVal val="visible"/>
                                      </p:to>
                                    </p:set>
                                    <p:animEffect transition="in" filter="wipe(down)">
                                      <p:cBhvr>
                                        <p:cTn id="4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67995" y="4436745"/>
            <a:ext cx="7357745" cy="435610"/>
          </a:xfrm>
          <a:prstGeom prst="rect">
            <a:avLst/>
          </a:prstGeom>
          <a:noFill/>
        </p:spPr>
        <p:txBody>
          <a:bodyPr wrap="square" rtlCol="0" anchor="t">
            <a:spAutoFit/>
          </a:bodyPr>
          <a:lstStyle/>
          <a:p>
            <a:pPr marL="609600" indent="-609600">
              <a:lnSpc>
                <a:spcPct val="80000"/>
              </a:lnSpc>
              <a:spcBef>
                <a:spcPct val="20000"/>
              </a:spcBef>
              <a:buClr>
                <a:srgbClr val="00007D"/>
              </a:buClr>
              <a:buSzPct val="75000"/>
              <a:buFont typeface="Wingdings" panose="05000000000000000000" pitchFamily="2" charset="2"/>
            </a:pPr>
            <a:r>
              <a:rPr lang="zh-CN" altLang="en-US" dirty="0">
                <a:solidFill>
                  <a:srgbClr val="000000"/>
                </a:solidFill>
                <a:ea typeface="楷体_GB2312"/>
                <a:sym typeface="+mn-ea"/>
              </a:rPr>
              <a:t>知</a:t>
            </a:r>
            <a:r>
              <a:rPr lang="en-US" altLang="zh-CN" i="1" dirty="0">
                <a:solidFill>
                  <a:srgbClr val="FF0000"/>
                </a:solidFill>
                <a:sym typeface="+mn-ea"/>
              </a:rPr>
              <a:t>R</a:t>
            </a:r>
            <a:r>
              <a:rPr lang="en-US" altLang="zh-CN" dirty="0">
                <a:solidFill>
                  <a:srgbClr val="FF0000"/>
                </a:solidFill>
                <a:sym typeface="+mn-ea"/>
              </a:rPr>
              <a:t>(</a:t>
            </a:r>
            <a:r>
              <a:rPr lang="en-US" altLang="zh-CN" i="1" dirty="0">
                <a:solidFill>
                  <a:srgbClr val="FF0000"/>
                </a:solidFill>
                <a:sym typeface="+mn-ea"/>
              </a:rPr>
              <a:t>A</a:t>
            </a:r>
            <a:r>
              <a:rPr lang="en-US" altLang="zh-CN" dirty="0">
                <a:solidFill>
                  <a:srgbClr val="FF0000"/>
                </a:solidFill>
                <a:sym typeface="+mn-ea"/>
              </a:rPr>
              <a:t>)=3</a:t>
            </a:r>
            <a:r>
              <a:rPr lang="zh-CN" altLang="en-US" dirty="0">
                <a:solidFill>
                  <a:schemeClr val="tx1"/>
                </a:solidFill>
                <a:sym typeface="+mn-ea"/>
              </a:rPr>
              <a:t>，</a:t>
            </a:r>
            <a:r>
              <a:rPr lang="zh-CN" altLang="en-US" dirty="0">
                <a:solidFill>
                  <a:srgbClr val="000000"/>
                </a:solidFill>
                <a:ea typeface="楷体_GB2312"/>
                <a:sym typeface="+mn-ea"/>
              </a:rPr>
              <a:t>所以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1</a:t>
            </a:r>
            <a:r>
              <a:rPr lang="en-US" altLang="zh-CN" dirty="0">
                <a:solidFill>
                  <a:srgbClr val="000000"/>
                </a:solidFill>
                <a:ea typeface="楷体_GB2312"/>
                <a:sym typeface="+mn-ea"/>
              </a:rPr>
              <a:t>,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2</a:t>
            </a:r>
            <a:r>
              <a:rPr lang="en-US" altLang="zh-CN" dirty="0">
                <a:solidFill>
                  <a:srgbClr val="000000"/>
                </a:solidFill>
                <a:ea typeface="楷体_GB2312"/>
                <a:sym typeface="+mn-ea"/>
              </a:rPr>
              <a:t>,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3</a:t>
            </a:r>
            <a:r>
              <a:rPr lang="en-US" altLang="zh-CN" i="1" baseline="-25000" dirty="0">
                <a:solidFill>
                  <a:srgbClr val="000000"/>
                </a:solidFill>
                <a:ea typeface="楷体_GB2312"/>
                <a:sym typeface="+mn-ea"/>
              </a:rPr>
              <a:t> </a:t>
            </a:r>
            <a:r>
              <a:rPr lang="zh-CN" altLang="en-US" dirty="0">
                <a:solidFill>
                  <a:srgbClr val="FF0000"/>
                </a:solidFill>
                <a:ea typeface="楷体_GB2312"/>
                <a:sym typeface="+mn-ea"/>
              </a:rPr>
              <a:t>线性无关。</a:t>
            </a:r>
            <a:endParaRPr lang="zh-CN" altLang="en-US" dirty="0">
              <a:solidFill>
                <a:srgbClr val="000000"/>
              </a:solidFill>
              <a:ea typeface="楷体_GB2312"/>
              <a:sym typeface="+mn-ea"/>
            </a:endParaRPr>
          </a:p>
        </p:txBody>
      </p:sp>
      <p:sp>
        <p:nvSpPr>
          <p:cNvPr id="6" name="文本框 5"/>
          <p:cNvSpPr txBox="1"/>
          <p:nvPr/>
        </p:nvSpPr>
        <p:spPr>
          <a:xfrm>
            <a:off x="828040" y="548640"/>
            <a:ext cx="7975600" cy="1942465"/>
          </a:xfrm>
          <a:prstGeom prst="rect">
            <a:avLst/>
          </a:prstGeom>
          <a:noFill/>
        </p:spPr>
        <p:txBody>
          <a:bodyPr wrap="square" rtlCol="0" anchor="t">
            <a:spAutoFit/>
          </a:bodyPr>
          <a:lstStyle/>
          <a:p>
            <a:pPr marL="609600" indent="-609600">
              <a:lnSpc>
                <a:spcPct val="130000"/>
              </a:lnSpc>
              <a:spcBef>
                <a:spcPct val="20000"/>
              </a:spcBef>
              <a:buClr>
                <a:srgbClr val="00007D"/>
              </a:buClr>
              <a:buSzPct val="75000"/>
              <a:buFont typeface="Wingdings" panose="05000000000000000000" pitchFamily="2" charset="2"/>
            </a:pPr>
            <a:r>
              <a:rPr lang="en-US" altLang="zh-CN" dirty="0">
                <a:solidFill>
                  <a:srgbClr val="3333FF"/>
                </a:solidFill>
                <a:ea typeface="楷体_GB2312"/>
                <a:sym typeface="+mn-ea"/>
              </a:rPr>
              <a:t> </a:t>
            </a:r>
            <a:r>
              <a:rPr lang="en-US" altLang="zh-CN" dirty="0">
                <a:solidFill>
                  <a:srgbClr val="000000"/>
                </a:solidFill>
                <a:ea typeface="楷体_GB2312"/>
                <a:sym typeface="+mn-ea"/>
              </a:rPr>
              <a:t>(2)</a:t>
            </a:r>
            <a:r>
              <a:rPr lang="zh-CN" altLang="en-US" dirty="0">
                <a:solidFill>
                  <a:srgbClr val="000000"/>
                </a:solidFill>
                <a:ea typeface="楷体_GB2312"/>
                <a:sym typeface="+mn-ea"/>
              </a:rPr>
              <a:t>设矩阵</a:t>
            </a:r>
            <a:r>
              <a:rPr lang="en-US" altLang="zh-CN" dirty="0">
                <a:solidFill>
                  <a:srgbClr val="000000"/>
                </a:solidFill>
                <a:ea typeface="楷体_GB2312"/>
                <a:sym typeface="+mn-ea"/>
              </a:rPr>
              <a:t>                                              </a:t>
            </a:r>
            <a:r>
              <a:rPr lang="zh-CN" altLang="en-US" dirty="0">
                <a:solidFill>
                  <a:srgbClr val="000000"/>
                </a:solidFill>
                <a:ea typeface="楷体_GB2312"/>
                <a:sym typeface="+mn-ea"/>
              </a:rPr>
              <a:t>，对</a:t>
            </a:r>
            <a:r>
              <a:rPr lang="en-US" altLang="zh-CN" i="1" dirty="0">
                <a:sym typeface="+mn-ea"/>
              </a:rPr>
              <a:t>A</a:t>
            </a:r>
            <a:r>
              <a:rPr lang="zh-CN" altLang="en-US" dirty="0">
                <a:solidFill>
                  <a:srgbClr val="000000"/>
                </a:solidFill>
                <a:ea typeface="楷体_GB2312"/>
                <a:sym typeface="+mn-ea"/>
              </a:rPr>
              <a:t>施行初</a:t>
            </a:r>
          </a:p>
          <a:p>
            <a:pPr marL="609600" indent="-609600">
              <a:lnSpc>
                <a:spcPct val="130000"/>
              </a:lnSpc>
              <a:spcBef>
                <a:spcPct val="20000"/>
              </a:spcBef>
              <a:buClr>
                <a:srgbClr val="00007D"/>
              </a:buClr>
              <a:buSzPct val="75000"/>
              <a:buFont typeface="Wingdings" panose="05000000000000000000" pitchFamily="2" charset="2"/>
            </a:pPr>
            <a:endParaRPr lang="zh-CN" altLang="en-US" dirty="0">
              <a:solidFill>
                <a:srgbClr val="000000"/>
              </a:solidFill>
              <a:ea typeface="楷体_GB2312"/>
              <a:sym typeface="+mn-ea"/>
            </a:endParaRPr>
          </a:p>
          <a:p>
            <a:pPr marL="609600" indent="-609600">
              <a:lnSpc>
                <a:spcPct val="130000"/>
              </a:lnSpc>
              <a:spcBef>
                <a:spcPct val="20000"/>
              </a:spcBef>
              <a:buClr>
                <a:srgbClr val="00007D"/>
              </a:buClr>
              <a:buSzPct val="75000"/>
              <a:buFont typeface="Wingdings" panose="05000000000000000000" pitchFamily="2" charset="2"/>
            </a:pPr>
            <a:r>
              <a:rPr lang="zh-CN" altLang="en-US" dirty="0">
                <a:solidFill>
                  <a:srgbClr val="000000"/>
                </a:solidFill>
                <a:ea typeface="楷体_GB2312"/>
                <a:sym typeface="+mn-ea"/>
              </a:rPr>
              <a:t>等行变换</a:t>
            </a:r>
          </a:p>
        </p:txBody>
      </p:sp>
      <p:graphicFrame>
        <p:nvGraphicFramePr>
          <p:cNvPr id="2" name="对象 -2147479699"/>
          <p:cNvGraphicFramePr>
            <a:graphicFrameLocks noChangeAspect="1"/>
          </p:cNvGraphicFramePr>
          <p:nvPr/>
        </p:nvGraphicFramePr>
        <p:xfrm>
          <a:off x="2411730" y="-27940"/>
          <a:ext cx="4117975" cy="1889125"/>
        </p:xfrm>
        <a:graphic>
          <a:graphicData uri="http://schemas.openxmlformats.org/presentationml/2006/ole">
            <mc:AlternateContent xmlns:mc="http://schemas.openxmlformats.org/markup-compatibility/2006">
              <mc:Choice xmlns:v="urn:schemas-microsoft-com:vml" Requires="v">
                <p:oleObj r:id="rId2" imgW="1981200" imgH="914400" progId="Equation.DSMT4">
                  <p:embed/>
                </p:oleObj>
              </mc:Choice>
              <mc:Fallback>
                <p:oleObj r:id="rId2" imgW="1981200" imgH="914400" progId="Equation.DSMT4">
                  <p:embed/>
                  <p:pic>
                    <p:nvPicPr>
                      <p:cNvPr id="0" name="图片 3075"/>
                      <p:cNvPicPr/>
                      <p:nvPr/>
                    </p:nvPicPr>
                    <p:blipFill>
                      <a:blip r:embed="rId3"/>
                      <a:stretch>
                        <a:fillRect/>
                      </a:stretch>
                    </p:blipFill>
                    <p:spPr>
                      <a:xfrm>
                        <a:off x="2411730" y="-27940"/>
                        <a:ext cx="4117975" cy="1889125"/>
                      </a:xfrm>
                      <a:prstGeom prst="rect">
                        <a:avLst/>
                      </a:prstGeom>
                      <a:noFill/>
                      <a:ln w="38100">
                        <a:noFill/>
                        <a:miter/>
                      </a:ln>
                    </p:spPr>
                  </p:pic>
                </p:oleObj>
              </mc:Fallback>
            </mc:AlternateContent>
          </a:graphicData>
        </a:graphic>
      </p:graphicFrame>
      <p:graphicFrame>
        <p:nvGraphicFramePr>
          <p:cNvPr id="3" name="对象 -2147479697"/>
          <p:cNvGraphicFramePr>
            <a:graphicFrameLocks noChangeAspect="1"/>
          </p:cNvGraphicFramePr>
          <p:nvPr/>
        </p:nvGraphicFramePr>
        <p:xfrm>
          <a:off x="189865" y="2654935"/>
          <a:ext cx="8581390" cy="1515745"/>
        </p:xfrm>
        <a:graphic>
          <a:graphicData uri="http://schemas.openxmlformats.org/presentationml/2006/ole">
            <mc:AlternateContent xmlns:mc="http://schemas.openxmlformats.org/markup-compatibility/2006">
              <mc:Choice xmlns:v="urn:schemas-microsoft-com:vml" Requires="v">
                <p:oleObj r:id="rId4" imgW="5143500" imgH="914400" progId="Equation.DSMT4">
                  <p:embed/>
                </p:oleObj>
              </mc:Choice>
              <mc:Fallback>
                <p:oleObj r:id="rId4" imgW="5143500" imgH="914400" progId="Equation.DSMT4">
                  <p:embed/>
                  <p:pic>
                    <p:nvPicPr>
                      <p:cNvPr id="0" name="图片 3"/>
                      <p:cNvPicPr/>
                      <p:nvPr/>
                    </p:nvPicPr>
                    <p:blipFill>
                      <a:blip r:embed="rId5"/>
                      <a:stretch>
                        <a:fillRect/>
                      </a:stretch>
                    </p:blipFill>
                    <p:spPr>
                      <a:xfrm>
                        <a:off x="189865" y="2654935"/>
                        <a:ext cx="8581390" cy="1515745"/>
                      </a:xfrm>
                      <a:prstGeom prst="rect">
                        <a:avLst/>
                      </a:prstGeom>
                      <a:noFill/>
                      <a:ln w="38100">
                        <a:noFill/>
                        <a:miter/>
                      </a:ln>
                    </p:spPr>
                  </p:pic>
                </p:oleObj>
              </mc:Fallback>
            </mc:AlternateContent>
          </a:graphicData>
        </a:graphic>
      </p:graphicFrame>
      <p:sp>
        <p:nvSpPr>
          <p:cNvPr id="9" name="文本框 8"/>
          <p:cNvSpPr txBox="1"/>
          <p:nvPr/>
        </p:nvSpPr>
        <p:spPr>
          <a:xfrm>
            <a:off x="899795" y="5012690"/>
            <a:ext cx="7593965" cy="521970"/>
          </a:xfrm>
          <a:prstGeom prst="rect">
            <a:avLst/>
          </a:prstGeom>
          <a:noFill/>
        </p:spPr>
        <p:txBody>
          <a:bodyPr wrap="square" rtlCol="0" anchor="t">
            <a:spAutoFit/>
          </a:bodyPr>
          <a:lstStyle/>
          <a:p>
            <a:r>
              <a:rPr lang="en-US" altLang="zh-CN" dirty="0">
                <a:solidFill>
                  <a:srgbClr val="000000"/>
                </a:solidFill>
                <a:ea typeface="楷体_GB2312"/>
                <a:sym typeface="+mn-ea"/>
              </a:rPr>
              <a:t>(3)</a:t>
            </a:r>
            <a:r>
              <a:rPr lang="zh-CN" altLang="en-US" dirty="0">
                <a:solidFill>
                  <a:srgbClr val="000000"/>
                </a:solidFill>
                <a:ea typeface="楷体_GB2312"/>
                <a:sym typeface="+mn-ea"/>
              </a:rPr>
              <a:t>由推论</a:t>
            </a:r>
            <a:r>
              <a:rPr lang="en-US" altLang="zh-CN" dirty="0">
                <a:solidFill>
                  <a:srgbClr val="000000"/>
                </a:solidFill>
                <a:ea typeface="楷体_GB2312"/>
                <a:sym typeface="+mn-ea"/>
              </a:rPr>
              <a:t>3.3.5</a:t>
            </a:r>
            <a:r>
              <a:rPr lang="zh-CN" altLang="en-US" dirty="0">
                <a:solidFill>
                  <a:srgbClr val="000000"/>
                </a:solidFill>
                <a:ea typeface="楷体_GB2312"/>
                <a:sym typeface="+mn-ea"/>
              </a:rPr>
              <a:t>知，向量组</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1</a:t>
            </a:r>
            <a:r>
              <a:rPr lang="en-US" altLang="zh-CN" dirty="0">
                <a:solidFill>
                  <a:srgbClr val="000000"/>
                </a:solidFill>
                <a:ea typeface="楷体_GB2312"/>
                <a:sym typeface="+mn-ea"/>
              </a:rPr>
              <a:t>,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2</a:t>
            </a:r>
            <a:r>
              <a:rPr lang="en-US" altLang="zh-CN" dirty="0">
                <a:solidFill>
                  <a:srgbClr val="000000"/>
                </a:solidFill>
                <a:ea typeface="楷体_GB2312"/>
                <a:sym typeface="+mn-ea"/>
              </a:rPr>
              <a:t>,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3</a:t>
            </a:r>
            <a:r>
              <a:rPr lang="en-US" altLang="zh-CN" dirty="0">
                <a:solidFill>
                  <a:srgbClr val="000000"/>
                </a:solidFill>
                <a:ea typeface="楷体_GB2312"/>
                <a:sym typeface="+mn-ea"/>
              </a:rPr>
              <a:t>, </a:t>
            </a:r>
            <a:r>
              <a:rPr lang="en-US" altLang="zh-CN" i="1" dirty="0">
                <a:solidFill>
                  <a:srgbClr val="000000"/>
                </a:solidFill>
                <a:ea typeface="楷体_GB2312"/>
                <a:sym typeface="+mn-ea"/>
              </a:rPr>
              <a:t>a</a:t>
            </a:r>
            <a:r>
              <a:rPr lang="en-US" altLang="zh-CN" baseline="-25000" dirty="0">
                <a:solidFill>
                  <a:srgbClr val="000000"/>
                </a:solidFill>
                <a:ea typeface="楷体_GB2312"/>
                <a:sym typeface="+mn-ea"/>
              </a:rPr>
              <a:t>4</a:t>
            </a:r>
            <a:r>
              <a:rPr lang="en-US" altLang="zh-CN" i="1" baseline="-25000" dirty="0">
                <a:solidFill>
                  <a:srgbClr val="000000"/>
                </a:solidFill>
                <a:ea typeface="楷体_GB2312"/>
                <a:sym typeface="+mn-ea"/>
              </a:rPr>
              <a:t> </a:t>
            </a:r>
            <a:r>
              <a:rPr lang="zh-CN" altLang="en-US" dirty="0">
                <a:solidFill>
                  <a:srgbClr val="FF3300"/>
                </a:solidFill>
                <a:ea typeface="楷体_GB2312"/>
                <a:sym typeface="+mn-ea"/>
              </a:rPr>
              <a:t>线性相关</a:t>
            </a:r>
            <a:r>
              <a:rPr lang="zh-CN" altLang="en-US" dirty="0">
                <a:solidFill>
                  <a:srgbClr val="000000"/>
                </a:solidFill>
                <a:ea typeface="楷体_GB2312"/>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down)">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椭圆 44033">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44035" name="椭圆 44034">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44036" name="矩形 44035">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44037" name="对象 44036"/>
          <p:cNvGraphicFramePr/>
          <p:nvPr/>
        </p:nvGraphicFramePr>
        <p:xfrm>
          <a:off x="539274" y="42386"/>
          <a:ext cx="8092440" cy="1583690"/>
        </p:xfrm>
        <a:graphic>
          <a:graphicData uri="http://schemas.openxmlformats.org/presentationml/2006/ole">
            <mc:AlternateContent xmlns:mc="http://schemas.openxmlformats.org/markup-compatibility/2006">
              <mc:Choice xmlns:v="urn:schemas-microsoft-com:vml" Requires="v">
                <p:oleObj r:id="rId2" imgW="6053455" imgH="1195705" progId="Word.Document.8">
                  <p:embed/>
                </p:oleObj>
              </mc:Choice>
              <mc:Fallback>
                <p:oleObj r:id="rId2" imgW="6053455" imgH="1195705" progId="Word.Document.8">
                  <p:embed/>
                  <p:pic>
                    <p:nvPicPr>
                      <p:cNvPr id="0" name="图片 3115"/>
                      <p:cNvPicPr/>
                      <p:nvPr/>
                    </p:nvPicPr>
                    <p:blipFill>
                      <a:blip r:embed="rId3"/>
                      <a:stretch>
                        <a:fillRect/>
                      </a:stretch>
                    </p:blipFill>
                    <p:spPr>
                      <a:xfrm>
                        <a:off x="539274" y="42386"/>
                        <a:ext cx="8092440" cy="1583690"/>
                      </a:xfrm>
                      <a:prstGeom prst="rect">
                        <a:avLst/>
                      </a:prstGeom>
                      <a:noFill/>
                      <a:ln w="38100">
                        <a:noFill/>
                        <a:miter/>
                      </a:ln>
                    </p:spPr>
                  </p:pic>
                </p:oleObj>
              </mc:Fallback>
            </mc:AlternateContent>
          </a:graphicData>
        </a:graphic>
      </p:graphicFrame>
      <p:graphicFrame>
        <p:nvGraphicFramePr>
          <p:cNvPr id="44038" name="对象 44037"/>
          <p:cNvGraphicFramePr/>
          <p:nvPr/>
        </p:nvGraphicFramePr>
        <p:xfrm>
          <a:off x="395288" y="1628775"/>
          <a:ext cx="8091487" cy="720725"/>
        </p:xfrm>
        <a:graphic>
          <a:graphicData uri="http://schemas.openxmlformats.org/presentationml/2006/ole">
            <mc:AlternateContent xmlns:mc="http://schemas.openxmlformats.org/markup-compatibility/2006">
              <mc:Choice xmlns:v="urn:schemas-microsoft-com:vml" Requires="v">
                <p:oleObj r:id="rId4" imgW="6057900" imgH="548640" progId="Word.Document.8">
                  <p:embed/>
                </p:oleObj>
              </mc:Choice>
              <mc:Fallback>
                <p:oleObj r:id="rId4" imgW="6057900" imgH="548640" progId="Word.Document.8">
                  <p:embed/>
                  <p:pic>
                    <p:nvPicPr>
                      <p:cNvPr id="0" name="图片 3116"/>
                      <p:cNvPicPr/>
                      <p:nvPr/>
                    </p:nvPicPr>
                    <p:blipFill>
                      <a:blip r:embed="rId5">
                        <a:clrChange>
                          <a:clrFrom>
                            <a:srgbClr val="000000"/>
                          </a:clrFrom>
                          <a:clrTo>
                            <a:srgbClr val="FFFFFF"/>
                          </a:clrTo>
                        </a:clrChange>
                      </a:blip>
                      <a:stretch>
                        <a:fillRect/>
                      </a:stretch>
                    </p:blipFill>
                    <p:spPr>
                      <a:xfrm>
                        <a:off x="395288" y="1628775"/>
                        <a:ext cx="8091487" cy="720725"/>
                      </a:xfrm>
                      <a:prstGeom prst="rect">
                        <a:avLst/>
                      </a:prstGeom>
                      <a:noFill/>
                      <a:ln w="38100">
                        <a:noFill/>
                        <a:miter/>
                      </a:ln>
                    </p:spPr>
                  </p:pic>
                </p:oleObj>
              </mc:Fallback>
            </mc:AlternateContent>
          </a:graphicData>
        </a:graphic>
      </p:graphicFrame>
      <p:graphicFrame>
        <p:nvGraphicFramePr>
          <p:cNvPr id="44039" name="对象 44038"/>
          <p:cNvGraphicFramePr/>
          <p:nvPr/>
        </p:nvGraphicFramePr>
        <p:xfrm>
          <a:off x="323850" y="2060575"/>
          <a:ext cx="8074025" cy="1844675"/>
        </p:xfrm>
        <a:graphic>
          <a:graphicData uri="http://schemas.openxmlformats.org/presentationml/2006/ole">
            <mc:AlternateContent xmlns:mc="http://schemas.openxmlformats.org/markup-compatibility/2006">
              <mc:Choice xmlns:v="urn:schemas-microsoft-com:vml" Requires="v">
                <p:oleObj r:id="rId6" imgW="4000500" imgH="914400" progId="Equation.DSMT4">
                  <p:embed/>
                </p:oleObj>
              </mc:Choice>
              <mc:Fallback>
                <p:oleObj r:id="rId6" imgW="4000500" imgH="914400" progId="Equation.DSMT4">
                  <p:embed/>
                  <p:pic>
                    <p:nvPicPr>
                      <p:cNvPr id="0" name="图片 3117"/>
                      <p:cNvPicPr/>
                      <p:nvPr/>
                    </p:nvPicPr>
                    <p:blipFill>
                      <a:blip r:embed="rId7"/>
                      <a:stretch>
                        <a:fillRect/>
                      </a:stretch>
                    </p:blipFill>
                    <p:spPr>
                      <a:xfrm>
                        <a:off x="323850" y="2060575"/>
                        <a:ext cx="8074025" cy="1844675"/>
                      </a:xfrm>
                      <a:prstGeom prst="rect">
                        <a:avLst/>
                      </a:prstGeom>
                      <a:noFill/>
                      <a:ln w="38100">
                        <a:noFill/>
                        <a:miter/>
                      </a:ln>
                    </p:spPr>
                  </p:pic>
                </p:oleObj>
              </mc:Fallback>
            </mc:AlternateContent>
          </a:graphicData>
        </a:graphic>
      </p:graphicFrame>
      <p:graphicFrame>
        <p:nvGraphicFramePr>
          <p:cNvPr id="44040" name="对象 44039"/>
          <p:cNvGraphicFramePr/>
          <p:nvPr/>
        </p:nvGraphicFramePr>
        <p:xfrm>
          <a:off x="5003800" y="4010025"/>
          <a:ext cx="2952750" cy="1865313"/>
        </p:xfrm>
        <a:graphic>
          <a:graphicData uri="http://schemas.openxmlformats.org/presentationml/2006/ole">
            <mc:AlternateContent xmlns:mc="http://schemas.openxmlformats.org/markup-compatibility/2006">
              <mc:Choice xmlns:v="urn:schemas-microsoft-com:vml" Requires="v">
                <p:oleObj r:id="rId8" imgW="1447800" imgH="914400" progId="Equation.DSMT4">
                  <p:embed/>
                </p:oleObj>
              </mc:Choice>
              <mc:Fallback>
                <p:oleObj r:id="rId8" imgW="1447800" imgH="914400" progId="Equation.DSMT4">
                  <p:embed/>
                  <p:pic>
                    <p:nvPicPr>
                      <p:cNvPr id="0" name="图片 3128"/>
                      <p:cNvPicPr/>
                      <p:nvPr/>
                    </p:nvPicPr>
                    <p:blipFill>
                      <a:blip r:embed="rId9">
                        <a:clrChange>
                          <a:clrFrom>
                            <a:srgbClr val="000000"/>
                          </a:clrFrom>
                          <a:clrTo>
                            <a:srgbClr val="FFFFFF"/>
                          </a:clrTo>
                        </a:clrChange>
                      </a:blip>
                      <a:stretch>
                        <a:fillRect/>
                      </a:stretch>
                    </p:blipFill>
                    <p:spPr>
                      <a:xfrm>
                        <a:off x="5003800" y="4010025"/>
                        <a:ext cx="2952750" cy="1865313"/>
                      </a:xfrm>
                      <a:prstGeom prst="rect">
                        <a:avLst/>
                      </a:prstGeom>
                      <a:noFill/>
                      <a:ln w="38100">
                        <a:noFill/>
                        <a:miter/>
                      </a:ln>
                    </p:spPr>
                  </p:pic>
                </p:oleObj>
              </mc:Fallback>
            </mc:AlternateContent>
          </a:graphicData>
        </a:graphic>
      </p:graphicFrame>
      <p:graphicFrame>
        <p:nvGraphicFramePr>
          <p:cNvPr id="44041" name="对象 44040"/>
          <p:cNvGraphicFramePr/>
          <p:nvPr/>
        </p:nvGraphicFramePr>
        <p:xfrm>
          <a:off x="2124075" y="4010025"/>
          <a:ext cx="2952750" cy="1866900"/>
        </p:xfrm>
        <a:graphic>
          <a:graphicData uri="http://schemas.openxmlformats.org/presentationml/2006/ole">
            <mc:AlternateContent xmlns:mc="http://schemas.openxmlformats.org/markup-compatibility/2006">
              <mc:Choice xmlns:v="urn:schemas-microsoft-com:vml" Requires="v">
                <p:oleObj r:id="rId10" imgW="1447800" imgH="914400" progId="Equation.DSMT4">
                  <p:embed/>
                </p:oleObj>
              </mc:Choice>
              <mc:Fallback>
                <p:oleObj r:id="rId10" imgW="1447800" imgH="914400" progId="Equation.DSMT4">
                  <p:embed/>
                  <p:pic>
                    <p:nvPicPr>
                      <p:cNvPr id="0" name="图片 3129"/>
                      <p:cNvPicPr/>
                      <p:nvPr/>
                    </p:nvPicPr>
                    <p:blipFill>
                      <a:blip r:embed="rId11">
                        <a:clrChange>
                          <a:clrFrom>
                            <a:srgbClr val="000000"/>
                          </a:clrFrom>
                          <a:clrTo>
                            <a:srgbClr val="FFFFFF"/>
                          </a:clrTo>
                        </a:clrChange>
                      </a:blip>
                      <a:stretch>
                        <a:fillRect/>
                      </a:stretch>
                    </p:blipFill>
                    <p:spPr>
                      <a:xfrm>
                        <a:off x="2124075" y="4010025"/>
                        <a:ext cx="2952750" cy="1866900"/>
                      </a:xfrm>
                      <a:prstGeom prst="rect">
                        <a:avLst/>
                      </a:prstGeom>
                      <a:noFill/>
                      <a:ln w="38100">
                        <a:noFill/>
                        <a:miter/>
                      </a:ln>
                    </p:spPr>
                  </p:pic>
                </p:oleObj>
              </mc:Fallback>
            </mc:AlternateContent>
          </a:graphicData>
        </a:graphic>
      </p:graphicFrame>
      <p:graphicFrame>
        <p:nvGraphicFramePr>
          <p:cNvPr id="44046" name="对象 44045"/>
          <p:cNvGraphicFramePr/>
          <p:nvPr/>
        </p:nvGraphicFramePr>
        <p:xfrm>
          <a:off x="471488" y="5805488"/>
          <a:ext cx="8394700" cy="1052512"/>
        </p:xfrm>
        <a:graphic>
          <a:graphicData uri="http://schemas.openxmlformats.org/presentationml/2006/ole">
            <mc:AlternateContent xmlns:mc="http://schemas.openxmlformats.org/markup-compatibility/2006">
              <mc:Choice xmlns:v="urn:schemas-microsoft-com:vml" Requires="v">
                <p:oleObj r:id="rId12" imgW="6272530" imgH="795655" progId="Word.Document.8">
                  <p:embed/>
                </p:oleObj>
              </mc:Choice>
              <mc:Fallback>
                <p:oleObj r:id="rId12" imgW="6272530" imgH="795655" progId="Word.Document.8">
                  <p:embed/>
                  <p:pic>
                    <p:nvPicPr>
                      <p:cNvPr id="0" name="图片 3131"/>
                      <p:cNvPicPr/>
                      <p:nvPr/>
                    </p:nvPicPr>
                    <p:blipFill>
                      <a:blip r:embed="rId13">
                        <a:clrChange>
                          <a:clrFrom>
                            <a:srgbClr val="000000"/>
                          </a:clrFrom>
                          <a:clrTo>
                            <a:srgbClr val="FFFFFF"/>
                          </a:clrTo>
                        </a:clrChange>
                      </a:blip>
                      <a:stretch>
                        <a:fillRect/>
                      </a:stretch>
                    </p:blipFill>
                    <p:spPr>
                      <a:xfrm>
                        <a:off x="471488" y="5805488"/>
                        <a:ext cx="8394700" cy="1052512"/>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037"/>
                                        </p:tgtEl>
                                        <p:attrNameLst>
                                          <p:attrName>style.visibility</p:attrName>
                                        </p:attrNameLst>
                                      </p:cBhvr>
                                      <p:to>
                                        <p:strVal val="visible"/>
                                      </p:to>
                                    </p:set>
                                    <p:animEffect transition="in" filter="blinds(horizontal)">
                                      <p:cBhvr>
                                        <p:cTn id="7" dur="500"/>
                                        <p:tgtEl>
                                          <p:spTgt spid="4403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4038"/>
                                        </p:tgtEl>
                                        <p:attrNameLst>
                                          <p:attrName>style.visibility</p:attrName>
                                        </p:attrNameLst>
                                      </p:cBhvr>
                                      <p:to>
                                        <p:strVal val="visible"/>
                                      </p:to>
                                    </p:set>
                                    <p:animEffect transition="in" filter="blinds(horizontal)">
                                      <p:cBhvr>
                                        <p:cTn id="12" dur="500"/>
                                        <p:tgtEl>
                                          <p:spTgt spid="44038"/>
                                        </p:tgtEl>
                                      </p:cBhvr>
                                    </p:animEffect>
                                  </p:childTnLst>
                                </p:cTn>
                              </p:par>
                              <p:par>
                                <p:cTn id="13" presetID="3" presetClass="entr" presetSubtype="10" fill="hold" nodeType="withEffect">
                                  <p:stCondLst>
                                    <p:cond delay="0"/>
                                  </p:stCondLst>
                                  <p:childTnLst>
                                    <p:set>
                                      <p:cBhvr>
                                        <p:cTn id="14" dur="1" fill="hold">
                                          <p:stCondLst>
                                            <p:cond delay="0"/>
                                          </p:stCondLst>
                                        </p:cTn>
                                        <p:tgtEl>
                                          <p:spTgt spid="44039"/>
                                        </p:tgtEl>
                                        <p:attrNameLst>
                                          <p:attrName>style.visibility</p:attrName>
                                        </p:attrNameLst>
                                      </p:cBhvr>
                                      <p:to>
                                        <p:strVal val="visible"/>
                                      </p:to>
                                    </p:set>
                                    <p:animEffect transition="in" filter="blinds(horizontal)">
                                      <p:cBhvr>
                                        <p:cTn id="15" dur="500"/>
                                        <p:tgtEl>
                                          <p:spTgt spid="44039"/>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4041"/>
                                        </p:tgtEl>
                                        <p:attrNameLst>
                                          <p:attrName>style.visibility</p:attrName>
                                        </p:attrNameLst>
                                      </p:cBhvr>
                                      <p:to>
                                        <p:strVal val="visible"/>
                                      </p:to>
                                    </p:set>
                                    <p:animEffect transition="in" filter="blinds(horizontal)">
                                      <p:cBhvr>
                                        <p:cTn id="20" dur="500"/>
                                        <p:tgtEl>
                                          <p:spTgt spid="44041"/>
                                        </p:tgtEl>
                                      </p:cBhvr>
                                    </p:animEffect>
                                  </p:childTnLst>
                                </p:cTn>
                              </p:par>
                              <p:par>
                                <p:cTn id="21" presetID="3" presetClass="entr" presetSubtype="10" fill="hold" nodeType="withEffect">
                                  <p:stCondLst>
                                    <p:cond delay="0"/>
                                  </p:stCondLst>
                                  <p:childTnLst>
                                    <p:set>
                                      <p:cBhvr>
                                        <p:cTn id="22" dur="1" fill="hold">
                                          <p:stCondLst>
                                            <p:cond delay="0"/>
                                          </p:stCondLst>
                                        </p:cTn>
                                        <p:tgtEl>
                                          <p:spTgt spid="44040"/>
                                        </p:tgtEl>
                                        <p:attrNameLst>
                                          <p:attrName>style.visibility</p:attrName>
                                        </p:attrNameLst>
                                      </p:cBhvr>
                                      <p:to>
                                        <p:strVal val="visible"/>
                                      </p:to>
                                    </p:set>
                                    <p:animEffect transition="in" filter="blinds(horizontal)">
                                      <p:cBhvr>
                                        <p:cTn id="23" dur="500"/>
                                        <p:tgtEl>
                                          <p:spTgt spid="44040"/>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4046"/>
                                        </p:tgtEl>
                                        <p:attrNameLst>
                                          <p:attrName>style.visibility</p:attrName>
                                        </p:attrNameLst>
                                      </p:cBhvr>
                                      <p:to>
                                        <p:strVal val="visible"/>
                                      </p:to>
                                    </p:set>
                                    <p:animEffect transition="in" filter="blinds(horizontal)">
                                      <p:cBhvr>
                                        <p:cTn id="28" dur="500"/>
                                        <p:tgtEl>
                                          <p:spTgt spid="44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文本框 27649"/>
          <p:cNvSpPr txBox="1"/>
          <p:nvPr/>
        </p:nvSpPr>
        <p:spPr>
          <a:xfrm>
            <a:off x="228600" y="152400"/>
            <a:ext cx="7131050" cy="521970"/>
          </a:xfrm>
          <a:prstGeom prst="rect">
            <a:avLst/>
          </a:prstGeom>
          <a:noFill/>
          <a:ln w="9525">
            <a:noFill/>
          </a:ln>
        </p:spPr>
        <p:txBody>
          <a:bodyPr>
            <a:spAutoFit/>
          </a:bodyPr>
          <a:lstStyle/>
          <a:p>
            <a:pPr>
              <a:spcBef>
                <a:spcPct val="50000"/>
              </a:spcBef>
            </a:pPr>
            <a:r>
              <a:rPr lang="zh-CN" altLang="en-US" sz="2800" b="1">
                <a:solidFill>
                  <a:srgbClr val="3333FF"/>
                </a:solidFill>
                <a:latin typeface="Times New Roman" panose="02020603050405020304" pitchFamily="18" charset="0"/>
                <a:ea typeface="楷体_GB2312" pitchFamily="49" charset="-122"/>
              </a:rPr>
              <a:t>练习</a:t>
            </a:r>
            <a:r>
              <a:rPr lang="en-US" altLang="zh-CN" sz="2800" b="1">
                <a:solidFill>
                  <a:srgbClr val="3333FF"/>
                </a:solidFill>
                <a:latin typeface="Times New Roman" panose="02020603050405020304" pitchFamily="18" charset="0"/>
                <a:ea typeface="楷体_GB2312" pitchFamily="49" charset="-122"/>
              </a:rPr>
              <a:t>2</a:t>
            </a:r>
            <a:r>
              <a:rPr lang="zh-CN" altLang="en-US" sz="2800" b="1">
                <a:solidFill>
                  <a:srgbClr val="009B32"/>
                </a:solidFill>
                <a:latin typeface="Times New Roman" panose="02020603050405020304" pitchFamily="18" charset="0"/>
                <a:ea typeface="楷体_GB2312" pitchFamily="49" charset="-122"/>
              </a:rPr>
              <a:t>  </a:t>
            </a:r>
            <a:r>
              <a:rPr lang="zh-CN" altLang="en-US" sz="2800" b="1" dirty="0">
                <a:latin typeface="Times New Roman" panose="02020603050405020304" pitchFamily="18" charset="0"/>
                <a:ea typeface="楷体_GB2312" pitchFamily="49" charset="-122"/>
              </a:rPr>
              <a:t>下述</a:t>
            </a:r>
            <a:r>
              <a:rPr lang="en-US" altLang="zh-CN" sz="2800" b="1">
                <a:latin typeface="Times New Roman" panose="02020603050405020304" pitchFamily="18" charset="0"/>
                <a:ea typeface="楷体_GB2312" pitchFamily="49" charset="-122"/>
              </a:rPr>
              <a:t>3</a:t>
            </a:r>
            <a:r>
              <a:rPr lang="zh-CN" altLang="en-US" sz="2800" b="1" dirty="0">
                <a:latin typeface="Times New Roman" panose="02020603050405020304" pitchFamily="18" charset="0"/>
                <a:ea typeface="楷体_GB2312" pitchFamily="49" charset="-122"/>
              </a:rPr>
              <a:t>组向量中哪一组是线性无关的？</a:t>
            </a:r>
            <a:endParaRPr lang="zh-CN" altLang="en-US" sz="2800" b="1" dirty="0">
              <a:latin typeface="Arial" panose="020B0604020202020204" pitchFamily="34" charset="0"/>
              <a:ea typeface="楷体_GB2312" pitchFamily="49" charset="-122"/>
            </a:endParaRPr>
          </a:p>
        </p:txBody>
      </p:sp>
      <p:graphicFrame>
        <p:nvGraphicFramePr>
          <p:cNvPr id="27651" name="对象 27650"/>
          <p:cNvGraphicFramePr/>
          <p:nvPr/>
        </p:nvGraphicFramePr>
        <p:xfrm>
          <a:off x="971550" y="743426"/>
          <a:ext cx="6286500" cy="566420"/>
        </p:xfrm>
        <a:graphic>
          <a:graphicData uri="http://schemas.openxmlformats.org/presentationml/2006/ole">
            <mc:AlternateContent xmlns:mc="http://schemas.openxmlformats.org/markup-compatibility/2006">
              <mc:Choice xmlns:v="urn:schemas-microsoft-com:vml" Requires="v">
                <p:oleObj r:id="rId8" imgW="3060065" imgH="279400" progId="Equation.DSMT4">
                  <p:embed/>
                </p:oleObj>
              </mc:Choice>
              <mc:Fallback>
                <p:oleObj r:id="rId8" imgW="3060065" imgH="279400" progId="Equation.DSMT4">
                  <p:embed/>
                  <p:pic>
                    <p:nvPicPr>
                      <p:cNvPr id="0" name="图片 3134"/>
                      <p:cNvPicPr/>
                      <p:nvPr/>
                    </p:nvPicPr>
                    <p:blipFill>
                      <a:blip r:embed="rId9"/>
                      <a:stretch>
                        <a:fillRect/>
                      </a:stretch>
                    </p:blipFill>
                    <p:spPr>
                      <a:xfrm>
                        <a:off x="971550" y="743426"/>
                        <a:ext cx="6286500" cy="566420"/>
                      </a:xfrm>
                      <a:prstGeom prst="rect">
                        <a:avLst/>
                      </a:prstGeom>
                      <a:noFill/>
                      <a:ln w="38100">
                        <a:noFill/>
                        <a:miter/>
                      </a:ln>
                    </p:spPr>
                  </p:pic>
                </p:oleObj>
              </mc:Fallback>
            </mc:AlternateContent>
          </a:graphicData>
        </a:graphic>
      </p:graphicFrame>
      <p:graphicFrame>
        <p:nvGraphicFramePr>
          <p:cNvPr id="27652" name="对象 27651"/>
          <p:cNvGraphicFramePr/>
          <p:nvPr/>
        </p:nvGraphicFramePr>
        <p:xfrm>
          <a:off x="971233" y="1423512"/>
          <a:ext cx="5776595" cy="557530"/>
        </p:xfrm>
        <a:graphic>
          <a:graphicData uri="http://schemas.openxmlformats.org/presentationml/2006/ole">
            <mc:AlternateContent xmlns:mc="http://schemas.openxmlformats.org/markup-compatibility/2006">
              <mc:Choice xmlns:v="urn:schemas-microsoft-com:vml" Requires="v">
                <p:oleObj r:id="rId10" imgW="2857500" imgH="279400" progId="Equation.DSMT4">
                  <p:embed/>
                </p:oleObj>
              </mc:Choice>
              <mc:Fallback>
                <p:oleObj r:id="rId10" imgW="2857500" imgH="279400" progId="Equation.DSMT4">
                  <p:embed/>
                  <p:pic>
                    <p:nvPicPr>
                      <p:cNvPr id="0" name="图片 3124"/>
                      <p:cNvPicPr/>
                      <p:nvPr/>
                    </p:nvPicPr>
                    <p:blipFill>
                      <a:blip r:embed="rId11"/>
                      <a:stretch>
                        <a:fillRect/>
                      </a:stretch>
                    </p:blipFill>
                    <p:spPr>
                      <a:xfrm>
                        <a:off x="971233" y="1423512"/>
                        <a:ext cx="5776595" cy="557530"/>
                      </a:xfrm>
                      <a:prstGeom prst="rect">
                        <a:avLst/>
                      </a:prstGeom>
                      <a:noFill/>
                      <a:ln w="38100">
                        <a:noFill/>
                        <a:miter/>
                      </a:ln>
                    </p:spPr>
                  </p:pic>
                </p:oleObj>
              </mc:Fallback>
            </mc:AlternateContent>
          </a:graphicData>
        </a:graphic>
      </p:graphicFrame>
      <p:graphicFrame>
        <p:nvGraphicFramePr>
          <p:cNvPr id="27653" name="对象 27652"/>
          <p:cNvGraphicFramePr/>
          <p:nvPr>
            <p:custDataLst>
              <p:tags r:id="rId1"/>
            </p:custDataLst>
          </p:nvPr>
        </p:nvGraphicFramePr>
        <p:xfrm>
          <a:off x="838200" y="2133600"/>
          <a:ext cx="312738" cy="457200"/>
        </p:xfrm>
        <a:graphic>
          <a:graphicData uri="http://schemas.openxmlformats.org/presentationml/2006/ole">
            <mc:AlternateContent xmlns:mc="http://schemas.openxmlformats.org/markup-compatibility/2006">
              <mc:Choice xmlns:v="urn:schemas-microsoft-com:vml" Requires="v">
                <p:oleObj r:id="rId12" imgW="127000" imgH="177165" progId="Equation.DSMT4">
                  <p:embed/>
                </p:oleObj>
              </mc:Choice>
              <mc:Fallback>
                <p:oleObj r:id="rId12" imgW="127000" imgH="177165" progId="Equation.DSMT4">
                  <p:embed/>
                  <p:pic>
                    <p:nvPicPr>
                      <p:cNvPr id="0" name="图片 3125"/>
                      <p:cNvPicPr/>
                      <p:nvPr/>
                    </p:nvPicPr>
                    <p:blipFill>
                      <a:blip r:embed="rId13"/>
                      <a:stretch>
                        <a:fillRect/>
                      </a:stretch>
                    </p:blipFill>
                    <p:spPr>
                      <a:xfrm>
                        <a:off x="838200" y="2133600"/>
                        <a:ext cx="312738" cy="457200"/>
                      </a:xfrm>
                      <a:prstGeom prst="rect">
                        <a:avLst/>
                      </a:prstGeom>
                      <a:noFill/>
                      <a:ln w="38100">
                        <a:noFill/>
                        <a:miter/>
                      </a:ln>
                    </p:spPr>
                  </p:pic>
                </p:oleObj>
              </mc:Fallback>
            </mc:AlternateContent>
          </a:graphicData>
        </a:graphic>
      </p:graphicFrame>
      <p:graphicFrame>
        <p:nvGraphicFramePr>
          <p:cNvPr id="27654" name="对象 27653"/>
          <p:cNvGraphicFramePr/>
          <p:nvPr/>
        </p:nvGraphicFramePr>
        <p:xfrm>
          <a:off x="1043623" y="2630647"/>
          <a:ext cx="6035675" cy="605155"/>
        </p:xfrm>
        <a:graphic>
          <a:graphicData uri="http://schemas.openxmlformats.org/presentationml/2006/ole">
            <mc:AlternateContent xmlns:mc="http://schemas.openxmlformats.org/markup-compatibility/2006">
              <mc:Choice xmlns:v="urn:schemas-microsoft-com:vml" Requires="v">
                <p:oleObj r:id="rId14" imgW="2743200" imgH="279400" progId="Equation.DSMT4">
                  <p:embed/>
                </p:oleObj>
              </mc:Choice>
              <mc:Fallback>
                <p:oleObj r:id="rId14" imgW="2743200" imgH="279400" progId="Equation.DSMT4">
                  <p:embed/>
                  <p:pic>
                    <p:nvPicPr>
                      <p:cNvPr id="0" name="图片 3135"/>
                      <p:cNvPicPr/>
                      <p:nvPr/>
                    </p:nvPicPr>
                    <p:blipFill>
                      <a:blip r:embed="rId15"/>
                      <a:stretch>
                        <a:fillRect/>
                      </a:stretch>
                    </p:blipFill>
                    <p:spPr>
                      <a:xfrm>
                        <a:off x="1043623" y="2630647"/>
                        <a:ext cx="6035675" cy="605155"/>
                      </a:xfrm>
                      <a:prstGeom prst="rect">
                        <a:avLst/>
                      </a:prstGeom>
                      <a:noFill/>
                      <a:ln w="38100">
                        <a:noFill/>
                        <a:miter/>
                      </a:ln>
                    </p:spPr>
                  </p:pic>
                </p:oleObj>
              </mc:Fallback>
            </mc:AlternateContent>
          </a:graphicData>
        </a:graphic>
      </p:graphicFrame>
      <p:graphicFrame>
        <p:nvGraphicFramePr>
          <p:cNvPr id="27655" name="对象 27654"/>
          <p:cNvGraphicFramePr/>
          <p:nvPr>
            <p:custDataLst>
              <p:tags r:id="rId2"/>
            </p:custDataLst>
          </p:nvPr>
        </p:nvGraphicFramePr>
        <p:xfrm>
          <a:off x="762000" y="3187700"/>
          <a:ext cx="685800" cy="533400"/>
        </p:xfrm>
        <a:graphic>
          <a:graphicData uri="http://schemas.openxmlformats.org/presentationml/2006/ole">
            <mc:AlternateContent xmlns:mc="http://schemas.openxmlformats.org/markup-compatibility/2006">
              <mc:Choice xmlns:v="urn:schemas-microsoft-com:vml" Requires="v">
                <p:oleObj r:id="rId16" imgW="254000" imgH="203200" progId="Equation.DSMT4">
                  <p:embed/>
                </p:oleObj>
              </mc:Choice>
              <mc:Fallback>
                <p:oleObj r:id="rId16" imgW="254000" imgH="203200" progId="Equation.DSMT4">
                  <p:embed/>
                  <p:pic>
                    <p:nvPicPr>
                      <p:cNvPr id="0" name="图片 3127"/>
                      <p:cNvPicPr/>
                      <p:nvPr/>
                    </p:nvPicPr>
                    <p:blipFill>
                      <a:blip r:embed="rId17"/>
                      <a:stretch>
                        <a:fillRect/>
                      </a:stretch>
                    </p:blipFill>
                    <p:spPr>
                      <a:xfrm>
                        <a:off x="762000" y="3187700"/>
                        <a:ext cx="685800" cy="533400"/>
                      </a:xfrm>
                      <a:prstGeom prst="rect">
                        <a:avLst/>
                      </a:prstGeom>
                      <a:noFill/>
                      <a:ln w="38100">
                        <a:noFill/>
                        <a:miter/>
                      </a:ln>
                    </p:spPr>
                  </p:pic>
                </p:oleObj>
              </mc:Fallback>
            </mc:AlternateContent>
          </a:graphicData>
        </a:graphic>
      </p:graphicFrame>
      <p:sp>
        <p:nvSpPr>
          <p:cNvPr id="27656" name="矩形 27655"/>
          <p:cNvSpPr/>
          <p:nvPr/>
        </p:nvSpPr>
        <p:spPr>
          <a:xfrm>
            <a:off x="0" y="762000"/>
            <a:ext cx="1073150" cy="519113"/>
          </a:xfrm>
          <a:prstGeom prst="rect">
            <a:avLst/>
          </a:prstGeom>
          <a:noFill/>
          <a:ln w="9525">
            <a:noFill/>
          </a:ln>
        </p:spPr>
        <p:txBody>
          <a:bodyPr wrap="none" anchor="ctr" anchorCtr="0">
            <a:spAutoFit/>
          </a:bodyPr>
          <a:lstStyle/>
          <a:p>
            <a:pPr>
              <a:buNone/>
            </a:pPr>
            <a:r>
              <a:rPr lang="zh-CN" altLang="en-US" sz="2800" b="1" dirty="0">
                <a:latin typeface="楷体_GB2312" pitchFamily="49" charset="-122"/>
                <a:ea typeface="楷体_GB2312" pitchFamily="49" charset="-122"/>
              </a:rPr>
              <a:t>（</a:t>
            </a:r>
            <a:r>
              <a:rPr lang="en-US" altLang="zh-CN" sz="2800" b="1">
                <a:latin typeface="楷体_GB2312" pitchFamily="49" charset="-122"/>
                <a:ea typeface="楷体_GB2312" pitchFamily="49" charset="-122"/>
              </a:rPr>
              <a:t>1</a:t>
            </a:r>
            <a:r>
              <a:rPr lang="zh-CN" altLang="en-US" sz="2800" b="1" dirty="0">
                <a:latin typeface="楷体_GB2312" pitchFamily="49" charset="-122"/>
                <a:ea typeface="楷体_GB2312" pitchFamily="49" charset="-122"/>
              </a:rPr>
              <a:t>）</a:t>
            </a:r>
          </a:p>
        </p:txBody>
      </p:sp>
      <p:sp>
        <p:nvSpPr>
          <p:cNvPr id="27657" name="矩形 27656"/>
          <p:cNvSpPr/>
          <p:nvPr>
            <p:custDataLst>
              <p:tags r:id="rId3"/>
            </p:custDataLst>
          </p:nvPr>
        </p:nvSpPr>
        <p:spPr>
          <a:xfrm>
            <a:off x="0" y="1447800"/>
            <a:ext cx="1073150" cy="519113"/>
          </a:xfrm>
          <a:prstGeom prst="rect">
            <a:avLst/>
          </a:prstGeom>
          <a:noFill/>
          <a:ln w="9525">
            <a:noFill/>
          </a:ln>
        </p:spPr>
        <p:txBody>
          <a:bodyPr wrap="none" anchor="ctr" anchorCtr="0">
            <a:spAutoFit/>
          </a:bodyPr>
          <a:lstStyle/>
          <a:p>
            <a:pPr>
              <a:buNone/>
            </a:pPr>
            <a:r>
              <a:rPr lang="zh-CN" altLang="en-US" sz="2800" b="1" dirty="0">
                <a:latin typeface="楷体_GB2312" pitchFamily="49" charset="-122"/>
                <a:ea typeface="楷体_GB2312" pitchFamily="49" charset="-122"/>
              </a:rPr>
              <a:t>（</a:t>
            </a:r>
            <a:r>
              <a:rPr lang="en-US" altLang="zh-CN" sz="2800" b="1">
                <a:latin typeface="楷体_GB2312" pitchFamily="49" charset="-122"/>
                <a:ea typeface="楷体_GB2312" pitchFamily="49" charset="-122"/>
              </a:rPr>
              <a:t>2</a:t>
            </a:r>
            <a:r>
              <a:rPr lang="zh-CN" altLang="en-US" sz="2800" b="1" dirty="0">
                <a:latin typeface="楷体_GB2312" pitchFamily="49" charset="-122"/>
                <a:ea typeface="楷体_GB2312" pitchFamily="49" charset="-122"/>
              </a:rPr>
              <a:t>）</a:t>
            </a:r>
          </a:p>
        </p:txBody>
      </p:sp>
      <p:sp>
        <p:nvSpPr>
          <p:cNvPr id="27658" name="矩形 27657"/>
          <p:cNvSpPr/>
          <p:nvPr/>
        </p:nvSpPr>
        <p:spPr>
          <a:xfrm>
            <a:off x="0" y="3276600"/>
            <a:ext cx="9144000" cy="0"/>
          </a:xfrm>
          <a:prstGeom prst="rect">
            <a:avLst/>
          </a:prstGeom>
          <a:noFill/>
          <a:ln w="9525">
            <a:noFill/>
          </a:ln>
        </p:spPr>
        <p:txBody>
          <a:bodyPr/>
          <a:lstStyle/>
          <a:p>
            <a:endParaRPr lang="zh-CN" altLang="en-US"/>
          </a:p>
        </p:txBody>
      </p:sp>
      <p:sp>
        <p:nvSpPr>
          <p:cNvPr id="27659" name="矩形 27658"/>
          <p:cNvSpPr/>
          <p:nvPr>
            <p:custDataLst>
              <p:tags r:id="rId4"/>
            </p:custDataLst>
          </p:nvPr>
        </p:nvSpPr>
        <p:spPr>
          <a:xfrm>
            <a:off x="1143000" y="2133600"/>
            <a:ext cx="2317750" cy="519113"/>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是任意实数。</a:t>
            </a:r>
            <a:endParaRPr lang="zh-CN" altLang="en-US" sz="2800" dirty="0">
              <a:latin typeface="Arial" panose="020B0604020202020204" pitchFamily="34" charset="0"/>
              <a:ea typeface="楷体_GB2312" pitchFamily="49" charset="-122"/>
            </a:endParaRPr>
          </a:p>
        </p:txBody>
      </p:sp>
      <p:sp>
        <p:nvSpPr>
          <p:cNvPr id="27660" name="矩形 27659"/>
          <p:cNvSpPr/>
          <p:nvPr>
            <p:custDataLst>
              <p:tags r:id="rId5"/>
            </p:custDataLst>
          </p:nvPr>
        </p:nvSpPr>
        <p:spPr>
          <a:xfrm>
            <a:off x="1295400" y="3200400"/>
            <a:ext cx="2416175" cy="519113"/>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是任意实数。</a:t>
            </a:r>
            <a:r>
              <a:rPr lang="zh-CN" altLang="en-US" sz="2800" dirty="0">
                <a:latin typeface="Arial" panose="020B0604020202020204" pitchFamily="34" charset="0"/>
                <a:ea typeface="楷体_GB2312" pitchFamily="49" charset="-122"/>
              </a:rPr>
              <a:t> </a:t>
            </a:r>
          </a:p>
        </p:txBody>
      </p:sp>
      <p:sp>
        <p:nvSpPr>
          <p:cNvPr id="27661" name="文本框 27660"/>
          <p:cNvSpPr txBox="1"/>
          <p:nvPr>
            <p:custDataLst>
              <p:tags r:id="rId6"/>
            </p:custDataLst>
          </p:nvPr>
        </p:nvSpPr>
        <p:spPr>
          <a:xfrm>
            <a:off x="0" y="2681288"/>
            <a:ext cx="1066800" cy="519112"/>
          </a:xfrm>
          <a:prstGeom prst="rect">
            <a:avLst/>
          </a:prstGeom>
          <a:noFill/>
          <a:ln w="9525">
            <a:noFill/>
          </a:ln>
        </p:spPr>
        <p:txBody>
          <a:bodyPr>
            <a:spAutoFit/>
          </a:bodyPr>
          <a:lstStyle/>
          <a:p>
            <a:pPr algn="r" fontAlgn="ctr">
              <a:spcBef>
                <a:spcPct val="50000"/>
              </a:spcBef>
            </a:pPr>
            <a:r>
              <a:rPr lang="zh-CN" altLang="en-US" sz="2800" b="1" dirty="0">
                <a:latin typeface="楷体_GB2312" pitchFamily="49" charset="-122"/>
                <a:ea typeface="楷体_GB2312" pitchFamily="49" charset="-122"/>
              </a:rPr>
              <a:t>（</a:t>
            </a:r>
            <a:r>
              <a:rPr lang="en-US" altLang="zh-CN" sz="2800" b="1">
                <a:latin typeface="楷体_GB2312" pitchFamily="49" charset="-122"/>
                <a:ea typeface="楷体_GB2312" pitchFamily="49" charset="-122"/>
              </a:rPr>
              <a:t>3</a:t>
            </a:r>
            <a:r>
              <a:rPr lang="zh-CN" altLang="en-US" sz="2800" b="1" dirty="0">
                <a:latin typeface="楷体_GB2312" pitchFamily="49" charset="-122"/>
                <a:ea typeface="楷体_GB2312" pitchFamily="49" charset="-122"/>
              </a:rPr>
              <a:t>）</a:t>
            </a:r>
          </a:p>
        </p:txBody>
      </p:sp>
      <p:sp>
        <p:nvSpPr>
          <p:cNvPr id="27662" name="矩形 27661"/>
          <p:cNvSpPr/>
          <p:nvPr/>
        </p:nvSpPr>
        <p:spPr>
          <a:xfrm>
            <a:off x="0" y="3702050"/>
            <a:ext cx="8540750" cy="946150"/>
          </a:xfrm>
          <a:prstGeom prst="rect">
            <a:avLst/>
          </a:prstGeom>
          <a:noFill/>
          <a:ln w="9525">
            <a:noFill/>
          </a:ln>
        </p:spPr>
        <p:txBody>
          <a:bodyPr wrap="none" anchor="ctr" anchorCtr="0">
            <a:spAutoFit/>
          </a:bodyPr>
          <a:lstStyle/>
          <a:p>
            <a:r>
              <a:rPr lang="zh-CN" altLang="en-US" sz="2800" b="1" dirty="0">
                <a:latin typeface="楷体_GB2312" pitchFamily="49" charset="-122"/>
                <a:ea typeface="楷体_GB2312" pitchFamily="49" charset="-122"/>
              </a:rPr>
              <a:t>解 三个向量组均是</a:t>
            </a:r>
            <a:r>
              <a:rPr lang="en-US" altLang="zh-CN" sz="2800" b="1">
                <a:latin typeface="楷体_GB2312" pitchFamily="49" charset="-122"/>
                <a:ea typeface="楷体_GB2312" pitchFamily="49" charset="-122"/>
              </a:rPr>
              <a:t>3</a:t>
            </a:r>
            <a:r>
              <a:rPr lang="zh-CN" altLang="en-US" sz="2800" b="1" dirty="0">
                <a:latin typeface="楷体_GB2312" pitchFamily="49" charset="-122"/>
                <a:ea typeface="楷体_GB2312" pitchFamily="49" charset="-122"/>
              </a:rPr>
              <a:t>个</a:t>
            </a:r>
            <a:r>
              <a:rPr lang="en-US" altLang="zh-CN" sz="2800" b="1">
                <a:latin typeface="楷体_GB2312" pitchFamily="49" charset="-122"/>
                <a:ea typeface="楷体_GB2312" pitchFamily="49" charset="-122"/>
              </a:rPr>
              <a:t>3</a:t>
            </a:r>
            <a:r>
              <a:rPr lang="zh-CN" altLang="en-US" sz="2800" b="1" dirty="0">
                <a:latin typeface="楷体_GB2312" pitchFamily="49" charset="-122"/>
                <a:ea typeface="楷体_GB2312" pitchFamily="49" charset="-122"/>
              </a:rPr>
              <a:t>元向量，所以可以利用行列式</a:t>
            </a:r>
          </a:p>
          <a:p>
            <a:r>
              <a:rPr lang="zh-CN" altLang="en-US" sz="2800" b="1" dirty="0">
                <a:latin typeface="楷体_GB2312" pitchFamily="49" charset="-122"/>
                <a:ea typeface="楷体_GB2312" pitchFamily="49" charset="-122"/>
              </a:rPr>
              <a:t>   来解答。</a:t>
            </a:r>
            <a:r>
              <a:rPr lang="zh-CN" altLang="en-US" sz="2800" dirty="0">
                <a:latin typeface="Arial" panose="020B0604020202020204" pitchFamily="34" charset="0"/>
              </a:rPr>
              <a:t> </a:t>
            </a:r>
          </a:p>
        </p:txBody>
      </p:sp>
      <p:graphicFrame>
        <p:nvGraphicFramePr>
          <p:cNvPr id="27663" name="对象 27662"/>
          <p:cNvGraphicFramePr/>
          <p:nvPr/>
        </p:nvGraphicFramePr>
        <p:xfrm>
          <a:off x="496570" y="4571842"/>
          <a:ext cx="7388860" cy="1814830"/>
        </p:xfrm>
        <a:graphic>
          <a:graphicData uri="http://schemas.openxmlformats.org/presentationml/2006/ole">
            <mc:AlternateContent xmlns:mc="http://schemas.openxmlformats.org/markup-compatibility/2006">
              <mc:Choice xmlns:v="urn:schemas-microsoft-com:vml" Requires="v">
                <p:oleObj r:id="rId18" imgW="2908300" imgH="711200" progId="Equation.DSMT4">
                  <p:embed/>
                </p:oleObj>
              </mc:Choice>
              <mc:Fallback>
                <p:oleObj r:id="rId18" imgW="2908300" imgH="711200" progId="Equation.DSMT4">
                  <p:embed/>
                  <p:pic>
                    <p:nvPicPr>
                      <p:cNvPr id="0" name="图片 3132"/>
                      <p:cNvPicPr/>
                      <p:nvPr/>
                    </p:nvPicPr>
                    <p:blipFill>
                      <a:blip r:embed="rId19"/>
                      <a:stretch>
                        <a:fillRect/>
                      </a:stretch>
                    </p:blipFill>
                    <p:spPr>
                      <a:xfrm>
                        <a:off x="496570" y="4571842"/>
                        <a:ext cx="7388860" cy="181483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1" presetClass="entr" presetSubtype="0" fill="hold" nodeType="clickEffect">
                                  <p:stCondLst>
                                    <p:cond delay="0"/>
                                  </p:stCondLst>
                                  <p:childTnLst>
                                    <p:set>
                                      <p:cBhvr>
                                        <p:cTn id="10" dur="1" fill="hold">
                                          <p:stCondLst>
                                            <p:cond delay="0"/>
                                          </p:stCondLst>
                                        </p:cTn>
                                        <p:tgtEl>
                                          <p:spTgt spid="27651"/>
                                        </p:tgtEl>
                                        <p:attrNameLst>
                                          <p:attrName>style.visibility</p:attrName>
                                        </p:attrNameLst>
                                      </p:cBhvr>
                                      <p:to>
                                        <p:strVal val="visible"/>
                                      </p:to>
                                    </p:set>
                                    <p:animEffect transition="in" filter="fade">
                                      <p:cBhvr>
                                        <p:cTn id="11" dur="770" decel="100000"/>
                                        <p:tgtEl>
                                          <p:spTgt spid="27651"/>
                                        </p:tgtEl>
                                      </p:cBhvr>
                                    </p:animEffect>
                                    <p:animScale>
                                      <p:cBhvr>
                                        <p:cTn id="12" dur="770" decel="100000"/>
                                        <p:tgtEl>
                                          <p:spTgt spid="27651"/>
                                        </p:tgtEl>
                                      </p:cBhvr>
                                      <p:from x="10000" y="10000"/>
                                      <p:to x="200000" y="450000"/>
                                    </p:animScale>
                                    <p:animScale>
                                      <p:cBhvr>
                                        <p:cTn id="13" dur="1230" accel="100000" fill="hold">
                                          <p:stCondLst>
                                            <p:cond delay="770"/>
                                          </p:stCondLst>
                                        </p:cTn>
                                        <p:tgtEl>
                                          <p:spTgt spid="27651"/>
                                        </p:tgtEl>
                                      </p:cBhvr>
                                      <p:from x="200000" y="450000"/>
                                      <p:to x="100000" y="100000"/>
                                    </p:animScale>
                                    <p:set>
                                      <p:cBhvr>
                                        <p:cTn id="14" dur="770" fill="hold"/>
                                        <p:tgtEl>
                                          <p:spTgt spid="27651"/>
                                        </p:tgtEl>
                                        <p:attrNameLst>
                                          <p:attrName>ppt_x</p:attrName>
                                        </p:attrNameLst>
                                      </p:cBhvr>
                                      <p:to>
                                        <p:strVal val="(0.5)"/>
                                      </p:to>
                                    </p:set>
                                    <p:anim from="(0.5)" to="(#ppt_x)" calcmode="lin" valueType="num">
                                      <p:cBhvr>
                                        <p:cTn id="15" dur="1230" accel="100000" fill="hold">
                                          <p:stCondLst>
                                            <p:cond delay="770"/>
                                          </p:stCondLst>
                                        </p:cTn>
                                        <p:tgtEl>
                                          <p:spTgt spid="27651"/>
                                        </p:tgtEl>
                                        <p:attrNameLst>
                                          <p:attrName>ppt_x</p:attrName>
                                        </p:attrNameLst>
                                      </p:cBhvr>
                                    </p:anim>
                                    <p:set>
                                      <p:cBhvr>
                                        <p:cTn id="16" dur="770" fill="hold"/>
                                        <p:tgtEl>
                                          <p:spTgt spid="27651"/>
                                        </p:tgtEl>
                                        <p:attrNameLst>
                                          <p:attrName>ppt_y</p:attrName>
                                        </p:attrNameLst>
                                      </p:cBhvr>
                                      <p:to>
                                        <p:strVal val="(#ppt_y+0.4)"/>
                                      </p:to>
                                    </p:set>
                                    <p:anim from="(#ppt_y+0.4)" to="(#ppt_y)" calcmode="lin" valueType="num">
                                      <p:cBhvr>
                                        <p:cTn id="17" dur="1230" accel="100000" fill="hold">
                                          <p:stCondLst>
                                            <p:cond delay="770"/>
                                          </p:stCondLst>
                                        </p:cTn>
                                        <p:tgtEl>
                                          <p:spTgt spid="27651"/>
                                        </p:tgtEl>
                                        <p:attrNameLst>
                                          <p:attrName>ppt_y</p:attrName>
                                        </p:attrNameLst>
                                      </p:cBhvr>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765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51" presetClass="entr" presetSubtype="0" fill="hold" nodeType="clickEffect">
                                  <p:stCondLst>
                                    <p:cond delay="0"/>
                                  </p:stCondLst>
                                  <p:childTnLst>
                                    <p:set>
                                      <p:cBhvr>
                                        <p:cTn id="25" dur="1" fill="hold">
                                          <p:stCondLst>
                                            <p:cond delay="0"/>
                                          </p:stCondLst>
                                        </p:cTn>
                                        <p:tgtEl>
                                          <p:spTgt spid="27652"/>
                                        </p:tgtEl>
                                        <p:attrNameLst>
                                          <p:attrName>style.visibility</p:attrName>
                                        </p:attrNameLst>
                                      </p:cBhvr>
                                      <p:to>
                                        <p:strVal val="visible"/>
                                      </p:to>
                                    </p:set>
                                    <p:animEffect transition="in" filter="fade">
                                      <p:cBhvr>
                                        <p:cTn id="26" dur="770" decel="100000"/>
                                        <p:tgtEl>
                                          <p:spTgt spid="27652"/>
                                        </p:tgtEl>
                                      </p:cBhvr>
                                    </p:animEffect>
                                    <p:animScale>
                                      <p:cBhvr>
                                        <p:cTn id="27" dur="770" decel="100000"/>
                                        <p:tgtEl>
                                          <p:spTgt spid="27652"/>
                                        </p:tgtEl>
                                      </p:cBhvr>
                                      <p:from x="10000" y="10000"/>
                                      <p:to x="200000" y="450000"/>
                                    </p:animScale>
                                    <p:animScale>
                                      <p:cBhvr>
                                        <p:cTn id="28" dur="1230" accel="100000" fill="hold">
                                          <p:stCondLst>
                                            <p:cond delay="770"/>
                                          </p:stCondLst>
                                        </p:cTn>
                                        <p:tgtEl>
                                          <p:spTgt spid="27652"/>
                                        </p:tgtEl>
                                      </p:cBhvr>
                                      <p:from x="200000" y="450000"/>
                                      <p:to x="100000" y="100000"/>
                                    </p:animScale>
                                    <p:set>
                                      <p:cBhvr>
                                        <p:cTn id="29" dur="770" fill="hold"/>
                                        <p:tgtEl>
                                          <p:spTgt spid="27652"/>
                                        </p:tgtEl>
                                        <p:attrNameLst>
                                          <p:attrName>ppt_x</p:attrName>
                                        </p:attrNameLst>
                                      </p:cBhvr>
                                      <p:to>
                                        <p:strVal val="(0.5)"/>
                                      </p:to>
                                    </p:set>
                                    <p:anim from="(0.5)" to="(#ppt_x)" calcmode="lin" valueType="num">
                                      <p:cBhvr>
                                        <p:cTn id="30" dur="1230" accel="100000" fill="hold">
                                          <p:stCondLst>
                                            <p:cond delay="770"/>
                                          </p:stCondLst>
                                        </p:cTn>
                                        <p:tgtEl>
                                          <p:spTgt spid="27652"/>
                                        </p:tgtEl>
                                        <p:attrNameLst>
                                          <p:attrName>ppt_x</p:attrName>
                                        </p:attrNameLst>
                                      </p:cBhvr>
                                    </p:anim>
                                    <p:set>
                                      <p:cBhvr>
                                        <p:cTn id="31" dur="770" fill="hold"/>
                                        <p:tgtEl>
                                          <p:spTgt spid="27652"/>
                                        </p:tgtEl>
                                        <p:attrNameLst>
                                          <p:attrName>ppt_y</p:attrName>
                                        </p:attrNameLst>
                                      </p:cBhvr>
                                      <p:to>
                                        <p:strVal val="(#ppt_y+0.4)"/>
                                      </p:to>
                                    </p:set>
                                    <p:anim from="(#ppt_y+0.4)" to="(#ppt_y)" calcmode="lin" valueType="num">
                                      <p:cBhvr>
                                        <p:cTn id="32" dur="1230" accel="100000" fill="hold">
                                          <p:stCondLst>
                                            <p:cond delay="770"/>
                                          </p:stCondLst>
                                        </p:cTn>
                                        <p:tgtEl>
                                          <p:spTgt spid="27652"/>
                                        </p:tgtEl>
                                        <p:attrNameLst>
                                          <p:attrName>ppt_y</p:attrName>
                                        </p:attrNameLst>
                                      </p:cBhvr>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65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7" presetClass="entr" presetSubtype="0" fill="hold" grpId="0" nodeType="clickEffect">
                                  <p:stCondLst>
                                    <p:cond delay="0"/>
                                  </p:stCondLst>
                                  <p:iterate type="lt">
                                    <p:tmPct val="50000"/>
                                  </p:iterate>
                                  <p:childTnLst>
                                    <p:set>
                                      <p:cBhvr>
                                        <p:cTn id="40" dur="1" fill="hold">
                                          <p:stCondLst>
                                            <p:cond delay="0"/>
                                          </p:stCondLst>
                                        </p:cTn>
                                        <p:tgtEl>
                                          <p:spTgt spid="27659"/>
                                        </p:tgtEl>
                                        <p:attrNameLst>
                                          <p:attrName>style.visibility</p:attrName>
                                        </p:attrNameLst>
                                      </p:cBhvr>
                                      <p:to>
                                        <p:strVal val="visible"/>
                                      </p:to>
                                    </p:set>
                                    <p:anim calcmode="discrete" valueType="clr">
                                      <p:cBhvr override="childStyle">
                                        <p:cTn id="41" dur="80"/>
                                        <p:tgtEl>
                                          <p:spTgt spid="27659"/>
                                        </p:tgtEl>
                                        <p:attrNameLst>
                                          <p:attrName>style.color</p:attrName>
                                        </p:attrNameLst>
                                      </p:cBhvr>
                                      <p:tavLst>
                                        <p:tav tm="0">
                                          <p:val>
                                            <p:clrVal>
                                              <a:schemeClr val="accent2"/>
                                            </p:clrVal>
                                          </p:val>
                                        </p:tav>
                                        <p:tav tm="50000">
                                          <p:val>
                                            <p:clrVal>
                                              <a:schemeClr val="hlink"/>
                                            </p:clrVal>
                                          </p:val>
                                        </p:tav>
                                      </p:tavLst>
                                    </p:anim>
                                    <p:anim calcmode="discrete" valueType="clr">
                                      <p:cBhvr>
                                        <p:cTn id="42" dur="80"/>
                                        <p:tgtEl>
                                          <p:spTgt spid="27659"/>
                                        </p:tgtEl>
                                        <p:attrNameLst>
                                          <p:attrName>fillcolor</p:attrName>
                                        </p:attrNameLst>
                                      </p:cBhvr>
                                      <p:tavLst>
                                        <p:tav tm="0">
                                          <p:val>
                                            <p:clrVal>
                                              <a:schemeClr val="accent2"/>
                                            </p:clrVal>
                                          </p:val>
                                        </p:tav>
                                        <p:tav tm="50000">
                                          <p:val>
                                            <p:clrVal>
                                              <a:schemeClr val="hlink"/>
                                            </p:clrVal>
                                          </p:val>
                                        </p:tav>
                                      </p:tavLst>
                                    </p:anim>
                                    <p:set>
                                      <p:cBhvr>
                                        <p:cTn id="43" dur="80"/>
                                        <p:tgtEl>
                                          <p:spTgt spid="27659"/>
                                        </p:tgtEl>
                                        <p:attrNameLst>
                                          <p:attrName>fill.type</p:attrName>
                                        </p:attrNameLst>
                                      </p:cBhvr>
                                      <p:to>
                                        <p:strVal val="solid"/>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766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51" presetClass="entr" presetSubtype="0" fill="hold" nodeType="clickEffect">
                                  <p:stCondLst>
                                    <p:cond delay="0"/>
                                  </p:stCondLst>
                                  <p:childTnLst>
                                    <p:set>
                                      <p:cBhvr>
                                        <p:cTn id="51" dur="1" fill="hold">
                                          <p:stCondLst>
                                            <p:cond delay="0"/>
                                          </p:stCondLst>
                                        </p:cTn>
                                        <p:tgtEl>
                                          <p:spTgt spid="27654"/>
                                        </p:tgtEl>
                                        <p:attrNameLst>
                                          <p:attrName>style.visibility</p:attrName>
                                        </p:attrNameLst>
                                      </p:cBhvr>
                                      <p:to>
                                        <p:strVal val="visible"/>
                                      </p:to>
                                    </p:set>
                                    <p:animEffect transition="in" filter="fade">
                                      <p:cBhvr>
                                        <p:cTn id="52" dur="770" decel="100000"/>
                                        <p:tgtEl>
                                          <p:spTgt spid="27654"/>
                                        </p:tgtEl>
                                      </p:cBhvr>
                                    </p:animEffect>
                                    <p:animScale>
                                      <p:cBhvr>
                                        <p:cTn id="53" dur="770" decel="100000"/>
                                        <p:tgtEl>
                                          <p:spTgt spid="27654"/>
                                        </p:tgtEl>
                                      </p:cBhvr>
                                      <p:from x="10000" y="10000"/>
                                      <p:to x="200000" y="450000"/>
                                    </p:animScale>
                                    <p:animScale>
                                      <p:cBhvr>
                                        <p:cTn id="54" dur="1230" accel="100000" fill="hold">
                                          <p:stCondLst>
                                            <p:cond delay="770"/>
                                          </p:stCondLst>
                                        </p:cTn>
                                        <p:tgtEl>
                                          <p:spTgt spid="27654"/>
                                        </p:tgtEl>
                                      </p:cBhvr>
                                      <p:from x="200000" y="450000"/>
                                      <p:to x="100000" y="100000"/>
                                    </p:animScale>
                                    <p:set>
                                      <p:cBhvr>
                                        <p:cTn id="55" dur="770" fill="hold"/>
                                        <p:tgtEl>
                                          <p:spTgt spid="27654"/>
                                        </p:tgtEl>
                                        <p:attrNameLst>
                                          <p:attrName>ppt_x</p:attrName>
                                        </p:attrNameLst>
                                      </p:cBhvr>
                                      <p:to>
                                        <p:strVal val="(0.5)"/>
                                      </p:to>
                                    </p:set>
                                    <p:anim from="(0.5)" to="(#ppt_x)" calcmode="lin" valueType="num">
                                      <p:cBhvr>
                                        <p:cTn id="56" dur="1230" accel="100000" fill="hold">
                                          <p:stCondLst>
                                            <p:cond delay="770"/>
                                          </p:stCondLst>
                                        </p:cTn>
                                        <p:tgtEl>
                                          <p:spTgt spid="27654"/>
                                        </p:tgtEl>
                                        <p:attrNameLst>
                                          <p:attrName>ppt_x</p:attrName>
                                        </p:attrNameLst>
                                      </p:cBhvr>
                                    </p:anim>
                                    <p:set>
                                      <p:cBhvr>
                                        <p:cTn id="57" dur="770" fill="hold"/>
                                        <p:tgtEl>
                                          <p:spTgt spid="27654"/>
                                        </p:tgtEl>
                                        <p:attrNameLst>
                                          <p:attrName>ppt_y</p:attrName>
                                        </p:attrNameLst>
                                      </p:cBhvr>
                                      <p:to>
                                        <p:strVal val="(#ppt_y+0.4)"/>
                                      </p:to>
                                    </p:set>
                                    <p:anim from="(#ppt_y+0.4)" to="(#ppt_y)" calcmode="lin" valueType="num">
                                      <p:cBhvr>
                                        <p:cTn id="58" dur="1230" accel="100000" fill="hold">
                                          <p:stCondLst>
                                            <p:cond delay="770"/>
                                          </p:stCondLst>
                                        </p:cTn>
                                        <p:tgtEl>
                                          <p:spTgt spid="27654"/>
                                        </p:tgtEl>
                                        <p:attrNameLst>
                                          <p:attrName>ppt_y</p:attrName>
                                        </p:attrNameLst>
                                      </p:cBhvr>
                                    </p:anim>
                                  </p:childTnLst>
                                </p:cTn>
                              </p:par>
                            </p:childTnLst>
                          </p:cTn>
                        </p:par>
                      </p:childTnLst>
                    </p:cTn>
                  </p:par>
                  <p:par>
                    <p:cTn id="59" fill="hold">
                      <p:stCondLst>
                        <p:cond delay="indefinite"/>
                      </p:stCondLst>
                      <p:childTnLst>
                        <p:par>
                          <p:cTn id="60" fill="hold">
                            <p:stCondLst>
                              <p:cond delay="0"/>
                            </p:stCondLst>
                            <p:childTnLst>
                              <p:par>
                                <p:cTn id="61" presetID="26" presetClass="entr" presetSubtype="0" fill="hold" nodeType="clickEffect">
                                  <p:stCondLst>
                                    <p:cond delay="0"/>
                                  </p:stCondLst>
                                  <p:childTnLst>
                                    <p:set>
                                      <p:cBhvr>
                                        <p:cTn id="62" dur="1" fill="hold">
                                          <p:stCondLst>
                                            <p:cond delay="0"/>
                                          </p:stCondLst>
                                        </p:cTn>
                                        <p:tgtEl>
                                          <p:spTgt spid="27655"/>
                                        </p:tgtEl>
                                        <p:attrNameLst>
                                          <p:attrName>style.visibility</p:attrName>
                                        </p:attrNameLst>
                                      </p:cBhvr>
                                      <p:to>
                                        <p:strVal val="visible"/>
                                      </p:to>
                                    </p:set>
                                    <p:animEffect transition="in" filter="wipe(down)">
                                      <p:cBhvr>
                                        <p:cTn id="63" dur="580">
                                          <p:stCondLst>
                                            <p:cond delay="0"/>
                                          </p:stCondLst>
                                        </p:cTn>
                                        <p:tgtEl>
                                          <p:spTgt spid="27655"/>
                                        </p:tgtEl>
                                      </p:cBhvr>
                                    </p:animEffect>
                                    <p:anim calcmode="lin" valueType="num">
                                      <p:cBhvr>
                                        <p:cTn id="64" dur="1822" tmFilter="0,0; 0.14,0.36; 0.43,0.73; 0.71,0.91; 1.0,1.0">
                                          <p:stCondLst>
                                            <p:cond delay="0"/>
                                          </p:stCondLst>
                                        </p:cTn>
                                        <p:tgtEl>
                                          <p:spTgt spid="27655"/>
                                        </p:tgtEl>
                                        <p:attrNameLst>
                                          <p:attrName>ppt_x</p:attrName>
                                        </p:attrNameLst>
                                      </p:cBhvr>
                                      <p:tavLst>
                                        <p:tav tm="0">
                                          <p:val>
                                            <p:strVal val="#ppt_x-0.25"/>
                                          </p:val>
                                        </p:tav>
                                        <p:tav tm="100000">
                                          <p:val>
                                            <p:strVal val="#ppt_x"/>
                                          </p:val>
                                        </p:tav>
                                      </p:tavLst>
                                    </p:anim>
                                    <p:anim calcmode="lin" valueType="num">
                                      <p:cBhvr>
                                        <p:cTn id="65" dur="664" tmFilter="0.0,0.0; 0.25,0.07; 0.50,0.2; 0.75,0.467; 1.0,1.0">
                                          <p:stCondLst>
                                            <p:cond delay="0"/>
                                          </p:stCondLst>
                                        </p:cTn>
                                        <p:tgtEl>
                                          <p:spTgt spid="27655"/>
                                        </p:tgtEl>
                                        <p:attrNameLst>
                                          <p:attrName>ppt_y</p:attrName>
                                        </p:attrNameLst>
                                      </p:cBhvr>
                                      <p:tavLst>
                                        <p:tav tm="0" fmla="#ppt_y-sin(pi*$)/3">
                                          <p:val>
                                            <p:fltVal val="0.5"/>
                                          </p:val>
                                        </p:tav>
                                        <p:tav tm="100000">
                                          <p:val>
                                            <p:fltVal val="1"/>
                                          </p:val>
                                        </p:tav>
                                      </p:tavLst>
                                    </p:anim>
                                    <p:anim calcmode="lin" valueType="num">
                                      <p:cBhvr>
                                        <p:cTn id="66" dur="664" tmFilter="0, 0; 0.125,0.2665; 0.25,0.4; 0.375,0.465; 0.5,0.5;  0.625,0.535; 0.75,0.6; 0.875,0.7335; 1,1">
                                          <p:stCondLst>
                                            <p:cond delay="664"/>
                                          </p:stCondLst>
                                        </p:cTn>
                                        <p:tgtEl>
                                          <p:spTgt spid="27655"/>
                                        </p:tgtEl>
                                        <p:attrNameLst>
                                          <p:attrName>ppt_y</p:attrName>
                                        </p:attrNameLst>
                                      </p:cBhvr>
                                      <p:tavLst>
                                        <p:tav tm="0" fmla="#ppt_y-sin(pi*$)/9">
                                          <p:val>
                                            <p:fltVal val="0"/>
                                          </p:val>
                                        </p:tav>
                                        <p:tav tm="100000">
                                          <p:val>
                                            <p:fltVal val="1"/>
                                          </p:val>
                                        </p:tav>
                                      </p:tavLst>
                                    </p:anim>
                                    <p:anim calcmode="lin" valueType="num">
                                      <p:cBhvr>
                                        <p:cTn id="67" dur="332" tmFilter="0, 0; 0.125,0.2665; 0.25,0.4; 0.375,0.465; 0.5,0.5;  0.625,0.535; 0.75,0.6; 0.875,0.7335; 1,1">
                                          <p:stCondLst>
                                            <p:cond delay="1324"/>
                                          </p:stCondLst>
                                        </p:cTn>
                                        <p:tgtEl>
                                          <p:spTgt spid="27655"/>
                                        </p:tgtEl>
                                        <p:attrNameLst>
                                          <p:attrName>ppt_y</p:attrName>
                                        </p:attrNameLst>
                                      </p:cBhvr>
                                      <p:tavLst>
                                        <p:tav tm="0" fmla="#ppt_y-sin(pi*$)/27">
                                          <p:val>
                                            <p:fltVal val="0"/>
                                          </p:val>
                                        </p:tav>
                                        <p:tav tm="100000">
                                          <p:val>
                                            <p:fltVal val="1"/>
                                          </p:val>
                                        </p:tav>
                                      </p:tavLst>
                                    </p:anim>
                                    <p:anim calcmode="lin" valueType="num">
                                      <p:cBhvr>
                                        <p:cTn id="68" dur="164" tmFilter="0, 0; 0.125,0.2665; 0.25,0.4; 0.375,0.465; 0.5,0.5;  0.625,0.535; 0.75,0.6; 0.875,0.7335; 1,1">
                                          <p:stCondLst>
                                            <p:cond delay="1656"/>
                                          </p:stCondLst>
                                        </p:cTn>
                                        <p:tgtEl>
                                          <p:spTgt spid="27655"/>
                                        </p:tgtEl>
                                        <p:attrNameLst>
                                          <p:attrName>ppt_y</p:attrName>
                                        </p:attrNameLst>
                                      </p:cBhvr>
                                      <p:tavLst>
                                        <p:tav tm="0" fmla="#ppt_y-sin(pi*$)/81">
                                          <p:val>
                                            <p:fltVal val="0"/>
                                          </p:val>
                                        </p:tav>
                                        <p:tav tm="100000">
                                          <p:val>
                                            <p:fltVal val="1"/>
                                          </p:val>
                                        </p:tav>
                                      </p:tavLst>
                                    </p:anim>
                                    <p:animScale>
                                      <p:cBhvr>
                                        <p:cTn id="69" dur="26">
                                          <p:stCondLst>
                                            <p:cond delay="650"/>
                                          </p:stCondLst>
                                        </p:cTn>
                                        <p:tgtEl>
                                          <p:spTgt spid="27655"/>
                                        </p:tgtEl>
                                      </p:cBhvr>
                                      <p:to x="100000" y="60000"/>
                                    </p:animScale>
                                    <p:animScale>
                                      <p:cBhvr>
                                        <p:cTn id="70" dur="166" decel="50000">
                                          <p:stCondLst>
                                            <p:cond delay="676"/>
                                          </p:stCondLst>
                                        </p:cTn>
                                        <p:tgtEl>
                                          <p:spTgt spid="27655"/>
                                        </p:tgtEl>
                                      </p:cBhvr>
                                      <p:to x="100000" y="100000"/>
                                    </p:animScale>
                                    <p:animScale>
                                      <p:cBhvr>
                                        <p:cTn id="71" dur="26">
                                          <p:stCondLst>
                                            <p:cond delay="1312"/>
                                          </p:stCondLst>
                                        </p:cTn>
                                        <p:tgtEl>
                                          <p:spTgt spid="27655"/>
                                        </p:tgtEl>
                                      </p:cBhvr>
                                      <p:to x="100000" y="80000"/>
                                    </p:animScale>
                                    <p:animScale>
                                      <p:cBhvr>
                                        <p:cTn id="72" dur="166" decel="50000">
                                          <p:stCondLst>
                                            <p:cond delay="1338"/>
                                          </p:stCondLst>
                                        </p:cTn>
                                        <p:tgtEl>
                                          <p:spTgt spid="27655"/>
                                        </p:tgtEl>
                                      </p:cBhvr>
                                      <p:to x="100000" y="100000"/>
                                    </p:animScale>
                                    <p:animScale>
                                      <p:cBhvr>
                                        <p:cTn id="73" dur="26">
                                          <p:stCondLst>
                                            <p:cond delay="1642"/>
                                          </p:stCondLst>
                                        </p:cTn>
                                        <p:tgtEl>
                                          <p:spTgt spid="27655"/>
                                        </p:tgtEl>
                                      </p:cBhvr>
                                      <p:to x="100000" y="90000"/>
                                    </p:animScale>
                                    <p:animScale>
                                      <p:cBhvr>
                                        <p:cTn id="74" dur="166" decel="50000">
                                          <p:stCondLst>
                                            <p:cond delay="1668"/>
                                          </p:stCondLst>
                                        </p:cTn>
                                        <p:tgtEl>
                                          <p:spTgt spid="27655"/>
                                        </p:tgtEl>
                                      </p:cBhvr>
                                      <p:to x="100000" y="100000"/>
                                    </p:animScale>
                                    <p:animScale>
                                      <p:cBhvr>
                                        <p:cTn id="75" dur="26">
                                          <p:stCondLst>
                                            <p:cond delay="1808"/>
                                          </p:stCondLst>
                                        </p:cTn>
                                        <p:tgtEl>
                                          <p:spTgt spid="27655"/>
                                        </p:tgtEl>
                                      </p:cBhvr>
                                      <p:to x="100000" y="95000"/>
                                    </p:animScale>
                                    <p:animScale>
                                      <p:cBhvr>
                                        <p:cTn id="76" dur="166" decel="50000">
                                          <p:stCondLst>
                                            <p:cond delay="1834"/>
                                          </p:stCondLst>
                                        </p:cTn>
                                        <p:tgtEl>
                                          <p:spTgt spid="27655"/>
                                        </p:tgtEl>
                                      </p:cBhvr>
                                      <p:to x="100000" y="100000"/>
                                    </p:animScale>
                                  </p:childTnLst>
                                </p:cTn>
                              </p:par>
                            </p:childTnLst>
                          </p:cTn>
                        </p:par>
                      </p:childTnLst>
                    </p:cTn>
                  </p:par>
                  <p:par>
                    <p:cTn id="77" fill="hold">
                      <p:stCondLst>
                        <p:cond delay="indefinite"/>
                      </p:stCondLst>
                      <p:childTnLst>
                        <p:par>
                          <p:cTn id="78" fill="hold">
                            <p:stCondLst>
                              <p:cond delay="0"/>
                            </p:stCondLst>
                            <p:childTnLst>
                              <p:par>
                                <p:cTn id="79" presetID="27" presetClass="entr" presetSubtype="0" fill="hold" grpId="0" nodeType="clickEffect">
                                  <p:stCondLst>
                                    <p:cond delay="0"/>
                                  </p:stCondLst>
                                  <p:iterate type="lt">
                                    <p:tmPct val="50000"/>
                                  </p:iterate>
                                  <p:childTnLst>
                                    <p:set>
                                      <p:cBhvr>
                                        <p:cTn id="80" dur="1" fill="hold">
                                          <p:stCondLst>
                                            <p:cond delay="0"/>
                                          </p:stCondLst>
                                        </p:cTn>
                                        <p:tgtEl>
                                          <p:spTgt spid="27660"/>
                                        </p:tgtEl>
                                        <p:attrNameLst>
                                          <p:attrName>style.visibility</p:attrName>
                                        </p:attrNameLst>
                                      </p:cBhvr>
                                      <p:to>
                                        <p:strVal val="visible"/>
                                      </p:to>
                                    </p:set>
                                    <p:anim calcmode="discrete" valueType="clr">
                                      <p:cBhvr override="childStyle">
                                        <p:cTn id="81" dur="80"/>
                                        <p:tgtEl>
                                          <p:spTgt spid="27660"/>
                                        </p:tgtEl>
                                        <p:attrNameLst>
                                          <p:attrName>style.color</p:attrName>
                                        </p:attrNameLst>
                                      </p:cBhvr>
                                      <p:tavLst>
                                        <p:tav tm="0">
                                          <p:val>
                                            <p:clrVal>
                                              <a:schemeClr val="accent2"/>
                                            </p:clrVal>
                                          </p:val>
                                        </p:tav>
                                        <p:tav tm="50000">
                                          <p:val>
                                            <p:clrVal>
                                              <a:schemeClr val="hlink"/>
                                            </p:clrVal>
                                          </p:val>
                                        </p:tav>
                                      </p:tavLst>
                                    </p:anim>
                                    <p:anim calcmode="discrete" valueType="clr">
                                      <p:cBhvr>
                                        <p:cTn id="82" dur="80"/>
                                        <p:tgtEl>
                                          <p:spTgt spid="27660"/>
                                        </p:tgtEl>
                                        <p:attrNameLst>
                                          <p:attrName>fillcolor</p:attrName>
                                        </p:attrNameLst>
                                      </p:cBhvr>
                                      <p:tavLst>
                                        <p:tav tm="0">
                                          <p:val>
                                            <p:clrVal>
                                              <a:schemeClr val="accent2"/>
                                            </p:clrVal>
                                          </p:val>
                                        </p:tav>
                                        <p:tav tm="50000">
                                          <p:val>
                                            <p:clrVal>
                                              <a:schemeClr val="hlink"/>
                                            </p:clrVal>
                                          </p:val>
                                        </p:tav>
                                      </p:tavLst>
                                    </p:anim>
                                    <p:set>
                                      <p:cBhvr>
                                        <p:cTn id="83" dur="80"/>
                                        <p:tgtEl>
                                          <p:spTgt spid="27660"/>
                                        </p:tgtEl>
                                        <p:attrNameLst>
                                          <p:attrName>fill.type</p:attrName>
                                        </p:attrNameLst>
                                      </p:cBhvr>
                                      <p:to>
                                        <p:strVal val="solid"/>
                                      </p:to>
                                    </p:set>
                                  </p:childTnLst>
                                </p:cTn>
                              </p:par>
                            </p:childTnLst>
                          </p:cTn>
                        </p:par>
                      </p:childTnLst>
                    </p:cTn>
                  </p:par>
                  <p:par>
                    <p:cTn id="84" fill="hold">
                      <p:stCondLst>
                        <p:cond delay="indefinite"/>
                      </p:stCondLst>
                      <p:childTnLst>
                        <p:par>
                          <p:cTn id="85" fill="hold">
                            <p:stCondLst>
                              <p:cond delay="0"/>
                            </p:stCondLst>
                            <p:childTnLst>
                              <p:par>
                                <p:cTn id="86" presetID="35" presetClass="entr" presetSubtype="0" fill="hold" nodeType="clickEffect">
                                  <p:stCondLst>
                                    <p:cond delay="0"/>
                                  </p:stCondLst>
                                  <p:childTnLst>
                                    <p:set>
                                      <p:cBhvr>
                                        <p:cTn id="87" dur="1" fill="hold">
                                          <p:stCondLst>
                                            <p:cond delay="0"/>
                                          </p:stCondLst>
                                        </p:cTn>
                                        <p:tgtEl>
                                          <p:spTgt spid="27662">
                                            <p:txEl>
                                              <p:pRg st="0" end="0"/>
                                            </p:txEl>
                                          </p:spTgt>
                                        </p:tgtEl>
                                        <p:attrNameLst>
                                          <p:attrName>style.visibility</p:attrName>
                                        </p:attrNameLst>
                                      </p:cBhvr>
                                      <p:to>
                                        <p:strVal val="visible"/>
                                      </p:to>
                                    </p:set>
                                    <p:animEffect transition="in" filter="fade">
                                      <p:cBhvr>
                                        <p:cTn id="88" dur="2000"/>
                                        <p:tgtEl>
                                          <p:spTgt spid="27662">
                                            <p:txEl>
                                              <p:pRg st="0" end="0"/>
                                            </p:txEl>
                                          </p:spTgt>
                                        </p:tgtEl>
                                      </p:cBhvr>
                                    </p:animEffect>
                                    <p:anim calcmode="lin" valueType="num">
                                      <p:cBhvr>
                                        <p:cTn id="89" dur="2000" fill="hold"/>
                                        <p:tgtEl>
                                          <p:spTgt spid="27662">
                                            <p:txEl>
                                              <p:pRg st="0" end="0"/>
                                            </p:txEl>
                                          </p:spTgt>
                                        </p:tgtEl>
                                        <p:attrNameLst>
                                          <p:attrName>style.rotation</p:attrName>
                                        </p:attrNameLst>
                                      </p:cBhvr>
                                      <p:tavLst>
                                        <p:tav tm="0">
                                          <p:val>
                                            <p:fltVal val="720"/>
                                          </p:val>
                                        </p:tav>
                                        <p:tav tm="100000">
                                          <p:val>
                                            <p:fltVal val="0"/>
                                          </p:val>
                                        </p:tav>
                                      </p:tavLst>
                                    </p:anim>
                                    <p:anim calcmode="lin" valueType="num">
                                      <p:cBhvr>
                                        <p:cTn id="90" dur="2000" fill="hold"/>
                                        <p:tgtEl>
                                          <p:spTgt spid="27662">
                                            <p:txEl>
                                              <p:pRg st="0" end="0"/>
                                            </p:txEl>
                                          </p:spTgt>
                                        </p:tgtEl>
                                        <p:attrNameLst>
                                          <p:attrName>ppt_h</p:attrName>
                                        </p:attrNameLst>
                                      </p:cBhvr>
                                      <p:tavLst>
                                        <p:tav tm="0">
                                          <p:val>
                                            <p:fltVal val="0"/>
                                          </p:val>
                                        </p:tav>
                                        <p:tav tm="100000">
                                          <p:val>
                                            <p:strVal val="#ppt_h"/>
                                          </p:val>
                                        </p:tav>
                                      </p:tavLst>
                                    </p:anim>
                                    <p:anim calcmode="lin" valueType="num">
                                      <p:cBhvr>
                                        <p:cTn id="91" dur="2000" fill="hold"/>
                                        <p:tgtEl>
                                          <p:spTgt spid="27662">
                                            <p:txEl>
                                              <p:pRg st="0" end="0"/>
                                            </p:txEl>
                                          </p:spTgt>
                                        </p:tgtEl>
                                        <p:attrNameLst>
                                          <p:attrName>ppt_w</p:attrName>
                                        </p:attrNameLst>
                                      </p:cBhvr>
                                      <p:tavLst>
                                        <p:tav tm="0">
                                          <p:val>
                                            <p:fltVal val="0"/>
                                          </p:val>
                                        </p:tav>
                                        <p:tav tm="100000">
                                          <p:val>
                                            <p:strVal val="#ppt_w"/>
                                          </p:val>
                                        </p:tav>
                                      </p:tavLst>
                                    </p:anim>
                                  </p:childTnLst>
                                </p:cTn>
                              </p:par>
                            </p:childTnLst>
                          </p:cTn>
                        </p:par>
                      </p:childTnLst>
                    </p:cTn>
                  </p:par>
                  <p:par>
                    <p:cTn id="92" fill="hold">
                      <p:stCondLst>
                        <p:cond delay="indefinite"/>
                      </p:stCondLst>
                      <p:childTnLst>
                        <p:par>
                          <p:cTn id="93" fill="hold">
                            <p:stCondLst>
                              <p:cond delay="0"/>
                            </p:stCondLst>
                            <p:childTnLst>
                              <p:par>
                                <p:cTn id="94" presetID="35" presetClass="entr" presetSubtype="0" fill="hold" nodeType="clickEffect">
                                  <p:stCondLst>
                                    <p:cond delay="0"/>
                                  </p:stCondLst>
                                  <p:childTnLst>
                                    <p:set>
                                      <p:cBhvr>
                                        <p:cTn id="95" dur="1" fill="hold">
                                          <p:stCondLst>
                                            <p:cond delay="0"/>
                                          </p:stCondLst>
                                        </p:cTn>
                                        <p:tgtEl>
                                          <p:spTgt spid="27662">
                                            <p:txEl>
                                              <p:pRg st="1" end="1"/>
                                            </p:txEl>
                                          </p:spTgt>
                                        </p:tgtEl>
                                        <p:attrNameLst>
                                          <p:attrName>style.visibility</p:attrName>
                                        </p:attrNameLst>
                                      </p:cBhvr>
                                      <p:to>
                                        <p:strVal val="visible"/>
                                      </p:to>
                                    </p:set>
                                    <p:animEffect transition="in" filter="fade">
                                      <p:cBhvr>
                                        <p:cTn id="96" dur="2000"/>
                                        <p:tgtEl>
                                          <p:spTgt spid="27662">
                                            <p:txEl>
                                              <p:pRg st="1" end="1"/>
                                            </p:txEl>
                                          </p:spTgt>
                                        </p:tgtEl>
                                      </p:cBhvr>
                                    </p:animEffect>
                                    <p:anim calcmode="lin" valueType="num">
                                      <p:cBhvr>
                                        <p:cTn id="97" dur="2000" fill="hold"/>
                                        <p:tgtEl>
                                          <p:spTgt spid="27662">
                                            <p:txEl>
                                              <p:pRg st="1" end="1"/>
                                            </p:txEl>
                                          </p:spTgt>
                                        </p:tgtEl>
                                        <p:attrNameLst>
                                          <p:attrName>style.rotation</p:attrName>
                                        </p:attrNameLst>
                                      </p:cBhvr>
                                      <p:tavLst>
                                        <p:tav tm="0">
                                          <p:val>
                                            <p:fltVal val="720"/>
                                          </p:val>
                                        </p:tav>
                                        <p:tav tm="100000">
                                          <p:val>
                                            <p:fltVal val="0"/>
                                          </p:val>
                                        </p:tav>
                                      </p:tavLst>
                                    </p:anim>
                                    <p:anim calcmode="lin" valueType="num">
                                      <p:cBhvr>
                                        <p:cTn id="98" dur="2000" fill="hold"/>
                                        <p:tgtEl>
                                          <p:spTgt spid="27662">
                                            <p:txEl>
                                              <p:pRg st="1" end="1"/>
                                            </p:txEl>
                                          </p:spTgt>
                                        </p:tgtEl>
                                        <p:attrNameLst>
                                          <p:attrName>ppt_h</p:attrName>
                                        </p:attrNameLst>
                                      </p:cBhvr>
                                      <p:tavLst>
                                        <p:tav tm="0">
                                          <p:val>
                                            <p:fltVal val="0"/>
                                          </p:val>
                                        </p:tav>
                                        <p:tav tm="100000">
                                          <p:val>
                                            <p:strVal val="#ppt_h"/>
                                          </p:val>
                                        </p:tav>
                                      </p:tavLst>
                                    </p:anim>
                                    <p:anim calcmode="lin" valueType="num">
                                      <p:cBhvr>
                                        <p:cTn id="99" dur="2000" fill="hold"/>
                                        <p:tgtEl>
                                          <p:spTgt spid="27662">
                                            <p:txEl>
                                              <p:pRg st="1" end="1"/>
                                            </p:txEl>
                                          </p:spTgt>
                                        </p:tgtEl>
                                        <p:attrNameLst>
                                          <p:attrName>ppt_w</p:attrName>
                                        </p:attrNameLst>
                                      </p:cBhvr>
                                      <p:tavLst>
                                        <p:tav tm="0">
                                          <p:val>
                                            <p:fltVal val="0"/>
                                          </p:val>
                                        </p:tav>
                                        <p:tav tm="100000">
                                          <p:val>
                                            <p:strVal val="#ppt_w"/>
                                          </p:val>
                                        </p:tav>
                                      </p:tavLst>
                                    </p:anim>
                                  </p:childTnLst>
                                </p:cTn>
                              </p:par>
                            </p:childTnLst>
                          </p:cTn>
                        </p:par>
                      </p:childTnLst>
                    </p:cTn>
                  </p:par>
                  <p:par>
                    <p:cTn id="100" fill="hold">
                      <p:stCondLst>
                        <p:cond delay="indefinite"/>
                      </p:stCondLst>
                      <p:childTnLst>
                        <p:par>
                          <p:cTn id="101" fill="hold">
                            <p:stCondLst>
                              <p:cond delay="0"/>
                            </p:stCondLst>
                            <p:childTnLst>
                              <p:par>
                                <p:cTn id="102" presetID="48" presetClass="entr" presetSubtype="0" accel="50000" fill="hold" nodeType="clickEffect">
                                  <p:stCondLst>
                                    <p:cond delay="0"/>
                                  </p:stCondLst>
                                  <p:childTnLst>
                                    <p:set>
                                      <p:cBhvr>
                                        <p:cTn id="103" dur="1" fill="hold">
                                          <p:stCondLst>
                                            <p:cond delay="0"/>
                                          </p:stCondLst>
                                        </p:cTn>
                                        <p:tgtEl>
                                          <p:spTgt spid="27663"/>
                                        </p:tgtEl>
                                        <p:attrNameLst>
                                          <p:attrName>style.visibility</p:attrName>
                                        </p:attrNameLst>
                                      </p:cBhvr>
                                      <p:to>
                                        <p:strVal val="visible"/>
                                      </p:to>
                                    </p:set>
                                    <p:anim calcmode="lin" valueType="num">
                                      <p:cBhvr>
                                        <p:cTn id="104" dur="1000" fill="hold"/>
                                        <p:tgtEl>
                                          <p:spTgt spid="27663"/>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05" dur="1000" fill="hold"/>
                                        <p:tgtEl>
                                          <p:spTgt spid="27663"/>
                                        </p:tgtEl>
                                        <p:attrNameLst>
                                          <p:attrName>ppt_x</p:attrName>
                                        </p:attrNameLst>
                                      </p:cBhvr>
                                      <p:tavLst>
                                        <p:tav tm="0">
                                          <p:val>
                                            <p:fltVal val="-1"/>
                                          </p:val>
                                        </p:tav>
                                        <p:tav tm="50000">
                                          <p:val>
                                            <p:fltVal val="0.95"/>
                                          </p:val>
                                        </p:tav>
                                        <p:tav tm="100000">
                                          <p:val>
                                            <p:strVal val="#ppt_x"/>
                                          </p:val>
                                        </p:tav>
                                      </p:tavLst>
                                    </p:anim>
                                    <p:anim calcmode="lin" valueType="num">
                                      <p:cBhvr>
                                        <p:cTn id="106" dur="1000" fill="hold"/>
                                        <p:tgtEl>
                                          <p:spTgt spid="27663"/>
                                        </p:tgtEl>
                                        <p:attrNameLst>
                                          <p:attrName>ppt_y</p:attrName>
                                        </p:attrNameLst>
                                      </p:cBhvr>
                                      <p:tavLst>
                                        <p:tav tm="0">
                                          <p:val>
                                            <p:strVal val="#ppt_y"/>
                                          </p:val>
                                        </p:tav>
                                        <p:tav tm="100000">
                                          <p:val>
                                            <p:strVal val="#ppt_y"/>
                                          </p:val>
                                        </p:tav>
                                      </p:tavLst>
                                    </p:anim>
                                    <p:animEffect transition="in" filter="fade">
                                      <p:cBhvr>
                                        <p:cTn id="107" dur="1000"/>
                                        <p:tgtEl>
                                          <p:spTgt spid="27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6" grpId="0"/>
      <p:bldP spid="27657" grpId="0"/>
      <p:bldP spid="27659" grpId="0"/>
      <p:bldP spid="27660" grpId="0"/>
      <p:bldP spid="2766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28673"/>
          <p:cNvSpPr/>
          <p:nvPr/>
        </p:nvSpPr>
        <p:spPr>
          <a:xfrm>
            <a:off x="0" y="3071813"/>
            <a:ext cx="9144000" cy="0"/>
          </a:xfrm>
          <a:prstGeom prst="rect">
            <a:avLst/>
          </a:prstGeom>
          <a:noFill/>
          <a:ln w="9525">
            <a:noFill/>
          </a:ln>
        </p:spPr>
        <p:txBody>
          <a:bodyPr/>
          <a:lstStyle/>
          <a:p>
            <a:endParaRPr lang="zh-CN" altLang="en-US"/>
          </a:p>
        </p:txBody>
      </p:sp>
      <p:graphicFrame>
        <p:nvGraphicFramePr>
          <p:cNvPr id="28675" name="对象 28674"/>
          <p:cNvGraphicFramePr/>
          <p:nvPr/>
        </p:nvGraphicFramePr>
        <p:xfrm>
          <a:off x="561658" y="0"/>
          <a:ext cx="5915660" cy="1577975"/>
        </p:xfrm>
        <a:graphic>
          <a:graphicData uri="http://schemas.openxmlformats.org/presentationml/2006/ole">
            <mc:AlternateContent xmlns:mc="http://schemas.openxmlformats.org/markup-compatibility/2006">
              <mc:Choice xmlns:v="urn:schemas-microsoft-com:vml" Requires="v">
                <p:oleObj r:id="rId2" imgW="2679700" imgH="711200" progId="Equation.DSMT4">
                  <p:embed/>
                </p:oleObj>
              </mc:Choice>
              <mc:Fallback>
                <p:oleObj r:id="rId2" imgW="2679700" imgH="711200" progId="Equation.DSMT4">
                  <p:embed/>
                  <p:pic>
                    <p:nvPicPr>
                      <p:cNvPr id="0" name="图片 3126"/>
                      <p:cNvPicPr/>
                      <p:nvPr/>
                    </p:nvPicPr>
                    <p:blipFill>
                      <a:blip r:embed="rId3"/>
                      <a:stretch>
                        <a:fillRect/>
                      </a:stretch>
                    </p:blipFill>
                    <p:spPr>
                      <a:xfrm>
                        <a:off x="561658" y="0"/>
                        <a:ext cx="5915660" cy="1577975"/>
                      </a:xfrm>
                      <a:prstGeom prst="rect">
                        <a:avLst/>
                      </a:prstGeom>
                      <a:noFill/>
                      <a:ln w="38100">
                        <a:noFill/>
                        <a:miter/>
                      </a:ln>
                    </p:spPr>
                  </p:pic>
                </p:oleObj>
              </mc:Fallback>
            </mc:AlternateContent>
          </a:graphicData>
        </a:graphic>
      </p:graphicFrame>
      <p:sp>
        <p:nvSpPr>
          <p:cNvPr id="28676" name="矩形 28675"/>
          <p:cNvSpPr/>
          <p:nvPr/>
        </p:nvSpPr>
        <p:spPr>
          <a:xfrm>
            <a:off x="0" y="3071813"/>
            <a:ext cx="9144000" cy="0"/>
          </a:xfrm>
          <a:prstGeom prst="rect">
            <a:avLst/>
          </a:prstGeom>
          <a:noFill/>
          <a:ln w="9525">
            <a:noFill/>
          </a:ln>
        </p:spPr>
        <p:txBody>
          <a:bodyPr/>
          <a:lstStyle/>
          <a:p>
            <a:endParaRPr lang="zh-CN" altLang="en-US"/>
          </a:p>
        </p:txBody>
      </p:sp>
      <p:graphicFrame>
        <p:nvGraphicFramePr>
          <p:cNvPr id="28677" name="对象 28676"/>
          <p:cNvGraphicFramePr/>
          <p:nvPr/>
        </p:nvGraphicFramePr>
        <p:xfrm>
          <a:off x="658495" y="1773238"/>
          <a:ext cx="5029835" cy="1663700"/>
        </p:xfrm>
        <a:graphic>
          <a:graphicData uri="http://schemas.openxmlformats.org/presentationml/2006/ole">
            <mc:AlternateContent xmlns:mc="http://schemas.openxmlformats.org/markup-compatibility/2006">
              <mc:Choice xmlns:v="urn:schemas-microsoft-com:vml" Requires="v">
                <p:oleObj r:id="rId4" imgW="2159000" imgH="711200" progId="Equation.DSMT4">
                  <p:embed/>
                </p:oleObj>
              </mc:Choice>
              <mc:Fallback>
                <p:oleObj r:id="rId4" imgW="2159000" imgH="711200" progId="Equation.DSMT4">
                  <p:embed/>
                  <p:pic>
                    <p:nvPicPr>
                      <p:cNvPr id="0" name="图片 3130"/>
                      <p:cNvPicPr/>
                      <p:nvPr/>
                    </p:nvPicPr>
                    <p:blipFill>
                      <a:blip r:embed="rId5"/>
                      <a:stretch>
                        <a:fillRect/>
                      </a:stretch>
                    </p:blipFill>
                    <p:spPr>
                      <a:xfrm>
                        <a:off x="658495" y="1773238"/>
                        <a:ext cx="5029835" cy="1663700"/>
                      </a:xfrm>
                      <a:prstGeom prst="rect">
                        <a:avLst/>
                      </a:prstGeom>
                      <a:noFill/>
                      <a:ln w="38100">
                        <a:noFill/>
                        <a:miter/>
                      </a:ln>
                    </p:spPr>
                  </p:pic>
                </p:oleObj>
              </mc:Fallback>
            </mc:AlternateContent>
          </a:graphicData>
        </a:graphic>
      </p:graphicFrame>
      <p:sp>
        <p:nvSpPr>
          <p:cNvPr id="28678" name="矩形 28677"/>
          <p:cNvSpPr/>
          <p:nvPr/>
        </p:nvSpPr>
        <p:spPr>
          <a:xfrm>
            <a:off x="457200" y="3382963"/>
            <a:ext cx="8185150" cy="519112"/>
          </a:xfrm>
          <a:prstGeom prst="rect">
            <a:avLst/>
          </a:prstGeom>
          <a:noFill/>
          <a:ln w="9525">
            <a:noFill/>
          </a:ln>
        </p:spPr>
        <p:txBody>
          <a:bodyPr wrap="none" anchor="ctr" anchorCtr="0">
            <a:spAutoFit/>
          </a:bodyPr>
          <a:lstStyle/>
          <a:p>
            <a:r>
              <a:rPr lang="zh-CN" altLang="en-US" sz="2800" b="1" dirty="0">
                <a:latin typeface="楷体_GB2312" pitchFamily="49" charset="-122"/>
                <a:ea typeface="楷体_GB2312" pitchFamily="49" charset="-122"/>
              </a:rPr>
              <a:t>这表明（</a:t>
            </a:r>
            <a:r>
              <a:rPr lang="en-US" altLang="zh-CN" sz="2800" b="1">
                <a:latin typeface="楷体_GB2312" pitchFamily="49" charset="-122"/>
                <a:ea typeface="楷体_GB2312" pitchFamily="49" charset="-122"/>
              </a:rPr>
              <a:t>1</a:t>
            </a:r>
            <a:r>
              <a:rPr lang="zh-CN" altLang="en-US" sz="2800" b="1" dirty="0">
                <a:latin typeface="楷体_GB2312" pitchFamily="49" charset="-122"/>
                <a:ea typeface="楷体_GB2312" pitchFamily="49" charset="-122"/>
              </a:rPr>
              <a:t>）与（</a:t>
            </a:r>
            <a:r>
              <a:rPr lang="en-US" altLang="zh-CN" sz="2800" b="1">
                <a:latin typeface="楷体_GB2312" pitchFamily="49" charset="-122"/>
                <a:ea typeface="楷体_GB2312" pitchFamily="49" charset="-122"/>
              </a:rPr>
              <a:t>2</a:t>
            </a:r>
            <a:r>
              <a:rPr lang="zh-CN" altLang="en-US" sz="2800" b="1" dirty="0">
                <a:latin typeface="楷体_GB2312" pitchFamily="49" charset="-122"/>
                <a:ea typeface="楷体_GB2312" pitchFamily="49" charset="-122"/>
              </a:rPr>
              <a:t>）均线性相关，（</a:t>
            </a:r>
            <a:r>
              <a:rPr lang="en-US" altLang="zh-CN" sz="2800" b="1">
                <a:latin typeface="楷体_GB2312" pitchFamily="49" charset="-122"/>
                <a:ea typeface="楷体_GB2312" pitchFamily="49" charset="-122"/>
              </a:rPr>
              <a:t>3</a:t>
            </a:r>
            <a:r>
              <a:rPr lang="zh-CN" altLang="en-US" sz="2800" b="1" dirty="0">
                <a:latin typeface="楷体_GB2312" pitchFamily="49" charset="-122"/>
                <a:ea typeface="楷体_GB2312" pitchFamily="49" charset="-122"/>
              </a:rPr>
              <a:t>）线性无关。</a:t>
            </a:r>
          </a:p>
        </p:txBody>
      </p:sp>
      <p:sp>
        <p:nvSpPr>
          <p:cNvPr id="28680" name="文本框 28679"/>
          <p:cNvSpPr txBox="1"/>
          <p:nvPr/>
        </p:nvSpPr>
        <p:spPr>
          <a:xfrm>
            <a:off x="457200" y="4566285"/>
            <a:ext cx="4709160" cy="521970"/>
          </a:xfrm>
          <a:prstGeom prst="rect">
            <a:avLst/>
          </a:prstGeom>
          <a:noFill/>
          <a:ln w="9525">
            <a:noFill/>
          </a:ln>
        </p:spPr>
        <p:txBody>
          <a:bodyPr>
            <a:spAutoFit/>
          </a:bodyPr>
          <a:lstStyle/>
          <a:p>
            <a:pPr>
              <a:spcBef>
                <a:spcPct val="50000"/>
              </a:spcBef>
            </a:pPr>
            <a:r>
              <a:rPr lang="zh-CN" altLang="en-US" sz="2800" b="1" dirty="0">
                <a:solidFill>
                  <a:srgbClr val="3333FF"/>
                </a:solidFill>
                <a:latin typeface="Times New Roman" panose="02020603050405020304" pitchFamily="18" charset="0"/>
                <a:ea typeface="楷体_GB2312" pitchFamily="49" charset="-122"/>
              </a:rPr>
              <a:t>练习</a:t>
            </a:r>
            <a:r>
              <a:rPr lang="en-US" altLang="zh-CN" sz="2800" b="1" dirty="0">
                <a:solidFill>
                  <a:srgbClr val="3333FF"/>
                </a:solidFill>
                <a:latin typeface="Times New Roman" panose="02020603050405020304" pitchFamily="18" charset="0"/>
                <a:ea typeface="楷体_GB2312" pitchFamily="49" charset="-122"/>
              </a:rPr>
              <a:t>3</a:t>
            </a:r>
          </a:p>
        </p:txBody>
      </p:sp>
      <p:sp>
        <p:nvSpPr>
          <p:cNvPr id="28682" name="矩形 28681"/>
          <p:cNvSpPr/>
          <p:nvPr/>
        </p:nvSpPr>
        <p:spPr>
          <a:xfrm>
            <a:off x="1433195" y="4523423"/>
            <a:ext cx="539750" cy="519112"/>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设</a:t>
            </a:r>
            <a:endParaRPr lang="zh-CN" altLang="en-US" sz="2800" b="1" dirty="0">
              <a:latin typeface="Arial" panose="020B0604020202020204" pitchFamily="34" charset="0"/>
              <a:ea typeface="楷体_GB2312" pitchFamily="49" charset="-122"/>
            </a:endParaRPr>
          </a:p>
        </p:txBody>
      </p:sp>
      <p:graphicFrame>
        <p:nvGraphicFramePr>
          <p:cNvPr id="28683" name="对象 28682"/>
          <p:cNvGraphicFramePr/>
          <p:nvPr/>
        </p:nvGraphicFramePr>
        <p:xfrm>
          <a:off x="1966595" y="4486910"/>
          <a:ext cx="1524000" cy="600075"/>
        </p:xfrm>
        <a:graphic>
          <a:graphicData uri="http://schemas.openxmlformats.org/presentationml/2006/ole">
            <mc:AlternateContent xmlns:mc="http://schemas.openxmlformats.org/markup-compatibility/2006">
              <mc:Choice xmlns:v="urn:schemas-microsoft-com:vml" Requires="v">
                <p:oleObj r:id="rId6" imgW="584200" imgH="228600" progId="Equation.DSMT4">
                  <p:embed/>
                </p:oleObj>
              </mc:Choice>
              <mc:Fallback>
                <p:oleObj r:id="rId6" imgW="584200" imgH="228600" progId="Equation.DSMT4">
                  <p:embed/>
                  <p:pic>
                    <p:nvPicPr>
                      <p:cNvPr id="0" name="图片 3133"/>
                      <p:cNvPicPr/>
                      <p:nvPr/>
                    </p:nvPicPr>
                    <p:blipFill>
                      <a:blip r:embed="rId7"/>
                      <a:stretch>
                        <a:fillRect/>
                      </a:stretch>
                    </p:blipFill>
                    <p:spPr>
                      <a:xfrm>
                        <a:off x="1966595" y="4486910"/>
                        <a:ext cx="1524000" cy="600075"/>
                      </a:xfrm>
                      <a:prstGeom prst="rect">
                        <a:avLst/>
                      </a:prstGeom>
                      <a:noFill/>
                      <a:ln w="38100">
                        <a:noFill/>
                        <a:miter/>
                      </a:ln>
                    </p:spPr>
                  </p:pic>
                </p:oleObj>
              </mc:Fallback>
            </mc:AlternateContent>
          </a:graphicData>
        </a:graphic>
      </p:graphicFrame>
      <p:sp>
        <p:nvSpPr>
          <p:cNvPr id="28684" name="矩形 28683"/>
          <p:cNvSpPr/>
          <p:nvPr/>
        </p:nvSpPr>
        <p:spPr>
          <a:xfrm>
            <a:off x="3414395" y="4553585"/>
            <a:ext cx="4371975" cy="519113"/>
          </a:xfrm>
          <a:prstGeom prst="rect">
            <a:avLst/>
          </a:prstGeom>
          <a:noFill/>
          <a:ln w="9525">
            <a:noFill/>
          </a:ln>
        </p:spPr>
        <p:txBody>
          <a:bodyPr wrap="none" anchor="ctr" anchorCtr="0">
            <a:spAutoFit/>
          </a:bodyPr>
          <a:lstStyle/>
          <a:p>
            <a:pPr>
              <a:buNone/>
            </a:pPr>
            <a:r>
              <a:rPr lang="zh-CN" altLang="en-US" sz="2800" b="1" dirty="0">
                <a:latin typeface="楷体_GB2312" pitchFamily="49" charset="-122"/>
                <a:ea typeface="楷体_GB2312" pitchFamily="49" charset="-122"/>
              </a:rPr>
              <a:t>是</a:t>
            </a:r>
            <a:r>
              <a:rPr lang="en-US" altLang="zh-CN" sz="2800" b="1">
                <a:latin typeface="楷体_GB2312" pitchFamily="49" charset="-122"/>
                <a:ea typeface="楷体_GB2312" pitchFamily="49" charset="-122"/>
              </a:rPr>
              <a:t>3</a:t>
            </a:r>
            <a:r>
              <a:rPr lang="zh-CN" altLang="en-US" sz="2800" b="1" dirty="0">
                <a:latin typeface="楷体_GB2312" pitchFamily="49" charset="-122"/>
                <a:ea typeface="楷体_GB2312" pitchFamily="49" charset="-122"/>
              </a:rPr>
              <a:t>个线性无关的向量，若</a:t>
            </a:r>
            <a:r>
              <a:rPr lang="zh-CN" altLang="en-US" sz="2800" dirty="0">
                <a:latin typeface="Arial" panose="020B0604020202020204" pitchFamily="34" charset="0"/>
                <a:ea typeface="楷体_GB2312" pitchFamily="49" charset="-122"/>
              </a:rPr>
              <a:t> </a:t>
            </a:r>
          </a:p>
        </p:txBody>
      </p:sp>
      <p:graphicFrame>
        <p:nvGraphicFramePr>
          <p:cNvPr id="28685" name="对象 28684"/>
          <p:cNvGraphicFramePr/>
          <p:nvPr/>
        </p:nvGraphicFramePr>
        <p:xfrm>
          <a:off x="1356995" y="5010785"/>
          <a:ext cx="1981200" cy="566738"/>
        </p:xfrm>
        <a:graphic>
          <a:graphicData uri="http://schemas.openxmlformats.org/presentationml/2006/ole">
            <mc:AlternateContent xmlns:mc="http://schemas.openxmlformats.org/markup-compatibility/2006">
              <mc:Choice xmlns:v="urn:schemas-microsoft-com:vml" Requires="v">
                <p:oleObj r:id="rId8" imgW="800100" imgH="228600" progId="Equation.DSMT4">
                  <p:embed/>
                </p:oleObj>
              </mc:Choice>
              <mc:Fallback>
                <p:oleObj r:id="rId8" imgW="800100" imgH="228600" progId="Equation.DSMT4">
                  <p:embed/>
                  <p:pic>
                    <p:nvPicPr>
                      <p:cNvPr id="0" name="图片 3145"/>
                      <p:cNvPicPr/>
                      <p:nvPr/>
                    </p:nvPicPr>
                    <p:blipFill>
                      <a:blip r:embed="rId9"/>
                      <a:stretch>
                        <a:fillRect/>
                      </a:stretch>
                    </p:blipFill>
                    <p:spPr>
                      <a:xfrm>
                        <a:off x="1356995" y="5010785"/>
                        <a:ext cx="1981200" cy="566738"/>
                      </a:xfrm>
                      <a:prstGeom prst="rect">
                        <a:avLst/>
                      </a:prstGeom>
                      <a:noFill/>
                      <a:ln w="38100">
                        <a:noFill/>
                        <a:miter/>
                      </a:ln>
                    </p:spPr>
                  </p:pic>
                </p:oleObj>
              </mc:Fallback>
            </mc:AlternateContent>
          </a:graphicData>
        </a:graphic>
      </p:graphicFrame>
      <p:graphicFrame>
        <p:nvGraphicFramePr>
          <p:cNvPr id="28686" name="对象 28685"/>
          <p:cNvGraphicFramePr/>
          <p:nvPr/>
        </p:nvGraphicFramePr>
        <p:xfrm>
          <a:off x="3393758" y="5088573"/>
          <a:ext cx="1925637" cy="531812"/>
        </p:xfrm>
        <a:graphic>
          <a:graphicData uri="http://schemas.openxmlformats.org/presentationml/2006/ole">
            <mc:AlternateContent xmlns:mc="http://schemas.openxmlformats.org/markup-compatibility/2006">
              <mc:Choice xmlns:v="urn:schemas-microsoft-com:vml" Requires="v">
                <p:oleObj r:id="rId10" imgW="825500" imgH="228600" progId="Equation.DSMT4">
                  <p:embed/>
                </p:oleObj>
              </mc:Choice>
              <mc:Fallback>
                <p:oleObj r:id="rId10" imgW="825500" imgH="228600" progId="Equation.DSMT4">
                  <p:embed/>
                  <p:pic>
                    <p:nvPicPr>
                      <p:cNvPr id="0" name="图片 3141"/>
                      <p:cNvPicPr/>
                      <p:nvPr/>
                    </p:nvPicPr>
                    <p:blipFill>
                      <a:blip r:embed="rId11"/>
                      <a:stretch>
                        <a:fillRect/>
                      </a:stretch>
                    </p:blipFill>
                    <p:spPr>
                      <a:xfrm>
                        <a:off x="3393758" y="5088573"/>
                        <a:ext cx="1925637" cy="531812"/>
                      </a:xfrm>
                      <a:prstGeom prst="rect">
                        <a:avLst/>
                      </a:prstGeom>
                      <a:noFill/>
                      <a:ln w="38100">
                        <a:noFill/>
                        <a:miter/>
                      </a:ln>
                    </p:spPr>
                  </p:pic>
                </p:oleObj>
              </mc:Fallback>
            </mc:AlternateContent>
          </a:graphicData>
        </a:graphic>
      </p:graphicFrame>
      <p:graphicFrame>
        <p:nvGraphicFramePr>
          <p:cNvPr id="28687" name="对象 28686"/>
          <p:cNvGraphicFramePr/>
          <p:nvPr/>
        </p:nvGraphicFramePr>
        <p:xfrm>
          <a:off x="5395595" y="5126673"/>
          <a:ext cx="1752600" cy="493712"/>
        </p:xfrm>
        <a:graphic>
          <a:graphicData uri="http://schemas.openxmlformats.org/presentationml/2006/ole">
            <mc:AlternateContent xmlns:mc="http://schemas.openxmlformats.org/markup-compatibility/2006">
              <mc:Choice xmlns:v="urn:schemas-microsoft-com:vml" Requires="v">
                <p:oleObj r:id="rId12" imgW="812165" imgH="228600" progId="Equation.DSMT4">
                  <p:embed/>
                </p:oleObj>
              </mc:Choice>
              <mc:Fallback>
                <p:oleObj r:id="rId12" imgW="812165" imgH="228600" progId="Equation.DSMT4">
                  <p:embed/>
                  <p:pic>
                    <p:nvPicPr>
                      <p:cNvPr id="0" name="图片 3142"/>
                      <p:cNvPicPr/>
                      <p:nvPr/>
                    </p:nvPicPr>
                    <p:blipFill>
                      <a:blip r:embed="rId13"/>
                      <a:stretch>
                        <a:fillRect/>
                      </a:stretch>
                    </p:blipFill>
                    <p:spPr>
                      <a:xfrm>
                        <a:off x="5395595" y="5126673"/>
                        <a:ext cx="1752600" cy="493712"/>
                      </a:xfrm>
                      <a:prstGeom prst="rect">
                        <a:avLst/>
                      </a:prstGeom>
                      <a:noFill/>
                      <a:ln w="38100">
                        <a:noFill/>
                        <a:miter/>
                      </a:ln>
                    </p:spPr>
                  </p:pic>
                </p:oleObj>
              </mc:Fallback>
            </mc:AlternateContent>
          </a:graphicData>
        </a:graphic>
      </p:graphicFrame>
      <p:sp>
        <p:nvSpPr>
          <p:cNvPr id="28688" name="矩形 28687"/>
          <p:cNvSpPr/>
          <p:nvPr/>
        </p:nvSpPr>
        <p:spPr>
          <a:xfrm>
            <a:off x="0" y="2940050"/>
            <a:ext cx="247650" cy="244475"/>
          </a:xfrm>
          <a:prstGeom prst="rect">
            <a:avLst/>
          </a:prstGeom>
          <a:noFill/>
          <a:ln w="9525">
            <a:noFill/>
          </a:ln>
        </p:spPr>
        <p:txBody>
          <a:bodyPr wrap="none" anchor="ctr" anchorCtr="0">
            <a:spAutoFit/>
          </a:bodyPr>
          <a:lstStyle/>
          <a:p>
            <a:r>
              <a:rPr lang="en-US" altLang="zh-CN" sz="1000" dirty="0">
                <a:latin typeface="Times New Roman" panose="02020603050405020304" pitchFamily="18" charset="0"/>
                <a:cs typeface="Times New Roman" panose="02020603050405020304" pitchFamily="18" charset="0"/>
              </a:rPr>
              <a:t>  </a:t>
            </a:r>
            <a:endParaRPr lang="en-US" altLang="zh-CN" dirty="0">
              <a:latin typeface="Arial" panose="020B0604020202020204" pitchFamily="34" charset="0"/>
            </a:endParaRPr>
          </a:p>
        </p:txBody>
      </p:sp>
      <p:sp>
        <p:nvSpPr>
          <p:cNvPr id="28689" name="矩形 28688"/>
          <p:cNvSpPr/>
          <p:nvPr/>
        </p:nvSpPr>
        <p:spPr>
          <a:xfrm>
            <a:off x="0" y="3276600"/>
            <a:ext cx="450850" cy="519113"/>
          </a:xfrm>
          <a:prstGeom prst="rect">
            <a:avLst/>
          </a:prstGeom>
          <a:noFill/>
          <a:ln w="9525">
            <a:noFill/>
          </a:ln>
        </p:spPr>
        <p:txBody>
          <a:bodyPr wrap="none" anchor="ctr" anchorCtr="0">
            <a:spAutoFit/>
          </a:bodyPr>
          <a:lstStyle/>
          <a:p>
            <a:r>
              <a:rPr lang="en-US" altLang="zh-CN" sz="2800" dirty="0">
                <a:latin typeface="Times New Roman" panose="02020603050405020304" pitchFamily="18" charset="0"/>
                <a:cs typeface="Times New Roman" panose="02020603050405020304" pitchFamily="18" charset="0"/>
              </a:rPr>
              <a:t>   </a:t>
            </a:r>
            <a:endParaRPr lang="en-US" altLang="zh-CN" sz="2800" dirty="0">
              <a:latin typeface="Arial" panose="020B0604020202020204" pitchFamily="34" charset="0"/>
            </a:endParaRPr>
          </a:p>
        </p:txBody>
      </p:sp>
      <p:sp>
        <p:nvSpPr>
          <p:cNvPr id="28690" name="矩形 28689"/>
          <p:cNvSpPr/>
          <p:nvPr/>
        </p:nvSpPr>
        <p:spPr>
          <a:xfrm>
            <a:off x="61595" y="4501198"/>
            <a:ext cx="282575" cy="519112"/>
          </a:xfrm>
          <a:prstGeom prst="rect">
            <a:avLst/>
          </a:prstGeom>
          <a:noFill/>
          <a:ln w="9525">
            <a:noFill/>
          </a:ln>
        </p:spPr>
        <p:txBody>
          <a:bodyPr wrap="none" anchor="ctr" anchorCtr="0">
            <a:spAutoFit/>
          </a:bodyPr>
          <a:lstStyle/>
          <a:p>
            <a:r>
              <a:rPr lang="en-US" altLang="zh-CN" sz="2800" dirty="0">
                <a:latin typeface="Arial" panose="020B0604020202020204" pitchFamily="34" charset="0"/>
              </a:rPr>
              <a:t> </a:t>
            </a:r>
          </a:p>
        </p:txBody>
      </p:sp>
      <p:sp>
        <p:nvSpPr>
          <p:cNvPr id="28691" name="矩形 28690"/>
          <p:cNvSpPr/>
          <p:nvPr/>
        </p:nvSpPr>
        <p:spPr>
          <a:xfrm>
            <a:off x="1280795" y="5544185"/>
            <a:ext cx="2317750" cy="519113"/>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求证：向量组</a:t>
            </a:r>
            <a:endParaRPr lang="zh-CN" altLang="en-US" sz="2800" b="1" dirty="0">
              <a:latin typeface="Arial" panose="020B0604020202020204" pitchFamily="34" charset="0"/>
              <a:ea typeface="楷体_GB2312" pitchFamily="49" charset="-122"/>
            </a:endParaRPr>
          </a:p>
        </p:txBody>
      </p:sp>
      <p:graphicFrame>
        <p:nvGraphicFramePr>
          <p:cNvPr id="28692" name="对象 28691"/>
          <p:cNvGraphicFramePr/>
          <p:nvPr/>
        </p:nvGraphicFramePr>
        <p:xfrm>
          <a:off x="3566795" y="5614035"/>
          <a:ext cx="1371600" cy="539750"/>
        </p:xfrm>
        <a:graphic>
          <a:graphicData uri="http://schemas.openxmlformats.org/presentationml/2006/ole">
            <mc:AlternateContent xmlns:mc="http://schemas.openxmlformats.org/markup-compatibility/2006">
              <mc:Choice xmlns:v="urn:schemas-microsoft-com:vml" Requires="v">
                <p:oleObj r:id="rId14" imgW="584200" imgH="228600" progId="Equation.DSMT4">
                  <p:embed/>
                </p:oleObj>
              </mc:Choice>
              <mc:Fallback>
                <p:oleObj r:id="rId14" imgW="584200" imgH="228600" progId="Equation.DSMT4">
                  <p:embed/>
                  <p:pic>
                    <p:nvPicPr>
                      <p:cNvPr id="0" name="图片 3143"/>
                      <p:cNvPicPr/>
                      <p:nvPr/>
                    </p:nvPicPr>
                    <p:blipFill>
                      <a:blip r:embed="rId15"/>
                      <a:stretch>
                        <a:fillRect/>
                      </a:stretch>
                    </p:blipFill>
                    <p:spPr>
                      <a:xfrm>
                        <a:off x="3566795" y="5614035"/>
                        <a:ext cx="1371600" cy="539750"/>
                      </a:xfrm>
                      <a:prstGeom prst="rect">
                        <a:avLst/>
                      </a:prstGeom>
                      <a:noFill/>
                      <a:ln w="38100">
                        <a:noFill/>
                        <a:miter/>
                      </a:ln>
                    </p:spPr>
                  </p:pic>
                </p:oleObj>
              </mc:Fallback>
            </mc:AlternateContent>
          </a:graphicData>
        </a:graphic>
      </p:graphicFrame>
      <p:sp>
        <p:nvSpPr>
          <p:cNvPr id="28693" name="矩形 28692"/>
          <p:cNvSpPr/>
          <p:nvPr/>
        </p:nvSpPr>
        <p:spPr>
          <a:xfrm>
            <a:off x="4938395" y="5620385"/>
            <a:ext cx="2060575" cy="519113"/>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线性无关。</a:t>
            </a:r>
            <a:r>
              <a:rPr lang="zh-CN" altLang="en-US" sz="2800" dirty="0">
                <a:latin typeface="Arial" panose="020B0604020202020204" pitchFamily="34" charset="0"/>
                <a:ea typeface="楷体_GB2312" pitchFamily="49"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fade">
                                      <p:cBhvr>
                                        <p:cTn id="7" dur="770" decel="100000"/>
                                        <p:tgtEl>
                                          <p:spTgt spid="28675"/>
                                        </p:tgtEl>
                                      </p:cBhvr>
                                    </p:animEffect>
                                    <p:animScale>
                                      <p:cBhvr>
                                        <p:cTn id="8" dur="770" decel="100000"/>
                                        <p:tgtEl>
                                          <p:spTgt spid="28675"/>
                                        </p:tgtEl>
                                      </p:cBhvr>
                                      <p:from x="10000" y="10000"/>
                                      <p:to x="200000" y="450000"/>
                                    </p:animScale>
                                    <p:animScale>
                                      <p:cBhvr>
                                        <p:cTn id="9" dur="1230" accel="100000" fill="hold">
                                          <p:stCondLst>
                                            <p:cond delay="770"/>
                                          </p:stCondLst>
                                        </p:cTn>
                                        <p:tgtEl>
                                          <p:spTgt spid="28675"/>
                                        </p:tgtEl>
                                      </p:cBhvr>
                                      <p:from x="200000" y="450000"/>
                                      <p:to x="100000" y="100000"/>
                                    </p:animScale>
                                    <p:set>
                                      <p:cBhvr>
                                        <p:cTn id="10" dur="770" fill="hold"/>
                                        <p:tgtEl>
                                          <p:spTgt spid="28675"/>
                                        </p:tgtEl>
                                        <p:attrNameLst>
                                          <p:attrName>ppt_x</p:attrName>
                                        </p:attrNameLst>
                                      </p:cBhvr>
                                      <p:to>
                                        <p:strVal val="(0.5)"/>
                                      </p:to>
                                    </p:set>
                                    <p:anim from="(0.5)" to="(#ppt_x)" calcmode="lin" valueType="num">
                                      <p:cBhvr>
                                        <p:cTn id="11" dur="1230" accel="100000" fill="hold">
                                          <p:stCondLst>
                                            <p:cond delay="770"/>
                                          </p:stCondLst>
                                        </p:cTn>
                                        <p:tgtEl>
                                          <p:spTgt spid="28675"/>
                                        </p:tgtEl>
                                        <p:attrNameLst>
                                          <p:attrName>ppt_x</p:attrName>
                                        </p:attrNameLst>
                                      </p:cBhvr>
                                    </p:anim>
                                    <p:set>
                                      <p:cBhvr>
                                        <p:cTn id="12" dur="770" fill="hold"/>
                                        <p:tgtEl>
                                          <p:spTgt spid="28675"/>
                                        </p:tgtEl>
                                        <p:attrNameLst>
                                          <p:attrName>ppt_y</p:attrName>
                                        </p:attrNameLst>
                                      </p:cBhvr>
                                      <p:to>
                                        <p:strVal val="(#ppt_y+0.4)"/>
                                      </p:to>
                                    </p:set>
                                    <p:anim from="(#ppt_y+0.4)" to="(#ppt_y)" calcmode="lin" valueType="num">
                                      <p:cBhvr>
                                        <p:cTn id="13" dur="1230" accel="100000" fill="hold">
                                          <p:stCondLst>
                                            <p:cond delay="770"/>
                                          </p:stCondLst>
                                        </p:cTn>
                                        <p:tgtEl>
                                          <p:spTgt spid="28675"/>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51" presetClass="entr" presetSubtype="0" fill="hold" nodeType="clickEffect">
                                  <p:stCondLst>
                                    <p:cond delay="0"/>
                                  </p:stCondLst>
                                  <p:childTnLst>
                                    <p:set>
                                      <p:cBhvr>
                                        <p:cTn id="17" dur="1" fill="hold">
                                          <p:stCondLst>
                                            <p:cond delay="0"/>
                                          </p:stCondLst>
                                        </p:cTn>
                                        <p:tgtEl>
                                          <p:spTgt spid="28677"/>
                                        </p:tgtEl>
                                        <p:attrNameLst>
                                          <p:attrName>style.visibility</p:attrName>
                                        </p:attrNameLst>
                                      </p:cBhvr>
                                      <p:to>
                                        <p:strVal val="visible"/>
                                      </p:to>
                                    </p:set>
                                    <p:animEffect transition="in" filter="fade">
                                      <p:cBhvr>
                                        <p:cTn id="18" dur="770" decel="100000"/>
                                        <p:tgtEl>
                                          <p:spTgt spid="28677"/>
                                        </p:tgtEl>
                                      </p:cBhvr>
                                    </p:animEffect>
                                    <p:animScale>
                                      <p:cBhvr>
                                        <p:cTn id="19" dur="770" decel="100000"/>
                                        <p:tgtEl>
                                          <p:spTgt spid="28677"/>
                                        </p:tgtEl>
                                      </p:cBhvr>
                                      <p:from x="10000" y="10000"/>
                                      <p:to x="200000" y="450000"/>
                                    </p:animScale>
                                    <p:animScale>
                                      <p:cBhvr>
                                        <p:cTn id="20" dur="1230" accel="100000" fill="hold">
                                          <p:stCondLst>
                                            <p:cond delay="770"/>
                                          </p:stCondLst>
                                        </p:cTn>
                                        <p:tgtEl>
                                          <p:spTgt spid="28677"/>
                                        </p:tgtEl>
                                      </p:cBhvr>
                                      <p:from x="200000" y="450000"/>
                                      <p:to x="100000" y="100000"/>
                                    </p:animScale>
                                    <p:set>
                                      <p:cBhvr>
                                        <p:cTn id="21" dur="770" fill="hold"/>
                                        <p:tgtEl>
                                          <p:spTgt spid="28677"/>
                                        </p:tgtEl>
                                        <p:attrNameLst>
                                          <p:attrName>ppt_x</p:attrName>
                                        </p:attrNameLst>
                                      </p:cBhvr>
                                      <p:to>
                                        <p:strVal val="(0.5)"/>
                                      </p:to>
                                    </p:set>
                                    <p:anim from="(0.5)" to="(#ppt_x)" calcmode="lin" valueType="num">
                                      <p:cBhvr>
                                        <p:cTn id="22" dur="1230" accel="100000" fill="hold">
                                          <p:stCondLst>
                                            <p:cond delay="770"/>
                                          </p:stCondLst>
                                        </p:cTn>
                                        <p:tgtEl>
                                          <p:spTgt spid="28677"/>
                                        </p:tgtEl>
                                        <p:attrNameLst>
                                          <p:attrName>ppt_x</p:attrName>
                                        </p:attrNameLst>
                                      </p:cBhvr>
                                    </p:anim>
                                    <p:set>
                                      <p:cBhvr>
                                        <p:cTn id="23" dur="770" fill="hold"/>
                                        <p:tgtEl>
                                          <p:spTgt spid="28677"/>
                                        </p:tgtEl>
                                        <p:attrNameLst>
                                          <p:attrName>ppt_y</p:attrName>
                                        </p:attrNameLst>
                                      </p:cBhvr>
                                      <p:to>
                                        <p:strVal val="(#ppt_y+0.4)"/>
                                      </p:to>
                                    </p:set>
                                    <p:anim from="(#ppt_y+0.4)" to="(#ppt_y)" calcmode="lin" valueType="num">
                                      <p:cBhvr>
                                        <p:cTn id="24" dur="1230" accel="100000" fill="hold">
                                          <p:stCondLst>
                                            <p:cond delay="770"/>
                                          </p:stCondLst>
                                        </p:cTn>
                                        <p:tgtEl>
                                          <p:spTgt spid="28677"/>
                                        </p:tgtEl>
                                        <p:attrNameLst>
                                          <p:attrName>ppt_y</p:attrName>
                                        </p:attrNameLst>
                                      </p:cBhvr>
                                    </p:anim>
                                  </p:childTnLst>
                                </p:cTn>
                              </p:par>
                            </p:childTnLst>
                          </p:cTn>
                        </p:par>
                      </p:childTnLst>
                    </p:cTn>
                  </p:par>
                  <p:par>
                    <p:cTn id="25" fill="hold">
                      <p:stCondLst>
                        <p:cond delay="indefinite"/>
                      </p:stCondLst>
                      <p:childTnLst>
                        <p:par>
                          <p:cTn id="26" fill="hold">
                            <p:stCondLst>
                              <p:cond delay="0"/>
                            </p:stCondLst>
                            <p:childTnLst>
                              <p:par>
                                <p:cTn id="27" presetID="27" presetClass="entr" presetSubtype="0" fill="hold" grpId="0" nodeType="clickEffect">
                                  <p:stCondLst>
                                    <p:cond delay="0"/>
                                  </p:stCondLst>
                                  <p:iterate type="lt">
                                    <p:tmPct val="50000"/>
                                  </p:iterate>
                                  <p:childTnLst>
                                    <p:set>
                                      <p:cBhvr>
                                        <p:cTn id="28" dur="1" fill="hold">
                                          <p:stCondLst>
                                            <p:cond delay="0"/>
                                          </p:stCondLst>
                                        </p:cTn>
                                        <p:tgtEl>
                                          <p:spTgt spid="28678"/>
                                        </p:tgtEl>
                                        <p:attrNameLst>
                                          <p:attrName>style.visibility</p:attrName>
                                        </p:attrNameLst>
                                      </p:cBhvr>
                                      <p:to>
                                        <p:strVal val="visible"/>
                                      </p:to>
                                    </p:set>
                                    <p:anim calcmode="discrete" valueType="clr">
                                      <p:cBhvr override="childStyle">
                                        <p:cTn id="29" dur="80"/>
                                        <p:tgtEl>
                                          <p:spTgt spid="28678"/>
                                        </p:tgtEl>
                                        <p:attrNameLst>
                                          <p:attrName>style.color</p:attrName>
                                        </p:attrNameLst>
                                      </p:cBhvr>
                                      <p:tavLst>
                                        <p:tav tm="0">
                                          <p:val>
                                            <p:clrVal>
                                              <a:schemeClr val="accent2"/>
                                            </p:clrVal>
                                          </p:val>
                                        </p:tav>
                                        <p:tav tm="50000">
                                          <p:val>
                                            <p:clrVal>
                                              <a:schemeClr val="hlink"/>
                                            </p:clrVal>
                                          </p:val>
                                        </p:tav>
                                      </p:tavLst>
                                    </p:anim>
                                    <p:anim calcmode="discrete" valueType="clr">
                                      <p:cBhvr>
                                        <p:cTn id="30" dur="80"/>
                                        <p:tgtEl>
                                          <p:spTgt spid="28678"/>
                                        </p:tgtEl>
                                        <p:attrNameLst>
                                          <p:attrName>fillcolor</p:attrName>
                                        </p:attrNameLst>
                                      </p:cBhvr>
                                      <p:tavLst>
                                        <p:tav tm="0">
                                          <p:val>
                                            <p:clrVal>
                                              <a:schemeClr val="accent2"/>
                                            </p:clrVal>
                                          </p:val>
                                        </p:tav>
                                        <p:tav tm="50000">
                                          <p:val>
                                            <p:clrVal>
                                              <a:schemeClr val="hlink"/>
                                            </p:clrVal>
                                          </p:val>
                                        </p:tav>
                                      </p:tavLst>
                                    </p:anim>
                                    <p:set>
                                      <p:cBhvr>
                                        <p:cTn id="31" dur="80"/>
                                        <p:tgtEl>
                                          <p:spTgt spid="28678"/>
                                        </p:tgtEl>
                                        <p:attrNameLst>
                                          <p:attrName>fill.type</p:attrName>
                                        </p:attrNameLst>
                                      </p:cBhvr>
                                      <p:to>
                                        <p:strVal val="solid"/>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8680"/>
                                        </p:tgtEl>
                                        <p:attrNameLst>
                                          <p:attrName>style.visibility</p:attrName>
                                        </p:attrNameLst>
                                      </p:cBhvr>
                                      <p:to>
                                        <p:strVal val="visible"/>
                                      </p:to>
                                    </p:set>
                                    <p:animEffect transition="in" filter="wipe(down)">
                                      <p:cBhvr>
                                        <p:cTn id="36" dur="500"/>
                                        <p:tgtEl>
                                          <p:spTgt spid="2868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8682"/>
                                        </p:tgtEl>
                                        <p:attrNameLst>
                                          <p:attrName>style.visibility</p:attrName>
                                        </p:attrNameLst>
                                      </p:cBhvr>
                                      <p:to>
                                        <p:strVal val="visible"/>
                                      </p:to>
                                    </p:set>
                                    <p:animEffect transition="in" filter="wipe(down)">
                                      <p:cBhvr>
                                        <p:cTn id="41" dur="500"/>
                                        <p:tgtEl>
                                          <p:spTgt spid="2868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8683"/>
                                        </p:tgtEl>
                                        <p:attrNameLst>
                                          <p:attrName>style.visibility</p:attrName>
                                        </p:attrNameLst>
                                      </p:cBhvr>
                                      <p:to>
                                        <p:strVal val="visible"/>
                                      </p:to>
                                    </p:set>
                                    <p:animEffect transition="in" filter="wipe(left)">
                                      <p:cBhvr>
                                        <p:cTn id="46" dur="500"/>
                                        <p:tgtEl>
                                          <p:spTgt spid="28683"/>
                                        </p:tgtEl>
                                      </p:cBhvr>
                                    </p:animEffect>
                                  </p:childTnLst>
                                </p:cTn>
                              </p:par>
                            </p:childTnLst>
                          </p:cTn>
                        </p:par>
                      </p:childTnLst>
                    </p:cTn>
                  </p:par>
                  <p:par>
                    <p:cTn id="47" fill="hold">
                      <p:stCondLst>
                        <p:cond delay="indefinite"/>
                      </p:stCondLst>
                      <p:childTnLst>
                        <p:par>
                          <p:cTn id="48" fill="hold">
                            <p:stCondLst>
                              <p:cond delay="0"/>
                            </p:stCondLst>
                            <p:childTnLst>
                              <p:par>
                                <p:cTn id="49" presetID="27" presetClass="entr" presetSubtype="0" fill="hold" grpId="0" nodeType="clickEffect">
                                  <p:stCondLst>
                                    <p:cond delay="0"/>
                                  </p:stCondLst>
                                  <p:iterate type="lt">
                                    <p:tmPct val="50000"/>
                                  </p:iterate>
                                  <p:childTnLst>
                                    <p:set>
                                      <p:cBhvr>
                                        <p:cTn id="50" dur="1" fill="hold">
                                          <p:stCondLst>
                                            <p:cond delay="0"/>
                                          </p:stCondLst>
                                        </p:cTn>
                                        <p:tgtEl>
                                          <p:spTgt spid="28684"/>
                                        </p:tgtEl>
                                        <p:attrNameLst>
                                          <p:attrName>style.visibility</p:attrName>
                                        </p:attrNameLst>
                                      </p:cBhvr>
                                      <p:to>
                                        <p:strVal val="visible"/>
                                      </p:to>
                                    </p:set>
                                    <p:anim calcmode="discrete" valueType="clr">
                                      <p:cBhvr override="childStyle">
                                        <p:cTn id="51" dur="80"/>
                                        <p:tgtEl>
                                          <p:spTgt spid="28684"/>
                                        </p:tgtEl>
                                        <p:attrNameLst>
                                          <p:attrName>style.color</p:attrName>
                                        </p:attrNameLst>
                                      </p:cBhvr>
                                      <p:tavLst>
                                        <p:tav tm="0">
                                          <p:val>
                                            <p:clrVal>
                                              <a:schemeClr val="accent2"/>
                                            </p:clrVal>
                                          </p:val>
                                        </p:tav>
                                        <p:tav tm="50000">
                                          <p:val>
                                            <p:clrVal>
                                              <a:schemeClr val="hlink"/>
                                            </p:clrVal>
                                          </p:val>
                                        </p:tav>
                                      </p:tavLst>
                                    </p:anim>
                                    <p:anim calcmode="discrete" valueType="clr">
                                      <p:cBhvr>
                                        <p:cTn id="52" dur="80"/>
                                        <p:tgtEl>
                                          <p:spTgt spid="28684"/>
                                        </p:tgtEl>
                                        <p:attrNameLst>
                                          <p:attrName>fillcolor</p:attrName>
                                        </p:attrNameLst>
                                      </p:cBhvr>
                                      <p:tavLst>
                                        <p:tav tm="0">
                                          <p:val>
                                            <p:clrVal>
                                              <a:schemeClr val="accent2"/>
                                            </p:clrVal>
                                          </p:val>
                                        </p:tav>
                                        <p:tav tm="50000">
                                          <p:val>
                                            <p:clrVal>
                                              <a:schemeClr val="hlink"/>
                                            </p:clrVal>
                                          </p:val>
                                        </p:tav>
                                      </p:tavLst>
                                    </p:anim>
                                    <p:set>
                                      <p:cBhvr>
                                        <p:cTn id="53" dur="80"/>
                                        <p:tgtEl>
                                          <p:spTgt spid="28684"/>
                                        </p:tgtEl>
                                        <p:attrNameLst>
                                          <p:attrName>fill.type</p:attrName>
                                        </p:attrNameLst>
                                      </p:cBhvr>
                                      <p:to>
                                        <p:strVal val="solid"/>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2868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868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868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7" presetClass="entr" presetSubtype="0" fill="hold" grpId="0" nodeType="clickEffect">
                                  <p:stCondLst>
                                    <p:cond delay="0"/>
                                  </p:stCondLst>
                                  <p:iterate type="lt">
                                    <p:tmPct val="50000"/>
                                  </p:iterate>
                                  <p:childTnLst>
                                    <p:set>
                                      <p:cBhvr>
                                        <p:cTn id="69" dur="1" fill="hold">
                                          <p:stCondLst>
                                            <p:cond delay="0"/>
                                          </p:stCondLst>
                                        </p:cTn>
                                        <p:tgtEl>
                                          <p:spTgt spid="28691"/>
                                        </p:tgtEl>
                                        <p:attrNameLst>
                                          <p:attrName>style.visibility</p:attrName>
                                        </p:attrNameLst>
                                      </p:cBhvr>
                                      <p:to>
                                        <p:strVal val="visible"/>
                                      </p:to>
                                    </p:set>
                                    <p:anim calcmode="discrete" valueType="clr">
                                      <p:cBhvr override="childStyle">
                                        <p:cTn id="70" dur="80"/>
                                        <p:tgtEl>
                                          <p:spTgt spid="28691"/>
                                        </p:tgtEl>
                                        <p:attrNameLst>
                                          <p:attrName>style.color</p:attrName>
                                        </p:attrNameLst>
                                      </p:cBhvr>
                                      <p:tavLst>
                                        <p:tav tm="0">
                                          <p:val>
                                            <p:clrVal>
                                              <a:schemeClr val="accent2"/>
                                            </p:clrVal>
                                          </p:val>
                                        </p:tav>
                                        <p:tav tm="50000">
                                          <p:val>
                                            <p:clrVal>
                                              <a:schemeClr val="hlink"/>
                                            </p:clrVal>
                                          </p:val>
                                        </p:tav>
                                      </p:tavLst>
                                    </p:anim>
                                    <p:anim calcmode="discrete" valueType="clr">
                                      <p:cBhvr>
                                        <p:cTn id="71" dur="80"/>
                                        <p:tgtEl>
                                          <p:spTgt spid="28691"/>
                                        </p:tgtEl>
                                        <p:attrNameLst>
                                          <p:attrName>fillcolor</p:attrName>
                                        </p:attrNameLst>
                                      </p:cBhvr>
                                      <p:tavLst>
                                        <p:tav tm="0">
                                          <p:val>
                                            <p:clrVal>
                                              <a:schemeClr val="accent2"/>
                                            </p:clrVal>
                                          </p:val>
                                        </p:tav>
                                        <p:tav tm="50000">
                                          <p:val>
                                            <p:clrVal>
                                              <a:schemeClr val="hlink"/>
                                            </p:clrVal>
                                          </p:val>
                                        </p:tav>
                                      </p:tavLst>
                                    </p:anim>
                                    <p:set>
                                      <p:cBhvr>
                                        <p:cTn id="72" dur="80"/>
                                        <p:tgtEl>
                                          <p:spTgt spid="28691"/>
                                        </p:tgtEl>
                                        <p:attrNameLst>
                                          <p:attrName>fill.type</p:attrName>
                                        </p:attrNameLst>
                                      </p:cBhvr>
                                      <p:to>
                                        <p:strVal val="solid"/>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28692"/>
                                        </p:tgtEl>
                                        <p:attrNameLst>
                                          <p:attrName>style.visibility</p:attrName>
                                        </p:attrNameLst>
                                      </p:cBhvr>
                                      <p:to>
                                        <p:strVal val="visible"/>
                                      </p:to>
                                    </p:set>
                                    <p:animEffect transition="in" filter="wipe(down)">
                                      <p:cBhvr>
                                        <p:cTn id="77" dur="500"/>
                                        <p:tgtEl>
                                          <p:spTgt spid="2869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2" fill="hold" grpId="0" nodeType="clickEffect">
                                  <p:stCondLst>
                                    <p:cond delay="0"/>
                                  </p:stCondLst>
                                  <p:childTnLst>
                                    <p:set>
                                      <p:cBhvr>
                                        <p:cTn id="81" dur="1" fill="hold">
                                          <p:stCondLst>
                                            <p:cond delay="0"/>
                                          </p:stCondLst>
                                        </p:cTn>
                                        <p:tgtEl>
                                          <p:spTgt spid="28693"/>
                                        </p:tgtEl>
                                        <p:attrNameLst>
                                          <p:attrName>style.visibility</p:attrName>
                                        </p:attrNameLst>
                                      </p:cBhvr>
                                      <p:to>
                                        <p:strVal val="visible"/>
                                      </p:to>
                                    </p:set>
                                    <p:animEffect transition="in" filter="wipe(right)">
                                      <p:cBhvr>
                                        <p:cTn id="82" dur="500"/>
                                        <p:tgtEl>
                                          <p:spTgt spid="28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8" grpId="0"/>
      <p:bldP spid="28680" grpId="0"/>
      <p:bldP spid="28682" grpId="0"/>
      <p:bldP spid="28684" grpId="0"/>
      <p:bldP spid="28691" grpId="0"/>
      <p:bldP spid="2869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对象 29697"/>
          <p:cNvGraphicFramePr/>
          <p:nvPr/>
        </p:nvGraphicFramePr>
        <p:xfrm>
          <a:off x="2667000" y="736600"/>
          <a:ext cx="1295400" cy="565150"/>
        </p:xfrm>
        <a:graphic>
          <a:graphicData uri="http://schemas.openxmlformats.org/presentationml/2006/ole">
            <mc:AlternateContent xmlns:mc="http://schemas.openxmlformats.org/markup-compatibility/2006">
              <mc:Choice xmlns:v="urn:schemas-microsoft-com:vml" Requires="v">
                <p:oleObj r:id="rId2" imgW="520700" imgH="228600" progId="Equation.DSMT4">
                  <p:embed/>
                </p:oleObj>
              </mc:Choice>
              <mc:Fallback>
                <p:oleObj r:id="rId2" imgW="520700" imgH="228600" progId="Equation.DSMT4">
                  <p:embed/>
                  <p:pic>
                    <p:nvPicPr>
                      <p:cNvPr id="0" name="图片 3144"/>
                      <p:cNvPicPr/>
                      <p:nvPr/>
                    </p:nvPicPr>
                    <p:blipFill>
                      <a:blip r:embed="rId3"/>
                      <a:stretch>
                        <a:fillRect/>
                      </a:stretch>
                    </p:blipFill>
                    <p:spPr>
                      <a:xfrm>
                        <a:off x="2667000" y="736600"/>
                        <a:ext cx="1295400" cy="565150"/>
                      </a:xfrm>
                      <a:prstGeom prst="rect">
                        <a:avLst/>
                      </a:prstGeom>
                      <a:noFill/>
                      <a:ln w="38100">
                        <a:noFill/>
                        <a:miter/>
                      </a:ln>
                    </p:spPr>
                  </p:pic>
                </p:oleObj>
              </mc:Fallback>
            </mc:AlternateContent>
          </a:graphicData>
        </a:graphic>
      </p:graphicFrame>
      <p:graphicFrame>
        <p:nvGraphicFramePr>
          <p:cNvPr id="29699" name="对象 29698"/>
          <p:cNvGraphicFramePr/>
          <p:nvPr/>
        </p:nvGraphicFramePr>
        <p:xfrm>
          <a:off x="4419600" y="768350"/>
          <a:ext cx="2971800" cy="482600"/>
        </p:xfrm>
        <a:graphic>
          <a:graphicData uri="http://schemas.openxmlformats.org/presentationml/2006/ole">
            <mc:AlternateContent xmlns:mc="http://schemas.openxmlformats.org/markup-compatibility/2006">
              <mc:Choice xmlns:v="urn:schemas-microsoft-com:vml" Requires="v">
                <p:oleObj r:id="rId4" imgW="1409700" imgH="228600" progId="Equation.DSMT4">
                  <p:embed/>
                </p:oleObj>
              </mc:Choice>
              <mc:Fallback>
                <p:oleObj r:id="rId4" imgW="1409700" imgH="228600" progId="Equation.DSMT4">
                  <p:embed/>
                  <p:pic>
                    <p:nvPicPr>
                      <p:cNvPr id="0" name="图片 3139"/>
                      <p:cNvPicPr/>
                      <p:nvPr/>
                    </p:nvPicPr>
                    <p:blipFill>
                      <a:blip r:embed="rId5"/>
                      <a:stretch>
                        <a:fillRect/>
                      </a:stretch>
                    </p:blipFill>
                    <p:spPr>
                      <a:xfrm>
                        <a:off x="4419600" y="768350"/>
                        <a:ext cx="2971800" cy="482600"/>
                      </a:xfrm>
                      <a:prstGeom prst="rect">
                        <a:avLst/>
                      </a:prstGeom>
                      <a:noFill/>
                      <a:ln w="38100">
                        <a:noFill/>
                        <a:miter/>
                      </a:ln>
                    </p:spPr>
                  </p:pic>
                </p:oleObj>
              </mc:Fallback>
            </mc:AlternateContent>
          </a:graphicData>
        </a:graphic>
      </p:graphicFrame>
      <p:sp>
        <p:nvSpPr>
          <p:cNvPr id="29700" name="矩形 29699"/>
          <p:cNvSpPr/>
          <p:nvPr/>
        </p:nvSpPr>
        <p:spPr>
          <a:xfrm>
            <a:off x="247650" y="706438"/>
            <a:ext cx="2495550" cy="519112"/>
          </a:xfrm>
          <a:prstGeom prst="rect">
            <a:avLst/>
          </a:prstGeom>
          <a:noFill/>
          <a:ln w="9525">
            <a:noFill/>
          </a:ln>
        </p:spPr>
        <p:txBody>
          <a:bodyPr wrap="none" anchor="ctr" anchorCtr="0">
            <a:spAutoFit/>
          </a:bodyPr>
          <a:lstStyle/>
          <a:p>
            <a:pPr>
              <a:buNone/>
            </a:pPr>
            <a:r>
              <a:rPr lang="zh-CN" altLang="en-US" sz="2800" b="1" dirty="0">
                <a:latin typeface="楷体_GB2312" pitchFamily="49" charset="-122"/>
                <a:ea typeface="楷体_GB2312" pitchFamily="49" charset="-122"/>
              </a:rPr>
              <a:t>证 设有一组数</a:t>
            </a:r>
          </a:p>
        </p:txBody>
      </p:sp>
      <p:sp>
        <p:nvSpPr>
          <p:cNvPr id="29701" name="矩形 29700"/>
          <p:cNvSpPr/>
          <p:nvPr/>
        </p:nvSpPr>
        <p:spPr>
          <a:xfrm>
            <a:off x="3886200" y="736600"/>
            <a:ext cx="533400" cy="519113"/>
          </a:xfrm>
          <a:prstGeom prst="rect">
            <a:avLst/>
          </a:prstGeom>
          <a:noFill/>
          <a:ln w="9525">
            <a:noFill/>
          </a:ln>
        </p:spPr>
        <p:txBody>
          <a:bodyPr anchor="ctr" anchorCtr="0">
            <a:spAutoFit/>
          </a:bodyPr>
          <a:lstStyle/>
          <a:p>
            <a:pPr>
              <a:buNone/>
            </a:pPr>
            <a:r>
              <a:rPr lang="zh-CN" altLang="en-US" sz="2800" b="1" dirty="0">
                <a:latin typeface="Times New Roman" panose="02020603050405020304" pitchFamily="18" charset="0"/>
                <a:ea typeface="楷体_GB2312" pitchFamily="49" charset="-122"/>
              </a:rPr>
              <a:t>使</a:t>
            </a:r>
            <a:endParaRPr lang="zh-CN" altLang="en-US" sz="2800" b="1" dirty="0">
              <a:latin typeface="Arial" panose="020B0604020202020204" pitchFamily="34" charset="0"/>
              <a:ea typeface="楷体_GB2312" pitchFamily="49" charset="-122"/>
            </a:endParaRPr>
          </a:p>
        </p:txBody>
      </p:sp>
      <p:sp>
        <p:nvSpPr>
          <p:cNvPr id="29702" name="矩形 29701"/>
          <p:cNvSpPr/>
          <p:nvPr/>
        </p:nvSpPr>
        <p:spPr>
          <a:xfrm>
            <a:off x="304800" y="1301750"/>
            <a:ext cx="2673350" cy="519113"/>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代入题设条件有</a:t>
            </a:r>
            <a:endParaRPr lang="zh-CN" altLang="en-US" sz="2800" b="1" dirty="0">
              <a:latin typeface="Arial" panose="020B0604020202020204" pitchFamily="34" charset="0"/>
              <a:ea typeface="楷体_GB2312" pitchFamily="49" charset="-122"/>
            </a:endParaRPr>
          </a:p>
        </p:txBody>
      </p:sp>
      <p:graphicFrame>
        <p:nvGraphicFramePr>
          <p:cNvPr id="29703" name="对象 29702"/>
          <p:cNvGraphicFramePr/>
          <p:nvPr/>
        </p:nvGraphicFramePr>
        <p:xfrm>
          <a:off x="2895600" y="1301750"/>
          <a:ext cx="6248400" cy="596900"/>
        </p:xfrm>
        <a:graphic>
          <a:graphicData uri="http://schemas.openxmlformats.org/presentationml/2006/ole">
            <mc:AlternateContent xmlns:mc="http://schemas.openxmlformats.org/markup-compatibility/2006">
              <mc:Choice xmlns:v="urn:schemas-microsoft-com:vml" Requires="v">
                <p:oleObj r:id="rId6" imgW="2692400" imgH="254000" progId="Equation.DSMT4">
                  <p:embed/>
                </p:oleObj>
              </mc:Choice>
              <mc:Fallback>
                <p:oleObj r:id="rId6" imgW="2692400" imgH="254000" progId="Equation.DSMT4">
                  <p:embed/>
                  <p:pic>
                    <p:nvPicPr>
                      <p:cNvPr id="0" name="图片 3136"/>
                      <p:cNvPicPr/>
                      <p:nvPr/>
                    </p:nvPicPr>
                    <p:blipFill>
                      <a:blip r:embed="rId7"/>
                      <a:stretch>
                        <a:fillRect/>
                      </a:stretch>
                    </p:blipFill>
                    <p:spPr>
                      <a:xfrm>
                        <a:off x="2895600" y="1301750"/>
                        <a:ext cx="6248400" cy="596900"/>
                      </a:xfrm>
                      <a:prstGeom prst="rect">
                        <a:avLst/>
                      </a:prstGeom>
                      <a:noFill/>
                      <a:ln w="38100">
                        <a:noFill/>
                        <a:miter/>
                      </a:ln>
                    </p:spPr>
                  </p:pic>
                </p:oleObj>
              </mc:Fallback>
            </mc:AlternateContent>
          </a:graphicData>
        </a:graphic>
      </p:graphicFrame>
      <p:sp>
        <p:nvSpPr>
          <p:cNvPr id="29704" name="矩形 29703"/>
          <p:cNvSpPr/>
          <p:nvPr/>
        </p:nvSpPr>
        <p:spPr>
          <a:xfrm>
            <a:off x="304800" y="1835150"/>
            <a:ext cx="1250950" cy="519113"/>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整理得</a:t>
            </a:r>
            <a:endParaRPr lang="zh-CN" altLang="en-US" sz="2800" b="1" dirty="0">
              <a:latin typeface="Arial" panose="020B0604020202020204" pitchFamily="34" charset="0"/>
              <a:ea typeface="楷体_GB2312" pitchFamily="49" charset="-122"/>
            </a:endParaRPr>
          </a:p>
        </p:txBody>
      </p:sp>
      <p:sp>
        <p:nvSpPr>
          <p:cNvPr id="29705" name="矩形 29704"/>
          <p:cNvSpPr/>
          <p:nvPr/>
        </p:nvSpPr>
        <p:spPr>
          <a:xfrm>
            <a:off x="0" y="5081588"/>
            <a:ext cx="9144000" cy="0"/>
          </a:xfrm>
          <a:prstGeom prst="rect">
            <a:avLst/>
          </a:prstGeom>
          <a:noFill/>
          <a:ln w="9525">
            <a:noFill/>
          </a:ln>
        </p:spPr>
        <p:txBody>
          <a:bodyPr/>
          <a:lstStyle/>
          <a:p>
            <a:endParaRPr lang="zh-CN" altLang="en-US"/>
          </a:p>
        </p:txBody>
      </p:sp>
      <p:sp>
        <p:nvSpPr>
          <p:cNvPr id="29706" name="矩形 29705"/>
          <p:cNvSpPr/>
          <p:nvPr/>
        </p:nvSpPr>
        <p:spPr>
          <a:xfrm>
            <a:off x="0" y="5111750"/>
            <a:ext cx="9144000" cy="0"/>
          </a:xfrm>
          <a:prstGeom prst="rect">
            <a:avLst/>
          </a:prstGeom>
          <a:noFill/>
          <a:ln w="9525">
            <a:noFill/>
          </a:ln>
        </p:spPr>
        <p:txBody>
          <a:bodyPr/>
          <a:lstStyle/>
          <a:p>
            <a:endParaRPr lang="zh-CN" altLang="en-US"/>
          </a:p>
        </p:txBody>
      </p:sp>
      <p:graphicFrame>
        <p:nvGraphicFramePr>
          <p:cNvPr id="29707" name="对象 29706"/>
          <p:cNvGraphicFramePr/>
          <p:nvPr/>
        </p:nvGraphicFramePr>
        <p:xfrm>
          <a:off x="1524000" y="1835150"/>
          <a:ext cx="5638800" cy="552450"/>
        </p:xfrm>
        <a:graphic>
          <a:graphicData uri="http://schemas.openxmlformats.org/presentationml/2006/ole">
            <mc:AlternateContent xmlns:mc="http://schemas.openxmlformats.org/markup-compatibility/2006">
              <mc:Choice xmlns:v="urn:schemas-microsoft-com:vml" Requires="v">
                <p:oleObj r:id="rId8" imgW="2616200" imgH="254000" progId="Equation.DSMT4">
                  <p:embed/>
                </p:oleObj>
              </mc:Choice>
              <mc:Fallback>
                <p:oleObj r:id="rId8" imgW="2616200" imgH="254000" progId="Equation.DSMT4">
                  <p:embed/>
                  <p:pic>
                    <p:nvPicPr>
                      <p:cNvPr id="0" name="图片 3146"/>
                      <p:cNvPicPr/>
                      <p:nvPr/>
                    </p:nvPicPr>
                    <p:blipFill>
                      <a:blip r:embed="rId9"/>
                      <a:stretch>
                        <a:fillRect/>
                      </a:stretch>
                    </p:blipFill>
                    <p:spPr>
                      <a:xfrm>
                        <a:off x="1524000" y="1835150"/>
                        <a:ext cx="5638800" cy="552450"/>
                      </a:xfrm>
                      <a:prstGeom prst="rect">
                        <a:avLst/>
                      </a:prstGeom>
                      <a:noFill/>
                      <a:ln w="38100">
                        <a:noFill/>
                        <a:miter/>
                      </a:ln>
                    </p:spPr>
                  </p:pic>
                </p:oleObj>
              </mc:Fallback>
            </mc:AlternateContent>
          </a:graphicData>
        </a:graphic>
      </p:graphicFrame>
      <p:sp>
        <p:nvSpPr>
          <p:cNvPr id="29708" name="矩形 29707"/>
          <p:cNvSpPr/>
          <p:nvPr/>
        </p:nvSpPr>
        <p:spPr>
          <a:xfrm>
            <a:off x="304800" y="2368550"/>
            <a:ext cx="539750" cy="519113"/>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因</a:t>
            </a:r>
            <a:endParaRPr lang="zh-CN" altLang="en-US" sz="2800" b="1" dirty="0">
              <a:latin typeface="Arial" panose="020B0604020202020204" pitchFamily="34" charset="0"/>
              <a:ea typeface="楷体_GB2312" pitchFamily="49" charset="-122"/>
            </a:endParaRPr>
          </a:p>
        </p:txBody>
      </p:sp>
      <p:graphicFrame>
        <p:nvGraphicFramePr>
          <p:cNvPr id="29709" name="对象 29708"/>
          <p:cNvGraphicFramePr/>
          <p:nvPr/>
        </p:nvGraphicFramePr>
        <p:xfrm>
          <a:off x="838200" y="2368550"/>
          <a:ext cx="1371600" cy="541338"/>
        </p:xfrm>
        <a:graphic>
          <a:graphicData uri="http://schemas.openxmlformats.org/presentationml/2006/ole">
            <mc:AlternateContent xmlns:mc="http://schemas.openxmlformats.org/markup-compatibility/2006">
              <mc:Choice xmlns:v="urn:schemas-microsoft-com:vml" Requires="v">
                <p:oleObj r:id="rId10" imgW="584200" imgH="228600" progId="Equation.DSMT4">
                  <p:embed/>
                </p:oleObj>
              </mc:Choice>
              <mc:Fallback>
                <p:oleObj r:id="rId10" imgW="584200" imgH="228600" progId="Equation.DSMT4">
                  <p:embed/>
                  <p:pic>
                    <p:nvPicPr>
                      <p:cNvPr id="0" name="图片 3137"/>
                      <p:cNvPicPr/>
                      <p:nvPr/>
                    </p:nvPicPr>
                    <p:blipFill>
                      <a:blip r:embed="rId11"/>
                      <a:stretch>
                        <a:fillRect/>
                      </a:stretch>
                    </p:blipFill>
                    <p:spPr>
                      <a:xfrm>
                        <a:off x="838200" y="2368550"/>
                        <a:ext cx="1371600" cy="541338"/>
                      </a:xfrm>
                      <a:prstGeom prst="rect">
                        <a:avLst/>
                      </a:prstGeom>
                      <a:noFill/>
                      <a:ln w="38100">
                        <a:noFill/>
                        <a:miter/>
                      </a:ln>
                    </p:spPr>
                  </p:pic>
                </p:oleObj>
              </mc:Fallback>
            </mc:AlternateContent>
          </a:graphicData>
        </a:graphic>
      </p:graphicFrame>
      <p:sp>
        <p:nvSpPr>
          <p:cNvPr id="29710" name="矩形 29709"/>
          <p:cNvSpPr/>
          <p:nvPr/>
        </p:nvSpPr>
        <p:spPr>
          <a:xfrm>
            <a:off x="2130425" y="2376488"/>
            <a:ext cx="2060575" cy="519112"/>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线性无关，</a:t>
            </a:r>
            <a:r>
              <a:rPr lang="zh-CN" altLang="en-US" sz="2800" dirty="0">
                <a:latin typeface="Arial" panose="020B0604020202020204" pitchFamily="34" charset="0"/>
                <a:ea typeface="楷体_GB2312" pitchFamily="49" charset="-122"/>
              </a:rPr>
              <a:t> </a:t>
            </a:r>
          </a:p>
        </p:txBody>
      </p:sp>
      <p:sp>
        <p:nvSpPr>
          <p:cNvPr id="29711" name="矩形 29710"/>
          <p:cNvSpPr/>
          <p:nvPr/>
        </p:nvSpPr>
        <p:spPr>
          <a:xfrm>
            <a:off x="358140" y="3448050"/>
            <a:ext cx="539750" cy="519113"/>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故</a:t>
            </a:r>
            <a:endParaRPr lang="zh-CN" altLang="en-US" sz="2800" b="1" dirty="0">
              <a:latin typeface="Arial" panose="020B0604020202020204" pitchFamily="34" charset="0"/>
              <a:ea typeface="楷体_GB2312" pitchFamily="49" charset="-122"/>
            </a:endParaRPr>
          </a:p>
        </p:txBody>
      </p:sp>
      <p:graphicFrame>
        <p:nvGraphicFramePr>
          <p:cNvPr id="29712" name="对象 29711"/>
          <p:cNvGraphicFramePr/>
          <p:nvPr/>
        </p:nvGraphicFramePr>
        <p:xfrm>
          <a:off x="821690" y="2946400"/>
          <a:ext cx="1828800" cy="1635125"/>
        </p:xfrm>
        <a:graphic>
          <a:graphicData uri="http://schemas.openxmlformats.org/presentationml/2006/ole">
            <mc:AlternateContent xmlns:mc="http://schemas.openxmlformats.org/markup-compatibility/2006">
              <mc:Choice xmlns:v="urn:schemas-microsoft-com:vml" Requires="v">
                <p:oleObj r:id="rId12" imgW="799465" imgH="711200" progId="Equation.DSMT4">
                  <p:embed/>
                </p:oleObj>
              </mc:Choice>
              <mc:Fallback>
                <p:oleObj r:id="rId12" imgW="799465" imgH="711200" progId="Equation.DSMT4">
                  <p:embed/>
                  <p:pic>
                    <p:nvPicPr>
                      <p:cNvPr id="0" name="图片 3138"/>
                      <p:cNvPicPr/>
                      <p:nvPr/>
                    </p:nvPicPr>
                    <p:blipFill>
                      <a:blip r:embed="rId13"/>
                      <a:stretch>
                        <a:fillRect/>
                      </a:stretch>
                    </p:blipFill>
                    <p:spPr>
                      <a:xfrm>
                        <a:off x="821690" y="2946400"/>
                        <a:ext cx="1828800" cy="1635125"/>
                      </a:xfrm>
                      <a:prstGeom prst="rect">
                        <a:avLst/>
                      </a:prstGeom>
                      <a:noFill/>
                      <a:ln w="38100">
                        <a:noFill/>
                        <a:miter/>
                      </a:ln>
                    </p:spPr>
                  </p:pic>
                </p:oleObj>
              </mc:Fallback>
            </mc:AlternateContent>
          </a:graphicData>
        </a:graphic>
      </p:graphicFrame>
      <p:sp>
        <p:nvSpPr>
          <p:cNvPr id="29713" name="矩形 29712"/>
          <p:cNvSpPr/>
          <p:nvPr/>
        </p:nvSpPr>
        <p:spPr>
          <a:xfrm>
            <a:off x="4203700" y="5856288"/>
            <a:ext cx="282575" cy="519112"/>
          </a:xfrm>
          <a:prstGeom prst="rect">
            <a:avLst/>
          </a:prstGeom>
          <a:noFill/>
          <a:ln w="9525">
            <a:noFill/>
          </a:ln>
        </p:spPr>
        <p:txBody>
          <a:bodyPr wrap="none" anchor="ctr" anchorCtr="0">
            <a:spAutoFit/>
          </a:bodyPr>
          <a:lstStyle/>
          <a:p>
            <a:r>
              <a:rPr lang="en-US" altLang="zh-CN" sz="2800" dirty="0">
                <a:latin typeface="Arial" panose="020B0604020202020204" pitchFamily="34" charset="0"/>
              </a:rPr>
              <a:t> </a:t>
            </a:r>
          </a:p>
        </p:txBody>
      </p:sp>
      <p:graphicFrame>
        <p:nvGraphicFramePr>
          <p:cNvPr id="29714" name="对象 29713"/>
          <p:cNvGraphicFramePr/>
          <p:nvPr/>
        </p:nvGraphicFramePr>
        <p:xfrm>
          <a:off x="4931728" y="2997200"/>
          <a:ext cx="2362200" cy="1541463"/>
        </p:xfrm>
        <a:graphic>
          <a:graphicData uri="http://schemas.openxmlformats.org/presentationml/2006/ole">
            <mc:AlternateContent xmlns:mc="http://schemas.openxmlformats.org/markup-compatibility/2006">
              <mc:Choice xmlns:v="urn:schemas-microsoft-com:vml" Requires="v">
                <p:oleObj r:id="rId14" imgW="1091565" imgH="711200" progId="Equation.DSMT4">
                  <p:embed/>
                </p:oleObj>
              </mc:Choice>
              <mc:Fallback>
                <p:oleObj r:id="rId14" imgW="1091565" imgH="711200" progId="Equation.DSMT4">
                  <p:embed/>
                  <p:pic>
                    <p:nvPicPr>
                      <p:cNvPr id="0" name="图片 3140"/>
                      <p:cNvPicPr/>
                      <p:nvPr/>
                    </p:nvPicPr>
                    <p:blipFill>
                      <a:blip r:embed="rId15"/>
                      <a:stretch>
                        <a:fillRect/>
                      </a:stretch>
                    </p:blipFill>
                    <p:spPr>
                      <a:xfrm>
                        <a:off x="4931728" y="2997200"/>
                        <a:ext cx="2362200" cy="1541463"/>
                      </a:xfrm>
                      <a:prstGeom prst="rect">
                        <a:avLst/>
                      </a:prstGeom>
                      <a:noFill/>
                      <a:ln w="38100">
                        <a:noFill/>
                        <a:miter/>
                      </a:ln>
                    </p:spPr>
                  </p:pic>
                </p:oleObj>
              </mc:Fallback>
            </mc:AlternateContent>
          </a:graphicData>
        </a:graphic>
      </p:graphicFrame>
      <p:graphicFrame>
        <p:nvGraphicFramePr>
          <p:cNvPr id="29715" name="对象 29714"/>
          <p:cNvGraphicFramePr/>
          <p:nvPr/>
        </p:nvGraphicFramePr>
        <p:xfrm>
          <a:off x="631825" y="4588510"/>
          <a:ext cx="2895600" cy="530225"/>
        </p:xfrm>
        <a:graphic>
          <a:graphicData uri="http://schemas.openxmlformats.org/presentationml/2006/ole">
            <mc:AlternateContent xmlns:mc="http://schemas.openxmlformats.org/markup-compatibility/2006">
              <mc:Choice xmlns:v="urn:schemas-microsoft-com:vml" Requires="v">
                <p:oleObj r:id="rId16" imgW="1244600" imgH="228600" progId="Equation.DSMT4">
                  <p:embed/>
                </p:oleObj>
              </mc:Choice>
              <mc:Fallback>
                <p:oleObj r:id="rId16" imgW="1244600" imgH="228600" progId="Equation.DSMT4">
                  <p:embed/>
                  <p:pic>
                    <p:nvPicPr>
                      <p:cNvPr id="0" name="图片 3148"/>
                      <p:cNvPicPr/>
                      <p:nvPr/>
                    </p:nvPicPr>
                    <p:blipFill>
                      <a:blip r:embed="rId17"/>
                      <a:stretch>
                        <a:fillRect/>
                      </a:stretch>
                    </p:blipFill>
                    <p:spPr>
                      <a:xfrm>
                        <a:off x="631825" y="4588510"/>
                        <a:ext cx="2895600" cy="530225"/>
                      </a:xfrm>
                      <a:prstGeom prst="rect">
                        <a:avLst/>
                      </a:prstGeom>
                      <a:noFill/>
                      <a:ln w="38100">
                        <a:noFill/>
                        <a:miter/>
                      </a:ln>
                    </p:spPr>
                  </p:pic>
                </p:oleObj>
              </mc:Fallback>
            </mc:AlternateContent>
          </a:graphicData>
        </a:graphic>
      </p:graphicFrame>
      <p:sp>
        <p:nvSpPr>
          <p:cNvPr id="29716" name="矩形 29715"/>
          <p:cNvSpPr/>
          <p:nvPr/>
        </p:nvSpPr>
        <p:spPr>
          <a:xfrm>
            <a:off x="2669540" y="3386138"/>
            <a:ext cx="2317750" cy="519112"/>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因系数行列式</a:t>
            </a:r>
            <a:endParaRPr lang="zh-CN" altLang="en-US" sz="2800" b="1">
              <a:latin typeface="Arial" panose="020B0604020202020204" pitchFamily="34" charset="0"/>
              <a:ea typeface="楷体_GB2312" pitchFamily="49" charset="-122"/>
            </a:endParaRPr>
          </a:p>
        </p:txBody>
      </p:sp>
      <p:sp>
        <p:nvSpPr>
          <p:cNvPr id="29717" name="矩形 29716"/>
          <p:cNvSpPr/>
          <p:nvPr/>
        </p:nvSpPr>
        <p:spPr>
          <a:xfrm>
            <a:off x="7374890" y="3371850"/>
            <a:ext cx="895350" cy="519113"/>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得出</a:t>
            </a:r>
            <a:endParaRPr lang="zh-CN" altLang="en-US" sz="2800" b="1" dirty="0">
              <a:latin typeface="Arial" panose="020B0604020202020204" pitchFamily="34" charset="0"/>
              <a:ea typeface="楷体_GB2312" pitchFamily="49" charset="-122"/>
            </a:endParaRPr>
          </a:p>
        </p:txBody>
      </p:sp>
      <p:sp>
        <p:nvSpPr>
          <p:cNvPr id="29718" name="矩形 29717"/>
          <p:cNvSpPr/>
          <p:nvPr/>
        </p:nvSpPr>
        <p:spPr>
          <a:xfrm>
            <a:off x="3527425" y="4588510"/>
            <a:ext cx="2416175" cy="519113"/>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这表明要使得</a:t>
            </a:r>
            <a:r>
              <a:rPr lang="zh-CN" altLang="en-US" sz="2800" dirty="0">
                <a:latin typeface="Arial" panose="020B0604020202020204" pitchFamily="34" charset="0"/>
                <a:ea typeface="楷体_GB2312" pitchFamily="49" charset="-122"/>
              </a:rPr>
              <a:t> </a:t>
            </a:r>
          </a:p>
        </p:txBody>
      </p:sp>
      <p:graphicFrame>
        <p:nvGraphicFramePr>
          <p:cNvPr id="29719" name="对象 29718"/>
          <p:cNvGraphicFramePr/>
          <p:nvPr/>
        </p:nvGraphicFramePr>
        <p:xfrm>
          <a:off x="683895" y="5088890"/>
          <a:ext cx="6172200" cy="588963"/>
        </p:xfrm>
        <a:graphic>
          <a:graphicData uri="http://schemas.openxmlformats.org/presentationml/2006/ole">
            <mc:AlternateContent xmlns:mc="http://schemas.openxmlformats.org/markup-compatibility/2006">
              <mc:Choice xmlns:v="urn:schemas-microsoft-com:vml" Requires="v">
                <p:oleObj r:id="rId18" imgW="2692400" imgH="254000" progId="Equation.DSMT4">
                  <p:embed/>
                </p:oleObj>
              </mc:Choice>
              <mc:Fallback>
                <p:oleObj r:id="rId18" imgW="2692400" imgH="254000" progId="Equation.DSMT4">
                  <p:embed/>
                  <p:pic>
                    <p:nvPicPr>
                      <p:cNvPr id="0" name="图片 3151"/>
                      <p:cNvPicPr/>
                      <p:nvPr/>
                    </p:nvPicPr>
                    <p:blipFill>
                      <a:blip r:embed="rId7"/>
                      <a:stretch>
                        <a:fillRect/>
                      </a:stretch>
                    </p:blipFill>
                    <p:spPr>
                      <a:xfrm>
                        <a:off x="683895" y="5088890"/>
                        <a:ext cx="6172200" cy="588963"/>
                      </a:xfrm>
                      <a:prstGeom prst="rect">
                        <a:avLst/>
                      </a:prstGeom>
                      <a:noFill/>
                      <a:ln w="38100">
                        <a:noFill/>
                        <a:miter/>
                      </a:ln>
                    </p:spPr>
                  </p:pic>
                </p:oleObj>
              </mc:Fallback>
            </mc:AlternateContent>
          </a:graphicData>
        </a:graphic>
      </p:graphicFrame>
      <p:graphicFrame>
        <p:nvGraphicFramePr>
          <p:cNvPr id="29720" name="对象 29719"/>
          <p:cNvGraphicFramePr/>
          <p:nvPr/>
        </p:nvGraphicFramePr>
        <p:xfrm>
          <a:off x="1708150" y="5810250"/>
          <a:ext cx="1295400" cy="565150"/>
        </p:xfrm>
        <a:graphic>
          <a:graphicData uri="http://schemas.openxmlformats.org/presentationml/2006/ole">
            <mc:AlternateContent xmlns:mc="http://schemas.openxmlformats.org/markup-compatibility/2006">
              <mc:Choice xmlns:v="urn:schemas-microsoft-com:vml" Requires="v">
                <p:oleObj r:id="rId19" imgW="520700" imgH="228600" progId="Equation.DSMT4">
                  <p:embed/>
                </p:oleObj>
              </mc:Choice>
              <mc:Fallback>
                <p:oleObj r:id="rId19" imgW="520700" imgH="228600" progId="Equation.DSMT4">
                  <p:embed/>
                  <p:pic>
                    <p:nvPicPr>
                      <p:cNvPr id="0" name="图片 3150"/>
                      <p:cNvPicPr/>
                      <p:nvPr/>
                    </p:nvPicPr>
                    <p:blipFill>
                      <a:blip r:embed="rId3"/>
                      <a:stretch>
                        <a:fillRect/>
                      </a:stretch>
                    </p:blipFill>
                    <p:spPr>
                      <a:xfrm>
                        <a:off x="1708150" y="5810250"/>
                        <a:ext cx="1295400" cy="565150"/>
                      </a:xfrm>
                      <a:prstGeom prst="rect">
                        <a:avLst/>
                      </a:prstGeom>
                      <a:noFill/>
                      <a:ln w="38100">
                        <a:noFill/>
                        <a:miter/>
                      </a:ln>
                    </p:spPr>
                  </p:pic>
                </p:oleObj>
              </mc:Fallback>
            </mc:AlternateContent>
          </a:graphicData>
        </a:graphic>
      </p:graphicFrame>
      <p:graphicFrame>
        <p:nvGraphicFramePr>
          <p:cNvPr id="29721" name="对象 29720"/>
          <p:cNvGraphicFramePr/>
          <p:nvPr/>
        </p:nvGraphicFramePr>
        <p:xfrm>
          <a:off x="5975350" y="5819775"/>
          <a:ext cx="1219200" cy="479425"/>
        </p:xfrm>
        <a:graphic>
          <a:graphicData uri="http://schemas.openxmlformats.org/presentationml/2006/ole">
            <mc:AlternateContent xmlns:mc="http://schemas.openxmlformats.org/markup-compatibility/2006">
              <mc:Choice xmlns:v="urn:schemas-microsoft-com:vml" Requires="v">
                <p:oleObj r:id="rId20" imgW="584200" imgH="228600" progId="Equation.DSMT4">
                  <p:embed/>
                </p:oleObj>
              </mc:Choice>
              <mc:Fallback>
                <p:oleObj r:id="rId20" imgW="584200" imgH="228600" progId="Equation.DSMT4">
                  <p:embed/>
                  <p:pic>
                    <p:nvPicPr>
                      <p:cNvPr id="0" name="图片 3152"/>
                      <p:cNvPicPr/>
                      <p:nvPr/>
                    </p:nvPicPr>
                    <p:blipFill>
                      <a:blip r:embed="rId21"/>
                      <a:stretch>
                        <a:fillRect/>
                      </a:stretch>
                    </p:blipFill>
                    <p:spPr>
                      <a:xfrm>
                        <a:off x="5975350" y="5819775"/>
                        <a:ext cx="1219200" cy="479425"/>
                      </a:xfrm>
                      <a:prstGeom prst="rect">
                        <a:avLst/>
                      </a:prstGeom>
                      <a:noFill/>
                      <a:ln w="38100">
                        <a:noFill/>
                        <a:miter/>
                      </a:ln>
                    </p:spPr>
                  </p:pic>
                </p:oleObj>
              </mc:Fallback>
            </mc:AlternateContent>
          </a:graphicData>
        </a:graphic>
      </p:graphicFrame>
      <p:sp>
        <p:nvSpPr>
          <p:cNvPr id="29722" name="矩形 29721"/>
          <p:cNvSpPr/>
          <p:nvPr/>
        </p:nvSpPr>
        <p:spPr>
          <a:xfrm>
            <a:off x="224155" y="5680710"/>
            <a:ext cx="1598295" cy="721360"/>
          </a:xfrm>
          <a:prstGeom prst="rect">
            <a:avLst/>
          </a:prstGeom>
          <a:noFill/>
          <a:ln w="9525">
            <a:noFill/>
          </a:ln>
        </p:spPr>
        <p:txBody>
          <a:bodyPr wrap="none" anchor="ctr" anchorCtr="0">
            <a:noAutofit/>
          </a:bodyPr>
          <a:lstStyle/>
          <a:p>
            <a:pPr>
              <a:buNone/>
            </a:pPr>
            <a:r>
              <a:rPr lang="zh-CN" altLang="en-US" sz="2800" b="1" dirty="0">
                <a:latin typeface="Times New Roman" panose="02020603050405020304" pitchFamily="18" charset="0"/>
                <a:ea typeface="楷体_GB2312" pitchFamily="49" charset="-122"/>
              </a:rPr>
              <a:t>成立的数</a:t>
            </a:r>
            <a:endParaRPr lang="zh-CN" altLang="en-US" sz="2800" b="1" dirty="0">
              <a:latin typeface="Arial" panose="020B0604020202020204" pitchFamily="34" charset="0"/>
              <a:ea typeface="楷体_GB2312" pitchFamily="49" charset="-122"/>
            </a:endParaRPr>
          </a:p>
        </p:txBody>
      </p:sp>
      <p:sp>
        <p:nvSpPr>
          <p:cNvPr id="29723" name="矩形 29722"/>
          <p:cNvSpPr/>
          <p:nvPr/>
        </p:nvSpPr>
        <p:spPr>
          <a:xfrm>
            <a:off x="2844800" y="5805805"/>
            <a:ext cx="3206750" cy="563880"/>
          </a:xfrm>
          <a:prstGeom prst="rect">
            <a:avLst/>
          </a:prstGeom>
          <a:noFill/>
          <a:ln w="9525">
            <a:noFill/>
          </a:ln>
        </p:spPr>
        <p:txBody>
          <a:bodyPr wrap="none" anchor="ctr" anchorCtr="0">
            <a:noAutofit/>
          </a:bodyPr>
          <a:lstStyle/>
          <a:p>
            <a:pPr>
              <a:buNone/>
            </a:pPr>
            <a:r>
              <a:rPr lang="zh-CN" altLang="en-US" sz="2800" b="1" dirty="0">
                <a:latin typeface="楷体_GB2312" pitchFamily="49" charset="-122"/>
                <a:ea typeface="楷体_GB2312" pitchFamily="49" charset="-122"/>
              </a:rPr>
              <a:t>必全为</a:t>
            </a:r>
            <a:r>
              <a:rPr lang="en-US" altLang="zh-CN" sz="2800" b="1">
                <a:latin typeface="楷体_GB2312" pitchFamily="49" charset="-122"/>
                <a:ea typeface="楷体_GB2312" pitchFamily="49" charset="-122"/>
              </a:rPr>
              <a:t>0</a:t>
            </a:r>
            <a:r>
              <a:rPr lang="zh-CN" altLang="en-US" sz="2800" b="1" dirty="0">
                <a:latin typeface="楷体_GB2312" pitchFamily="49" charset="-122"/>
                <a:ea typeface="楷体_GB2312" pitchFamily="49" charset="-122"/>
              </a:rPr>
              <a:t>，故向量组</a:t>
            </a:r>
          </a:p>
        </p:txBody>
      </p:sp>
      <p:sp>
        <p:nvSpPr>
          <p:cNvPr id="29724" name="矩形 29723"/>
          <p:cNvSpPr/>
          <p:nvPr/>
        </p:nvSpPr>
        <p:spPr>
          <a:xfrm>
            <a:off x="7137400" y="5757863"/>
            <a:ext cx="1962150" cy="519112"/>
          </a:xfrm>
          <a:prstGeom prst="rect">
            <a:avLst/>
          </a:prstGeom>
          <a:noFill/>
          <a:ln w="9525">
            <a:noFill/>
          </a:ln>
        </p:spPr>
        <p:txBody>
          <a:bodyPr wrap="none" anchor="ctr" anchorCtr="0">
            <a:spAutoFit/>
          </a:bodyPr>
          <a:lstStyle/>
          <a:p>
            <a:pPr>
              <a:buNone/>
            </a:pPr>
            <a:r>
              <a:rPr lang="zh-CN" altLang="en-US" sz="2800" b="1" dirty="0">
                <a:latin typeface="Times New Roman" panose="02020603050405020304" pitchFamily="18" charset="0"/>
                <a:ea typeface="楷体_GB2312" pitchFamily="49" charset="-122"/>
              </a:rPr>
              <a:t>线性无关。</a:t>
            </a:r>
            <a:endParaRPr lang="zh-CN" altLang="en-US" sz="2800" b="1" dirty="0">
              <a:latin typeface="Arial" panose="020B0604020202020204" pitchFamily="34"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wipe(left)">
                                      <p:cBhvr>
                                        <p:cTn id="7" dur="500"/>
                                        <p:tgtEl>
                                          <p:spTgt spid="2970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29698"/>
                                        </p:tgtEl>
                                        <p:attrNameLst>
                                          <p:attrName>style.visibility</p:attrName>
                                        </p:attrNameLst>
                                      </p:cBhvr>
                                      <p:to>
                                        <p:strVal val="visible"/>
                                      </p:to>
                                    </p:set>
                                    <p:animEffect transition="in" filter="wheel(4)">
                                      <p:cBhvr>
                                        <p:cTn id="12" dur="2000"/>
                                        <p:tgtEl>
                                          <p:spTgt spid="2969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9701"/>
                                        </p:tgtEl>
                                        <p:attrNameLst>
                                          <p:attrName>style.visibility</p:attrName>
                                        </p:attrNameLst>
                                      </p:cBhvr>
                                      <p:to>
                                        <p:strVal val="visible"/>
                                      </p:to>
                                    </p:set>
                                    <p:animEffect transition="in" filter="wipe(down)">
                                      <p:cBhvr>
                                        <p:cTn id="17" dur="500"/>
                                        <p:tgtEl>
                                          <p:spTgt spid="297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9699"/>
                                        </p:tgtEl>
                                        <p:attrNameLst>
                                          <p:attrName>style.visibility</p:attrName>
                                        </p:attrNameLst>
                                      </p:cBhvr>
                                      <p:to>
                                        <p:strVal val="visible"/>
                                      </p:to>
                                    </p:set>
                                    <p:animEffect transition="in" filter="wipe(left)">
                                      <p:cBhvr>
                                        <p:cTn id="22" dur="500"/>
                                        <p:tgtEl>
                                          <p:spTgt spid="2969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9702">
                                            <p:txEl>
                                              <p:pRg st="0" end="0"/>
                                            </p:txEl>
                                          </p:spTgt>
                                        </p:tgtEl>
                                        <p:attrNameLst>
                                          <p:attrName>style.visibility</p:attrName>
                                        </p:attrNameLst>
                                      </p:cBhvr>
                                      <p:to>
                                        <p:strVal val="visible"/>
                                      </p:to>
                                    </p:set>
                                    <p:animEffect transition="in" filter="wipe(left)">
                                      <p:cBhvr>
                                        <p:cTn id="27" dur="500"/>
                                        <p:tgtEl>
                                          <p:spTgt spid="2970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1" presetClass="entr" presetSubtype="0" fill="hold" nodeType="clickEffect">
                                  <p:stCondLst>
                                    <p:cond delay="0"/>
                                  </p:stCondLst>
                                  <p:childTnLst>
                                    <p:set>
                                      <p:cBhvr>
                                        <p:cTn id="31" dur="1" fill="hold">
                                          <p:stCondLst>
                                            <p:cond delay="0"/>
                                          </p:stCondLst>
                                        </p:cTn>
                                        <p:tgtEl>
                                          <p:spTgt spid="29703"/>
                                        </p:tgtEl>
                                        <p:attrNameLst>
                                          <p:attrName>style.visibility</p:attrName>
                                        </p:attrNameLst>
                                      </p:cBhvr>
                                      <p:to>
                                        <p:strVal val="visible"/>
                                      </p:to>
                                    </p:set>
                                    <p:animEffect transition="in" filter="fade">
                                      <p:cBhvr>
                                        <p:cTn id="32" dur="770" decel="100000"/>
                                        <p:tgtEl>
                                          <p:spTgt spid="29703"/>
                                        </p:tgtEl>
                                      </p:cBhvr>
                                    </p:animEffect>
                                    <p:animScale>
                                      <p:cBhvr>
                                        <p:cTn id="33" dur="770" decel="100000"/>
                                        <p:tgtEl>
                                          <p:spTgt spid="29703"/>
                                        </p:tgtEl>
                                      </p:cBhvr>
                                      <p:from x="10000" y="10000"/>
                                      <p:to x="200000" y="450000"/>
                                    </p:animScale>
                                    <p:animScale>
                                      <p:cBhvr>
                                        <p:cTn id="34" dur="1230" accel="100000" fill="hold">
                                          <p:stCondLst>
                                            <p:cond delay="770"/>
                                          </p:stCondLst>
                                        </p:cTn>
                                        <p:tgtEl>
                                          <p:spTgt spid="29703"/>
                                        </p:tgtEl>
                                      </p:cBhvr>
                                      <p:from x="200000" y="450000"/>
                                      <p:to x="100000" y="100000"/>
                                    </p:animScale>
                                    <p:set>
                                      <p:cBhvr>
                                        <p:cTn id="35" dur="770" fill="hold"/>
                                        <p:tgtEl>
                                          <p:spTgt spid="29703"/>
                                        </p:tgtEl>
                                        <p:attrNameLst>
                                          <p:attrName>ppt_x</p:attrName>
                                        </p:attrNameLst>
                                      </p:cBhvr>
                                      <p:to>
                                        <p:strVal val="(0.5)"/>
                                      </p:to>
                                    </p:set>
                                    <p:anim from="(0.5)" to="(#ppt_x)" calcmode="lin" valueType="num">
                                      <p:cBhvr>
                                        <p:cTn id="36" dur="1230" accel="100000" fill="hold">
                                          <p:stCondLst>
                                            <p:cond delay="770"/>
                                          </p:stCondLst>
                                        </p:cTn>
                                        <p:tgtEl>
                                          <p:spTgt spid="29703"/>
                                        </p:tgtEl>
                                        <p:attrNameLst>
                                          <p:attrName>ppt_x</p:attrName>
                                        </p:attrNameLst>
                                      </p:cBhvr>
                                    </p:anim>
                                    <p:set>
                                      <p:cBhvr>
                                        <p:cTn id="37" dur="770" fill="hold"/>
                                        <p:tgtEl>
                                          <p:spTgt spid="29703"/>
                                        </p:tgtEl>
                                        <p:attrNameLst>
                                          <p:attrName>ppt_y</p:attrName>
                                        </p:attrNameLst>
                                      </p:cBhvr>
                                      <p:to>
                                        <p:strVal val="(#ppt_y+0.4)"/>
                                      </p:to>
                                    </p:set>
                                    <p:anim from="(#ppt_y+0.4)" to="(#ppt_y)" calcmode="lin" valueType="num">
                                      <p:cBhvr>
                                        <p:cTn id="38" dur="1230" accel="100000" fill="hold">
                                          <p:stCondLst>
                                            <p:cond delay="770"/>
                                          </p:stCondLst>
                                        </p:cTn>
                                        <p:tgtEl>
                                          <p:spTgt spid="29703"/>
                                        </p:tgtEl>
                                        <p:attrNameLst>
                                          <p:attrName>ppt_y</p:attrName>
                                        </p:attrNameLst>
                                      </p:cBhvr>
                                    </p:anim>
                                  </p:childTnLst>
                                </p:cTn>
                              </p:par>
                            </p:childTnLst>
                          </p:cTn>
                        </p:par>
                      </p:childTnLst>
                    </p:cTn>
                  </p:par>
                  <p:par>
                    <p:cTn id="39" fill="hold">
                      <p:stCondLst>
                        <p:cond delay="indefinite"/>
                      </p:stCondLst>
                      <p:childTnLst>
                        <p:par>
                          <p:cTn id="40" fill="hold">
                            <p:stCondLst>
                              <p:cond delay="0"/>
                            </p:stCondLst>
                            <p:childTnLst>
                              <p:par>
                                <p:cTn id="41" presetID="41" presetClass="entr" presetSubtype="0" fill="hold" grpId="0" nodeType="clickEffect">
                                  <p:stCondLst>
                                    <p:cond delay="0"/>
                                  </p:stCondLst>
                                  <p:iterate type="lt">
                                    <p:tmPct val="10000"/>
                                  </p:iterate>
                                  <p:childTnLst>
                                    <p:set>
                                      <p:cBhvr>
                                        <p:cTn id="42" dur="1" fill="hold">
                                          <p:stCondLst>
                                            <p:cond delay="0"/>
                                          </p:stCondLst>
                                        </p:cTn>
                                        <p:tgtEl>
                                          <p:spTgt spid="29704"/>
                                        </p:tgtEl>
                                        <p:attrNameLst>
                                          <p:attrName>style.visibility</p:attrName>
                                        </p:attrNameLst>
                                      </p:cBhvr>
                                      <p:to>
                                        <p:strVal val="visible"/>
                                      </p:to>
                                    </p:set>
                                    <p:anim calcmode="lin" valueType="num">
                                      <p:cBhvr>
                                        <p:cTn id="43" dur="500" fill="hold"/>
                                        <p:tgtEl>
                                          <p:spTgt spid="29704"/>
                                        </p:tgtEl>
                                        <p:attrNameLst>
                                          <p:attrName>ppt_x</p:attrName>
                                        </p:attrNameLst>
                                      </p:cBhvr>
                                      <p:tavLst>
                                        <p:tav tm="0">
                                          <p:val>
                                            <p:strVal val="#ppt_x"/>
                                          </p:val>
                                        </p:tav>
                                        <p:tav tm="50000">
                                          <p:val>
                                            <p:strVal val="#ppt_x+.1"/>
                                          </p:val>
                                        </p:tav>
                                        <p:tav tm="100000">
                                          <p:val>
                                            <p:strVal val="#ppt_x"/>
                                          </p:val>
                                        </p:tav>
                                      </p:tavLst>
                                    </p:anim>
                                    <p:anim calcmode="lin" valueType="num">
                                      <p:cBhvr>
                                        <p:cTn id="44" dur="500" fill="hold"/>
                                        <p:tgtEl>
                                          <p:spTgt spid="29704"/>
                                        </p:tgtEl>
                                        <p:attrNameLst>
                                          <p:attrName>ppt_y</p:attrName>
                                        </p:attrNameLst>
                                      </p:cBhvr>
                                      <p:tavLst>
                                        <p:tav tm="0">
                                          <p:val>
                                            <p:strVal val="#ppt_y"/>
                                          </p:val>
                                        </p:tav>
                                        <p:tav tm="100000">
                                          <p:val>
                                            <p:strVal val="#ppt_y"/>
                                          </p:val>
                                        </p:tav>
                                      </p:tavLst>
                                    </p:anim>
                                    <p:anim calcmode="lin" valueType="num">
                                      <p:cBhvr>
                                        <p:cTn id="45" dur="500" fill="hold"/>
                                        <p:tgtEl>
                                          <p:spTgt spid="29704"/>
                                        </p:tgtEl>
                                        <p:attrNameLst>
                                          <p:attrName>ppt_h</p:attrName>
                                        </p:attrNameLst>
                                      </p:cBhvr>
                                      <p:tavLst>
                                        <p:tav tm="0">
                                          <p:val>
                                            <p:strVal val="#ppt_h/10"/>
                                          </p:val>
                                        </p:tav>
                                        <p:tav tm="50000">
                                          <p:val>
                                            <p:strVal val="#ppt_h+.01"/>
                                          </p:val>
                                        </p:tav>
                                        <p:tav tm="100000">
                                          <p:val>
                                            <p:strVal val="#ppt_h"/>
                                          </p:val>
                                        </p:tav>
                                      </p:tavLst>
                                    </p:anim>
                                    <p:anim calcmode="lin" valueType="num">
                                      <p:cBhvr>
                                        <p:cTn id="46" dur="500" fill="hold"/>
                                        <p:tgtEl>
                                          <p:spTgt spid="29704"/>
                                        </p:tgtEl>
                                        <p:attrNameLst>
                                          <p:attrName>ppt_w</p:attrName>
                                        </p:attrNameLst>
                                      </p:cBhvr>
                                      <p:tavLst>
                                        <p:tav tm="0">
                                          <p:val>
                                            <p:strVal val="#ppt_w/10"/>
                                          </p:val>
                                        </p:tav>
                                        <p:tav tm="50000">
                                          <p:val>
                                            <p:strVal val="#ppt_w+.01"/>
                                          </p:val>
                                        </p:tav>
                                        <p:tav tm="100000">
                                          <p:val>
                                            <p:strVal val="#ppt_w"/>
                                          </p:val>
                                        </p:tav>
                                      </p:tavLst>
                                    </p:anim>
                                    <p:animEffect transition="in" filter="fade">
                                      <p:cBhvr>
                                        <p:cTn id="47" dur="500" tmFilter="0,0; .5, 1; 1, 1"/>
                                        <p:tgtEl>
                                          <p:spTgt spid="29704"/>
                                        </p:tgtEl>
                                      </p:cBhvr>
                                    </p:animEffect>
                                  </p:childTnLst>
                                </p:cTn>
                              </p:par>
                            </p:childTnLst>
                          </p:cTn>
                        </p:par>
                      </p:childTnLst>
                    </p:cTn>
                  </p:par>
                  <p:par>
                    <p:cTn id="48" fill="hold">
                      <p:stCondLst>
                        <p:cond delay="indefinite"/>
                      </p:stCondLst>
                      <p:childTnLst>
                        <p:par>
                          <p:cTn id="49" fill="hold">
                            <p:stCondLst>
                              <p:cond delay="0"/>
                            </p:stCondLst>
                            <p:childTnLst>
                              <p:par>
                                <p:cTn id="50" presetID="51" presetClass="entr" presetSubtype="0" fill="hold" nodeType="clickEffect">
                                  <p:stCondLst>
                                    <p:cond delay="0"/>
                                  </p:stCondLst>
                                  <p:childTnLst>
                                    <p:set>
                                      <p:cBhvr>
                                        <p:cTn id="51" dur="1" fill="hold">
                                          <p:stCondLst>
                                            <p:cond delay="0"/>
                                          </p:stCondLst>
                                        </p:cTn>
                                        <p:tgtEl>
                                          <p:spTgt spid="29707"/>
                                        </p:tgtEl>
                                        <p:attrNameLst>
                                          <p:attrName>style.visibility</p:attrName>
                                        </p:attrNameLst>
                                      </p:cBhvr>
                                      <p:to>
                                        <p:strVal val="visible"/>
                                      </p:to>
                                    </p:set>
                                    <p:animEffect transition="in" filter="fade">
                                      <p:cBhvr>
                                        <p:cTn id="52" dur="770" decel="100000"/>
                                        <p:tgtEl>
                                          <p:spTgt spid="29707"/>
                                        </p:tgtEl>
                                      </p:cBhvr>
                                    </p:animEffect>
                                    <p:animScale>
                                      <p:cBhvr>
                                        <p:cTn id="53" dur="770" decel="100000"/>
                                        <p:tgtEl>
                                          <p:spTgt spid="29707"/>
                                        </p:tgtEl>
                                      </p:cBhvr>
                                      <p:from x="10000" y="10000"/>
                                      <p:to x="200000" y="450000"/>
                                    </p:animScale>
                                    <p:animScale>
                                      <p:cBhvr>
                                        <p:cTn id="54" dur="1230" accel="100000" fill="hold">
                                          <p:stCondLst>
                                            <p:cond delay="770"/>
                                          </p:stCondLst>
                                        </p:cTn>
                                        <p:tgtEl>
                                          <p:spTgt spid="29707"/>
                                        </p:tgtEl>
                                      </p:cBhvr>
                                      <p:from x="200000" y="450000"/>
                                      <p:to x="100000" y="100000"/>
                                    </p:animScale>
                                    <p:set>
                                      <p:cBhvr>
                                        <p:cTn id="55" dur="770" fill="hold"/>
                                        <p:tgtEl>
                                          <p:spTgt spid="29707"/>
                                        </p:tgtEl>
                                        <p:attrNameLst>
                                          <p:attrName>ppt_x</p:attrName>
                                        </p:attrNameLst>
                                      </p:cBhvr>
                                      <p:to>
                                        <p:strVal val="(0.5)"/>
                                      </p:to>
                                    </p:set>
                                    <p:anim from="(0.5)" to="(#ppt_x)" calcmode="lin" valueType="num">
                                      <p:cBhvr>
                                        <p:cTn id="56" dur="1230" accel="100000" fill="hold">
                                          <p:stCondLst>
                                            <p:cond delay="770"/>
                                          </p:stCondLst>
                                        </p:cTn>
                                        <p:tgtEl>
                                          <p:spTgt spid="29707"/>
                                        </p:tgtEl>
                                        <p:attrNameLst>
                                          <p:attrName>ppt_x</p:attrName>
                                        </p:attrNameLst>
                                      </p:cBhvr>
                                    </p:anim>
                                    <p:set>
                                      <p:cBhvr>
                                        <p:cTn id="57" dur="770" fill="hold"/>
                                        <p:tgtEl>
                                          <p:spTgt spid="29707"/>
                                        </p:tgtEl>
                                        <p:attrNameLst>
                                          <p:attrName>ppt_y</p:attrName>
                                        </p:attrNameLst>
                                      </p:cBhvr>
                                      <p:to>
                                        <p:strVal val="(#ppt_y+0.4)"/>
                                      </p:to>
                                    </p:set>
                                    <p:anim from="(#ppt_y+0.4)" to="(#ppt_y)" calcmode="lin" valueType="num">
                                      <p:cBhvr>
                                        <p:cTn id="58" dur="1230" accel="100000" fill="hold">
                                          <p:stCondLst>
                                            <p:cond delay="770"/>
                                          </p:stCondLst>
                                        </p:cTn>
                                        <p:tgtEl>
                                          <p:spTgt spid="29707"/>
                                        </p:tgtEl>
                                        <p:attrNameLst>
                                          <p:attrName>ppt_y</p:attrName>
                                        </p:attrNameLst>
                                      </p:cBhvr>
                                    </p:anim>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29708"/>
                                        </p:tgtEl>
                                        <p:attrNameLst>
                                          <p:attrName>style.visibility</p:attrName>
                                        </p:attrNameLst>
                                      </p:cBhvr>
                                      <p:to>
                                        <p:strVal val="visible"/>
                                      </p:to>
                                    </p:set>
                                    <p:animEffect transition="in" filter="wipe(down)">
                                      <p:cBhvr>
                                        <p:cTn id="63" dur="500"/>
                                        <p:tgtEl>
                                          <p:spTgt spid="2970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9709"/>
                                        </p:tgtEl>
                                        <p:attrNameLst>
                                          <p:attrName>style.visibility</p:attrName>
                                        </p:attrNameLst>
                                      </p:cBhvr>
                                      <p:to>
                                        <p:strVal val="visible"/>
                                      </p:to>
                                    </p:set>
                                    <p:animEffect transition="in" filter="wipe(left)">
                                      <p:cBhvr>
                                        <p:cTn id="68" dur="500"/>
                                        <p:tgtEl>
                                          <p:spTgt spid="2970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9710"/>
                                        </p:tgtEl>
                                        <p:attrNameLst>
                                          <p:attrName>style.visibility</p:attrName>
                                        </p:attrNameLst>
                                      </p:cBhvr>
                                      <p:to>
                                        <p:strVal val="visible"/>
                                      </p:to>
                                    </p:set>
                                    <p:animEffect transition="in" filter="wipe(left)">
                                      <p:cBhvr>
                                        <p:cTn id="73" dur="500"/>
                                        <p:tgtEl>
                                          <p:spTgt spid="29710"/>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29711"/>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9" presetClass="entr" presetSubtype="10" fill="hold" nodeType="clickEffect">
                                  <p:stCondLst>
                                    <p:cond delay="0"/>
                                  </p:stCondLst>
                                  <p:childTnLst>
                                    <p:set>
                                      <p:cBhvr>
                                        <p:cTn id="81" dur="1" fill="hold">
                                          <p:stCondLst>
                                            <p:cond delay="0"/>
                                          </p:stCondLst>
                                        </p:cTn>
                                        <p:tgtEl>
                                          <p:spTgt spid="29712"/>
                                        </p:tgtEl>
                                        <p:attrNameLst>
                                          <p:attrName>style.visibility</p:attrName>
                                        </p:attrNameLst>
                                      </p:cBhvr>
                                      <p:to>
                                        <p:strVal val="visible"/>
                                      </p:to>
                                    </p:set>
                                    <p:anim calcmode="lin" valueType="num">
                                      <p:cBhvr>
                                        <p:cTn id="82" dur="5000" fill="hold"/>
                                        <p:tgtEl>
                                          <p:spTgt spid="29712"/>
                                        </p:tgtEl>
                                        <p:attrNameLst>
                                          <p:attrName>ppt_w</p:attrName>
                                        </p:attrNameLst>
                                      </p:cBhvr>
                                      <p:tavLst>
                                        <p:tav tm="0" fmla="#ppt_w*sin(2.5*pi*$)">
                                          <p:val>
                                            <p:fltVal val="0"/>
                                          </p:val>
                                        </p:tav>
                                        <p:tav tm="100000">
                                          <p:val>
                                            <p:fltVal val="1"/>
                                          </p:val>
                                        </p:tav>
                                      </p:tavLst>
                                    </p:anim>
                                    <p:anim calcmode="lin" valueType="num">
                                      <p:cBhvr>
                                        <p:cTn id="83" dur="5000" fill="hold"/>
                                        <p:tgtEl>
                                          <p:spTgt spid="29712"/>
                                        </p:tgtEl>
                                        <p:attrNameLst>
                                          <p:attrName>ppt_h</p:attrName>
                                        </p:attrNameLst>
                                      </p:cBhvr>
                                      <p:tavLst>
                                        <p:tav tm="0">
                                          <p:val>
                                            <p:strVal val="#ppt_h"/>
                                          </p:val>
                                        </p:tav>
                                        <p:tav tm="100000">
                                          <p:val>
                                            <p:strVal val="#ppt_h"/>
                                          </p:val>
                                        </p:tav>
                                      </p:tavLst>
                                    </p:anim>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29716"/>
                                        </p:tgtEl>
                                        <p:attrNameLst>
                                          <p:attrName>style.visibility</p:attrName>
                                        </p:attrNameLst>
                                      </p:cBhvr>
                                      <p:to>
                                        <p:strVal val="visible"/>
                                      </p:to>
                                    </p:set>
                                    <p:animEffect transition="in" filter="wipe(left)">
                                      <p:cBhvr>
                                        <p:cTn id="88" dur="500"/>
                                        <p:tgtEl>
                                          <p:spTgt spid="29716"/>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2971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2" presetClass="entr" presetSubtype="2" fill="hold" grpId="0" nodeType="clickEffect">
                                  <p:stCondLst>
                                    <p:cond delay="0"/>
                                  </p:stCondLst>
                                  <p:childTnLst>
                                    <p:set>
                                      <p:cBhvr>
                                        <p:cTn id="96" dur="1" fill="hold">
                                          <p:stCondLst>
                                            <p:cond delay="0"/>
                                          </p:stCondLst>
                                        </p:cTn>
                                        <p:tgtEl>
                                          <p:spTgt spid="29717"/>
                                        </p:tgtEl>
                                        <p:attrNameLst>
                                          <p:attrName>style.visibility</p:attrName>
                                        </p:attrNameLst>
                                      </p:cBhvr>
                                      <p:to>
                                        <p:strVal val="visible"/>
                                      </p:to>
                                    </p:set>
                                    <p:animEffect transition="in" filter="wipe(right)">
                                      <p:cBhvr>
                                        <p:cTn id="97" dur="3000"/>
                                        <p:tgtEl>
                                          <p:spTgt spid="2971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9715"/>
                                        </p:tgtEl>
                                        <p:attrNameLst>
                                          <p:attrName>style.visibility</p:attrName>
                                        </p:attrNameLst>
                                      </p:cBhvr>
                                      <p:to>
                                        <p:strVal val="visible"/>
                                      </p:to>
                                    </p:set>
                                    <p:animEffect transition="in" filter="wipe(left)">
                                      <p:cBhvr>
                                        <p:cTn id="102" dur="500"/>
                                        <p:tgtEl>
                                          <p:spTgt spid="29715"/>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9718"/>
                                        </p:tgtEl>
                                        <p:attrNameLst>
                                          <p:attrName>style.visibility</p:attrName>
                                        </p:attrNameLst>
                                      </p:cBhvr>
                                      <p:to>
                                        <p:strVal val="visible"/>
                                      </p:to>
                                    </p:set>
                                    <p:animEffect transition="in" filter="wipe(left)">
                                      <p:cBhvr>
                                        <p:cTn id="107" dur="500"/>
                                        <p:tgtEl>
                                          <p:spTgt spid="29718"/>
                                        </p:tgtEl>
                                      </p:cBhvr>
                                    </p:animEffect>
                                  </p:childTnLst>
                                </p:cTn>
                              </p:par>
                            </p:childTnLst>
                          </p:cTn>
                        </p:par>
                      </p:childTnLst>
                    </p:cTn>
                  </p:par>
                  <p:par>
                    <p:cTn id="108" fill="hold">
                      <p:stCondLst>
                        <p:cond delay="indefinite"/>
                      </p:stCondLst>
                      <p:childTnLst>
                        <p:par>
                          <p:cTn id="109" fill="hold">
                            <p:stCondLst>
                              <p:cond delay="0"/>
                            </p:stCondLst>
                            <p:childTnLst>
                              <p:par>
                                <p:cTn id="110" presetID="55" presetClass="entr" presetSubtype="0" fill="hold" nodeType="clickEffect">
                                  <p:stCondLst>
                                    <p:cond delay="0"/>
                                  </p:stCondLst>
                                  <p:childTnLst>
                                    <p:set>
                                      <p:cBhvr>
                                        <p:cTn id="111" dur="1" fill="hold">
                                          <p:stCondLst>
                                            <p:cond delay="0"/>
                                          </p:stCondLst>
                                        </p:cTn>
                                        <p:tgtEl>
                                          <p:spTgt spid="29719"/>
                                        </p:tgtEl>
                                        <p:attrNameLst>
                                          <p:attrName>style.visibility</p:attrName>
                                        </p:attrNameLst>
                                      </p:cBhvr>
                                      <p:to>
                                        <p:strVal val="visible"/>
                                      </p:to>
                                    </p:set>
                                    <p:anim calcmode="lin" valueType="num">
                                      <p:cBhvr>
                                        <p:cTn id="112" dur="1000" fill="hold"/>
                                        <p:tgtEl>
                                          <p:spTgt spid="29719"/>
                                        </p:tgtEl>
                                        <p:attrNameLst>
                                          <p:attrName>ppt_w</p:attrName>
                                        </p:attrNameLst>
                                      </p:cBhvr>
                                      <p:tavLst>
                                        <p:tav tm="0">
                                          <p:val>
                                            <p:strVal val="#ppt_w*0.70"/>
                                          </p:val>
                                        </p:tav>
                                        <p:tav tm="100000">
                                          <p:val>
                                            <p:strVal val="#ppt_w"/>
                                          </p:val>
                                        </p:tav>
                                      </p:tavLst>
                                    </p:anim>
                                    <p:anim calcmode="lin" valueType="num">
                                      <p:cBhvr>
                                        <p:cTn id="113" dur="1000" fill="hold"/>
                                        <p:tgtEl>
                                          <p:spTgt spid="29719"/>
                                        </p:tgtEl>
                                        <p:attrNameLst>
                                          <p:attrName>ppt_h</p:attrName>
                                        </p:attrNameLst>
                                      </p:cBhvr>
                                      <p:tavLst>
                                        <p:tav tm="0">
                                          <p:val>
                                            <p:strVal val="#ppt_h"/>
                                          </p:val>
                                        </p:tav>
                                        <p:tav tm="100000">
                                          <p:val>
                                            <p:strVal val="#ppt_h"/>
                                          </p:val>
                                        </p:tav>
                                      </p:tavLst>
                                    </p:anim>
                                    <p:animEffect transition="in" filter="fade">
                                      <p:cBhvr>
                                        <p:cTn id="114" dur="1000"/>
                                        <p:tgtEl>
                                          <p:spTgt spid="29719"/>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grpId="0" nodeType="clickEffect">
                                  <p:stCondLst>
                                    <p:cond delay="0"/>
                                  </p:stCondLst>
                                  <p:childTnLst>
                                    <p:set>
                                      <p:cBhvr>
                                        <p:cTn id="118" dur="1" fill="hold">
                                          <p:stCondLst>
                                            <p:cond delay="0"/>
                                          </p:stCondLst>
                                        </p:cTn>
                                        <p:tgtEl>
                                          <p:spTgt spid="29722"/>
                                        </p:tgtEl>
                                        <p:attrNameLst>
                                          <p:attrName>style.visibility</p:attrName>
                                        </p:attrNameLst>
                                      </p:cBhvr>
                                      <p:to>
                                        <p:strVal val="visible"/>
                                      </p:to>
                                    </p:set>
                                    <p:animEffect transition="in" filter="wipe(down)">
                                      <p:cBhvr>
                                        <p:cTn id="119" dur="500"/>
                                        <p:tgtEl>
                                          <p:spTgt spid="29722"/>
                                        </p:tgtEl>
                                      </p:cBhvr>
                                    </p:animEffec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29720"/>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29723"/>
                                        </p:tgtEl>
                                        <p:attrNameLst>
                                          <p:attrName>style.visibility</p:attrName>
                                        </p:attrNameLst>
                                      </p:cBhvr>
                                      <p:to>
                                        <p:strVal val="visible"/>
                                      </p:to>
                                    </p:set>
                                    <p:animEffect transition="in" filter="wipe(left)">
                                      <p:cBhvr>
                                        <p:cTn id="128" dur="500"/>
                                        <p:tgtEl>
                                          <p:spTgt spid="29723"/>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29721"/>
                                        </p:tgtEl>
                                        <p:attrNameLst>
                                          <p:attrName>style.visibility</p:attrName>
                                        </p:attrNameLst>
                                      </p:cBhvr>
                                      <p:to>
                                        <p:strVal val="visible"/>
                                      </p:to>
                                    </p:set>
                                    <p:animEffect transition="in" filter="wipe(left)">
                                      <p:cBhvr>
                                        <p:cTn id="133" dur="500"/>
                                        <p:tgtEl>
                                          <p:spTgt spid="29721"/>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29724"/>
                                        </p:tgtEl>
                                        <p:attrNameLst>
                                          <p:attrName>style.visibility</p:attrName>
                                        </p:attrNameLst>
                                      </p:cBhvr>
                                      <p:to>
                                        <p:strVal val="visible"/>
                                      </p:to>
                                    </p:set>
                                    <p:animEffect transition="in" filter="wipe(left)">
                                      <p:cBhvr>
                                        <p:cTn id="138" dur="500"/>
                                        <p:tgtEl>
                                          <p:spTgt spid="29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p:bldP spid="29701" grpId="0"/>
      <p:bldP spid="29704" grpId="0"/>
      <p:bldP spid="29708" grpId="0"/>
      <p:bldP spid="29710" grpId="0"/>
      <p:bldP spid="29711" grpId="0"/>
      <p:bldP spid="29716" grpId="0"/>
      <p:bldP spid="29717" grpId="0"/>
      <p:bldP spid="29718" grpId="0"/>
      <p:bldP spid="29722" grpId="0"/>
      <p:bldP spid="29723" grpId="0"/>
      <p:bldP spid="2972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2"/>
          <p:cNvSpPr/>
          <p:nvPr/>
        </p:nvSpPr>
        <p:spPr>
          <a:xfrm>
            <a:off x="179705" y="404495"/>
            <a:ext cx="8554720" cy="1898015"/>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dirty="0">
                <a:solidFill>
                  <a:srgbClr val="FF3300"/>
                </a:solidFill>
                <a:ea typeface="楷体_GB2312"/>
                <a:sym typeface="+mn-ea"/>
              </a:rPr>
              <a:t>定理</a:t>
            </a:r>
            <a:r>
              <a:rPr lang="en-US" altLang="zh-CN" b="1" dirty="0">
                <a:solidFill>
                  <a:srgbClr val="FF3300"/>
                </a:solidFill>
                <a:latin typeface="Times New Roman" panose="02020603050405020304" pitchFamily="18" charset="0"/>
                <a:ea typeface="楷体_GB2312"/>
              </a:rPr>
              <a:t>3.3.5</a:t>
            </a:r>
            <a:r>
              <a:rPr lang="en-US" altLang="zh-CN" b="1" dirty="0">
                <a:solidFill>
                  <a:srgbClr val="FF0000"/>
                </a:solidFill>
                <a:latin typeface="Times New Roman" panose="02020603050405020304" pitchFamily="18" charset="0"/>
                <a:ea typeface="楷体_GB2312"/>
              </a:rPr>
              <a:t> </a:t>
            </a:r>
            <a:r>
              <a:rPr lang="zh-CN" altLang="en-US" b="1" dirty="0">
                <a:solidFill>
                  <a:schemeClr val="tx1"/>
                </a:solidFill>
                <a:latin typeface="Times New Roman" panose="02020603050405020304" pitchFamily="18" charset="0"/>
                <a:ea typeface="楷体_GB2312"/>
              </a:rPr>
              <a:t>若</a:t>
            </a:r>
            <a:r>
              <a:rPr lang="zh-CN" altLang="en-US" dirty="0">
                <a:solidFill>
                  <a:srgbClr val="000000"/>
                </a:solidFill>
                <a:latin typeface="楷体_GB2312"/>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zh-CN" altLang="en-US" dirty="0">
                <a:solidFill>
                  <a:srgbClr val="000000"/>
                </a:solidFill>
                <a:latin typeface="楷体_GB2312"/>
                <a:ea typeface="楷体_GB2312"/>
                <a:sym typeface="+mn-ea"/>
              </a:rPr>
              <a:t>线性无关，而</a:t>
            </a:r>
            <a:r>
              <a:rPr lang="zh-CN" altLang="en-US" dirty="0">
                <a:solidFill>
                  <a:srgbClr val="000000"/>
                </a:solidFill>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en-US" altLang="zh-CN" dirty="0">
                <a:sym typeface="+mn-ea"/>
              </a:rPr>
              <a:t> </a:t>
            </a:r>
            <a:r>
              <a:rPr lang="en-US" altLang="zh-CN" i="1" dirty="0">
                <a:sym typeface="+mn-ea"/>
              </a:rPr>
              <a:t>β</a:t>
            </a:r>
            <a:r>
              <a:rPr lang="zh-CN" altLang="en-US" dirty="0">
                <a:solidFill>
                  <a:srgbClr val="000000"/>
                </a:solidFill>
                <a:latin typeface="楷体_GB2312"/>
                <a:ea typeface="楷体_GB2312"/>
                <a:sym typeface="+mn-ea"/>
              </a:rPr>
              <a:t>线性相关，则</a:t>
            </a:r>
            <a:r>
              <a:rPr lang="en-US" altLang="zh-CN" i="1" dirty="0">
                <a:sym typeface="+mn-ea"/>
              </a:rPr>
              <a:t>β</a:t>
            </a:r>
            <a:r>
              <a:rPr lang="zh-CN" altLang="en-US" dirty="0">
                <a:solidFill>
                  <a:srgbClr val="000000"/>
                </a:solidFill>
                <a:latin typeface="楷体_GB2312"/>
                <a:ea typeface="楷体_GB2312"/>
                <a:sym typeface="+mn-ea"/>
              </a:rPr>
              <a:t>能由向量组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zh-CN" altLang="en-US" dirty="0">
                <a:sym typeface="+mn-ea"/>
              </a:rPr>
              <a:t>线性表示</a:t>
            </a:r>
            <a:r>
              <a:rPr lang="zh-CN" dirty="0">
                <a:solidFill>
                  <a:srgbClr val="000000"/>
                </a:solidFill>
                <a:latin typeface="楷体_GB2312"/>
                <a:ea typeface="楷体_GB2312"/>
                <a:sym typeface="+mn-ea"/>
              </a:rPr>
              <a:t>，且表示式唯一。</a:t>
            </a:r>
            <a:endParaRPr lang="zh-CN" altLang="en-US" b="1" dirty="0">
              <a:solidFill>
                <a:srgbClr val="000000"/>
              </a:solidFill>
              <a:latin typeface="楷体_GB2312"/>
              <a:ea typeface="楷体_GB2312"/>
            </a:endParaRPr>
          </a:p>
        </p:txBody>
      </p:sp>
      <p:sp>
        <p:nvSpPr>
          <p:cNvPr id="2" name="Rectangle 12"/>
          <p:cNvSpPr/>
          <p:nvPr/>
        </p:nvSpPr>
        <p:spPr>
          <a:xfrm>
            <a:off x="294640" y="2492375"/>
            <a:ext cx="8554720" cy="1941830"/>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dirty="0">
                <a:solidFill>
                  <a:srgbClr val="FF3300"/>
                </a:solidFill>
                <a:ea typeface="楷体_GB2312"/>
                <a:sym typeface="+mn-ea"/>
              </a:rPr>
              <a:t>证</a:t>
            </a:r>
            <a:r>
              <a:rPr lang="en-US" altLang="zh-CN" b="1" dirty="0">
                <a:solidFill>
                  <a:srgbClr val="FF0000"/>
                </a:solidFill>
                <a:latin typeface="Times New Roman" panose="02020603050405020304" pitchFamily="18" charset="0"/>
                <a:ea typeface="楷体_GB2312"/>
              </a:rPr>
              <a:t> </a:t>
            </a:r>
            <a:r>
              <a:rPr lang="zh-CN" altLang="en-US" b="1" dirty="0">
                <a:solidFill>
                  <a:schemeClr val="tx1"/>
                </a:solidFill>
                <a:latin typeface="Times New Roman" panose="02020603050405020304" pitchFamily="18" charset="0"/>
                <a:ea typeface="楷体_GB2312"/>
              </a:rPr>
              <a:t>设</a:t>
            </a:r>
            <a:r>
              <a:rPr lang="zh-CN" altLang="en-US" dirty="0">
                <a:solidFill>
                  <a:srgbClr val="000000"/>
                </a:solidFill>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en-US" altLang="zh-CN" dirty="0">
                <a:sym typeface="+mn-ea"/>
              </a:rPr>
              <a:t> </a:t>
            </a:r>
            <a:r>
              <a:rPr lang="en-US" altLang="zh-CN" i="1" dirty="0">
                <a:sym typeface="+mn-ea"/>
              </a:rPr>
              <a:t>β</a:t>
            </a:r>
            <a:r>
              <a:rPr lang="zh-CN" altLang="en-US" dirty="0">
                <a:solidFill>
                  <a:srgbClr val="000000"/>
                </a:solidFill>
                <a:latin typeface="楷体_GB2312"/>
                <a:ea typeface="楷体_GB2312"/>
                <a:sym typeface="+mn-ea"/>
              </a:rPr>
              <a:t>线性相关，所以存在不全为</a:t>
            </a:r>
            <a:r>
              <a:rPr lang="en-US" altLang="zh-CN" dirty="0">
                <a:solidFill>
                  <a:srgbClr val="000000"/>
                </a:solidFill>
                <a:latin typeface="楷体_GB2312"/>
                <a:ea typeface="楷体_GB2312"/>
                <a:sym typeface="+mn-ea"/>
              </a:rPr>
              <a:t>0</a:t>
            </a:r>
            <a:r>
              <a:rPr lang="zh-CN" altLang="en-US" dirty="0">
                <a:solidFill>
                  <a:srgbClr val="000000"/>
                </a:solidFill>
                <a:latin typeface="楷体_GB2312"/>
                <a:ea typeface="楷体_GB2312"/>
                <a:sym typeface="+mn-ea"/>
              </a:rPr>
              <a:t>的数</a:t>
            </a:r>
            <a:r>
              <a:rPr lang="en-US" altLang="zh-CN" i="1" dirty="0">
                <a:sym typeface="+mn-ea"/>
              </a:rPr>
              <a:t>k</a:t>
            </a:r>
            <a:r>
              <a:rPr lang="en-US" altLang="zh-CN" baseline="-25000" dirty="0">
                <a:sym typeface="+mn-ea"/>
              </a:rPr>
              <a:t>1</a:t>
            </a:r>
            <a:r>
              <a:rPr lang="en-US" altLang="zh-CN" dirty="0">
                <a:sym typeface="+mn-ea"/>
              </a:rPr>
              <a:t>, </a:t>
            </a:r>
            <a:r>
              <a:rPr lang="en-US" altLang="zh-CN" i="1" dirty="0">
                <a:sym typeface="+mn-ea"/>
              </a:rPr>
              <a:t>k</a:t>
            </a:r>
            <a:r>
              <a:rPr lang="en-US" altLang="zh-CN" baseline="-25000" dirty="0">
                <a:sym typeface="+mn-ea"/>
              </a:rPr>
              <a:t>2</a:t>
            </a:r>
            <a:r>
              <a:rPr lang="en-US" altLang="zh-CN" dirty="0">
                <a:sym typeface="+mn-ea"/>
              </a:rPr>
              <a:t>, …, </a:t>
            </a:r>
            <a:r>
              <a:rPr lang="en-US" altLang="zh-CN" i="1" dirty="0">
                <a:sym typeface="+mn-ea"/>
              </a:rPr>
              <a:t>k</a:t>
            </a:r>
            <a:r>
              <a:rPr lang="en-US" altLang="zh-CN" i="1" baseline="-25000" dirty="0">
                <a:sym typeface="+mn-ea"/>
              </a:rPr>
              <a:t>m</a:t>
            </a:r>
            <a:r>
              <a:rPr lang="en-US" altLang="zh-CN" dirty="0">
                <a:sym typeface="+mn-ea"/>
              </a:rPr>
              <a:t>, </a:t>
            </a:r>
            <a:r>
              <a:rPr lang="en-US" altLang="zh-CN" i="1" dirty="0">
                <a:sym typeface="+mn-ea"/>
              </a:rPr>
              <a:t>k,</a:t>
            </a:r>
            <a:r>
              <a:rPr lang="zh-CN" altLang="en-US" dirty="0">
                <a:sym typeface="+mn-ea"/>
              </a:rPr>
              <a:t>使得</a:t>
            </a:r>
          </a:p>
          <a:p>
            <a:pPr marL="609600" indent="-609600" algn="ctr">
              <a:lnSpc>
                <a:spcPct val="140000"/>
              </a:lnSpc>
              <a:spcBef>
                <a:spcPct val="20000"/>
              </a:spcBef>
              <a:buClr>
                <a:srgbClr val="00007D"/>
              </a:buClr>
              <a:buSzPct val="75000"/>
              <a:buFont typeface="Wingdings" panose="05000000000000000000" pitchFamily="2" charset="2"/>
            </a:pPr>
            <a:r>
              <a:rPr lang="en-US" altLang="zh-CN" i="1" dirty="0">
                <a:sym typeface="+mn-ea"/>
              </a:rPr>
              <a:t>k</a:t>
            </a:r>
            <a:r>
              <a:rPr lang="en-US" altLang="zh-CN" baseline="-25000" dirty="0">
                <a:sym typeface="+mn-ea"/>
              </a:rPr>
              <a:t>1</a:t>
            </a:r>
            <a:r>
              <a:rPr lang="en-US" altLang="zh-CN" i="1" dirty="0">
                <a:sym typeface="+mn-ea"/>
              </a:rPr>
              <a:t>a</a:t>
            </a:r>
            <a:r>
              <a:rPr lang="en-US" altLang="zh-CN" baseline="-25000" dirty="0">
                <a:sym typeface="+mn-ea"/>
              </a:rPr>
              <a:t>1 </a:t>
            </a:r>
            <a:r>
              <a:rPr lang="en-US" altLang="zh-CN" dirty="0">
                <a:sym typeface="+mn-ea"/>
              </a:rPr>
              <a:t>+ </a:t>
            </a:r>
            <a:r>
              <a:rPr lang="en-US" altLang="zh-CN" i="1" dirty="0">
                <a:sym typeface="+mn-ea"/>
              </a:rPr>
              <a:t>k</a:t>
            </a:r>
            <a:r>
              <a:rPr lang="en-US" altLang="zh-CN" baseline="-25000" dirty="0">
                <a:sym typeface="+mn-ea"/>
              </a:rPr>
              <a:t>2</a:t>
            </a:r>
            <a:r>
              <a:rPr lang="en-US" altLang="zh-CN" i="1" dirty="0">
                <a:sym typeface="+mn-ea"/>
              </a:rPr>
              <a:t>a</a:t>
            </a:r>
            <a:r>
              <a:rPr lang="en-US" altLang="zh-CN" baseline="-25000" dirty="0">
                <a:sym typeface="+mn-ea"/>
              </a:rPr>
              <a:t>2 </a:t>
            </a:r>
            <a:r>
              <a:rPr lang="en-US" altLang="zh-CN" dirty="0">
                <a:sym typeface="+mn-ea"/>
              </a:rPr>
              <a:t>+ … + </a:t>
            </a:r>
            <a:r>
              <a:rPr lang="en-US" altLang="zh-CN" i="1" dirty="0">
                <a:sym typeface="+mn-ea"/>
              </a:rPr>
              <a:t>k</a:t>
            </a:r>
            <a:r>
              <a:rPr lang="en-US" altLang="zh-CN" i="1" baseline="-25000" dirty="0">
                <a:sym typeface="+mn-ea"/>
              </a:rPr>
              <a:t>m</a:t>
            </a:r>
            <a:r>
              <a:rPr lang="en-US" altLang="zh-CN" i="1" dirty="0">
                <a:sym typeface="+mn-ea"/>
              </a:rPr>
              <a:t>a</a:t>
            </a:r>
            <a:r>
              <a:rPr lang="en-US" altLang="zh-CN" i="1" baseline="-25000" dirty="0">
                <a:sym typeface="+mn-ea"/>
              </a:rPr>
              <a:t>m </a:t>
            </a:r>
            <a:r>
              <a:rPr lang="en-US" altLang="zh-CN" dirty="0">
                <a:sym typeface="+mn-ea"/>
              </a:rPr>
              <a:t>+ </a:t>
            </a:r>
            <a:r>
              <a:rPr lang="en-US" altLang="zh-CN" i="1" dirty="0">
                <a:sym typeface="+mn-ea"/>
              </a:rPr>
              <a:t>kβ=</a:t>
            </a:r>
            <a:r>
              <a:rPr lang="en-US" altLang="zh-CN" dirty="0">
                <a:sym typeface="+mn-ea"/>
              </a:rPr>
              <a:t>0.</a:t>
            </a:r>
          </a:p>
          <a:p>
            <a:pPr marL="609600" indent="-609600" algn="l">
              <a:lnSpc>
                <a:spcPct val="140000"/>
              </a:lnSpc>
              <a:spcBef>
                <a:spcPct val="20000"/>
              </a:spcBef>
              <a:buClr>
                <a:srgbClr val="00007D"/>
              </a:buClr>
              <a:buSzPct val="75000"/>
              <a:buFont typeface="Wingdings" panose="05000000000000000000" pitchFamily="2" charset="2"/>
            </a:pPr>
            <a:endParaRPr lang="zh-CN" altLang="en-US" dirty="0">
              <a:solidFill>
                <a:srgbClr val="000000"/>
              </a:solidFill>
              <a:latin typeface="楷体_GB2312"/>
              <a:ea typeface="楷体_GB2312"/>
              <a:sym typeface="+mn-ea"/>
            </a:endParaRPr>
          </a:p>
          <a:p>
            <a:pPr marL="609600" indent="-609600" algn="l">
              <a:lnSpc>
                <a:spcPct val="140000"/>
              </a:lnSpc>
              <a:spcBef>
                <a:spcPct val="20000"/>
              </a:spcBef>
              <a:buClr>
                <a:srgbClr val="00007D"/>
              </a:buClr>
              <a:buSzPct val="75000"/>
              <a:buFont typeface="Wingdings" panose="05000000000000000000" pitchFamily="2" charset="2"/>
            </a:pPr>
            <a:endParaRPr lang="zh-CN" altLang="en-US" b="1" dirty="0">
              <a:solidFill>
                <a:srgbClr val="000000"/>
              </a:solidFill>
              <a:latin typeface="楷体_GB2312"/>
              <a:ea typeface="楷体_GB2312"/>
              <a:sym typeface="+mn-ea"/>
            </a:endParaRPr>
          </a:p>
        </p:txBody>
      </p:sp>
      <p:sp>
        <p:nvSpPr>
          <p:cNvPr id="3" name="文本框 2"/>
          <p:cNvSpPr txBox="1"/>
          <p:nvPr/>
        </p:nvSpPr>
        <p:spPr>
          <a:xfrm>
            <a:off x="167005" y="4509135"/>
            <a:ext cx="8851900" cy="2157730"/>
          </a:xfrm>
          <a:prstGeom prst="rect">
            <a:avLst/>
          </a:prstGeom>
          <a:noFill/>
        </p:spPr>
        <p:txBody>
          <a:bodyPr wrap="square" rtlCol="0" anchor="t">
            <a:noAutofit/>
          </a:bodyPr>
          <a:lstStyle/>
          <a:p>
            <a:pPr marL="609600" indent="-609600" algn="l">
              <a:lnSpc>
                <a:spcPct val="140000"/>
              </a:lnSpc>
              <a:spcBef>
                <a:spcPct val="2000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假设</a:t>
            </a:r>
            <a:r>
              <a:rPr lang="en-US" altLang="zh-CN" i="1" dirty="0">
                <a:sym typeface="+mn-ea"/>
              </a:rPr>
              <a:t>k=</a:t>
            </a:r>
            <a:r>
              <a:rPr lang="en-US" altLang="zh-CN" dirty="0">
                <a:sym typeface="+mn-ea"/>
              </a:rPr>
              <a:t>0</a:t>
            </a:r>
            <a:r>
              <a:rPr lang="zh-CN" altLang="en-US" dirty="0">
                <a:solidFill>
                  <a:srgbClr val="000000"/>
                </a:solidFill>
                <a:latin typeface="楷体_GB2312"/>
                <a:ea typeface="楷体_GB2312"/>
                <a:sym typeface="+mn-ea"/>
              </a:rPr>
              <a:t>，则</a:t>
            </a:r>
            <a:r>
              <a:rPr lang="en-US" altLang="zh-CN" i="1" dirty="0">
                <a:sym typeface="+mn-ea"/>
              </a:rPr>
              <a:t>k</a:t>
            </a:r>
            <a:r>
              <a:rPr lang="en-US" altLang="zh-CN" baseline="-25000" dirty="0">
                <a:sym typeface="+mn-ea"/>
              </a:rPr>
              <a:t>1</a:t>
            </a:r>
            <a:r>
              <a:rPr lang="en-US" altLang="zh-CN" dirty="0">
                <a:sym typeface="+mn-ea"/>
              </a:rPr>
              <a:t>, </a:t>
            </a:r>
            <a:r>
              <a:rPr lang="en-US" altLang="zh-CN" i="1" dirty="0">
                <a:sym typeface="+mn-ea"/>
              </a:rPr>
              <a:t>k</a:t>
            </a:r>
            <a:r>
              <a:rPr lang="en-US" altLang="zh-CN" baseline="-25000" dirty="0">
                <a:sym typeface="+mn-ea"/>
              </a:rPr>
              <a:t>2</a:t>
            </a:r>
            <a:r>
              <a:rPr lang="en-US" altLang="zh-CN" dirty="0">
                <a:sym typeface="+mn-ea"/>
              </a:rPr>
              <a:t>, …, </a:t>
            </a:r>
            <a:r>
              <a:rPr lang="en-US" altLang="zh-CN" i="1" dirty="0">
                <a:sym typeface="+mn-ea"/>
              </a:rPr>
              <a:t>k</a:t>
            </a:r>
            <a:r>
              <a:rPr lang="en-US" altLang="zh-CN" i="1" baseline="-25000" dirty="0">
                <a:sym typeface="+mn-ea"/>
              </a:rPr>
              <a:t>m</a:t>
            </a:r>
            <a:r>
              <a:rPr lang="zh-CN" altLang="en-US" dirty="0">
                <a:solidFill>
                  <a:srgbClr val="000000"/>
                </a:solidFill>
                <a:latin typeface="楷体_GB2312"/>
                <a:ea typeface="楷体_GB2312"/>
                <a:sym typeface="+mn-ea"/>
              </a:rPr>
              <a:t>中有不全为</a:t>
            </a:r>
            <a:r>
              <a:rPr lang="en-US" altLang="zh-CN" dirty="0">
                <a:solidFill>
                  <a:srgbClr val="000000"/>
                </a:solidFill>
                <a:latin typeface="楷体_GB2312"/>
                <a:ea typeface="楷体_GB2312"/>
                <a:sym typeface="+mn-ea"/>
              </a:rPr>
              <a:t>0</a:t>
            </a:r>
            <a:r>
              <a:rPr lang="zh-CN" altLang="en-US" dirty="0">
                <a:solidFill>
                  <a:srgbClr val="000000"/>
                </a:solidFill>
                <a:latin typeface="楷体_GB2312"/>
                <a:ea typeface="楷体_GB2312"/>
                <a:sym typeface="+mn-ea"/>
              </a:rPr>
              <a:t>的数，且</a:t>
            </a:r>
          </a:p>
          <a:p>
            <a:pPr marL="609600" indent="-609600" algn="ctr">
              <a:lnSpc>
                <a:spcPct val="140000"/>
              </a:lnSpc>
              <a:spcBef>
                <a:spcPct val="20000"/>
              </a:spcBef>
              <a:buClr>
                <a:srgbClr val="00007D"/>
              </a:buClr>
              <a:buSzPct val="75000"/>
              <a:buFont typeface="Wingdings" panose="05000000000000000000" pitchFamily="2" charset="2"/>
            </a:pPr>
            <a:r>
              <a:rPr lang="en-US" altLang="zh-CN" i="1" dirty="0">
                <a:sym typeface="+mn-ea"/>
              </a:rPr>
              <a:t>k</a:t>
            </a:r>
            <a:r>
              <a:rPr lang="en-US" altLang="zh-CN" baseline="-25000" dirty="0">
                <a:sym typeface="+mn-ea"/>
              </a:rPr>
              <a:t>1</a:t>
            </a:r>
            <a:r>
              <a:rPr lang="en-US" altLang="zh-CN" i="1" dirty="0">
                <a:sym typeface="+mn-ea"/>
              </a:rPr>
              <a:t>a</a:t>
            </a:r>
            <a:r>
              <a:rPr lang="en-US" altLang="zh-CN" baseline="-25000" dirty="0">
                <a:sym typeface="+mn-ea"/>
              </a:rPr>
              <a:t>1 </a:t>
            </a:r>
            <a:r>
              <a:rPr lang="en-US" altLang="zh-CN" dirty="0">
                <a:sym typeface="+mn-ea"/>
              </a:rPr>
              <a:t>+ </a:t>
            </a:r>
            <a:r>
              <a:rPr lang="en-US" altLang="zh-CN" i="1" dirty="0">
                <a:sym typeface="+mn-ea"/>
              </a:rPr>
              <a:t>k</a:t>
            </a:r>
            <a:r>
              <a:rPr lang="en-US" altLang="zh-CN" baseline="-25000" dirty="0">
                <a:sym typeface="+mn-ea"/>
              </a:rPr>
              <a:t>2</a:t>
            </a:r>
            <a:r>
              <a:rPr lang="en-US" altLang="zh-CN" i="1" dirty="0">
                <a:sym typeface="+mn-ea"/>
              </a:rPr>
              <a:t>a</a:t>
            </a:r>
            <a:r>
              <a:rPr lang="en-US" altLang="zh-CN" baseline="-25000" dirty="0">
                <a:sym typeface="+mn-ea"/>
              </a:rPr>
              <a:t>2 </a:t>
            </a:r>
            <a:r>
              <a:rPr lang="en-US" altLang="zh-CN" dirty="0">
                <a:sym typeface="+mn-ea"/>
              </a:rPr>
              <a:t>+ … + </a:t>
            </a:r>
            <a:r>
              <a:rPr lang="en-US" altLang="zh-CN" i="1" dirty="0">
                <a:sym typeface="+mn-ea"/>
              </a:rPr>
              <a:t>k</a:t>
            </a:r>
            <a:r>
              <a:rPr lang="en-US" altLang="zh-CN" i="1" baseline="-25000" dirty="0">
                <a:sym typeface="+mn-ea"/>
              </a:rPr>
              <a:t>m</a:t>
            </a:r>
            <a:r>
              <a:rPr lang="en-US" altLang="zh-CN" i="1" dirty="0">
                <a:sym typeface="+mn-ea"/>
              </a:rPr>
              <a:t>a</a:t>
            </a:r>
            <a:r>
              <a:rPr lang="en-US" altLang="zh-CN" i="1" baseline="-25000" dirty="0">
                <a:sym typeface="+mn-ea"/>
              </a:rPr>
              <a:t>m </a:t>
            </a:r>
            <a:r>
              <a:rPr lang="en-US" altLang="zh-CN" i="1" dirty="0">
                <a:sym typeface="+mn-ea"/>
              </a:rPr>
              <a:t>=</a:t>
            </a:r>
            <a:r>
              <a:rPr lang="en-US" altLang="zh-CN" dirty="0">
                <a:sym typeface="+mn-ea"/>
              </a:rPr>
              <a:t>0</a:t>
            </a:r>
            <a:r>
              <a:rPr lang="zh-CN" altLang="en-US" dirty="0">
                <a:sym typeface="+mn-ea"/>
              </a:rPr>
              <a:t>，</a:t>
            </a:r>
          </a:p>
          <a:p>
            <a:pPr marL="609600" indent="-609600" algn="l">
              <a:lnSpc>
                <a:spcPct val="140000"/>
              </a:lnSpc>
              <a:spcBef>
                <a:spcPct val="2000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于是</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zh-CN" altLang="en-US" dirty="0">
                <a:solidFill>
                  <a:srgbClr val="000000"/>
                </a:solidFill>
                <a:latin typeface="楷体_GB2312"/>
                <a:ea typeface="楷体_GB2312"/>
                <a:sym typeface="+mn-ea"/>
              </a:rPr>
              <a:t>线性相关，这与已知矛盾，因此</a:t>
            </a:r>
            <a:r>
              <a:rPr lang="en-US" altLang="zh-CN" i="1" dirty="0">
                <a:sym typeface="+mn-ea"/>
              </a:rPr>
              <a:t>k</a:t>
            </a:r>
            <a:r>
              <a:rPr lang="en-US" altLang="zh-CN" i="1" dirty="0">
                <a:latin typeface="Arial" panose="020B0604020202020204" pitchFamily="34" charset="0"/>
                <a:cs typeface="Arial" panose="020B0604020202020204" pitchFamily="34" charset="0"/>
                <a:sym typeface="+mn-ea"/>
              </a:rPr>
              <a:t>≠ </a:t>
            </a:r>
            <a:r>
              <a:rPr lang="en-US" altLang="zh-CN" dirty="0">
                <a:sym typeface="+mn-ea"/>
              </a:rPr>
              <a:t>0</a:t>
            </a:r>
            <a:r>
              <a:rPr lang="zh-CN" altLang="en-US" dirty="0">
                <a:sym typeface="+mn-ea"/>
              </a:rPr>
              <a:t>，</a:t>
            </a:r>
            <a:endParaRPr lang="zh-CN" altLang="en-US" dirty="0">
              <a:solidFill>
                <a:srgbClr val="000000"/>
              </a:solidFill>
              <a:latin typeface="楷体_GB2312"/>
              <a:ea typeface="楷体_GB231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7315" y="116205"/>
            <a:ext cx="8851900" cy="1024255"/>
          </a:xfrm>
          <a:prstGeom prst="rect">
            <a:avLst/>
          </a:prstGeom>
          <a:noFill/>
        </p:spPr>
        <p:txBody>
          <a:bodyPr wrap="square" rtlCol="0" anchor="t">
            <a:no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因此</a:t>
            </a:r>
            <a:r>
              <a:rPr lang="en-US" altLang="zh-CN" i="1" dirty="0">
                <a:sym typeface="+mn-ea"/>
              </a:rPr>
              <a:t>k</a:t>
            </a:r>
            <a:r>
              <a:rPr lang="en-US" altLang="zh-CN" i="1" dirty="0">
                <a:latin typeface="Arial" panose="020B0604020202020204" pitchFamily="34" charset="0"/>
                <a:cs typeface="Arial" panose="020B0604020202020204" pitchFamily="34" charset="0"/>
                <a:sym typeface="+mn-ea"/>
              </a:rPr>
              <a:t>≠ </a:t>
            </a:r>
            <a:r>
              <a:rPr lang="en-US" altLang="zh-CN" dirty="0">
                <a:sym typeface="+mn-ea"/>
              </a:rPr>
              <a:t>0</a:t>
            </a:r>
            <a:r>
              <a:rPr lang="zh-CN" altLang="en-US" dirty="0">
                <a:sym typeface="+mn-ea"/>
              </a:rPr>
              <a:t>，从而</a:t>
            </a:r>
            <a:endParaRPr lang="zh-CN" altLang="en-US" dirty="0">
              <a:solidFill>
                <a:srgbClr val="000000"/>
              </a:solidFill>
              <a:latin typeface="楷体_GB2312"/>
              <a:ea typeface="楷体_GB2312"/>
              <a:sym typeface="+mn-ea"/>
            </a:endParaRPr>
          </a:p>
        </p:txBody>
      </p:sp>
      <p:graphicFrame>
        <p:nvGraphicFramePr>
          <p:cNvPr id="2" name="对象 -2147479658"/>
          <p:cNvGraphicFramePr>
            <a:graphicFrameLocks noChangeAspect="1"/>
          </p:cNvGraphicFramePr>
          <p:nvPr/>
        </p:nvGraphicFramePr>
        <p:xfrm>
          <a:off x="1979930" y="980440"/>
          <a:ext cx="5726430" cy="953770"/>
        </p:xfrm>
        <a:graphic>
          <a:graphicData uri="http://schemas.openxmlformats.org/presentationml/2006/ole">
            <mc:AlternateContent xmlns:mc="http://schemas.openxmlformats.org/markup-compatibility/2006">
              <mc:Choice xmlns:v="urn:schemas-microsoft-com:vml" Requires="v">
                <p:oleObj r:id="rId2" imgW="2362200" imgH="393700" progId="Equation.DSMT4">
                  <p:embed/>
                </p:oleObj>
              </mc:Choice>
              <mc:Fallback>
                <p:oleObj r:id="rId2" imgW="2362200" imgH="393700" progId="Equation.DSMT4">
                  <p:embed/>
                  <p:pic>
                    <p:nvPicPr>
                      <p:cNvPr id="0" name="图片 3075"/>
                      <p:cNvPicPr/>
                      <p:nvPr/>
                    </p:nvPicPr>
                    <p:blipFill>
                      <a:blip r:embed="rId3"/>
                      <a:stretch>
                        <a:fillRect/>
                      </a:stretch>
                    </p:blipFill>
                    <p:spPr>
                      <a:xfrm>
                        <a:off x="1979930" y="980440"/>
                        <a:ext cx="5726430" cy="953770"/>
                      </a:xfrm>
                      <a:prstGeom prst="rect">
                        <a:avLst/>
                      </a:prstGeom>
                      <a:noFill/>
                      <a:ln w="38100">
                        <a:noFill/>
                        <a:miter/>
                      </a:ln>
                    </p:spPr>
                  </p:pic>
                </p:oleObj>
              </mc:Fallback>
            </mc:AlternateContent>
          </a:graphicData>
        </a:graphic>
      </p:graphicFrame>
      <p:sp>
        <p:nvSpPr>
          <p:cNvPr id="4" name="文本框 3"/>
          <p:cNvSpPr txBox="1"/>
          <p:nvPr/>
        </p:nvSpPr>
        <p:spPr>
          <a:xfrm>
            <a:off x="539750" y="2060575"/>
            <a:ext cx="7766685" cy="1124585"/>
          </a:xfrm>
          <a:prstGeom prst="rect">
            <a:avLst/>
          </a:prstGeom>
          <a:noFill/>
        </p:spPr>
        <p:txBody>
          <a:bodyPr wrap="square" rtlCol="0" anchor="t">
            <a:spAutoFit/>
          </a:bodyPr>
          <a:lstStyle/>
          <a:p>
            <a:pPr>
              <a:lnSpc>
                <a:spcPct val="120000"/>
              </a:lnSpc>
            </a:pPr>
            <a:r>
              <a:rPr lang="zh-CN" altLang="en-US" dirty="0">
                <a:sym typeface="+mn-ea"/>
              </a:rPr>
              <a:t>即</a:t>
            </a:r>
            <a:r>
              <a:rPr lang="en-US" altLang="zh-CN" i="1" dirty="0">
                <a:sym typeface="+mn-ea"/>
              </a:rPr>
              <a:t>β</a:t>
            </a:r>
            <a:r>
              <a:rPr lang="zh-CN" altLang="en-US" dirty="0">
                <a:solidFill>
                  <a:srgbClr val="000000"/>
                </a:solidFill>
                <a:latin typeface="楷体_GB2312"/>
                <a:ea typeface="楷体_GB2312"/>
                <a:sym typeface="+mn-ea"/>
              </a:rPr>
              <a:t>能由向量组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zh-CN" altLang="en-US" dirty="0">
                <a:sym typeface="+mn-ea"/>
              </a:rPr>
              <a:t>线性表示。</a:t>
            </a:r>
          </a:p>
          <a:p>
            <a:pPr>
              <a:lnSpc>
                <a:spcPct val="120000"/>
              </a:lnSpc>
            </a:pPr>
            <a:r>
              <a:rPr lang="zh-CN" altLang="en-US" dirty="0">
                <a:solidFill>
                  <a:srgbClr val="FF0000"/>
                </a:solidFill>
                <a:sym typeface="+mn-ea"/>
              </a:rPr>
              <a:t>下证表示式唯一</a:t>
            </a:r>
          </a:p>
        </p:txBody>
      </p:sp>
      <p:sp>
        <p:nvSpPr>
          <p:cNvPr id="5" name="文本框 4"/>
          <p:cNvSpPr txBox="1"/>
          <p:nvPr/>
        </p:nvSpPr>
        <p:spPr>
          <a:xfrm>
            <a:off x="611505" y="3212465"/>
            <a:ext cx="7766685" cy="750570"/>
          </a:xfrm>
          <a:prstGeom prst="rect">
            <a:avLst/>
          </a:prstGeom>
          <a:noFill/>
        </p:spPr>
        <p:txBody>
          <a:bodyPr wrap="square" rtlCol="0" anchor="t">
            <a:noAutofit/>
          </a:bodyPr>
          <a:lstStyle/>
          <a:p>
            <a:pPr>
              <a:lnSpc>
                <a:spcPct val="120000"/>
              </a:lnSpc>
            </a:pPr>
            <a:r>
              <a:rPr lang="zh-CN" altLang="en-US" dirty="0">
                <a:sym typeface="+mn-ea"/>
              </a:rPr>
              <a:t>设</a:t>
            </a:r>
            <a:r>
              <a:rPr lang="en-US" altLang="zh-CN" i="1" dirty="0">
                <a:sym typeface="+mn-ea"/>
              </a:rPr>
              <a:t>β</a:t>
            </a:r>
            <a:r>
              <a:rPr lang="zh-CN" altLang="en-US" dirty="0">
                <a:solidFill>
                  <a:srgbClr val="000000"/>
                </a:solidFill>
                <a:latin typeface="楷体_GB2312"/>
                <a:ea typeface="楷体_GB2312"/>
                <a:sym typeface="+mn-ea"/>
              </a:rPr>
              <a:t>有</a:t>
            </a:r>
            <a:r>
              <a:rPr lang="zh-CN" dirty="0">
                <a:solidFill>
                  <a:srgbClr val="000000"/>
                </a:solidFill>
                <a:latin typeface="楷体_GB2312"/>
                <a:ea typeface="楷体_GB2312"/>
                <a:sym typeface="+mn-ea"/>
              </a:rPr>
              <a:t>两种</a:t>
            </a:r>
            <a:r>
              <a:rPr lang="zh-CN" altLang="en-US" dirty="0">
                <a:sym typeface="+mn-ea"/>
              </a:rPr>
              <a:t>表示式</a:t>
            </a:r>
          </a:p>
          <a:p>
            <a:pPr>
              <a:lnSpc>
                <a:spcPct val="120000"/>
              </a:lnSpc>
            </a:pPr>
            <a:endParaRPr lang="zh-CN" altLang="en-US" dirty="0">
              <a:solidFill>
                <a:srgbClr val="FF0000"/>
              </a:solidFill>
              <a:sym typeface="+mn-ea"/>
            </a:endParaRPr>
          </a:p>
        </p:txBody>
      </p:sp>
      <p:graphicFrame>
        <p:nvGraphicFramePr>
          <p:cNvPr id="6" name="对象 -2147479654"/>
          <p:cNvGraphicFramePr>
            <a:graphicFrameLocks noChangeAspect="1"/>
          </p:cNvGraphicFramePr>
          <p:nvPr/>
        </p:nvGraphicFramePr>
        <p:xfrm>
          <a:off x="899795" y="3932555"/>
          <a:ext cx="3748405" cy="511175"/>
        </p:xfrm>
        <a:graphic>
          <a:graphicData uri="http://schemas.openxmlformats.org/presentationml/2006/ole">
            <mc:AlternateContent xmlns:mc="http://schemas.openxmlformats.org/markup-compatibility/2006">
              <mc:Choice xmlns:v="urn:schemas-microsoft-com:vml" Requires="v">
                <p:oleObj r:id="rId4" imgW="1676400" imgH="228600" progId="Equation.DSMT4">
                  <p:embed/>
                </p:oleObj>
              </mc:Choice>
              <mc:Fallback>
                <p:oleObj r:id="rId4" imgW="1676400" imgH="228600" progId="Equation.DSMT4">
                  <p:embed/>
                  <p:pic>
                    <p:nvPicPr>
                      <p:cNvPr id="0" name="图片 6"/>
                      <p:cNvPicPr/>
                      <p:nvPr/>
                    </p:nvPicPr>
                    <p:blipFill>
                      <a:blip r:embed="rId5"/>
                      <a:stretch>
                        <a:fillRect/>
                      </a:stretch>
                    </p:blipFill>
                    <p:spPr>
                      <a:xfrm>
                        <a:off x="899795" y="3932555"/>
                        <a:ext cx="3748405" cy="511175"/>
                      </a:xfrm>
                      <a:prstGeom prst="rect">
                        <a:avLst/>
                      </a:prstGeom>
                      <a:noFill/>
                      <a:ln w="38100">
                        <a:noFill/>
                        <a:miter/>
                      </a:ln>
                    </p:spPr>
                  </p:pic>
                </p:oleObj>
              </mc:Fallback>
            </mc:AlternateContent>
          </a:graphicData>
        </a:graphic>
      </p:graphicFrame>
      <p:graphicFrame>
        <p:nvGraphicFramePr>
          <p:cNvPr id="8" name="对象 -2147479653"/>
          <p:cNvGraphicFramePr>
            <a:graphicFrameLocks noChangeAspect="1"/>
          </p:cNvGraphicFramePr>
          <p:nvPr/>
        </p:nvGraphicFramePr>
        <p:xfrm>
          <a:off x="4754245" y="3932555"/>
          <a:ext cx="3416935" cy="508000"/>
        </p:xfrm>
        <a:graphic>
          <a:graphicData uri="http://schemas.openxmlformats.org/presentationml/2006/ole">
            <mc:AlternateContent xmlns:mc="http://schemas.openxmlformats.org/markup-compatibility/2006">
              <mc:Choice xmlns:v="urn:schemas-microsoft-com:vml" Requires="v">
                <p:oleObj r:id="rId6" imgW="1536700" imgH="228600" progId="Equation.DSMT4">
                  <p:embed/>
                </p:oleObj>
              </mc:Choice>
              <mc:Fallback>
                <p:oleObj r:id="rId6" imgW="1536700" imgH="228600" progId="Equation.DSMT4">
                  <p:embed/>
                  <p:pic>
                    <p:nvPicPr>
                      <p:cNvPr id="0" name="图片 7"/>
                      <p:cNvPicPr/>
                      <p:nvPr/>
                    </p:nvPicPr>
                    <p:blipFill>
                      <a:blip r:embed="rId7"/>
                      <a:stretch>
                        <a:fillRect/>
                      </a:stretch>
                    </p:blipFill>
                    <p:spPr>
                      <a:xfrm>
                        <a:off x="4754245" y="3932555"/>
                        <a:ext cx="3416935" cy="508000"/>
                      </a:xfrm>
                      <a:prstGeom prst="rect">
                        <a:avLst/>
                      </a:prstGeom>
                      <a:noFill/>
                      <a:ln w="38100">
                        <a:noFill/>
                        <a:miter/>
                      </a:ln>
                    </p:spPr>
                  </p:pic>
                </p:oleObj>
              </mc:Fallback>
            </mc:AlternateContent>
          </a:graphicData>
        </a:graphic>
      </p:graphicFrame>
      <p:sp>
        <p:nvSpPr>
          <p:cNvPr id="10" name="文本框 9"/>
          <p:cNvSpPr txBox="1"/>
          <p:nvPr/>
        </p:nvSpPr>
        <p:spPr>
          <a:xfrm>
            <a:off x="467360" y="4580890"/>
            <a:ext cx="1051560" cy="521970"/>
          </a:xfrm>
          <a:prstGeom prst="rect">
            <a:avLst/>
          </a:prstGeom>
          <a:noFill/>
        </p:spPr>
        <p:txBody>
          <a:bodyPr wrap="square" rtlCol="0" anchor="t">
            <a:spAutoFit/>
          </a:bodyPr>
          <a:lstStyle/>
          <a:p>
            <a:r>
              <a:rPr lang="zh-CN" dirty="0">
                <a:solidFill>
                  <a:srgbClr val="000000"/>
                </a:solidFill>
                <a:latin typeface="楷体_GB2312"/>
                <a:ea typeface="楷体_GB2312"/>
                <a:sym typeface="+mn-ea"/>
              </a:rPr>
              <a:t>则有</a:t>
            </a:r>
            <a:endParaRPr lang="zh-CN" altLang="en-US" dirty="0">
              <a:solidFill>
                <a:srgbClr val="000000"/>
              </a:solidFill>
              <a:latin typeface="楷体_GB2312"/>
              <a:ea typeface="楷体_GB2312"/>
              <a:sym typeface="+mn-ea"/>
            </a:endParaRPr>
          </a:p>
        </p:txBody>
      </p:sp>
      <p:sp>
        <p:nvSpPr>
          <p:cNvPr id="11" name="文本框 10"/>
          <p:cNvSpPr txBox="1"/>
          <p:nvPr/>
        </p:nvSpPr>
        <p:spPr>
          <a:xfrm>
            <a:off x="323850" y="5300980"/>
            <a:ext cx="5415280" cy="521970"/>
          </a:xfrm>
          <a:prstGeom prst="rect">
            <a:avLst/>
          </a:prstGeom>
          <a:noFill/>
        </p:spPr>
        <p:txBody>
          <a:bodyPr wrap="square" rtlCol="0" anchor="t">
            <a:spAutoFit/>
          </a:bodyPr>
          <a:lstStyle/>
          <a:p>
            <a:r>
              <a:rPr lang="zh-CN" altLang="en-US" dirty="0">
                <a:sym typeface="+mn-ea"/>
              </a:rPr>
              <a:t>由于</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zh-CN" altLang="en-US" dirty="0">
                <a:solidFill>
                  <a:srgbClr val="000000"/>
                </a:solidFill>
                <a:latin typeface="楷体_GB2312"/>
                <a:ea typeface="楷体_GB2312"/>
                <a:sym typeface="+mn-ea"/>
              </a:rPr>
              <a:t>线性无关，因此</a:t>
            </a:r>
          </a:p>
        </p:txBody>
      </p:sp>
      <p:graphicFrame>
        <p:nvGraphicFramePr>
          <p:cNvPr id="12" name="对象 -2147479652"/>
          <p:cNvGraphicFramePr>
            <a:graphicFrameLocks noChangeAspect="1"/>
          </p:cNvGraphicFramePr>
          <p:nvPr/>
        </p:nvGraphicFramePr>
        <p:xfrm>
          <a:off x="1403350" y="4530725"/>
          <a:ext cx="6674485" cy="572135"/>
        </p:xfrm>
        <a:graphic>
          <a:graphicData uri="http://schemas.openxmlformats.org/presentationml/2006/ole">
            <mc:AlternateContent xmlns:mc="http://schemas.openxmlformats.org/markup-compatibility/2006">
              <mc:Choice xmlns:v="urn:schemas-microsoft-com:vml" Requires="v">
                <p:oleObj r:id="rId8" imgW="2667000" imgH="228600" progId="Equation.DSMT4">
                  <p:embed/>
                </p:oleObj>
              </mc:Choice>
              <mc:Fallback>
                <p:oleObj r:id="rId8" imgW="2667000" imgH="228600" progId="Equation.DSMT4">
                  <p:embed/>
                  <p:pic>
                    <p:nvPicPr>
                      <p:cNvPr id="0" name="图片 10"/>
                      <p:cNvPicPr/>
                      <p:nvPr/>
                    </p:nvPicPr>
                    <p:blipFill>
                      <a:blip r:embed="rId9"/>
                      <a:stretch>
                        <a:fillRect/>
                      </a:stretch>
                    </p:blipFill>
                    <p:spPr>
                      <a:xfrm>
                        <a:off x="1403350" y="4530725"/>
                        <a:ext cx="6674485" cy="572135"/>
                      </a:xfrm>
                      <a:prstGeom prst="rect">
                        <a:avLst/>
                      </a:prstGeom>
                      <a:noFill/>
                      <a:ln w="38100">
                        <a:noFill/>
                        <a:miter/>
                      </a:ln>
                    </p:spPr>
                  </p:pic>
                </p:oleObj>
              </mc:Fallback>
            </mc:AlternateContent>
          </a:graphicData>
        </a:graphic>
      </p:graphicFrame>
      <p:graphicFrame>
        <p:nvGraphicFramePr>
          <p:cNvPr id="14" name="对象 -2147479650"/>
          <p:cNvGraphicFramePr>
            <a:graphicFrameLocks noChangeAspect="1"/>
          </p:cNvGraphicFramePr>
          <p:nvPr/>
        </p:nvGraphicFramePr>
        <p:xfrm>
          <a:off x="5536248" y="5300980"/>
          <a:ext cx="3487420" cy="518795"/>
        </p:xfrm>
        <a:graphic>
          <a:graphicData uri="http://schemas.openxmlformats.org/presentationml/2006/ole">
            <mc:AlternateContent xmlns:mc="http://schemas.openxmlformats.org/markup-compatibility/2006">
              <mc:Choice xmlns:v="urn:schemas-microsoft-com:vml" Requires="v">
                <p:oleObj r:id="rId10" imgW="1536700" imgH="228600" progId="Equation.DSMT4">
                  <p:embed/>
                </p:oleObj>
              </mc:Choice>
              <mc:Fallback>
                <p:oleObj r:id="rId10" imgW="1536700" imgH="228600" progId="Equation.DSMT4">
                  <p:embed/>
                  <p:pic>
                    <p:nvPicPr>
                      <p:cNvPr id="0" name="图片 11"/>
                      <p:cNvPicPr/>
                      <p:nvPr/>
                    </p:nvPicPr>
                    <p:blipFill>
                      <a:blip r:embed="rId11"/>
                      <a:stretch>
                        <a:fillRect/>
                      </a:stretch>
                    </p:blipFill>
                    <p:spPr>
                      <a:xfrm>
                        <a:off x="5536248" y="5300980"/>
                        <a:ext cx="3487420" cy="518795"/>
                      </a:xfrm>
                      <a:prstGeom prst="rect">
                        <a:avLst/>
                      </a:prstGeom>
                      <a:noFill/>
                      <a:ln w="38100">
                        <a:noFill/>
                        <a:miter/>
                      </a:ln>
                    </p:spPr>
                  </p:pic>
                </p:oleObj>
              </mc:Fallback>
            </mc:AlternateContent>
          </a:graphicData>
        </a:graphic>
      </p:graphicFrame>
      <p:sp>
        <p:nvSpPr>
          <p:cNvPr id="16" name="文本框 15"/>
          <p:cNvSpPr txBox="1"/>
          <p:nvPr/>
        </p:nvSpPr>
        <p:spPr>
          <a:xfrm>
            <a:off x="467360" y="5948680"/>
            <a:ext cx="7766685" cy="741680"/>
          </a:xfrm>
          <a:prstGeom prst="rect">
            <a:avLst/>
          </a:prstGeom>
          <a:noFill/>
        </p:spPr>
        <p:txBody>
          <a:bodyPr wrap="square" rtlCol="0" anchor="t">
            <a:noAutofit/>
          </a:bodyPr>
          <a:lstStyle/>
          <a:p>
            <a:pPr>
              <a:lnSpc>
                <a:spcPct val="120000"/>
              </a:lnSpc>
            </a:pPr>
            <a:r>
              <a:rPr lang="zh-CN" altLang="en-US" dirty="0">
                <a:sym typeface="+mn-ea"/>
              </a:rPr>
              <a:t>即</a:t>
            </a:r>
            <a:r>
              <a:rPr lang="en-US" altLang="zh-CN" i="1" dirty="0">
                <a:sym typeface="+mn-ea"/>
              </a:rPr>
              <a:t>β</a:t>
            </a:r>
            <a:r>
              <a:rPr lang="zh-CN" altLang="en-US" dirty="0">
                <a:solidFill>
                  <a:srgbClr val="000000"/>
                </a:solidFill>
                <a:latin typeface="楷体_GB2312"/>
                <a:ea typeface="楷体_GB2312"/>
                <a:sym typeface="+mn-ea"/>
              </a:rPr>
              <a:t>能由向量组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zh-CN" altLang="en-US" dirty="0">
                <a:solidFill>
                  <a:srgbClr val="FF0000"/>
                </a:solidFill>
                <a:sym typeface="+mn-ea"/>
              </a:rPr>
              <a:t>唯一</a:t>
            </a:r>
            <a:r>
              <a:rPr lang="zh-CN" altLang="en-US" dirty="0">
                <a:sym typeface="+mn-ea"/>
              </a:rPr>
              <a:t>线性表示。</a:t>
            </a:r>
          </a:p>
          <a:p>
            <a:pPr>
              <a:lnSpc>
                <a:spcPct val="120000"/>
              </a:lnSpc>
            </a:pPr>
            <a:endParaRPr lang="zh-CN" altLang="en-US" dirty="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p:nvPr/>
        </p:nvSpPr>
        <p:spPr>
          <a:xfrm>
            <a:off x="294640" y="188595"/>
            <a:ext cx="8554720" cy="1898015"/>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dirty="0">
                <a:solidFill>
                  <a:srgbClr val="FF3300"/>
                </a:solidFill>
                <a:ea typeface="楷体_GB2312"/>
                <a:sym typeface="+mn-ea"/>
              </a:rPr>
              <a:t>定理</a:t>
            </a:r>
            <a:r>
              <a:rPr lang="en-US" altLang="zh-CN" b="1" dirty="0">
                <a:solidFill>
                  <a:srgbClr val="FF3300"/>
                </a:solidFill>
                <a:latin typeface="Times New Roman" panose="02020603050405020304" pitchFamily="18" charset="0"/>
                <a:ea typeface="楷体_GB2312"/>
              </a:rPr>
              <a:t>3.3.6</a:t>
            </a:r>
            <a:r>
              <a:rPr lang="en-US" altLang="zh-CN" b="1" dirty="0">
                <a:solidFill>
                  <a:srgbClr val="FF0000"/>
                </a:solidFill>
                <a:latin typeface="Times New Roman" panose="02020603050405020304" pitchFamily="18" charset="0"/>
                <a:ea typeface="楷体_GB2312"/>
              </a:rPr>
              <a:t> </a:t>
            </a:r>
            <a:r>
              <a:rPr lang="zh-CN" altLang="en-US" b="1" dirty="0">
                <a:solidFill>
                  <a:schemeClr val="tx1"/>
                </a:solidFill>
                <a:latin typeface="Times New Roman" panose="02020603050405020304" pitchFamily="18" charset="0"/>
                <a:ea typeface="楷体_GB2312"/>
              </a:rPr>
              <a:t>若</a:t>
            </a:r>
            <a:r>
              <a:rPr lang="zh-CN" altLang="en-US" dirty="0">
                <a:solidFill>
                  <a:srgbClr val="000000"/>
                </a:solidFill>
                <a:latin typeface="楷体_GB2312"/>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en-US" altLang="zh-CN" dirty="0">
                <a:sym typeface="+mn-ea"/>
              </a:rPr>
              <a:t>(</a:t>
            </a:r>
            <a:r>
              <a:rPr lang="en-US" altLang="zh-CN" i="1" dirty="0">
                <a:sym typeface="+mn-ea"/>
              </a:rPr>
              <a:t>m</a:t>
            </a:r>
            <a:r>
              <a:rPr lang="en-US" altLang="zh-CN" i="1" dirty="0">
                <a:cs typeface="Times New Roman" panose="02020603050405020304" pitchFamily="18" charset="0"/>
                <a:sym typeface="+mn-ea"/>
              </a:rPr>
              <a:t>≥</a:t>
            </a:r>
            <a:r>
              <a:rPr lang="en-US" altLang="zh-CN" dirty="0">
                <a:cs typeface="Times New Roman" panose="02020603050405020304" pitchFamily="18" charset="0"/>
                <a:sym typeface="+mn-ea"/>
              </a:rPr>
              <a:t>2)</a:t>
            </a:r>
            <a:r>
              <a:rPr lang="zh-CN" altLang="en-US" dirty="0">
                <a:solidFill>
                  <a:srgbClr val="000000"/>
                </a:solidFill>
                <a:latin typeface="楷体_GB2312"/>
                <a:ea typeface="楷体_GB2312"/>
                <a:sym typeface="+mn-ea"/>
              </a:rPr>
              <a:t>线性相关的充要条件是该向量组中至少有一个向量是其余向量的线性组合。</a:t>
            </a:r>
            <a:endParaRPr lang="zh-CN" altLang="en-US" b="1" dirty="0">
              <a:solidFill>
                <a:srgbClr val="000000"/>
              </a:solidFill>
              <a:latin typeface="楷体_GB2312"/>
              <a:ea typeface="楷体_GB2312"/>
            </a:endParaRPr>
          </a:p>
        </p:txBody>
      </p:sp>
      <p:sp>
        <p:nvSpPr>
          <p:cNvPr id="3" name="文本框 2"/>
          <p:cNvSpPr txBox="1"/>
          <p:nvPr/>
        </p:nvSpPr>
        <p:spPr>
          <a:xfrm>
            <a:off x="1259840" y="4005580"/>
            <a:ext cx="7712075" cy="694055"/>
          </a:xfrm>
          <a:prstGeom prst="rect">
            <a:avLst/>
          </a:prstGeom>
          <a:noFill/>
        </p:spPr>
        <p:txBody>
          <a:bodyPr wrap="square" rtlCol="0" anchor="t">
            <a:sp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不妨设</a:t>
            </a:r>
            <a:r>
              <a:rPr lang="en-US" altLang="zh-CN" i="1" dirty="0">
                <a:sym typeface="+mn-ea"/>
              </a:rPr>
              <a:t>k</a:t>
            </a:r>
            <a:r>
              <a:rPr lang="en-US" altLang="zh-CN" i="1" baseline="-25000" dirty="0">
                <a:sym typeface="+mn-ea"/>
              </a:rPr>
              <a:t>i</a:t>
            </a:r>
            <a:r>
              <a:rPr lang="en-US" altLang="zh-CN" i="1" dirty="0">
                <a:latin typeface="Arial" panose="020B0604020202020204" pitchFamily="34" charset="0"/>
                <a:cs typeface="Arial" panose="020B0604020202020204" pitchFamily="34" charset="0"/>
                <a:sym typeface="+mn-ea"/>
              </a:rPr>
              <a:t>≠ </a:t>
            </a:r>
            <a:r>
              <a:rPr lang="en-US" altLang="zh-CN" dirty="0">
                <a:sym typeface="+mn-ea"/>
              </a:rPr>
              <a:t>0</a:t>
            </a:r>
            <a:r>
              <a:rPr lang="zh-CN" altLang="en-US" dirty="0">
                <a:sym typeface="+mn-ea"/>
              </a:rPr>
              <a:t>（</a:t>
            </a:r>
            <a:r>
              <a:rPr lang="en-US" altLang="zh-CN" dirty="0">
                <a:sym typeface="+mn-ea"/>
              </a:rPr>
              <a:t>1</a:t>
            </a:r>
            <a:r>
              <a:rPr lang="en-US" altLang="zh-CN" dirty="0">
                <a:latin typeface="Arial" panose="020B0604020202020204" pitchFamily="34" charset="0"/>
                <a:cs typeface="Arial" panose="020B0604020202020204" pitchFamily="34" charset="0"/>
                <a:sym typeface="+mn-ea"/>
              </a:rPr>
              <a:t>≤</a:t>
            </a:r>
            <a:r>
              <a:rPr lang="en-US" altLang="zh-CN" i="1" dirty="0">
                <a:sym typeface="+mn-ea"/>
              </a:rPr>
              <a:t>i</a:t>
            </a:r>
            <a:r>
              <a:rPr lang="en-US" altLang="zh-CN" dirty="0">
                <a:latin typeface="Arial" panose="020B0604020202020204" pitchFamily="34" charset="0"/>
                <a:cs typeface="Arial" panose="020B0604020202020204" pitchFamily="34" charset="0"/>
                <a:sym typeface="+mn-ea"/>
              </a:rPr>
              <a:t>≤</a:t>
            </a:r>
            <a:r>
              <a:rPr lang="en-US" altLang="zh-CN" i="1" dirty="0">
                <a:sym typeface="+mn-ea"/>
              </a:rPr>
              <a:t>m</a:t>
            </a:r>
            <a:r>
              <a:rPr lang="zh-CN" altLang="en-US" dirty="0">
                <a:sym typeface="+mn-ea"/>
              </a:rPr>
              <a:t>）</a:t>
            </a:r>
            <a:r>
              <a:rPr lang="zh-CN" altLang="en-US" dirty="0">
                <a:solidFill>
                  <a:srgbClr val="000000"/>
                </a:solidFill>
                <a:latin typeface="楷体_GB2312"/>
                <a:ea typeface="楷体_GB2312"/>
                <a:sym typeface="+mn-ea"/>
              </a:rPr>
              <a:t>，则</a:t>
            </a:r>
            <a:r>
              <a:rPr lang="zh-CN" dirty="0">
                <a:sym typeface="+mn-ea"/>
              </a:rPr>
              <a:t>有</a:t>
            </a:r>
            <a:endParaRPr lang="zh-CN" dirty="0">
              <a:solidFill>
                <a:srgbClr val="000000"/>
              </a:solidFill>
              <a:latin typeface="楷体_GB2312"/>
              <a:ea typeface="楷体_GB2312"/>
              <a:sym typeface="+mn-ea"/>
            </a:endParaRPr>
          </a:p>
        </p:txBody>
      </p:sp>
      <p:sp>
        <p:nvSpPr>
          <p:cNvPr id="4" name="Rectangle 12"/>
          <p:cNvSpPr/>
          <p:nvPr/>
        </p:nvSpPr>
        <p:spPr>
          <a:xfrm>
            <a:off x="294640" y="2060575"/>
            <a:ext cx="8554720" cy="1941830"/>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dirty="0">
                <a:solidFill>
                  <a:srgbClr val="FF3300"/>
                </a:solidFill>
                <a:ea typeface="楷体_GB2312"/>
                <a:sym typeface="+mn-ea"/>
              </a:rPr>
              <a:t>证</a:t>
            </a:r>
            <a:r>
              <a:rPr lang="en-US" altLang="zh-CN" b="1" dirty="0">
                <a:solidFill>
                  <a:srgbClr val="FF0000"/>
                </a:solidFill>
                <a:latin typeface="Times New Roman" panose="02020603050405020304" pitchFamily="18" charset="0"/>
                <a:ea typeface="楷体_GB2312"/>
              </a:rPr>
              <a:t> </a:t>
            </a:r>
            <a:r>
              <a:rPr lang="zh-CN" altLang="en-US" b="1" dirty="0">
                <a:solidFill>
                  <a:schemeClr val="tx1"/>
                </a:solidFill>
                <a:latin typeface="Times New Roman" panose="02020603050405020304" pitchFamily="18" charset="0"/>
                <a:ea typeface="楷体_GB2312"/>
              </a:rPr>
              <a:t>必要性</a:t>
            </a:r>
            <a:r>
              <a:rPr lang="en-US" altLang="zh-CN" b="1" dirty="0">
                <a:solidFill>
                  <a:schemeClr val="tx1"/>
                </a:solidFill>
                <a:latin typeface="Times New Roman" panose="02020603050405020304" pitchFamily="18" charset="0"/>
                <a:ea typeface="楷体_GB2312"/>
              </a:rPr>
              <a:t>. </a:t>
            </a:r>
            <a:r>
              <a:rPr lang="zh-CN" altLang="en-US" b="1" dirty="0">
                <a:solidFill>
                  <a:schemeClr val="tx1"/>
                </a:solidFill>
                <a:latin typeface="Times New Roman" panose="02020603050405020304" pitchFamily="18" charset="0"/>
                <a:ea typeface="楷体_GB2312"/>
              </a:rPr>
              <a:t>设</a:t>
            </a:r>
            <a:r>
              <a:rPr lang="zh-CN" altLang="en-US" dirty="0">
                <a:solidFill>
                  <a:srgbClr val="000000"/>
                </a:solidFill>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en-US" altLang="zh-CN" dirty="0">
                <a:sym typeface="+mn-ea"/>
              </a:rPr>
              <a:t> </a:t>
            </a:r>
            <a:r>
              <a:rPr lang="zh-CN" altLang="en-US" dirty="0">
                <a:solidFill>
                  <a:srgbClr val="000000"/>
                </a:solidFill>
                <a:latin typeface="楷体_GB2312"/>
                <a:ea typeface="楷体_GB2312"/>
                <a:sym typeface="+mn-ea"/>
              </a:rPr>
              <a:t>线性相关，则存在不全为</a:t>
            </a:r>
            <a:r>
              <a:rPr lang="en-US" altLang="zh-CN" dirty="0">
                <a:solidFill>
                  <a:srgbClr val="000000"/>
                </a:solidFill>
                <a:latin typeface="楷体_GB2312"/>
                <a:ea typeface="楷体_GB2312"/>
                <a:sym typeface="+mn-ea"/>
              </a:rPr>
              <a:t>0</a:t>
            </a:r>
            <a:r>
              <a:rPr lang="zh-CN" altLang="en-US" dirty="0">
                <a:solidFill>
                  <a:srgbClr val="000000"/>
                </a:solidFill>
                <a:latin typeface="楷体_GB2312"/>
                <a:ea typeface="楷体_GB2312"/>
                <a:sym typeface="+mn-ea"/>
              </a:rPr>
              <a:t>的数</a:t>
            </a:r>
            <a:r>
              <a:rPr lang="en-US" altLang="zh-CN" i="1" dirty="0">
                <a:sym typeface="+mn-ea"/>
              </a:rPr>
              <a:t>k</a:t>
            </a:r>
            <a:r>
              <a:rPr lang="en-US" altLang="zh-CN" baseline="-25000" dirty="0">
                <a:sym typeface="+mn-ea"/>
              </a:rPr>
              <a:t>1</a:t>
            </a:r>
            <a:r>
              <a:rPr lang="en-US" altLang="zh-CN" dirty="0">
                <a:sym typeface="+mn-ea"/>
              </a:rPr>
              <a:t>, </a:t>
            </a:r>
            <a:r>
              <a:rPr lang="en-US" altLang="zh-CN" i="1" dirty="0">
                <a:sym typeface="+mn-ea"/>
              </a:rPr>
              <a:t>k</a:t>
            </a:r>
            <a:r>
              <a:rPr lang="en-US" altLang="zh-CN" baseline="-25000" dirty="0">
                <a:sym typeface="+mn-ea"/>
              </a:rPr>
              <a:t>2</a:t>
            </a:r>
            <a:r>
              <a:rPr lang="en-US" altLang="zh-CN" dirty="0">
                <a:sym typeface="+mn-ea"/>
              </a:rPr>
              <a:t>, …, </a:t>
            </a:r>
            <a:r>
              <a:rPr lang="en-US" altLang="zh-CN" i="1" dirty="0">
                <a:sym typeface="+mn-ea"/>
              </a:rPr>
              <a:t>k</a:t>
            </a:r>
            <a:r>
              <a:rPr lang="en-US" altLang="zh-CN" i="1" baseline="-25000" dirty="0">
                <a:sym typeface="+mn-ea"/>
              </a:rPr>
              <a:t>m</a:t>
            </a:r>
            <a:r>
              <a:rPr lang="en-US" altLang="zh-CN" dirty="0">
                <a:sym typeface="+mn-ea"/>
              </a:rPr>
              <a:t>, </a:t>
            </a:r>
            <a:r>
              <a:rPr lang="zh-CN" altLang="en-US" dirty="0">
                <a:sym typeface="+mn-ea"/>
              </a:rPr>
              <a:t>使得</a:t>
            </a:r>
          </a:p>
          <a:p>
            <a:pPr marL="609600" indent="-609600" algn="ctr">
              <a:lnSpc>
                <a:spcPct val="140000"/>
              </a:lnSpc>
              <a:spcBef>
                <a:spcPct val="20000"/>
              </a:spcBef>
              <a:buClr>
                <a:srgbClr val="00007D"/>
              </a:buClr>
              <a:buSzPct val="75000"/>
              <a:buFont typeface="Wingdings" panose="05000000000000000000" pitchFamily="2" charset="2"/>
            </a:pPr>
            <a:r>
              <a:rPr lang="en-US" altLang="zh-CN" i="1" dirty="0">
                <a:sym typeface="+mn-ea"/>
              </a:rPr>
              <a:t>k</a:t>
            </a:r>
            <a:r>
              <a:rPr lang="en-US" altLang="zh-CN" baseline="-25000" dirty="0">
                <a:sym typeface="+mn-ea"/>
              </a:rPr>
              <a:t>1</a:t>
            </a:r>
            <a:r>
              <a:rPr lang="en-US" altLang="zh-CN" i="1" dirty="0">
                <a:sym typeface="+mn-ea"/>
              </a:rPr>
              <a:t>a</a:t>
            </a:r>
            <a:r>
              <a:rPr lang="en-US" altLang="zh-CN" baseline="-25000" dirty="0">
                <a:sym typeface="+mn-ea"/>
              </a:rPr>
              <a:t>1 </a:t>
            </a:r>
            <a:r>
              <a:rPr lang="en-US" altLang="zh-CN" dirty="0">
                <a:sym typeface="+mn-ea"/>
              </a:rPr>
              <a:t>+ </a:t>
            </a:r>
            <a:r>
              <a:rPr lang="en-US" altLang="zh-CN" i="1" dirty="0">
                <a:sym typeface="+mn-ea"/>
              </a:rPr>
              <a:t>k</a:t>
            </a:r>
            <a:r>
              <a:rPr lang="en-US" altLang="zh-CN" baseline="-25000" dirty="0">
                <a:sym typeface="+mn-ea"/>
              </a:rPr>
              <a:t>2</a:t>
            </a:r>
            <a:r>
              <a:rPr lang="en-US" altLang="zh-CN" i="1" dirty="0">
                <a:sym typeface="+mn-ea"/>
              </a:rPr>
              <a:t>a</a:t>
            </a:r>
            <a:r>
              <a:rPr lang="en-US" altLang="zh-CN" baseline="-25000" dirty="0">
                <a:sym typeface="+mn-ea"/>
              </a:rPr>
              <a:t>2 </a:t>
            </a:r>
            <a:r>
              <a:rPr lang="en-US" altLang="zh-CN" dirty="0">
                <a:sym typeface="+mn-ea"/>
              </a:rPr>
              <a:t>+ … + </a:t>
            </a:r>
            <a:r>
              <a:rPr lang="en-US" altLang="zh-CN" i="1" dirty="0">
                <a:sym typeface="+mn-ea"/>
              </a:rPr>
              <a:t>k</a:t>
            </a:r>
            <a:r>
              <a:rPr lang="en-US" altLang="zh-CN" i="1" baseline="-25000" dirty="0">
                <a:sym typeface="+mn-ea"/>
              </a:rPr>
              <a:t>m</a:t>
            </a:r>
            <a:r>
              <a:rPr lang="en-US" altLang="zh-CN" i="1" dirty="0">
                <a:sym typeface="+mn-ea"/>
              </a:rPr>
              <a:t>a</a:t>
            </a:r>
            <a:r>
              <a:rPr lang="en-US" altLang="zh-CN" i="1" baseline="-25000" dirty="0">
                <a:sym typeface="+mn-ea"/>
              </a:rPr>
              <a:t>m </a:t>
            </a:r>
            <a:r>
              <a:rPr lang="en-US" altLang="zh-CN" i="1" dirty="0">
                <a:sym typeface="+mn-ea"/>
              </a:rPr>
              <a:t>=</a:t>
            </a:r>
            <a:r>
              <a:rPr lang="en-US" altLang="zh-CN" dirty="0">
                <a:sym typeface="+mn-ea"/>
              </a:rPr>
              <a:t>0</a:t>
            </a:r>
            <a:endParaRPr lang="zh-CN" altLang="en-US" b="1" dirty="0">
              <a:solidFill>
                <a:srgbClr val="000000"/>
              </a:solidFill>
              <a:latin typeface="楷体_GB2312"/>
              <a:ea typeface="楷体_GB2312"/>
              <a:sym typeface="+mn-ea"/>
            </a:endParaRPr>
          </a:p>
          <a:p>
            <a:pPr marL="609600" indent="-609600" algn="l">
              <a:lnSpc>
                <a:spcPct val="140000"/>
              </a:lnSpc>
              <a:spcBef>
                <a:spcPct val="20000"/>
              </a:spcBef>
              <a:buClr>
                <a:srgbClr val="00007D"/>
              </a:buClr>
              <a:buSzPct val="75000"/>
              <a:buFont typeface="Wingdings" panose="05000000000000000000" pitchFamily="2" charset="2"/>
            </a:pPr>
            <a:endParaRPr lang="zh-CN" altLang="en-US" b="1" dirty="0">
              <a:solidFill>
                <a:srgbClr val="000000"/>
              </a:solidFill>
              <a:latin typeface="楷体_GB2312"/>
              <a:ea typeface="楷体_GB2312"/>
              <a:sym typeface="+mn-ea"/>
            </a:endParaRPr>
          </a:p>
        </p:txBody>
      </p:sp>
      <p:graphicFrame>
        <p:nvGraphicFramePr>
          <p:cNvPr id="5" name="对象 -2147474279"/>
          <p:cNvGraphicFramePr>
            <a:graphicFrameLocks noChangeAspect="1"/>
          </p:cNvGraphicFramePr>
          <p:nvPr/>
        </p:nvGraphicFramePr>
        <p:xfrm>
          <a:off x="1043305" y="4797425"/>
          <a:ext cx="7531735" cy="969010"/>
        </p:xfrm>
        <a:graphic>
          <a:graphicData uri="http://schemas.openxmlformats.org/presentationml/2006/ole">
            <mc:AlternateContent xmlns:mc="http://schemas.openxmlformats.org/markup-compatibility/2006">
              <mc:Choice xmlns:v="urn:schemas-microsoft-com:vml" Requires="v">
                <p:oleObj r:id="rId2" imgW="3352800" imgH="431800" progId="Equation.DSMT4">
                  <p:embed/>
                </p:oleObj>
              </mc:Choice>
              <mc:Fallback>
                <p:oleObj r:id="rId2" imgW="3352800" imgH="431800" progId="Equation.DSMT4">
                  <p:embed/>
                  <p:pic>
                    <p:nvPicPr>
                      <p:cNvPr id="0" name="图片 3075"/>
                      <p:cNvPicPr/>
                      <p:nvPr/>
                    </p:nvPicPr>
                    <p:blipFill>
                      <a:blip r:embed="rId3"/>
                      <a:stretch>
                        <a:fillRect/>
                      </a:stretch>
                    </p:blipFill>
                    <p:spPr>
                      <a:xfrm>
                        <a:off x="1043305" y="4797425"/>
                        <a:ext cx="7531735" cy="969010"/>
                      </a:xfrm>
                      <a:prstGeom prst="rect">
                        <a:avLst/>
                      </a:prstGeom>
                      <a:noFill/>
                      <a:ln w="38100">
                        <a:noFill/>
                        <a:miter/>
                      </a:ln>
                    </p:spPr>
                  </p:pic>
                </p:oleObj>
              </mc:Fallback>
            </mc:AlternateContent>
          </a:graphicData>
        </a:graphic>
      </p:graphicFrame>
      <p:sp>
        <p:nvSpPr>
          <p:cNvPr id="13" name="文本框 12"/>
          <p:cNvSpPr txBox="1"/>
          <p:nvPr/>
        </p:nvSpPr>
        <p:spPr>
          <a:xfrm>
            <a:off x="611505" y="5661660"/>
            <a:ext cx="7766685" cy="741680"/>
          </a:xfrm>
          <a:prstGeom prst="rect">
            <a:avLst/>
          </a:prstGeom>
          <a:noFill/>
        </p:spPr>
        <p:txBody>
          <a:bodyPr wrap="square" rtlCol="0" anchor="t">
            <a:noAutofit/>
          </a:bodyPr>
          <a:lstStyle/>
          <a:p>
            <a:pPr>
              <a:lnSpc>
                <a:spcPct val="120000"/>
              </a:lnSpc>
            </a:pPr>
            <a:r>
              <a:rPr lang="zh-CN" altLang="en-US" dirty="0">
                <a:sym typeface="+mn-ea"/>
              </a:rPr>
              <a:t>即</a:t>
            </a:r>
            <a:r>
              <a:rPr lang="en-US" altLang="zh-CN" i="1" dirty="0">
                <a:sym typeface="+mn-ea"/>
              </a:rPr>
              <a:t>α</a:t>
            </a:r>
            <a:r>
              <a:rPr lang="en-US" altLang="zh-CN" i="1" baseline="-25000" dirty="0">
                <a:sym typeface="+mn-ea"/>
              </a:rPr>
              <a:t>i</a:t>
            </a:r>
            <a:r>
              <a:rPr lang="zh-CN" altLang="en-US" dirty="0">
                <a:solidFill>
                  <a:srgbClr val="000000"/>
                </a:solidFill>
                <a:latin typeface="楷体_GB2312"/>
                <a:ea typeface="楷体_GB2312"/>
                <a:sym typeface="+mn-ea"/>
              </a:rPr>
              <a:t>是其余向量</a:t>
            </a:r>
            <a:r>
              <a:rPr lang="zh-CN" altLang="en-US" dirty="0">
                <a:sym typeface="+mn-ea"/>
              </a:rPr>
              <a:t>的线性组合。</a:t>
            </a:r>
          </a:p>
          <a:p>
            <a:pPr>
              <a:lnSpc>
                <a:spcPct val="120000"/>
              </a:lnSpc>
            </a:pPr>
            <a:endParaRPr lang="zh-CN" altLang="en-US" dirty="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1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5470" y="3068955"/>
            <a:ext cx="8127365" cy="1247775"/>
          </a:xfrm>
          <a:prstGeom prst="rect">
            <a:avLst/>
          </a:prstGeom>
          <a:noFill/>
        </p:spPr>
        <p:txBody>
          <a:bodyPr wrap="square" rtlCol="0" anchor="t">
            <a:noAutofit/>
          </a:bodyPr>
          <a:lstStyle/>
          <a:p>
            <a:pPr marL="609600" indent="-609600">
              <a:lnSpc>
                <a:spcPct val="100000"/>
              </a:lnSpc>
              <a:spcBef>
                <a:spcPct val="2000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从而</a:t>
            </a:r>
          </a:p>
          <a:p>
            <a:pPr marL="609600" indent="-609600">
              <a:lnSpc>
                <a:spcPct val="100000"/>
              </a:lnSpc>
              <a:spcBef>
                <a:spcPct val="20000"/>
              </a:spcBef>
              <a:buClr>
                <a:srgbClr val="00007D"/>
              </a:buClr>
              <a:buSzPct val="75000"/>
              <a:buFont typeface="Wingdings" panose="05000000000000000000" pitchFamily="2" charset="2"/>
            </a:pPr>
            <a:r>
              <a:rPr lang="en-US" altLang="zh-CN" i="1" dirty="0">
                <a:sym typeface="+mn-ea"/>
              </a:rPr>
              <a:t>k</a:t>
            </a:r>
            <a:r>
              <a:rPr lang="en-US" altLang="zh-CN" baseline="-25000" dirty="0">
                <a:sym typeface="+mn-ea"/>
              </a:rPr>
              <a:t>1</a:t>
            </a:r>
            <a:r>
              <a:rPr lang="en-US" altLang="zh-CN" i="1" dirty="0">
                <a:sym typeface="+mn-ea"/>
              </a:rPr>
              <a:t>a</a:t>
            </a:r>
            <a:r>
              <a:rPr lang="en-US" altLang="zh-CN" baseline="-25000" dirty="0">
                <a:sym typeface="+mn-ea"/>
              </a:rPr>
              <a:t>1 </a:t>
            </a:r>
            <a:r>
              <a:rPr lang="en-US" altLang="zh-CN" dirty="0">
                <a:sym typeface="+mn-ea"/>
              </a:rPr>
              <a:t>+ </a:t>
            </a:r>
            <a:r>
              <a:rPr lang="en-US" altLang="zh-CN" i="1" dirty="0">
                <a:sym typeface="+mn-ea"/>
              </a:rPr>
              <a:t>k</a:t>
            </a:r>
            <a:r>
              <a:rPr lang="en-US" altLang="zh-CN" baseline="-25000" dirty="0">
                <a:sym typeface="+mn-ea"/>
              </a:rPr>
              <a:t>2</a:t>
            </a:r>
            <a:r>
              <a:rPr lang="en-US" altLang="zh-CN" i="1" dirty="0">
                <a:sym typeface="+mn-ea"/>
              </a:rPr>
              <a:t>a</a:t>
            </a:r>
            <a:r>
              <a:rPr lang="en-US" altLang="zh-CN" baseline="-25000" dirty="0">
                <a:sym typeface="+mn-ea"/>
              </a:rPr>
              <a:t>2 </a:t>
            </a:r>
            <a:r>
              <a:rPr lang="en-US" altLang="zh-CN" dirty="0">
                <a:sym typeface="+mn-ea"/>
              </a:rPr>
              <a:t>+ …+</a:t>
            </a:r>
            <a:r>
              <a:rPr lang="en-US" altLang="zh-CN" i="1" dirty="0">
                <a:sym typeface="+mn-ea"/>
              </a:rPr>
              <a:t>k</a:t>
            </a:r>
            <a:r>
              <a:rPr lang="en-US" altLang="zh-CN" i="1" baseline="-25000" dirty="0">
                <a:sym typeface="+mn-ea"/>
              </a:rPr>
              <a:t>j</a:t>
            </a:r>
            <a:r>
              <a:rPr lang="en-US" altLang="zh-CN" baseline="-25000" dirty="0">
                <a:sym typeface="+mn-ea"/>
              </a:rPr>
              <a:t>-1</a:t>
            </a:r>
            <a:r>
              <a:rPr lang="en-US" altLang="zh-CN" i="1" dirty="0">
                <a:sym typeface="+mn-ea"/>
              </a:rPr>
              <a:t>α</a:t>
            </a:r>
            <a:r>
              <a:rPr lang="en-US" altLang="zh-CN" i="1" baseline="-25000" dirty="0">
                <a:sym typeface="+mn-ea"/>
              </a:rPr>
              <a:t>j</a:t>
            </a:r>
            <a:r>
              <a:rPr lang="en-US" altLang="zh-CN" baseline="-25000" dirty="0">
                <a:sym typeface="+mn-ea"/>
              </a:rPr>
              <a:t>-1</a:t>
            </a:r>
            <a:r>
              <a:rPr lang="en-US" altLang="zh-CN" dirty="0">
                <a:sym typeface="+mn-ea"/>
              </a:rPr>
              <a:t> +(-1)</a:t>
            </a:r>
            <a:r>
              <a:rPr lang="en-US" altLang="zh-CN" i="1" dirty="0">
                <a:sym typeface="+mn-ea"/>
              </a:rPr>
              <a:t>α</a:t>
            </a:r>
            <a:r>
              <a:rPr lang="en-US" altLang="zh-CN" i="1" baseline="-25000" dirty="0">
                <a:sym typeface="+mn-ea"/>
              </a:rPr>
              <a:t>j</a:t>
            </a:r>
            <a:r>
              <a:rPr lang="en-US" altLang="zh-CN" dirty="0">
                <a:sym typeface="+mn-ea"/>
              </a:rPr>
              <a:t>+</a:t>
            </a:r>
            <a:r>
              <a:rPr lang="en-US" altLang="zh-CN" i="1" dirty="0">
                <a:sym typeface="+mn-ea"/>
              </a:rPr>
              <a:t>k</a:t>
            </a:r>
            <a:r>
              <a:rPr lang="en-US" altLang="zh-CN" i="1" baseline="-25000" dirty="0">
                <a:sym typeface="+mn-ea"/>
              </a:rPr>
              <a:t>j+</a:t>
            </a:r>
            <a:r>
              <a:rPr lang="en-US" altLang="zh-CN" baseline="-25000" dirty="0">
                <a:sym typeface="+mn-ea"/>
              </a:rPr>
              <a:t>1</a:t>
            </a:r>
            <a:r>
              <a:rPr lang="en-US" altLang="zh-CN" i="1" dirty="0">
                <a:sym typeface="+mn-ea"/>
              </a:rPr>
              <a:t>α</a:t>
            </a:r>
            <a:r>
              <a:rPr lang="en-US" altLang="zh-CN" i="1" baseline="-25000" dirty="0">
                <a:sym typeface="+mn-ea"/>
              </a:rPr>
              <a:t>j+</a:t>
            </a:r>
            <a:r>
              <a:rPr lang="en-US" altLang="zh-CN" baseline="-25000" dirty="0">
                <a:sym typeface="+mn-ea"/>
              </a:rPr>
              <a:t>1</a:t>
            </a:r>
            <a:r>
              <a:rPr lang="en-US" altLang="zh-CN" dirty="0">
                <a:sym typeface="+mn-ea"/>
              </a:rPr>
              <a:t> +… + </a:t>
            </a:r>
            <a:r>
              <a:rPr lang="en-US" altLang="zh-CN" i="1" dirty="0">
                <a:sym typeface="+mn-ea"/>
              </a:rPr>
              <a:t>k</a:t>
            </a:r>
            <a:r>
              <a:rPr lang="en-US" altLang="zh-CN" i="1" baseline="-25000" dirty="0">
                <a:sym typeface="+mn-ea"/>
              </a:rPr>
              <a:t>m</a:t>
            </a:r>
            <a:r>
              <a:rPr lang="en-US" altLang="zh-CN" i="1" dirty="0">
                <a:sym typeface="+mn-ea"/>
              </a:rPr>
              <a:t>a</a:t>
            </a:r>
            <a:r>
              <a:rPr lang="en-US" altLang="zh-CN" i="1" baseline="-25000" dirty="0">
                <a:sym typeface="+mn-ea"/>
              </a:rPr>
              <a:t>m </a:t>
            </a:r>
            <a:r>
              <a:rPr lang="en-US" altLang="zh-CN" i="1" dirty="0">
                <a:sym typeface="+mn-ea"/>
              </a:rPr>
              <a:t>=</a:t>
            </a:r>
            <a:r>
              <a:rPr lang="en-US" altLang="zh-CN" dirty="0">
                <a:sym typeface="+mn-ea"/>
              </a:rPr>
              <a:t>0</a:t>
            </a:r>
            <a:endParaRPr lang="zh-CN" altLang="en-US" dirty="0">
              <a:solidFill>
                <a:srgbClr val="000000"/>
              </a:solidFill>
              <a:latin typeface="楷体_GB2312"/>
              <a:ea typeface="楷体_GB2312"/>
              <a:sym typeface="+mn-ea"/>
            </a:endParaRPr>
          </a:p>
        </p:txBody>
      </p:sp>
      <p:sp>
        <p:nvSpPr>
          <p:cNvPr id="4" name="Rectangle 12"/>
          <p:cNvSpPr/>
          <p:nvPr/>
        </p:nvSpPr>
        <p:spPr>
          <a:xfrm>
            <a:off x="251460" y="260350"/>
            <a:ext cx="8795385" cy="2669540"/>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b="1" dirty="0">
                <a:solidFill>
                  <a:srgbClr val="3333FF"/>
                </a:solidFill>
                <a:latin typeface="Times New Roman" panose="02020603050405020304" pitchFamily="18" charset="0"/>
                <a:ea typeface="楷体_GB2312"/>
              </a:rPr>
              <a:t>充分性</a:t>
            </a:r>
            <a:r>
              <a:rPr lang="en-US" altLang="zh-CN" b="1" dirty="0">
                <a:solidFill>
                  <a:schemeClr val="tx1"/>
                </a:solidFill>
                <a:latin typeface="Times New Roman" panose="02020603050405020304" pitchFamily="18" charset="0"/>
                <a:ea typeface="楷体_GB2312"/>
              </a:rPr>
              <a:t>. </a:t>
            </a:r>
            <a:r>
              <a:rPr lang="zh-CN" altLang="en-US" b="1" dirty="0">
                <a:solidFill>
                  <a:schemeClr val="tx1"/>
                </a:solidFill>
                <a:latin typeface="Times New Roman" panose="02020603050405020304" pitchFamily="18" charset="0"/>
                <a:ea typeface="楷体_GB2312"/>
              </a:rPr>
              <a:t>设</a:t>
            </a:r>
            <a:r>
              <a:rPr lang="zh-CN" altLang="en-US" dirty="0">
                <a:solidFill>
                  <a:srgbClr val="000000"/>
                </a:solidFill>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en-US" altLang="zh-CN" dirty="0">
                <a:sym typeface="+mn-ea"/>
              </a:rPr>
              <a:t> </a:t>
            </a:r>
            <a:r>
              <a:rPr lang="zh-CN" altLang="en-US" dirty="0">
                <a:solidFill>
                  <a:srgbClr val="000000"/>
                </a:solidFill>
                <a:latin typeface="楷体_GB2312"/>
                <a:ea typeface="楷体_GB2312"/>
                <a:sym typeface="+mn-ea"/>
              </a:rPr>
              <a:t>中有一个向量</a:t>
            </a:r>
            <a:r>
              <a:rPr lang="en-US" altLang="zh-CN" i="1" dirty="0">
                <a:sym typeface="+mn-ea"/>
              </a:rPr>
              <a:t>α</a:t>
            </a:r>
            <a:r>
              <a:rPr lang="en-US" altLang="zh-CN" i="1" baseline="-25000" dirty="0">
                <a:sym typeface="+mn-ea"/>
              </a:rPr>
              <a:t>j</a:t>
            </a:r>
            <a:r>
              <a:rPr lang="en-US" altLang="zh-CN" dirty="0">
                <a:sym typeface="+mn-ea"/>
              </a:rPr>
              <a:t> </a:t>
            </a:r>
            <a:r>
              <a:rPr lang="zh-CN" altLang="en-US" dirty="0">
                <a:sym typeface="+mn-ea"/>
              </a:rPr>
              <a:t>（</a:t>
            </a:r>
            <a:r>
              <a:rPr lang="en-US" altLang="zh-CN" dirty="0">
                <a:sym typeface="+mn-ea"/>
              </a:rPr>
              <a:t>1</a:t>
            </a:r>
            <a:r>
              <a:rPr lang="en-US" altLang="zh-CN" dirty="0">
                <a:latin typeface="Arial" panose="020B0604020202020204" pitchFamily="34" charset="0"/>
                <a:cs typeface="Arial" panose="020B0604020202020204" pitchFamily="34" charset="0"/>
                <a:sym typeface="+mn-ea"/>
              </a:rPr>
              <a:t>≤</a:t>
            </a:r>
            <a:r>
              <a:rPr lang="en-US" altLang="zh-CN" i="1" dirty="0">
                <a:sym typeface="+mn-ea"/>
              </a:rPr>
              <a:t>j</a:t>
            </a:r>
            <a:r>
              <a:rPr lang="en-US" altLang="zh-CN" dirty="0">
                <a:latin typeface="Arial" panose="020B0604020202020204" pitchFamily="34" charset="0"/>
                <a:cs typeface="Arial" panose="020B0604020202020204" pitchFamily="34" charset="0"/>
                <a:sym typeface="+mn-ea"/>
              </a:rPr>
              <a:t>≤</a:t>
            </a:r>
            <a:r>
              <a:rPr lang="en-US" altLang="zh-CN" i="1" dirty="0">
                <a:sym typeface="+mn-ea"/>
              </a:rPr>
              <a:t>m</a:t>
            </a:r>
            <a:r>
              <a:rPr lang="zh-CN" altLang="en-US" dirty="0">
                <a:sym typeface="+mn-ea"/>
              </a:rPr>
              <a:t>）</a:t>
            </a:r>
            <a:r>
              <a:rPr lang="zh-CN" altLang="en-US" dirty="0">
                <a:solidFill>
                  <a:srgbClr val="000000"/>
                </a:solidFill>
                <a:latin typeface="楷体_GB2312"/>
                <a:ea typeface="楷体_GB2312"/>
                <a:sym typeface="+mn-ea"/>
              </a:rPr>
              <a:t>是其余向量</a:t>
            </a:r>
            <a:r>
              <a:rPr lang="zh-CN" altLang="en-US" dirty="0">
                <a:sym typeface="+mn-ea"/>
              </a:rPr>
              <a:t>的线性组合</a:t>
            </a:r>
            <a:r>
              <a:rPr lang="zh-CN" altLang="en-US" dirty="0">
                <a:solidFill>
                  <a:srgbClr val="000000"/>
                </a:solidFill>
                <a:latin typeface="楷体_GB2312"/>
                <a:ea typeface="楷体_GB2312"/>
                <a:sym typeface="+mn-ea"/>
              </a:rPr>
              <a:t>，则存在不全为</a:t>
            </a:r>
            <a:r>
              <a:rPr lang="en-US" altLang="zh-CN" dirty="0">
                <a:solidFill>
                  <a:srgbClr val="000000"/>
                </a:solidFill>
                <a:latin typeface="楷体_GB2312"/>
                <a:ea typeface="楷体_GB2312"/>
                <a:sym typeface="+mn-ea"/>
              </a:rPr>
              <a:t>0</a:t>
            </a:r>
            <a:r>
              <a:rPr lang="zh-CN" altLang="en-US" dirty="0">
                <a:solidFill>
                  <a:srgbClr val="000000"/>
                </a:solidFill>
                <a:latin typeface="楷体_GB2312"/>
                <a:ea typeface="楷体_GB2312"/>
                <a:sym typeface="+mn-ea"/>
              </a:rPr>
              <a:t>的数</a:t>
            </a:r>
            <a:r>
              <a:rPr lang="en-US" altLang="zh-CN" i="1" dirty="0">
                <a:sym typeface="+mn-ea"/>
              </a:rPr>
              <a:t>k</a:t>
            </a:r>
            <a:r>
              <a:rPr lang="en-US" altLang="zh-CN" baseline="-25000" dirty="0">
                <a:sym typeface="+mn-ea"/>
              </a:rPr>
              <a:t>1</a:t>
            </a:r>
            <a:r>
              <a:rPr lang="en-US" altLang="zh-CN" dirty="0">
                <a:sym typeface="+mn-ea"/>
              </a:rPr>
              <a:t>, </a:t>
            </a:r>
            <a:r>
              <a:rPr lang="en-US" altLang="zh-CN" i="1" dirty="0">
                <a:sym typeface="+mn-ea"/>
              </a:rPr>
              <a:t>k</a:t>
            </a:r>
            <a:r>
              <a:rPr lang="en-US" altLang="zh-CN" baseline="-25000" dirty="0">
                <a:sym typeface="+mn-ea"/>
              </a:rPr>
              <a:t>2</a:t>
            </a:r>
            <a:r>
              <a:rPr lang="en-US" altLang="zh-CN" dirty="0">
                <a:sym typeface="+mn-ea"/>
              </a:rPr>
              <a:t>, …,</a:t>
            </a:r>
            <a:r>
              <a:rPr lang="en-US" altLang="zh-CN" i="1" dirty="0">
                <a:sym typeface="+mn-ea"/>
              </a:rPr>
              <a:t>k</a:t>
            </a:r>
            <a:r>
              <a:rPr lang="en-US" altLang="zh-CN" i="1" baseline="-25000" dirty="0">
                <a:sym typeface="+mn-ea"/>
              </a:rPr>
              <a:t>j</a:t>
            </a:r>
            <a:r>
              <a:rPr lang="en-US" altLang="zh-CN" baseline="-25000" dirty="0">
                <a:sym typeface="+mn-ea"/>
              </a:rPr>
              <a:t>-1</a:t>
            </a:r>
            <a:r>
              <a:rPr lang="en-US" altLang="zh-CN" dirty="0">
                <a:sym typeface="+mn-ea"/>
              </a:rPr>
              <a:t> ,</a:t>
            </a:r>
            <a:r>
              <a:rPr lang="en-US" altLang="zh-CN" i="1" dirty="0">
                <a:sym typeface="+mn-ea"/>
              </a:rPr>
              <a:t>k</a:t>
            </a:r>
            <a:r>
              <a:rPr lang="en-US" altLang="zh-CN" i="1" baseline="-25000" dirty="0">
                <a:sym typeface="+mn-ea"/>
              </a:rPr>
              <a:t>j+</a:t>
            </a:r>
            <a:r>
              <a:rPr lang="en-US" altLang="zh-CN" baseline="-25000" dirty="0">
                <a:sym typeface="+mn-ea"/>
              </a:rPr>
              <a:t>1</a:t>
            </a:r>
            <a:r>
              <a:rPr lang="en-US" altLang="zh-CN" dirty="0">
                <a:sym typeface="+mn-ea"/>
              </a:rPr>
              <a:t>…,</a:t>
            </a:r>
            <a:r>
              <a:rPr lang="en-US" altLang="zh-CN" i="1" dirty="0">
                <a:sym typeface="+mn-ea"/>
              </a:rPr>
              <a:t>k</a:t>
            </a:r>
            <a:r>
              <a:rPr lang="en-US" altLang="zh-CN" i="1" baseline="-25000" dirty="0">
                <a:sym typeface="+mn-ea"/>
              </a:rPr>
              <a:t>m</a:t>
            </a:r>
            <a:r>
              <a:rPr lang="en-US" altLang="zh-CN" dirty="0">
                <a:sym typeface="+mn-ea"/>
              </a:rPr>
              <a:t>, </a:t>
            </a:r>
            <a:r>
              <a:rPr lang="zh-CN" altLang="en-US" dirty="0">
                <a:sym typeface="+mn-ea"/>
              </a:rPr>
              <a:t>使得</a:t>
            </a:r>
          </a:p>
          <a:p>
            <a:pPr marL="609600" indent="-609600" algn="ctr">
              <a:lnSpc>
                <a:spcPct val="140000"/>
              </a:lnSpc>
              <a:spcBef>
                <a:spcPct val="20000"/>
              </a:spcBef>
              <a:buClr>
                <a:srgbClr val="00007D"/>
              </a:buClr>
              <a:buSzPct val="75000"/>
              <a:buFont typeface="Wingdings" panose="05000000000000000000" pitchFamily="2" charset="2"/>
            </a:pPr>
            <a:r>
              <a:rPr lang="en-US" altLang="zh-CN" i="1" dirty="0">
                <a:sym typeface="+mn-ea"/>
              </a:rPr>
              <a:t>k</a:t>
            </a:r>
            <a:r>
              <a:rPr lang="en-US" altLang="zh-CN" baseline="-25000" dirty="0">
                <a:sym typeface="+mn-ea"/>
              </a:rPr>
              <a:t>1</a:t>
            </a:r>
            <a:r>
              <a:rPr lang="en-US" altLang="zh-CN" i="1" dirty="0">
                <a:sym typeface="+mn-ea"/>
              </a:rPr>
              <a:t>a</a:t>
            </a:r>
            <a:r>
              <a:rPr lang="en-US" altLang="zh-CN" baseline="-25000" dirty="0">
                <a:sym typeface="+mn-ea"/>
              </a:rPr>
              <a:t>1 </a:t>
            </a:r>
            <a:r>
              <a:rPr lang="en-US" altLang="zh-CN" dirty="0">
                <a:sym typeface="+mn-ea"/>
              </a:rPr>
              <a:t>+ </a:t>
            </a:r>
            <a:r>
              <a:rPr lang="en-US" altLang="zh-CN" i="1" dirty="0">
                <a:sym typeface="+mn-ea"/>
              </a:rPr>
              <a:t>k</a:t>
            </a:r>
            <a:r>
              <a:rPr lang="en-US" altLang="zh-CN" baseline="-25000" dirty="0">
                <a:sym typeface="+mn-ea"/>
              </a:rPr>
              <a:t>2</a:t>
            </a:r>
            <a:r>
              <a:rPr lang="en-US" altLang="zh-CN" i="1" dirty="0">
                <a:sym typeface="+mn-ea"/>
              </a:rPr>
              <a:t>a</a:t>
            </a:r>
            <a:r>
              <a:rPr lang="en-US" altLang="zh-CN" baseline="-25000" dirty="0">
                <a:sym typeface="+mn-ea"/>
              </a:rPr>
              <a:t>2 </a:t>
            </a:r>
            <a:r>
              <a:rPr lang="en-US" altLang="zh-CN" dirty="0">
                <a:sym typeface="+mn-ea"/>
              </a:rPr>
              <a:t>+ …+</a:t>
            </a:r>
            <a:r>
              <a:rPr lang="en-US" altLang="zh-CN" i="1" dirty="0">
                <a:sym typeface="+mn-ea"/>
              </a:rPr>
              <a:t>k</a:t>
            </a:r>
            <a:r>
              <a:rPr lang="en-US" altLang="zh-CN" i="1" baseline="-25000" dirty="0">
                <a:sym typeface="+mn-ea"/>
              </a:rPr>
              <a:t>j</a:t>
            </a:r>
            <a:r>
              <a:rPr lang="en-US" altLang="zh-CN" baseline="-25000" dirty="0">
                <a:sym typeface="+mn-ea"/>
              </a:rPr>
              <a:t>-1</a:t>
            </a:r>
            <a:r>
              <a:rPr lang="en-US" altLang="zh-CN" i="1" dirty="0">
                <a:sym typeface="+mn-ea"/>
              </a:rPr>
              <a:t>α</a:t>
            </a:r>
            <a:r>
              <a:rPr lang="en-US" altLang="zh-CN" i="1" baseline="-25000" dirty="0">
                <a:sym typeface="+mn-ea"/>
              </a:rPr>
              <a:t>j</a:t>
            </a:r>
            <a:r>
              <a:rPr lang="en-US" altLang="zh-CN" baseline="-25000" dirty="0">
                <a:sym typeface="+mn-ea"/>
              </a:rPr>
              <a:t>-1</a:t>
            </a:r>
            <a:r>
              <a:rPr lang="en-US" altLang="zh-CN" dirty="0">
                <a:sym typeface="+mn-ea"/>
              </a:rPr>
              <a:t> +</a:t>
            </a:r>
            <a:r>
              <a:rPr lang="en-US" altLang="zh-CN" i="1" dirty="0">
                <a:sym typeface="+mn-ea"/>
              </a:rPr>
              <a:t>k</a:t>
            </a:r>
            <a:r>
              <a:rPr lang="en-US" altLang="zh-CN" i="1" baseline="-25000" dirty="0">
                <a:sym typeface="+mn-ea"/>
              </a:rPr>
              <a:t>j+</a:t>
            </a:r>
            <a:r>
              <a:rPr lang="en-US" altLang="zh-CN" baseline="-25000" dirty="0">
                <a:sym typeface="+mn-ea"/>
              </a:rPr>
              <a:t>1</a:t>
            </a:r>
            <a:r>
              <a:rPr lang="en-US" altLang="zh-CN" i="1" dirty="0">
                <a:sym typeface="+mn-ea"/>
              </a:rPr>
              <a:t>α</a:t>
            </a:r>
            <a:r>
              <a:rPr lang="en-US" altLang="zh-CN" i="1" baseline="-25000" dirty="0">
                <a:sym typeface="+mn-ea"/>
              </a:rPr>
              <a:t>j+</a:t>
            </a:r>
            <a:r>
              <a:rPr lang="en-US" altLang="zh-CN" baseline="-25000" dirty="0">
                <a:sym typeface="+mn-ea"/>
              </a:rPr>
              <a:t>1</a:t>
            </a:r>
            <a:r>
              <a:rPr lang="en-US" altLang="zh-CN" dirty="0">
                <a:sym typeface="+mn-ea"/>
              </a:rPr>
              <a:t> +… + </a:t>
            </a:r>
            <a:r>
              <a:rPr lang="en-US" altLang="zh-CN" i="1" dirty="0">
                <a:sym typeface="+mn-ea"/>
              </a:rPr>
              <a:t>k</a:t>
            </a:r>
            <a:r>
              <a:rPr lang="en-US" altLang="zh-CN" i="1" baseline="-25000" dirty="0">
                <a:sym typeface="+mn-ea"/>
              </a:rPr>
              <a:t>m</a:t>
            </a:r>
            <a:r>
              <a:rPr lang="en-US" altLang="zh-CN" i="1" dirty="0">
                <a:sym typeface="+mn-ea"/>
              </a:rPr>
              <a:t>a</a:t>
            </a:r>
            <a:r>
              <a:rPr lang="en-US" altLang="zh-CN" i="1" baseline="-25000" dirty="0">
                <a:sym typeface="+mn-ea"/>
              </a:rPr>
              <a:t>m </a:t>
            </a:r>
            <a:r>
              <a:rPr lang="en-US" altLang="zh-CN" i="1" dirty="0">
                <a:sym typeface="+mn-ea"/>
              </a:rPr>
              <a:t>=</a:t>
            </a:r>
            <a:r>
              <a:rPr lang="en-US" altLang="zh-CN" dirty="0">
                <a:sym typeface="+mn-ea"/>
              </a:rPr>
              <a:t>0</a:t>
            </a:r>
            <a:endParaRPr lang="zh-CN" altLang="en-US" b="1" dirty="0">
              <a:solidFill>
                <a:srgbClr val="000000"/>
              </a:solidFill>
              <a:latin typeface="楷体_GB2312"/>
              <a:ea typeface="楷体_GB2312"/>
              <a:sym typeface="+mn-ea"/>
            </a:endParaRPr>
          </a:p>
        </p:txBody>
      </p:sp>
      <p:sp>
        <p:nvSpPr>
          <p:cNvPr id="13" name="文本框 12"/>
          <p:cNvSpPr txBox="1"/>
          <p:nvPr/>
        </p:nvSpPr>
        <p:spPr>
          <a:xfrm>
            <a:off x="467360" y="5516880"/>
            <a:ext cx="7766685" cy="741680"/>
          </a:xfrm>
          <a:prstGeom prst="rect">
            <a:avLst/>
          </a:prstGeom>
          <a:noFill/>
        </p:spPr>
        <p:txBody>
          <a:bodyPr wrap="square" rtlCol="0" anchor="t">
            <a:noAutofit/>
          </a:bodyPr>
          <a:lstStyle/>
          <a:p>
            <a:pPr>
              <a:lnSpc>
                <a:spcPct val="120000"/>
              </a:lnSpc>
            </a:pPr>
            <a:r>
              <a:rPr lang="zh-CN" altLang="en-US" dirty="0">
                <a:sym typeface="+mn-ea"/>
              </a:rPr>
              <a:t>因此</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zh-CN" altLang="en-US" dirty="0">
                <a:solidFill>
                  <a:srgbClr val="000000"/>
                </a:solidFill>
                <a:latin typeface="楷体_GB2312"/>
                <a:ea typeface="楷体_GB2312"/>
                <a:sym typeface="+mn-ea"/>
              </a:rPr>
              <a:t>线性相关</a:t>
            </a:r>
            <a:r>
              <a:rPr lang="zh-CN" altLang="en-US" dirty="0">
                <a:sym typeface="+mn-ea"/>
              </a:rPr>
              <a:t>。</a:t>
            </a:r>
          </a:p>
          <a:p>
            <a:pPr>
              <a:lnSpc>
                <a:spcPct val="120000"/>
              </a:lnSpc>
            </a:pPr>
            <a:endParaRPr lang="zh-CN" altLang="en-US" dirty="0">
              <a:solidFill>
                <a:srgbClr val="FF0000"/>
              </a:solidFill>
              <a:sym typeface="+mn-ea"/>
            </a:endParaRPr>
          </a:p>
        </p:txBody>
      </p:sp>
      <p:sp>
        <p:nvSpPr>
          <p:cNvPr id="7" name="文本框 6"/>
          <p:cNvSpPr txBox="1"/>
          <p:nvPr/>
        </p:nvSpPr>
        <p:spPr>
          <a:xfrm>
            <a:off x="585470" y="4509135"/>
            <a:ext cx="6304915" cy="521970"/>
          </a:xfrm>
          <a:prstGeom prst="rect">
            <a:avLst/>
          </a:prstGeom>
          <a:noFill/>
        </p:spPr>
        <p:txBody>
          <a:bodyPr wrap="square" rtlCol="0" anchor="t">
            <a:spAutoFit/>
          </a:bodyPr>
          <a:lstStyle/>
          <a:p>
            <a:pPr marL="609600" indent="-609600">
              <a:lnSpc>
                <a:spcPct val="100000"/>
              </a:lnSpc>
              <a:spcBef>
                <a:spcPct val="2000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由于</a:t>
            </a:r>
            <a:r>
              <a:rPr lang="en-US" altLang="zh-CN" i="1" dirty="0">
                <a:sym typeface="+mn-ea"/>
              </a:rPr>
              <a:t>k</a:t>
            </a:r>
            <a:r>
              <a:rPr lang="en-US" altLang="zh-CN" baseline="-25000" dirty="0">
                <a:sym typeface="+mn-ea"/>
              </a:rPr>
              <a:t>2</a:t>
            </a:r>
            <a:r>
              <a:rPr lang="en-US" altLang="zh-CN" dirty="0">
                <a:sym typeface="+mn-ea"/>
              </a:rPr>
              <a:t>, …,</a:t>
            </a:r>
            <a:r>
              <a:rPr lang="en-US" altLang="zh-CN" i="1" dirty="0">
                <a:sym typeface="+mn-ea"/>
              </a:rPr>
              <a:t>k</a:t>
            </a:r>
            <a:r>
              <a:rPr lang="en-US" altLang="zh-CN" i="1" baseline="-25000" dirty="0">
                <a:sym typeface="+mn-ea"/>
              </a:rPr>
              <a:t>j</a:t>
            </a:r>
            <a:r>
              <a:rPr lang="en-US" altLang="zh-CN" baseline="-25000" dirty="0">
                <a:sym typeface="+mn-ea"/>
              </a:rPr>
              <a:t>-1</a:t>
            </a:r>
            <a:r>
              <a:rPr lang="en-US" altLang="zh-CN" dirty="0">
                <a:sym typeface="+mn-ea"/>
              </a:rPr>
              <a:t> ,-1,</a:t>
            </a:r>
            <a:r>
              <a:rPr lang="en-US" altLang="zh-CN" i="1" dirty="0">
                <a:sym typeface="+mn-ea"/>
              </a:rPr>
              <a:t>k</a:t>
            </a:r>
            <a:r>
              <a:rPr lang="en-US" altLang="zh-CN" i="1" baseline="-25000" dirty="0">
                <a:sym typeface="+mn-ea"/>
              </a:rPr>
              <a:t>j+</a:t>
            </a:r>
            <a:r>
              <a:rPr lang="en-US" altLang="zh-CN" baseline="-25000" dirty="0">
                <a:sym typeface="+mn-ea"/>
              </a:rPr>
              <a:t>1</a:t>
            </a:r>
            <a:r>
              <a:rPr lang="en-US" altLang="zh-CN" dirty="0">
                <a:sym typeface="+mn-ea"/>
              </a:rPr>
              <a:t>…,</a:t>
            </a:r>
            <a:r>
              <a:rPr lang="en-US" altLang="zh-CN" i="1" dirty="0">
                <a:sym typeface="+mn-ea"/>
              </a:rPr>
              <a:t>k</a:t>
            </a:r>
            <a:r>
              <a:rPr lang="en-US" altLang="zh-CN" i="1" baseline="-25000" dirty="0">
                <a:sym typeface="+mn-ea"/>
              </a:rPr>
              <a:t>m</a:t>
            </a:r>
            <a:r>
              <a:rPr lang="zh-CN" altLang="en-US" dirty="0">
                <a:solidFill>
                  <a:srgbClr val="000000"/>
                </a:solidFill>
                <a:latin typeface="楷体_GB2312"/>
                <a:ea typeface="楷体_GB2312"/>
                <a:sym typeface="+mn-ea"/>
              </a:rPr>
              <a:t>不全为</a:t>
            </a:r>
            <a:r>
              <a:rPr lang="en-US" altLang="zh-CN" dirty="0">
                <a:solidFill>
                  <a:srgbClr val="000000"/>
                </a:solidFill>
                <a:latin typeface="楷体_GB2312"/>
                <a:ea typeface="楷体_GB2312"/>
                <a:sym typeface="+mn-ea"/>
              </a:rPr>
              <a:t>0</a:t>
            </a:r>
            <a:r>
              <a:rPr lang="zh-CN" altLang="en-US" dirty="0">
                <a:solidFill>
                  <a:srgbClr val="000000"/>
                </a:solidFill>
                <a:latin typeface="楷体_GB2312"/>
                <a:ea typeface="楷体_GB2312"/>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3" grpId="0"/>
      <p:bldP spid="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p:nvPr/>
        </p:nvSpPr>
        <p:spPr>
          <a:xfrm>
            <a:off x="251460" y="44450"/>
            <a:ext cx="8554720" cy="1443355"/>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dirty="0">
                <a:solidFill>
                  <a:srgbClr val="FF3300"/>
                </a:solidFill>
                <a:ea typeface="楷体_GB2312"/>
                <a:sym typeface="+mn-ea"/>
              </a:rPr>
              <a:t>定理</a:t>
            </a:r>
            <a:r>
              <a:rPr lang="en-US" altLang="zh-CN" b="1" dirty="0">
                <a:solidFill>
                  <a:srgbClr val="FF3300"/>
                </a:solidFill>
                <a:latin typeface="Times New Roman" panose="02020603050405020304" pitchFamily="18" charset="0"/>
                <a:ea typeface="楷体_GB2312"/>
              </a:rPr>
              <a:t>3.3.7</a:t>
            </a:r>
            <a:r>
              <a:rPr lang="en-US" altLang="zh-CN" b="1" dirty="0">
                <a:solidFill>
                  <a:srgbClr val="FF0000"/>
                </a:solidFill>
                <a:latin typeface="Times New Roman" panose="02020603050405020304" pitchFamily="18" charset="0"/>
                <a:ea typeface="楷体_GB2312"/>
              </a:rPr>
              <a:t> </a:t>
            </a:r>
            <a:r>
              <a:rPr lang="zh-CN" altLang="en-US" b="1" dirty="0">
                <a:solidFill>
                  <a:schemeClr val="tx1"/>
                </a:solidFill>
                <a:latin typeface="Times New Roman" panose="02020603050405020304" pitchFamily="18" charset="0"/>
                <a:ea typeface="楷体_GB2312"/>
              </a:rPr>
              <a:t>若</a:t>
            </a:r>
            <a:r>
              <a:rPr lang="zh-CN" altLang="en-US" dirty="0">
                <a:solidFill>
                  <a:srgbClr val="000000"/>
                </a:solidFill>
                <a:latin typeface="楷体_GB2312"/>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zh-CN" altLang="en-US" dirty="0">
                <a:solidFill>
                  <a:srgbClr val="000000"/>
                </a:solidFill>
                <a:latin typeface="楷体_GB2312"/>
                <a:ea typeface="楷体_GB2312"/>
                <a:sym typeface="+mn-ea"/>
              </a:rPr>
              <a:t>中的某个部分向量组线性相关，则向量组线性组合。</a:t>
            </a:r>
            <a:endParaRPr lang="zh-CN" altLang="en-US" b="1" dirty="0">
              <a:solidFill>
                <a:srgbClr val="000000"/>
              </a:solidFill>
              <a:latin typeface="楷体_GB2312"/>
              <a:ea typeface="楷体_GB2312"/>
            </a:endParaRPr>
          </a:p>
        </p:txBody>
      </p:sp>
      <p:sp>
        <p:nvSpPr>
          <p:cNvPr id="4" name="Rectangle 12"/>
          <p:cNvSpPr/>
          <p:nvPr/>
        </p:nvSpPr>
        <p:spPr>
          <a:xfrm>
            <a:off x="294640" y="1340485"/>
            <a:ext cx="8554720" cy="1941830"/>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dirty="0">
                <a:solidFill>
                  <a:srgbClr val="FF3300"/>
                </a:solidFill>
                <a:ea typeface="楷体_GB2312"/>
                <a:sym typeface="+mn-ea"/>
              </a:rPr>
              <a:t>证</a:t>
            </a:r>
            <a:r>
              <a:rPr lang="en-US" altLang="zh-CN" b="1" dirty="0">
                <a:solidFill>
                  <a:srgbClr val="FF0000"/>
                </a:solidFill>
                <a:latin typeface="Times New Roman" panose="02020603050405020304" pitchFamily="18" charset="0"/>
                <a:ea typeface="楷体_GB2312"/>
              </a:rPr>
              <a:t>   </a:t>
            </a:r>
            <a:r>
              <a:rPr lang="zh-CN" altLang="en-US" b="1" dirty="0">
                <a:solidFill>
                  <a:schemeClr val="tx1"/>
                </a:solidFill>
                <a:latin typeface="Times New Roman" panose="02020603050405020304" pitchFamily="18" charset="0"/>
                <a:ea typeface="楷体_GB2312"/>
              </a:rPr>
              <a:t>设</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zh-CN" altLang="en-US" dirty="0">
                <a:solidFill>
                  <a:srgbClr val="000000"/>
                </a:solidFill>
                <a:latin typeface="楷体_GB2312"/>
                <a:ea typeface="楷体_GB2312"/>
                <a:sym typeface="+mn-ea"/>
              </a:rPr>
              <a:t>中的某个部分向量组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s</a:t>
            </a:r>
            <a:r>
              <a:rPr lang="en-US" altLang="zh-CN" dirty="0">
                <a:sym typeface="+mn-ea"/>
              </a:rPr>
              <a:t> </a:t>
            </a:r>
            <a:r>
              <a:rPr lang="zh-CN" altLang="en-US" dirty="0">
                <a:sym typeface="+mn-ea"/>
              </a:rPr>
              <a:t>（</a:t>
            </a:r>
            <a:r>
              <a:rPr lang="en-US" altLang="zh-CN" i="1" dirty="0">
                <a:sym typeface="+mn-ea"/>
              </a:rPr>
              <a:t>s</a:t>
            </a:r>
            <a:r>
              <a:rPr lang="en-US" altLang="zh-CN" dirty="0">
                <a:latin typeface="Arial" panose="020B0604020202020204" pitchFamily="34" charset="0"/>
                <a:cs typeface="Arial" panose="020B0604020202020204" pitchFamily="34" charset="0"/>
                <a:sym typeface="+mn-ea"/>
              </a:rPr>
              <a:t>≤</a:t>
            </a:r>
            <a:r>
              <a:rPr lang="en-US" altLang="zh-CN" i="1" dirty="0">
                <a:sym typeface="+mn-ea"/>
              </a:rPr>
              <a:t>m</a:t>
            </a:r>
            <a:r>
              <a:rPr lang="zh-CN" altLang="en-US" dirty="0">
                <a:sym typeface="+mn-ea"/>
              </a:rPr>
              <a:t>）</a:t>
            </a:r>
            <a:r>
              <a:rPr lang="zh-CN" altLang="en-US" dirty="0">
                <a:solidFill>
                  <a:srgbClr val="000000"/>
                </a:solidFill>
                <a:latin typeface="楷体_GB2312"/>
                <a:ea typeface="楷体_GB2312"/>
                <a:sym typeface="+mn-ea"/>
              </a:rPr>
              <a:t>线性相关，则存在不全为</a:t>
            </a:r>
            <a:r>
              <a:rPr lang="en-US" altLang="zh-CN" dirty="0">
                <a:solidFill>
                  <a:srgbClr val="000000"/>
                </a:solidFill>
                <a:latin typeface="楷体_GB2312"/>
                <a:ea typeface="楷体_GB2312"/>
                <a:sym typeface="+mn-ea"/>
              </a:rPr>
              <a:t>0</a:t>
            </a:r>
            <a:r>
              <a:rPr lang="zh-CN" altLang="en-US" dirty="0">
                <a:solidFill>
                  <a:srgbClr val="000000"/>
                </a:solidFill>
                <a:latin typeface="楷体_GB2312"/>
                <a:ea typeface="楷体_GB2312"/>
                <a:sym typeface="+mn-ea"/>
              </a:rPr>
              <a:t>的数</a:t>
            </a:r>
            <a:r>
              <a:rPr lang="en-US" altLang="zh-CN" i="1" dirty="0">
                <a:sym typeface="+mn-ea"/>
              </a:rPr>
              <a:t>k</a:t>
            </a:r>
            <a:r>
              <a:rPr lang="en-US" altLang="zh-CN" baseline="-25000" dirty="0">
                <a:sym typeface="+mn-ea"/>
              </a:rPr>
              <a:t>1</a:t>
            </a:r>
            <a:r>
              <a:rPr lang="en-US" altLang="zh-CN" dirty="0">
                <a:sym typeface="+mn-ea"/>
              </a:rPr>
              <a:t>, </a:t>
            </a:r>
            <a:r>
              <a:rPr lang="en-US" altLang="zh-CN" i="1" dirty="0">
                <a:sym typeface="+mn-ea"/>
              </a:rPr>
              <a:t>k</a:t>
            </a:r>
            <a:r>
              <a:rPr lang="en-US" altLang="zh-CN" baseline="-25000" dirty="0">
                <a:sym typeface="+mn-ea"/>
              </a:rPr>
              <a:t>2</a:t>
            </a:r>
            <a:r>
              <a:rPr lang="en-US" altLang="zh-CN" dirty="0">
                <a:sym typeface="+mn-ea"/>
              </a:rPr>
              <a:t>, …, </a:t>
            </a:r>
            <a:r>
              <a:rPr lang="en-US" altLang="zh-CN" i="1" dirty="0">
                <a:sym typeface="+mn-ea"/>
              </a:rPr>
              <a:t>k</a:t>
            </a:r>
            <a:r>
              <a:rPr lang="en-US" altLang="zh-CN" i="1" baseline="-25000" dirty="0">
                <a:sym typeface="+mn-ea"/>
              </a:rPr>
              <a:t>s</a:t>
            </a:r>
            <a:r>
              <a:rPr lang="en-US" altLang="zh-CN" dirty="0">
                <a:sym typeface="+mn-ea"/>
              </a:rPr>
              <a:t>, </a:t>
            </a:r>
            <a:r>
              <a:rPr lang="zh-CN" altLang="en-US" dirty="0">
                <a:sym typeface="+mn-ea"/>
              </a:rPr>
              <a:t>使得</a:t>
            </a:r>
            <a:r>
              <a:rPr lang="en-US" altLang="zh-CN" i="1" dirty="0">
                <a:sym typeface="+mn-ea"/>
              </a:rPr>
              <a:t>k</a:t>
            </a:r>
            <a:r>
              <a:rPr lang="en-US" altLang="zh-CN" baseline="-25000" dirty="0">
                <a:sym typeface="+mn-ea"/>
              </a:rPr>
              <a:t>1</a:t>
            </a:r>
            <a:r>
              <a:rPr lang="en-US" altLang="zh-CN" i="1" dirty="0">
                <a:sym typeface="+mn-ea"/>
              </a:rPr>
              <a:t>a</a:t>
            </a:r>
            <a:r>
              <a:rPr lang="en-US" altLang="zh-CN" baseline="-25000" dirty="0">
                <a:sym typeface="+mn-ea"/>
              </a:rPr>
              <a:t>1 </a:t>
            </a:r>
            <a:r>
              <a:rPr lang="en-US" altLang="zh-CN" dirty="0">
                <a:sym typeface="+mn-ea"/>
              </a:rPr>
              <a:t>+ </a:t>
            </a:r>
            <a:r>
              <a:rPr lang="en-US" altLang="zh-CN" i="1" dirty="0">
                <a:sym typeface="+mn-ea"/>
              </a:rPr>
              <a:t>k</a:t>
            </a:r>
            <a:r>
              <a:rPr lang="en-US" altLang="zh-CN" baseline="-25000" dirty="0">
                <a:sym typeface="+mn-ea"/>
              </a:rPr>
              <a:t>2</a:t>
            </a:r>
            <a:r>
              <a:rPr lang="en-US" altLang="zh-CN" i="1" dirty="0">
                <a:sym typeface="+mn-ea"/>
              </a:rPr>
              <a:t>a</a:t>
            </a:r>
            <a:r>
              <a:rPr lang="en-US" altLang="zh-CN" baseline="-25000" dirty="0">
                <a:sym typeface="+mn-ea"/>
              </a:rPr>
              <a:t>2 </a:t>
            </a:r>
            <a:r>
              <a:rPr lang="en-US" altLang="zh-CN" dirty="0">
                <a:sym typeface="+mn-ea"/>
              </a:rPr>
              <a:t>+ … + </a:t>
            </a:r>
            <a:r>
              <a:rPr lang="en-US" altLang="zh-CN" i="1" dirty="0">
                <a:sym typeface="+mn-ea"/>
              </a:rPr>
              <a:t>k</a:t>
            </a:r>
            <a:r>
              <a:rPr lang="en-US" altLang="zh-CN" i="1" baseline="-25000" dirty="0">
                <a:sym typeface="+mn-ea"/>
              </a:rPr>
              <a:t>s</a:t>
            </a:r>
            <a:r>
              <a:rPr lang="en-US" altLang="zh-CN" i="1" dirty="0">
                <a:sym typeface="+mn-ea"/>
              </a:rPr>
              <a:t>a</a:t>
            </a:r>
            <a:r>
              <a:rPr lang="en-US" altLang="zh-CN" i="1" baseline="-25000" dirty="0">
                <a:sym typeface="+mn-ea"/>
              </a:rPr>
              <a:t>s </a:t>
            </a:r>
            <a:r>
              <a:rPr lang="en-US" altLang="zh-CN" i="1" dirty="0">
                <a:sym typeface="+mn-ea"/>
              </a:rPr>
              <a:t>=</a:t>
            </a:r>
            <a:r>
              <a:rPr lang="en-US" altLang="zh-CN" dirty="0">
                <a:sym typeface="+mn-ea"/>
              </a:rPr>
              <a:t>0</a:t>
            </a:r>
            <a:endParaRPr lang="zh-CN" altLang="en-US" b="1" dirty="0">
              <a:solidFill>
                <a:srgbClr val="000000"/>
              </a:solidFill>
              <a:latin typeface="楷体_GB2312"/>
              <a:ea typeface="楷体_GB2312"/>
              <a:sym typeface="+mn-ea"/>
            </a:endParaRPr>
          </a:p>
          <a:p>
            <a:pPr marL="609600" indent="-609600" algn="l">
              <a:lnSpc>
                <a:spcPct val="140000"/>
              </a:lnSpc>
              <a:spcBef>
                <a:spcPct val="20000"/>
              </a:spcBef>
              <a:buClr>
                <a:srgbClr val="00007D"/>
              </a:buClr>
              <a:buSzPct val="75000"/>
              <a:buFont typeface="Wingdings" panose="05000000000000000000" pitchFamily="2" charset="2"/>
            </a:pPr>
            <a:endParaRPr lang="zh-CN" altLang="en-US" b="1" dirty="0">
              <a:solidFill>
                <a:srgbClr val="000000"/>
              </a:solidFill>
              <a:latin typeface="楷体_GB2312"/>
              <a:ea typeface="楷体_GB2312"/>
              <a:sym typeface="+mn-ea"/>
            </a:endParaRPr>
          </a:p>
        </p:txBody>
      </p:sp>
      <p:sp>
        <p:nvSpPr>
          <p:cNvPr id="6" name="文本框 5"/>
          <p:cNvSpPr txBox="1"/>
          <p:nvPr/>
        </p:nvSpPr>
        <p:spPr>
          <a:xfrm>
            <a:off x="508635" y="3284855"/>
            <a:ext cx="8127365" cy="1247775"/>
          </a:xfrm>
          <a:prstGeom prst="rect">
            <a:avLst/>
          </a:prstGeom>
          <a:noFill/>
        </p:spPr>
        <p:txBody>
          <a:bodyPr wrap="square" rtlCol="0" anchor="t">
            <a:noAutofit/>
          </a:bodyPr>
          <a:lstStyle/>
          <a:p>
            <a:pPr marL="609600" indent="-609600">
              <a:lnSpc>
                <a:spcPct val="100000"/>
              </a:lnSpc>
              <a:spcBef>
                <a:spcPct val="2000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从而</a:t>
            </a:r>
          </a:p>
          <a:p>
            <a:pPr marL="609600" indent="-609600">
              <a:lnSpc>
                <a:spcPct val="100000"/>
              </a:lnSpc>
              <a:spcBef>
                <a:spcPct val="20000"/>
              </a:spcBef>
              <a:buClr>
                <a:srgbClr val="00007D"/>
              </a:buClr>
              <a:buSzPct val="75000"/>
              <a:buFont typeface="Wingdings" panose="05000000000000000000" pitchFamily="2" charset="2"/>
            </a:pPr>
            <a:r>
              <a:rPr lang="en-US" altLang="zh-CN" i="1" dirty="0">
                <a:sym typeface="+mn-ea"/>
              </a:rPr>
              <a:t>k</a:t>
            </a:r>
            <a:r>
              <a:rPr lang="en-US" altLang="zh-CN" baseline="-25000" dirty="0">
                <a:sym typeface="+mn-ea"/>
              </a:rPr>
              <a:t>1</a:t>
            </a:r>
            <a:r>
              <a:rPr lang="en-US" altLang="zh-CN" i="1" dirty="0">
                <a:sym typeface="+mn-ea"/>
              </a:rPr>
              <a:t>a</a:t>
            </a:r>
            <a:r>
              <a:rPr lang="en-US" altLang="zh-CN" baseline="-25000" dirty="0">
                <a:sym typeface="+mn-ea"/>
              </a:rPr>
              <a:t>1 </a:t>
            </a:r>
            <a:r>
              <a:rPr lang="en-US" altLang="zh-CN" dirty="0">
                <a:sym typeface="+mn-ea"/>
              </a:rPr>
              <a:t>+ </a:t>
            </a:r>
            <a:r>
              <a:rPr lang="en-US" altLang="zh-CN" i="1" dirty="0">
                <a:sym typeface="+mn-ea"/>
              </a:rPr>
              <a:t>k</a:t>
            </a:r>
            <a:r>
              <a:rPr lang="en-US" altLang="zh-CN" baseline="-25000" dirty="0">
                <a:sym typeface="+mn-ea"/>
              </a:rPr>
              <a:t>2</a:t>
            </a:r>
            <a:r>
              <a:rPr lang="en-US" altLang="zh-CN" i="1" dirty="0">
                <a:sym typeface="+mn-ea"/>
              </a:rPr>
              <a:t>a</a:t>
            </a:r>
            <a:r>
              <a:rPr lang="en-US" altLang="zh-CN" baseline="-25000" dirty="0">
                <a:sym typeface="+mn-ea"/>
              </a:rPr>
              <a:t>2 </a:t>
            </a:r>
            <a:r>
              <a:rPr lang="en-US" altLang="zh-CN" dirty="0">
                <a:sym typeface="+mn-ea"/>
              </a:rPr>
              <a:t>+ …+</a:t>
            </a:r>
            <a:r>
              <a:rPr lang="en-US" altLang="zh-CN" i="1" dirty="0">
                <a:sym typeface="+mn-ea"/>
              </a:rPr>
              <a:t>k</a:t>
            </a:r>
            <a:r>
              <a:rPr lang="en-US" altLang="zh-CN" i="1" baseline="-25000" dirty="0">
                <a:sym typeface="+mn-ea"/>
              </a:rPr>
              <a:t>s</a:t>
            </a:r>
            <a:r>
              <a:rPr lang="en-US" altLang="zh-CN" i="1" dirty="0">
                <a:sym typeface="+mn-ea"/>
              </a:rPr>
              <a:t>a</a:t>
            </a:r>
            <a:r>
              <a:rPr lang="en-US" altLang="zh-CN" i="1" baseline="-25000" dirty="0">
                <a:sym typeface="+mn-ea"/>
              </a:rPr>
              <a:t>s</a:t>
            </a:r>
            <a:r>
              <a:rPr lang="en-US" altLang="zh-CN" dirty="0">
                <a:sym typeface="+mn-ea"/>
              </a:rPr>
              <a:t> +0</a:t>
            </a:r>
            <a:r>
              <a:rPr lang="en-US" altLang="zh-CN" i="1" dirty="0">
                <a:sym typeface="+mn-ea"/>
              </a:rPr>
              <a:t>α</a:t>
            </a:r>
            <a:r>
              <a:rPr lang="en-US" altLang="zh-CN" i="1" baseline="-25000" dirty="0">
                <a:sym typeface="+mn-ea"/>
              </a:rPr>
              <a:t>s+</a:t>
            </a:r>
            <a:r>
              <a:rPr lang="en-US" altLang="zh-CN" baseline="-25000" dirty="0">
                <a:sym typeface="+mn-ea"/>
              </a:rPr>
              <a:t>1</a:t>
            </a:r>
            <a:r>
              <a:rPr lang="en-US" altLang="zh-CN" dirty="0">
                <a:sym typeface="+mn-ea"/>
              </a:rPr>
              <a:t> +… + </a:t>
            </a:r>
            <a:r>
              <a:rPr lang="en-US" altLang="zh-CN" i="1" dirty="0">
                <a:sym typeface="+mn-ea"/>
              </a:rPr>
              <a:t>k</a:t>
            </a:r>
            <a:r>
              <a:rPr lang="en-US" altLang="zh-CN" i="1" baseline="-25000" dirty="0">
                <a:sym typeface="+mn-ea"/>
              </a:rPr>
              <a:t>m</a:t>
            </a:r>
            <a:r>
              <a:rPr lang="en-US" altLang="zh-CN" i="1" dirty="0">
                <a:sym typeface="+mn-ea"/>
              </a:rPr>
              <a:t>a</a:t>
            </a:r>
            <a:r>
              <a:rPr lang="en-US" altLang="zh-CN" i="1" baseline="-25000" dirty="0">
                <a:sym typeface="+mn-ea"/>
              </a:rPr>
              <a:t>m </a:t>
            </a:r>
            <a:r>
              <a:rPr lang="en-US" altLang="zh-CN" i="1" dirty="0">
                <a:sym typeface="+mn-ea"/>
              </a:rPr>
              <a:t>=</a:t>
            </a:r>
            <a:r>
              <a:rPr lang="en-US" altLang="zh-CN" dirty="0">
                <a:sym typeface="+mn-ea"/>
              </a:rPr>
              <a:t>0</a:t>
            </a:r>
            <a:endParaRPr lang="zh-CN" altLang="en-US" dirty="0">
              <a:solidFill>
                <a:srgbClr val="000000"/>
              </a:solidFill>
              <a:latin typeface="楷体_GB2312"/>
              <a:ea typeface="楷体_GB2312"/>
              <a:sym typeface="+mn-ea"/>
            </a:endParaRPr>
          </a:p>
        </p:txBody>
      </p:sp>
      <p:sp>
        <p:nvSpPr>
          <p:cNvPr id="7" name="文本框 6"/>
          <p:cNvSpPr txBox="1"/>
          <p:nvPr/>
        </p:nvSpPr>
        <p:spPr>
          <a:xfrm>
            <a:off x="508635" y="4509135"/>
            <a:ext cx="7766685" cy="741680"/>
          </a:xfrm>
          <a:prstGeom prst="rect">
            <a:avLst/>
          </a:prstGeom>
          <a:noFill/>
        </p:spPr>
        <p:txBody>
          <a:bodyPr wrap="square" rtlCol="0" anchor="t">
            <a:noAutofit/>
          </a:bodyPr>
          <a:lstStyle/>
          <a:p>
            <a:pPr>
              <a:lnSpc>
                <a:spcPct val="120000"/>
              </a:lnSpc>
            </a:pPr>
            <a:r>
              <a:rPr lang="zh-CN" altLang="en-US" dirty="0">
                <a:sym typeface="+mn-ea"/>
              </a:rPr>
              <a:t>因此</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zh-CN" altLang="en-US" dirty="0">
                <a:solidFill>
                  <a:srgbClr val="000000"/>
                </a:solidFill>
                <a:latin typeface="楷体_GB2312"/>
                <a:ea typeface="楷体_GB2312"/>
                <a:sym typeface="+mn-ea"/>
              </a:rPr>
              <a:t>线性相关</a:t>
            </a:r>
            <a:r>
              <a:rPr lang="zh-CN" altLang="en-US" dirty="0">
                <a:sym typeface="+mn-ea"/>
              </a:rPr>
              <a:t>。</a:t>
            </a:r>
          </a:p>
          <a:p>
            <a:pPr>
              <a:lnSpc>
                <a:spcPct val="120000"/>
              </a:lnSpc>
            </a:pPr>
            <a:endParaRPr lang="zh-CN" altLang="en-US" dirty="0">
              <a:solidFill>
                <a:srgbClr val="FF0000"/>
              </a:solidFill>
              <a:sym typeface="+mn-ea"/>
            </a:endParaRPr>
          </a:p>
        </p:txBody>
      </p:sp>
      <p:sp>
        <p:nvSpPr>
          <p:cNvPr id="8" name="Rectangle 12"/>
          <p:cNvSpPr/>
          <p:nvPr/>
        </p:nvSpPr>
        <p:spPr>
          <a:xfrm>
            <a:off x="251460" y="5445125"/>
            <a:ext cx="8554720" cy="939165"/>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b="1" dirty="0">
                <a:solidFill>
                  <a:srgbClr val="FF3300"/>
                </a:solidFill>
                <a:latin typeface="Times New Roman" panose="02020603050405020304" pitchFamily="18" charset="0"/>
                <a:ea typeface="楷体_GB2312"/>
              </a:rPr>
              <a:t>推论</a:t>
            </a:r>
            <a:r>
              <a:rPr lang="en-US" altLang="zh-CN" b="1" dirty="0">
                <a:solidFill>
                  <a:srgbClr val="FF3300"/>
                </a:solidFill>
                <a:latin typeface="Times New Roman" panose="02020603050405020304" pitchFamily="18" charset="0"/>
                <a:ea typeface="楷体_GB2312"/>
              </a:rPr>
              <a:t>3.3.6</a:t>
            </a:r>
            <a:r>
              <a:rPr lang="en-US" altLang="zh-CN" b="1" dirty="0">
                <a:solidFill>
                  <a:srgbClr val="FF0000"/>
                </a:solidFill>
                <a:latin typeface="Times New Roman" panose="02020603050405020304" pitchFamily="18" charset="0"/>
                <a:ea typeface="楷体_GB2312"/>
              </a:rPr>
              <a:t> </a:t>
            </a:r>
            <a:r>
              <a:rPr lang="zh-CN" altLang="en-US" dirty="0">
                <a:solidFill>
                  <a:srgbClr val="000000"/>
                </a:solidFill>
                <a:latin typeface="楷体_GB2312"/>
                <a:ea typeface="楷体_GB2312"/>
                <a:sym typeface="+mn-ea"/>
              </a:rPr>
              <a:t>线性无关的向量组中任一部分组也线性无关。</a:t>
            </a:r>
            <a:endParaRPr lang="zh-CN" altLang="en-US" b="1" dirty="0">
              <a:solidFill>
                <a:srgbClr val="000000"/>
              </a:solidFill>
              <a:latin typeface="楷体_GB2312"/>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ox(in)">
                                      <p:cBhvr>
                                        <p:cTn id="2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7" grpId="0"/>
      <p:bldP spid="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p:nvPr/>
        </p:nvSpPr>
        <p:spPr>
          <a:xfrm>
            <a:off x="251460" y="44450"/>
            <a:ext cx="8554720" cy="3996055"/>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dirty="0">
                <a:solidFill>
                  <a:srgbClr val="FF3300"/>
                </a:solidFill>
                <a:ea typeface="楷体_GB2312"/>
                <a:sym typeface="+mn-ea"/>
              </a:rPr>
              <a:t>定理</a:t>
            </a:r>
            <a:r>
              <a:rPr lang="en-US" altLang="zh-CN" b="1" dirty="0">
                <a:solidFill>
                  <a:srgbClr val="FF3300"/>
                </a:solidFill>
                <a:latin typeface="Times New Roman" panose="02020603050405020304" pitchFamily="18" charset="0"/>
                <a:ea typeface="楷体_GB2312"/>
              </a:rPr>
              <a:t>3.3.8</a:t>
            </a:r>
            <a:r>
              <a:rPr lang="en-US" altLang="zh-CN" b="1" dirty="0">
                <a:solidFill>
                  <a:srgbClr val="FF0000"/>
                </a:solidFill>
                <a:latin typeface="Times New Roman" panose="02020603050405020304" pitchFamily="18" charset="0"/>
                <a:ea typeface="楷体_GB2312"/>
              </a:rPr>
              <a:t> </a:t>
            </a:r>
            <a:r>
              <a:rPr lang="zh-CN" altLang="en-US" b="1" dirty="0">
                <a:solidFill>
                  <a:schemeClr val="tx1"/>
                </a:solidFill>
                <a:latin typeface="Times New Roman" panose="02020603050405020304" pitchFamily="18" charset="0"/>
                <a:ea typeface="楷体_GB2312"/>
              </a:rPr>
              <a:t>设</a:t>
            </a:r>
            <a:r>
              <a:rPr lang="en-US" altLang="zh-CN" i="1" dirty="0">
                <a:sym typeface="+mn-ea"/>
              </a:rPr>
              <a:t>r</a:t>
            </a:r>
            <a:r>
              <a:rPr lang="zh-CN" altLang="en-US" dirty="0">
                <a:sym typeface="+mn-ea"/>
              </a:rPr>
              <a:t>维</a:t>
            </a:r>
            <a:r>
              <a:rPr lang="zh-CN" altLang="en-US" dirty="0">
                <a:solidFill>
                  <a:srgbClr val="000000"/>
                </a:solidFill>
                <a:latin typeface="楷体_GB2312"/>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s</a:t>
            </a:r>
            <a:r>
              <a:rPr lang="en-US" altLang="zh-CN" dirty="0">
                <a:sym typeface="+mn-ea"/>
              </a:rPr>
              <a:t>,</a:t>
            </a:r>
            <a:r>
              <a:rPr lang="zh-CN" altLang="en-US" dirty="0">
                <a:solidFill>
                  <a:srgbClr val="000000"/>
                </a:solidFill>
                <a:latin typeface="楷体_GB2312"/>
                <a:ea typeface="楷体_GB2312"/>
                <a:sym typeface="+mn-ea"/>
              </a:rPr>
              <a:t>给每个给每个向量添加</a:t>
            </a:r>
            <a:r>
              <a:rPr lang="en-US" altLang="zh-CN" i="1" dirty="0">
                <a:sym typeface="+mn-ea"/>
              </a:rPr>
              <a:t>n</a:t>
            </a:r>
            <a:r>
              <a:rPr lang="en-US" altLang="zh-CN" dirty="0">
                <a:sym typeface="+mn-ea"/>
              </a:rPr>
              <a:t>-</a:t>
            </a:r>
            <a:r>
              <a:rPr lang="en-US" altLang="zh-CN" i="1" dirty="0">
                <a:sym typeface="+mn-ea"/>
              </a:rPr>
              <a:t>r</a:t>
            </a:r>
            <a:r>
              <a:rPr lang="zh-CN" altLang="en-US" dirty="0">
                <a:solidFill>
                  <a:srgbClr val="000000"/>
                </a:solidFill>
                <a:latin typeface="楷体_GB2312"/>
                <a:ea typeface="楷体_GB2312"/>
                <a:sym typeface="+mn-ea"/>
              </a:rPr>
              <a:t>个分量变成</a:t>
            </a:r>
            <a:r>
              <a:rPr lang="en-US" altLang="zh-CN" i="1" dirty="0">
                <a:sym typeface="+mn-ea"/>
              </a:rPr>
              <a:t>n</a:t>
            </a:r>
            <a:r>
              <a:rPr lang="zh-CN" altLang="en-US" dirty="0">
                <a:solidFill>
                  <a:srgbClr val="000000"/>
                </a:solidFill>
                <a:latin typeface="楷体_GB2312"/>
                <a:ea typeface="楷体_GB2312"/>
                <a:sym typeface="+mn-ea"/>
              </a:rPr>
              <a:t>维向量组</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zh-CN" altLang="en-US" dirty="0">
                <a:solidFill>
                  <a:srgbClr val="000000"/>
                </a:solidFill>
                <a:latin typeface="楷体_GB2312"/>
                <a:ea typeface="楷体_GB2312"/>
                <a:sym typeface="+mn-ea"/>
              </a:rPr>
              <a:t>。</a:t>
            </a:r>
          </a:p>
          <a:p>
            <a:pPr marL="609600" indent="-609600">
              <a:lnSpc>
                <a:spcPct val="140000"/>
              </a:lnSpc>
              <a:spcBef>
                <a:spcPct val="20000"/>
              </a:spcBef>
              <a:buClr>
                <a:srgbClr val="00007D"/>
              </a:buClr>
              <a:buSzPct val="75000"/>
              <a:buFont typeface="Wingdings" panose="05000000000000000000" pitchFamily="2" charset="2"/>
            </a:pPr>
            <a:r>
              <a:rPr lang="zh-CN" altLang="en-US" b="1" dirty="0">
                <a:solidFill>
                  <a:srgbClr val="000000"/>
                </a:solidFill>
                <a:latin typeface="楷体_GB2312"/>
                <a:ea typeface="楷体_GB2312"/>
              </a:rPr>
              <a:t>（</a:t>
            </a:r>
            <a:r>
              <a:rPr lang="en-US" altLang="zh-CN" b="1" dirty="0">
                <a:solidFill>
                  <a:srgbClr val="000000"/>
                </a:solidFill>
                <a:latin typeface="楷体_GB2312"/>
                <a:ea typeface="楷体_GB2312"/>
              </a:rPr>
              <a:t>1</a:t>
            </a:r>
            <a:r>
              <a:rPr lang="zh-CN" altLang="en-US" b="1" dirty="0">
                <a:solidFill>
                  <a:srgbClr val="000000"/>
                </a:solidFill>
                <a:latin typeface="楷体_GB2312"/>
                <a:ea typeface="楷体_GB2312"/>
              </a:rPr>
              <a:t>）如果</a:t>
            </a:r>
            <a:r>
              <a:rPr lang="zh-CN" altLang="en-US" dirty="0">
                <a:solidFill>
                  <a:srgbClr val="000000"/>
                </a:solidFill>
                <a:latin typeface="楷体_GB2312"/>
                <a:ea typeface="楷体_GB2312"/>
                <a:sym typeface="+mn-ea"/>
              </a:rPr>
              <a:t>向量组</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zh-CN" altLang="en-US" b="1" dirty="0">
                <a:solidFill>
                  <a:srgbClr val="000000"/>
                </a:solidFill>
                <a:latin typeface="楷体_GB2312"/>
                <a:ea typeface="楷体_GB2312"/>
              </a:rPr>
              <a:t>线性相关，那么</a:t>
            </a:r>
            <a:r>
              <a:rPr lang="zh-CN" altLang="en-US" dirty="0">
                <a:solidFill>
                  <a:srgbClr val="000000"/>
                </a:solidFill>
                <a:latin typeface="楷体_GB2312"/>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s</a:t>
            </a:r>
            <a:r>
              <a:rPr lang="zh-CN" altLang="en-US" b="1" dirty="0">
                <a:solidFill>
                  <a:srgbClr val="000000"/>
                </a:solidFill>
                <a:latin typeface="楷体_GB2312"/>
                <a:ea typeface="楷体_GB2312"/>
              </a:rPr>
              <a:t>也线性相关；</a:t>
            </a:r>
          </a:p>
          <a:p>
            <a:pPr marL="609600" indent="-609600">
              <a:lnSpc>
                <a:spcPct val="140000"/>
              </a:lnSpc>
              <a:spcBef>
                <a:spcPct val="2000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a:t>
            </a:r>
            <a:r>
              <a:rPr lang="en-US" altLang="zh-CN" dirty="0">
                <a:solidFill>
                  <a:srgbClr val="000000"/>
                </a:solidFill>
                <a:latin typeface="楷体_GB2312"/>
                <a:ea typeface="楷体_GB2312"/>
                <a:sym typeface="+mn-ea"/>
              </a:rPr>
              <a:t>2</a:t>
            </a:r>
            <a:r>
              <a:rPr lang="zh-CN" altLang="en-US" dirty="0">
                <a:solidFill>
                  <a:srgbClr val="000000"/>
                </a:solidFill>
                <a:latin typeface="楷体_GB2312"/>
                <a:ea typeface="楷体_GB2312"/>
                <a:sym typeface="+mn-ea"/>
              </a:rPr>
              <a:t>）</a:t>
            </a:r>
            <a:r>
              <a:rPr lang="zh-CN" altLang="en-US" b="1" dirty="0">
                <a:solidFill>
                  <a:srgbClr val="000000"/>
                </a:solidFill>
                <a:latin typeface="楷体_GB2312"/>
                <a:ea typeface="楷体_GB2312"/>
              </a:rPr>
              <a:t>如果</a:t>
            </a:r>
            <a:r>
              <a:rPr lang="zh-CN" altLang="en-US" dirty="0">
                <a:solidFill>
                  <a:srgbClr val="000000"/>
                </a:solidFill>
                <a:latin typeface="楷体_GB2312"/>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s</a:t>
            </a:r>
            <a:r>
              <a:rPr lang="zh-CN" altLang="en-US" b="1" dirty="0">
                <a:solidFill>
                  <a:srgbClr val="000000"/>
                </a:solidFill>
                <a:latin typeface="楷体_GB2312"/>
                <a:ea typeface="楷体_GB2312"/>
              </a:rPr>
              <a:t>线性无关，那么</a:t>
            </a:r>
            <a:r>
              <a:rPr lang="zh-CN" altLang="en-US" dirty="0">
                <a:solidFill>
                  <a:srgbClr val="000000"/>
                </a:solidFill>
                <a:latin typeface="楷体_GB2312"/>
                <a:ea typeface="楷体_GB2312"/>
                <a:sym typeface="+mn-ea"/>
              </a:rPr>
              <a:t>向量组</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zh-CN" altLang="en-US" b="1" dirty="0">
                <a:solidFill>
                  <a:srgbClr val="000000"/>
                </a:solidFill>
                <a:latin typeface="楷体_GB2312"/>
                <a:ea typeface="楷体_GB2312"/>
              </a:rPr>
              <a:t>也线性无关</a:t>
            </a:r>
            <a:r>
              <a:rPr lang="en-US" altLang="zh-CN" b="1" dirty="0">
                <a:solidFill>
                  <a:srgbClr val="000000"/>
                </a:solidFill>
                <a:latin typeface="楷体_GB2312"/>
                <a:ea typeface="楷体_GB2312"/>
              </a:rPr>
              <a:t>.</a:t>
            </a:r>
          </a:p>
          <a:p>
            <a:pPr marL="609600" indent="-609600">
              <a:lnSpc>
                <a:spcPct val="140000"/>
              </a:lnSpc>
              <a:spcBef>
                <a:spcPct val="20000"/>
              </a:spcBef>
              <a:buClr>
                <a:srgbClr val="00007D"/>
              </a:buClr>
              <a:buSzPct val="75000"/>
              <a:buFont typeface="Wingdings" panose="05000000000000000000" pitchFamily="2" charset="2"/>
            </a:pPr>
            <a:endParaRPr lang="zh-CN" altLang="en-US" b="1" dirty="0">
              <a:solidFill>
                <a:srgbClr val="000000"/>
              </a:solidFill>
              <a:latin typeface="楷体_GB2312"/>
              <a:ea typeface="楷体_GB2312"/>
            </a:endParaRPr>
          </a:p>
        </p:txBody>
      </p:sp>
      <p:sp>
        <p:nvSpPr>
          <p:cNvPr id="4" name="Rectangle 12"/>
          <p:cNvSpPr/>
          <p:nvPr/>
        </p:nvSpPr>
        <p:spPr>
          <a:xfrm>
            <a:off x="239395" y="4004945"/>
            <a:ext cx="8926830" cy="2756535"/>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dirty="0">
                <a:solidFill>
                  <a:srgbClr val="FF3300"/>
                </a:solidFill>
                <a:ea typeface="楷体_GB2312"/>
                <a:sym typeface="+mn-ea"/>
              </a:rPr>
              <a:t>证</a:t>
            </a:r>
            <a:r>
              <a:rPr lang="en-US" altLang="zh-CN" b="1" dirty="0">
                <a:solidFill>
                  <a:srgbClr val="FF0000"/>
                </a:solidFill>
                <a:latin typeface="Times New Roman" panose="02020603050405020304" pitchFamily="18" charset="0"/>
                <a:ea typeface="楷体_GB2312"/>
              </a:rPr>
              <a:t>   </a:t>
            </a:r>
            <a:r>
              <a:rPr lang="zh-CN" altLang="en-US" dirty="0">
                <a:solidFill>
                  <a:srgbClr val="000000"/>
                </a:solidFill>
                <a:latin typeface="楷体_GB2312"/>
                <a:ea typeface="楷体_GB2312"/>
                <a:sym typeface="+mn-ea"/>
              </a:rPr>
              <a:t>显然（</a:t>
            </a:r>
            <a:r>
              <a:rPr lang="en-US" altLang="zh-CN" dirty="0">
                <a:solidFill>
                  <a:srgbClr val="000000"/>
                </a:solidFill>
                <a:latin typeface="楷体_GB2312"/>
                <a:ea typeface="楷体_GB2312"/>
                <a:sym typeface="+mn-ea"/>
              </a:rPr>
              <a:t>1</a:t>
            </a:r>
            <a:r>
              <a:rPr lang="zh-CN" altLang="en-US" dirty="0">
                <a:solidFill>
                  <a:srgbClr val="000000"/>
                </a:solidFill>
                <a:latin typeface="楷体_GB2312"/>
                <a:ea typeface="楷体_GB2312"/>
                <a:sym typeface="+mn-ea"/>
              </a:rPr>
              <a:t>）与（</a:t>
            </a:r>
            <a:r>
              <a:rPr lang="en-US" altLang="zh-CN" dirty="0">
                <a:solidFill>
                  <a:srgbClr val="000000"/>
                </a:solidFill>
                <a:latin typeface="楷体_GB2312"/>
                <a:ea typeface="楷体_GB2312"/>
                <a:sym typeface="+mn-ea"/>
              </a:rPr>
              <a:t>2</a:t>
            </a:r>
            <a:r>
              <a:rPr lang="zh-CN" altLang="en-US" dirty="0">
                <a:solidFill>
                  <a:srgbClr val="000000"/>
                </a:solidFill>
                <a:latin typeface="楷体_GB2312"/>
                <a:ea typeface="楷体_GB2312"/>
                <a:sym typeface="+mn-ea"/>
              </a:rPr>
              <a:t>）是等价命题，因而只需证明（</a:t>
            </a:r>
            <a:r>
              <a:rPr lang="en-US" altLang="zh-CN" dirty="0">
                <a:solidFill>
                  <a:srgbClr val="000000"/>
                </a:solidFill>
                <a:latin typeface="楷体_GB2312"/>
                <a:ea typeface="楷体_GB2312"/>
                <a:sym typeface="+mn-ea"/>
              </a:rPr>
              <a:t>1</a:t>
            </a:r>
            <a:r>
              <a:rPr lang="zh-CN" altLang="en-US" dirty="0">
                <a:solidFill>
                  <a:srgbClr val="000000"/>
                </a:solidFill>
                <a:latin typeface="楷体_GB2312"/>
                <a:ea typeface="楷体_GB2312"/>
                <a:sym typeface="+mn-ea"/>
              </a:rPr>
              <a:t>）</a:t>
            </a:r>
            <a:r>
              <a:rPr lang="en-US" altLang="zh-CN" dirty="0">
                <a:solidFill>
                  <a:srgbClr val="000000"/>
                </a:solidFill>
                <a:latin typeface="楷体_GB2312"/>
                <a:ea typeface="楷体_GB2312"/>
                <a:sym typeface="+mn-ea"/>
              </a:rPr>
              <a:t>.</a:t>
            </a:r>
          </a:p>
          <a:p>
            <a:pPr marL="609600" indent="-609600">
              <a:lnSpc>
                <a:spcPct val="140000"/>
              </a:lnSpc>
              <a:spcBef>
                <a:spcPct val="20000"/>
              </a:spcBef>
              <a:buClr>
                <a:srgbClr val="00007D"/>
              </a:buClr>
              <a:buSzPct val="75000"/>
              <a:buFont typeface="Wingdings" panose="05000000000000000000" pitchFamily="2" charset="2"/>
            </a:pPr>
            <a:r>
              <a:rPr lang="zh-CN" altLang="en-US" dirty="0">
                <a:ea typeface="楷体_GB2312"/>
                <a:sym typeface="+mn-ea"/>
              </a:rPr>
              <a:t>设</a:t>
            </a:r>
            <a:r>
              <a:rPr lang="en-US" altLang="zh-CN" i="1" dirty="0">
                <a:sym typeface="+mn-ea"/>
              </a:rPr>
              <a:t>A</a:t>
            </a:r>
            <a:r>
              <a:rPr lang="en-US" altLang="zh-CN" baseline="-25000" dirty="0">
                <a:sym typeface="+mn-ea"/>
              </a:rPr>
              <a:t>1</a:t>
            </a:r>
            <a:r>
              <a:rPr lang="en-US" altLang="zh-CN" i="1" dirty="0">
                <a:sym typeface="+mn-ea"/>
              </a:rPr>
              <a:t>=</a:t>
            </a:r>
            <a:r>
              <a:rPr lang="en-US" altLang="zh-CN" dirty="0">
                <a:sym typeface="+mn-ea"/>
              </a:rPr>
              <a:t>(</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s</a:t>
            </a:r>
            <a:r>
              <a:rPr lang="en-US" altLang="zh-CN" dirty="0">
                <a:sym typeface="+mn-ea"/>
              </a:rPr>
              <a:t>),</a:t>
            </a:r>
            <a:r>
              <a:rPr lang="zh-CN" altLang="en-US" dirty="0">
                <a:sym typeface="+mn-ea"/>
              </a:rPr>
              <a:t>则</a:t>
            </a:r>
            <a:r>
              <a:rPr lang="en-US" altLang="zh-CN" dirty="0">
                <a:sym typeface="+mn-ea"/>
              </a:rPr>
              <a:t>                                      ,</a:t>
            </a:r>
            <a:r>
              <a:rPr lang="zh-CN" altLang="en-US" dirty="0">
                <a:sym typeface="+mn-ea"/>
              </a:rPr>
              <a:t>其中</a:t>
            </a:r>
            <a:r>
              <a:rPr lang="en-US" altLang="zh-CN" i="1" dirty="0">
                <a:sym typeface="+mn-ea"/>
              </a:rPr>
              <a:t>A</a:t>
            </a:r>
            <a:r>
              <a:rPr lang="en-US" altLang="zh-CN" baseline="-25000" dirty="0">
                <a:sym typeface="+mn-ea"/>
              </a:rPr>
              <a:t>2</a:t>
            </a:r>
            <a:r>
              <a:rPr lang="zh-CN" altLang="en-US" b="1" dirty="0">
                <a:solidFill>
                  <a:srgbClr val="000000"/>
                </a:solidFill>
                <a:latin typeface="楷体_GB2312"/>
                <a:ea typeface="楷体_GB2312"/>
                <a:sym typeface="+mn-ea"/>
              </a:rPr>
              <a:t>是由</a:t>
            </a:r>
          </a:p>
          <a:p>
            <a:pPr marL="609600" indent="-609600">
              <a:lnSpc>
                <a:spcPct val="140000"/>
              </a:lnSpc>
              <a:spcBef>
                <a:spcPct val="20000"/>
              </a:spcBef>
              <a:buClr>
                <a:srgbClr val="00007D"/>
              </a:buClr>
              <a:buSzPct val="75000"/>
              <a:buFont typeface="Wingdings" panose="05000000000000000000" pitchFamily="2" charset="2"/>
            </a:pP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s</a:t>
            </a:r>
            <a:r>
              <a:rPr lang="zh-CN" altLang="en-US" b="1" dirty="0">
                <a:solidFill>
                  <a:srgbClr val="000000"/>
                </a:solidFill>
                <a:latin typeface="楷体_GB2312"/>
                <a:ea typeface="楷体_GB2312"/>
                <a:sym typeface="+mn-ea"/>
              </a:rPr>
              <a:t>添加的</a:t>
            </a:r>
            <a:r>
              <a:rPr lang="en-US" altLang="zh-CN" i="1" dirty="0">
                <a:sym typeface="+mn-ea"/>
              </a:rPr>
              <a:t>n</a:t>
            </a:r>
            <a:r>
              <a:rPr lang="en-US" altLang="zh-CN" dirty="0">
                <a:sym typeface="+mn-ea"/>
              </a:rPr>
              <a:t>-</a:t>
            </a:r>
            <a:r>
              <a:rPr lang="en-US" altLang="zh-CN" i="1" dirty="0">
                <a:sym typeface="+mn-ea"/>
              </a:rPr>
              <a:t>r</a:t>
            </a:r>
            <a:r>
              <a:rPr lang="zh-CN" altLang="en-US" b="1" dirty="0">
                <a:solidFill>
                  <a:srgbClr val="000000"/>
                </a:solidFill>
                <a:latin typeface="楷体_GB2312"/>
                <a:ea typeface="楷体_GB2312"/>
                <a:sym typeface="+mn-ea"/>
              </a:rPr>
              <a:t>个分量构成的矩阵</a:t>
            </a:r>
            <a:r>
              <a:rPr lang="en-US" altLang="zh-CN" b="1" dirty="0">
                <a:solidFill>
                  <a:srgbClr val="000000"/>
                </a:solidFill>
                <a:latin typeface="楷体_GB2312"/>
                <a:ea typeface="楷体_GB2312"/>
                <a:sym typeface="+mn-ea"/>
              </a:rPr>
              <a:t>.</a:t>
            </a:r>
          </a:p>
        </p:txBody>
      </p:sp>
      <p:graphicFrame>
        <p:nvGraphicFramePr>
          <p:cNvPr id="3" name="对象 -2147479609"/>
          <p:cNvGraphicFramePr>
            <a:graphicFrameLocks noChangeAspect="1"/>
          </p:cNvGraphicFramePr>
          <p:nvPr/>
        </p:nvGraphicFramePr>
        <p:xfrm>
          <a:off x="3779520" y="4605020"/>
          <a:ext cx="3155315" cy="878840"/>
        </p:xfrm>
        <a:graphic>
          <a:graphicData uri="http://schemas.openxmlformats.org/presentationml/2006/ole">
            <mc:AlternateContent xmlns:mc="http://schemas.openxmlformats.org/markup-compatibility/2006">
              <mc:Choice xmlns:v="urn:schemas-microsoft-com:vml" Requires="v">
                <p:oleObj r:id="rId2" imgW="1371600" imgH="482600" progId="Equation.DSMT4">
                  <p:embed/>
                </p:oleObj>
              </mc:Choice>
              <mc:Fallback>
                <p:oleObj r:id="rId2" imgW="1371600" imgH="482600" progId="Equation.DSMT4">
                  <p:embed/>
                  <p:pic>
                    <p:nvPicPr>
                      <p:cNvPr id="0" name="图片 3075"/>
                      <p:cNvPicPr/>
                      <p:nvPr/>
                    </p:nvPicPr>
                    <p:blipFill>
                      <a:blip r:embed="rId3"/>
                      <a:stretch>
                        <a:fillRect/>
                      </a:stretch>
                    </p:blipFill>
                    <p:spPr>
                      <a:xfrm>
                        <a:off x="3779520" y="4605020"/>
                        <a:ext cx="3155315" cy="87884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2000"/>
                                        <p:tgtEl>
                                          <p:spTgt spid="4"/>
                                        </p:tgtEl>
                                      </p:cBhvr>
                                    </p:animEffect>
                                  </p:childTnLst>
                                </p:cTn>
                              </p:par>
                              <p:par>
                                <p:cTn id="13" presetID="22" presetClass="entr" presetSubtype="4"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39750" y="1988820"/>
            <a:ext cx="8127365" cy="728345"/>
          </a:xfrm>
          <a:prstGeom prst="rect">
            <a:avLst/>
          </a:prstGeom>
          <a:noFill/>
        </p:spPr>
        <p:txBody>
          <a:bodyPr wrap="square" rtlCol="0" anchor="t">
            <a:noAutofit/>
          </a:bodyPr>
          <a:lstStyle/>
          <a:p>
            <a:pPr marL="609600" indent="-609600">
              <a:spcBef>
                <a:spcPct val="2000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从而非零向量</a:t>
            </a:r>
            <a:r>
              <a:rPr lang="en-US" altLang="zh-CN" dirty="0">
                <a:solidFill>
                  <a:srgbClr val="000000"/>
                </a:solidFill>
                <a:latin typeface="楷体_GB2312"/>
                <a:ea typeface="楷体_GB2312"/>
                <a:sym typeface="+mn-ea"/>
              </a:rPr>
              <a:t>(</a:t>
            </a:r>
            <a:r>
              <a:rPr lang="en-US" altLang="zh-CN" i="1" dirty="0">
                <a:sym typeface="+mn-ea"/>
              </a:rPr>
              <a:t>k</a:t>
            </a:r>
            <a:r>
              <a:rPr lang="en-US" altLang="zh-CN" baseline="-25000" dirty="0">
                <a:sym typeface="+mn-ea"/>
              </a:rPr>
              <a:t>1</a:t>
            </a:r>
            <a:r>
              <a:rPr lang="en-US" altLang="zh-CN" dirty="0">
                <a:sym typeface="+mn-ea"/>
              </a:rPr>
              <a:t>, </a:t>
            </a:r>
            <a:r>
              <a:rPr lang="en-US" altLang="zh-CN" i="1" dirty="0">
                <a:sym typeface="+mn-ea"/>
              </a:rPr>
              <a:t>k</a:t>
            </a:r>
            <a:r>
              <a:rPr lang="en-US" altLang="zh-CN" baseline="-25000" dirty="0">
                <a:sym typeface="+mn-ea"/>
              </a:rPr>
              <a:t>2</a:t>
            </a:r>
            <a:r>
              <a:rPr lang="en-US" altLang="zh-CN" dirty="0">
                <a:sym typeface="+mn-ea"/>
              </a:rPr>
              <a:t>, …,</a:t>
            </a:r>
            <a:r>
              <a:rPr lang="en-US" altLang="zh-CN" i="1" dirty="0">
                <a:sym typeface="+mn-ea"/>
              </a:rPr>
              <a:t>k</a:t>
            </a:r>
            <a:r>
              <a:rPr lang="en-US" altLang="zh-CN" i="1" baseline="-25000" dirty="0">
                <a:sym typeface="+mn-ea"/>
              </a:rPr>
              <a:t>s</a:t>
            </a:r>
            <a:r>
              <a:rPr lang="en-US" altLang="zh-CN" dirty="0">
                <a:solidFill>
                  <a:srgbClr val="000000"/>
                </a:solidFill>
                <a:latin typeface="楷体_GB2312"/>
                <a:ea typeface="楷体_GB2312"/>
                <a:sym typeface="+mn-ea"/>
              </a:rPr>
              <a:t>)</a:t>
            </a:r>
            <a:r>
              <a:rPr lang="en-US" altLang="zh-CN" baseline="30000" dirty="0">
                <a:solidFill>
                  <a:srgbClr val="000000"/>
                </a:solidFill>
                <a:latin typeface="楷体_GB2312"/>
                <a:ea typeface="楷体_GB2312"/>
                <a:sym typeface="+mn-ea"/>
              </a:rPr>
              <a:t>T</a:t>
            </a:r>
            <a:r>
              <a:rPr lang="zh-CN" altLang="en-US" dirty="0">
                <a:solidFill>
                  <a:srgbClr val="000000"/>
                </a:solidFill>
                <a:latin typeface="楷体_GB2312"/>
                <a:ea typeface="楷体_GB2312"/>
                <a:sym typeface="+mn-ea"/>
              </a:rPr>
              <a:t>为齐次线性方程组</a:t>
            </a:r>
          </a:p>
        </p:txBody>
      </p:sp>
      <p:sp>
        <p:nvSpPr>
          <p:cNvPr id="4" name="Rectangle 12"/>
          <p:cNvSpPr/>
          <p:nvPr/>
        </p:nvSpPr>
        <p:spPr>
          <a:xfrm>
            <a:off x="251460" y="260350"/>
            <a:ext cx="8795385" cy="1546860"/>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en-US" altLang="zh-CN" b="1" dirty="0">
                <a:solidFill>
                  <a:schemeClr val="tx1"/>
                </a:solidFill>
                <a:latin typeface="Times New Roman" panose="02020603050405020304" pitchFamily="18" charset="0"/>
                <a:ea typeface="楷体_GB2312"/>
              </a:rPr>
              <a:t> </a:t>
            </a:r>
            <a:r>
              <a:rPr lang="zh-CN" altLang="en-US" dirty="0">
                <a:solidFill>
                  <a:srgbClr val="000000"/>
                </a:solidFill>
                <a:latin typeface="楷体_GB2312"/>
                <a:ea typeface="楷体_GB2312"/>
                <a:sym typeface="+mn-ea"/>
              </a:rPr>
              <a:t>如果</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zh-CN" altLang="en-US" dirty="0">
                <a:solidFill>
                  <a:srgbClr val="000000"/>
                </a:solidFill>
                <a:latin typeface="楷体_GB2312"/>
                <a:ea typeface="楷体_GB2312"/>
                <a:sym typeface="+mn-ea"/>
              </a:rPr>
              <a:t>线性相关，则存在不全为零的数</a:t>
            </a:r>
            <a:r>
              <a:rPr lang="en-US" altLang="zh-CN" i="1" dirty="0">
                <a:sym typeface="+mn-ea"/>
              </a:rPr>
              <a:t>k</a:t>
            </a:r>
            <a:r>
              <a:rPr lang="en-US" altLang="zh-CN" baseline="-25000" dirty="0">
                <a:sym typeface="+mn-ea"/>
              </a:rPr>
              <a:t>1</a:t>
            </a:r>
            <a:r>
              <a:rPr lang="en-US" altLang="zh-CN" dirty="0">
                <a:sym typeface="+mn-ea"/>
              </a:rPr>
              <a:t>, </a:t>
            </a:r>
            <a:r>
              <a:rPr lang="en-US" altLang="zh-CN" i="1" dirty="0">
                <a:sym typeface="+mn-ea"/>
              </a:rPr>
              <a:t>k</a:t>
            </a:r>
            <a:r>
              <a:rPr lang="en-US" altLang="zh-CN" baseline="-25000" dirty="0">
                <a:sym typeface="+mn-ea"/>
              </a:rPr>
              <a:t>2</a:t>
            </a:r>
            <a:r>
              <a:rPr lang="en-US" altLang="zh-CN" dirty="0">
                <a:sym typeface="+mn-ea"/>
              </a:rPr>
              <a:t>, …,</a:t>
            </a:r>
            <a:r>
              <a:rPr lang="en-US" altLang="zh-CN" i="1" dirty="0">
                <a:sym typeface="+mn-ea"/>
              </a:rPr>
              <a:t>k</a:t>
            </a:r>
            <a:r>
              <a:rPr lang="en-US" altLang="zh-CN" i="1" baseline="-25000" dirty="0">
                <a:sym typeface="+mn-ea"/>
              </a:rPr>
              <a:t>s</a:t>
            </a:r>
            <a:r>
              <a:rPr lang="zh-CN" altLang="en-US" dirty="0">
                <a:solidFill>
                  <a:srgbClr val="000000"/>
                </a:solidFill>
                <a:latin typeface="楷体_GB2312"/>
                <a:ea typeface="楷体_GB2312"/>
                <a:sym typeface="+mn-ea"/>
              </a:rPr>
              <a:t>，使得</a:t>
            </a:r>
            <a:r>
              <a:rPr lang="en-US" altLang="zh-CN" i="1" dirty="0">
                <a:sym typeface="+mn-ea"/>
              </a:rPr>
              <a:t>k</a:t>
            </a:r>
            <a:r>
              <a:rPr lang="en-US" altLang="zh-CN" baseline="-25000" dirty="0">
                <a:sym typeface="+mn-ea"/>
              </a:rPr>
              <a:t>1</a:t>
            </a:r>
            <a:r>
              <a:rPr lang="en-US" altLang="zh-CN" i="1" dirty="0">
                <a:sym typeface="+mn-ea"/>
              </a:rPr>
              <a:t>β</a:t>
            </a:r>
            <a:r>
              <a:rPr lang="en-US" altLang="zh-CN" baseline="-25000" dirty="0">
                <a:sym typeface="+mn-ea"/>
              </a:rPr>
              <a:t>1 </a:t>
            </a:r>
            <a:r>
              <a:rPr lang="en-US" altLang="zh-CN" dirty="0">
                <a:sym typeface="+mn-ea"/>
              </a:rPr>
              <a:t>+ </a:t>
            </a:r>
            <a:r>
              <a:rPr lang="en-US" altLang="zh-CN" i="1" dirty="0">
                <a:sym typeface="+mn-ea"/>
              </a:rPr>
              <a:t>k</a:t>
            </a:r>
            <a:r>
              <a:rPr lang="en-US" altLang="zh-CN" baseline="-25000" dirty="0">
                <a:sym typeface="+mn-ea"/>
              </a:rPr>
              <a:t>2</a:t>
            </a:r>
            <a:r>
              <a:rPr lang="en-US" altLang="zh-CN" i="1" dirty="0">
                <a:sym typeface="+mn-ea"/>
              </a:rPr>
              <a:t>β</a:t>
            </a:r>
            <a:r>
              <a:rPr lang="en-US" altLang="zh-CN" baseline="-25000" dirty="0">
                <a:sym typeface="+mn-ea"/>
              </a:rPr>
              <a:t>2 </a:t>
            </a:r>
            <a:r>
              <a:rPr lang="en-US" altLang="zh-CN" dirty="0">
                <a:sym typeface="+mn-ea"/>
              </a:rPr>
              <a:t>+ …+</a:t>
            </a:r>
            <a:r>
              <a:rPr lang="en-US" altLang="zh-CN" i="1" dirty="0">
                <a:sym typeface="+mn-ea"/>
              </a:rPr>
              <a:t>k</a:t>
            </a:r>
            <a:r>
              <a:rPr lang="en-US" altLang="zh-CN" baseline="-25000" dirty="0">
                <a:sym typeface="+mn-ea"/>
              </a:rPr>
              <a:t>s</a:t>
            </a:r>
            <a:r>
              <a:rPr lang="en-US" altLang="zh-CN" i="1" dirty="0">
                <a:sym typeface="+mn-ea"/>
              </a:rPr>
              <a:t>β</a:t>
            </a:r>
            <a:r>
              <a:rPr lang="en-US" altLang="zh-CN" baseline="-25000" dirty="0">
                <a:sym typeface="+mn-ea"/>
              </a:rPr>
              <a:t>s</a:t>
            </a:r>
            <a:r>
              <a:rPr lang="en-US" altLang="zh-CN" dirty="0">
                <a:sym typeface="+mn-ea"/>
              </a:rPr>
              <a:t> </a:t>
            </a:r>
            <a:r>
              <a:rPr lang="en-US" altLang="zh-CN" i="1" baseline="-25000" dirty="0">
                <a:sym typeface="+mn-ea"/>
              </a:rPr>
              <a:t> </a:t>
            </a:r>
            <a:r>
              <a:rPr lang="en-US" altLang="zh-CN" i="1" dirty="0">
                <a:sym typeface="+mn-ea"/>
              </a:rPr>
              <a:t>=</a:t>
            </a:r>
            <a:r>
              <a:rPr lang="en-US" altLang="zh-CN" dirty="0">
                <a:sym typeface="+mn-ea"/>
              </a:rPr>
              <a:t>0</a:t>
            </a:r>
            <a:endParaRPr lang="zh-CN" altLang="en-US" b="1" dirty="0">
              <a:solidFill>
                <a:srgbClr val="000000"/>
              </a:solidFill>
              <a:latin typeface="楷体_GB2312"/>
              <a:ea typeface="楷体_GB2312"/>
              <a:sym typeface="+mn-ea"/>
            </a:endParaRPr>
          </a:p>
        </p:txBody>
      </p:sp>
      <p:sp>
        <p:nvSpPr>
          <p:cNvPr id="13" name="文本框 12"/>
          <p:cNvSpPr txBox="1"/>
          <p:nvPr/>
        </p:nvSpPr>
        <p:spPr>
          <a:xfrm>
            <a:off x="539750" y="5156835"/>
            <a:ext cx="7766685" cy="741680"/>
          </a:xfrm>
          <a:prstGeom prst="rect">
            <a:avLst/>
          </a:prstGeom>
          <a:noFill/>
        </p:spPr>
        <p:txBody>
          <a:bodyPr wrap="square" rtlCol="0" anchor="t">
            <a:noAutofit/>
          </a:bodyPr>
          <a:lstStyle/>
          <a:p>
            <a:pPr>
              <a:lnSpc>
                <a:spcPct val="120000"/>
              </a:lnSpc>
            </a:pPr>
            <a:r>
              <a:rPr lang="zh-CN" altLang="en-US" dirty="0">
                <a:sym typeface="+mn-ea"/>
              </a:rPr>
              <a:t>所以</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s</a:t>
            </a:r>
            <a:r>
              <a:rPr lang="zh-CN" altLang="en-US" dirty="0">
                <a:solidFill>
                  <a:srgbClr val="000000"/>
                </a:solidFill>
                <a:latin typeface="楷体_GB2312"/>
                <a:ea typeface="楷体_GB2312"/>
                <a:sym typeface="+mn-ea"/>
              </a:rPr>
              <a:t>也线性相关</a:t>
            </a:r>
            <a:r>
              <a:rPr lang="zh-CN" altLang="en-US" dirty="0">
                <a:sym typeface="+mn-ea"/>
              </a:rPr>
              <a:t>。</a:t>
            </a:r>
          </a:p>
          <a:p>
            <a:pPr>
              <a:lnSpc>
                <a:spcPct val="120000"/>
              </a:lnSpc>
            </a:pPr>
            <a:endParaRPr lang="zh-CN" altLang="en-US" dirty="0">
              <a:solidFill>
                <a:srgbClr val="FF0000"/>
              </a:solidFill>
              <a:sym typeface="+mn-ea"/>
            </a:endParaRPr>
          </a:p>
        </p:txBody>
      </p:sp>
      <p:sp>
        <p:nvSpPr>
          <p:cNvPr id="7" name="文本框 6"/>
          <p:cNvSpPr txBox="1"/>
          <p:nvPr/>
        </p:nvSpPr>
        <p:spPr>
          <a:xfrm>
            <a:off x="539750" y="3789045"/>
            <a:ext cx="8281670" cy="1555750"/>
          </a:xfrm>
          <a:prstGeom prst="rect">
            <a:avLst/>
          </a:prstGeom>
          <a:noFill/>
        </p:spPr>
        <p:txBody>
          <a:bodyPr wrap="square" rtlCol="0" anchor="t">
            <a:spAutoFit/>
          </a:bodyPr>
          <a:lstStyle/>
          <a:p>
            <a:pPr marL="609600" indent="-609600">
              <a:spcBef>
                <a:spcPct val="2000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的解</a:t>
            </a:r>
            <a:r>
              <a:rPr lang="en-US" altLang="zh-CN" dirty="0">
                <a:solidFill>
                  <a:srgbClr val="000000"/>
                </a:solidFill>
                <a:latin typeface="楷体_GB2312"/>
                <a:ea typeface="楷体_GB2312"/>
                <a:sym typeface="+mn-ea"/>
              </a:rPr>
              <a:t>. </a:t>
            </a:r>
            <a:r>
              <a:rPr lang="zh-CN" altLang="en-US" dirty="0">
                <a:solidFill>
                  <a:srgbClr val="000000"/>
                </a:solidFill>
                <a:latin typeface="楷体_GB2312"/>
                <a:ea typeface="楷体_GB2312"/>
                <a:sym typeface="+mn-ea"/>
              </a:rPr>
              <a:t>因此方程组</a:t>
            </a:r>
            <a:r>
              <a:rPr lang="en-US" altLang="zh-CN" i="1" dirty="0">
                <a:sym typeface="+mn-ea"/>
              </a:rPr>
              <a:t>A</a:t>
            </a:r>
            <a:r>
              <a:rPr lang="en-US" altLang="zh-CN" baseline="-25000" dirty="0">
                <a:sym typeface="+mn-ea"/>
              </a:rPr>
              <a:t>1</a:t>
            </a:r>
            <a:r>
              <a:rPr lang="en-US" altLang="zh-CN" i="1" dirty="0">
                <a:sym typeface="+mn-ea"/>
              </a:rPr>
              <a:t>x=</a:t>
            </a:r>
            <a:r>
              <a:rPr lang="en-US" altLang="zh-CN" dirty="0">
                <a:sym typeface="+mn-ea"/>
              </a:rPr>
              <a:t>0</a:t>
            </a:r>
            <a:r>
              <a:rPr lang="zh-CN" altLang="en-US" dirty="0">
                <a:solidFill>
                  <a:srgbClr val="000000"/>
                </a:solidFill>
                <a:latin typeface="楷体_GB2312"/>
                <a:ea typeface="楷体_GB2312"/>
                <a:sym typeface="+mn-ea"/>
              </a:rPr>
              <a:t>有非零解</a:t>
            </a:r>
            <a:r>
              <a:rPr lang="en-US" altLang="zh-CN" dirty="0">
                <a:solidFill>
                  <a:srgbClr val="000000"/>
                </a:solidFill>
                <a:latin typeface="楷体_GB2312"/>
                <a:ea typeface="楷体_GB2312"/>
                <a:sym typeface="+mn-ea"/>
              </a:rPr>
              <a:t>(</a:t>
            </a:r>
            <a:r>
              <a:rPr lang="en-US" altLang="zh-CN" i="1" dirty="0">
                <a:sym typeface="+mn-ea"/>
              </a:rPr>
              <a:t>k</a:t>
            </a:r>
            <a:r>
              <a:rPr lang="en-US" altLang="zh-CN" baseline="-25000" dirty="0">
                <a:sym typeface="+mn-ea"/>
              </a:rPr>
              <a:t>1</a:t>
            </a:r>
            <a:r>
              <a:rPr lang="en-US" altLang="zh-CN" dirty="0">
                <a:sym typeface="+mn-ea"/>
              </a:rPr>
              <a:t>, </a:t>
            </a:r>
            <a:r>
              <a:rPr lang="en-US" altLang="zh-CN" i="1" dirty="0">
                <a:sym typeface="+mn-ea"/>
              </a:rPr>
              <a:t>k</a:t>
            </a:r>
            <a:r>
              <a:rPr lang="en-US" altLang="zh-CN" baseline="-25000" dirty="0">
                <a:sym typeface="+mn-ea"/>
              </a:rPr>
              <a:t>2</a:t>
            </a:r>
            <a:r>
              <a:rPr lang="en-US" altLang="zh-CN" dirty="0">
                <a:sym typeface="+mn-ea"/>
              </a:rPr>
              <a:t>, …,</a:t>
            </a:r>
            <a:r>
              <a:rPr lang="en-US" altLang="zh-CN" i="1" dirty="0">
                <a:sym typeface="+mn-ea"/>
              </a:rPr>
              <a:t>k</a:t>
            </a:r>
            <a:r>
              <a:rPr lang="en-US" altLang="zh-CN" i="1" baseline="-25000" dirty="0">
                <a:sym typeface="+mn-ea"/>
              </a:rPr>
              <a:t>s</a:t>
            </a:r>
            <a:r>
              <a:rPr lang="en-US" altLang="zh-CN" dirty="0">
                <a:solidFill>
                  <a:srgbClr val="000000"/>
                </a:solidFill>
                <a:latin typeface="楷体_GB2312"/>
                <a:ea typeface="楷体_GB2312"/>
                <a:sym typeface="+mn-ea"/>
              </a:rPr>
              <a:t>)</a:t>
            </a:r>
            <a:r>
              <a:rPr lang="en-US" altLang="zh-CN" baseline="30000" dirty="0">
                <a:solidFill>
                  <a:srgbClr val="000000"/>
                </a:solidFill>
                <a:latin typeface="楷体_GB2312"/>
                <a:ea typeface="楷体_GB2312"/>
                <a:sym typeface="+mn-ea"/>
              </a:rPr>
              <a:t>T</a:t>
            </a:r>
            <a:r>
              <a:rPr lang="zh-CN" altLang="en-US" dirty="0">
                <a:solidFill>
                  <a:srgbClr val="000000"/>
                </a:solidFill>
                <a:latin typeface="楷体_GB2312"/>
                <a:ea typeface="楷体_GB2312"/>
                <a:sym typeface="+mn-ea"/>
              </a:rPr>
              <a:t>，即</a:t>
            </a:r>
          </a:p>
          <a:p>
            <a:pPr marL="609600" indent="-609600" algn="ctr">
              <a:spcBef>
                <a:spcPct val="20000"/>
              </a:spcBef>
              <a:buClr>
                <a:srgbClr val="00007D"/>
              </a:buClr>
              <a:buSzPct val="75000"/>
              <a:buFont typeface="Wingdings" panose="05000000000000000000" pitchFamily="2" charset="2"/>
            </a:pPr>
            <a:r>
              <a:rPr lang="en-US" altLang="zh-CN" i="1" dirty="0">
                <a:sym typeface="+mn-ea"/>
              </a:rPr>
              <a:t>k</a:t>
            </a:r>
            <a:r>
              <a:rPr lang="en-US" altLang="zh-CN" baseline="-25000" dirty="0">
                <a:sym typeface="+mn-ea"/>
              </a:rPr>
              <a:t>1</a:t>
            </a:r>
            <a:r>
              <a:rPr lang="en-US" altLang="zh-CN" i="1" dirty="0">
                <a:sym typeface="+mn-ea"/>
              </a:rPr>
              <a:t>a</a:t>
            </a:r>
            <a:r>
              <a:rPr lang="en-US" altLang="zh-CN" baseline="-25000" dirty="0">
                <a:sym typeface="+mn-ea"/>
              </a:rPr>
              <a:t>1 </a:t>
            </a:r>
            <a:r>
              <a:rPr lang="en-US" altLang="zh-CN" dirty="0">
                <a:sym typeface="+mn-ea"/>
              </a:rPr>
              <a:t>+ </a:t>
            </a:r>
            <a:r>
              <a:rPr lang="en-US" altLang="zh-CN" i="1" dirty="0">
                <a:sym typeface="+mn-ea"/>
              </a:rPr>
              <a:t>k</a:t>
            </a:r>
            <a:r>
              <a:rPr lang="en-US" altLang="zh-CN" baseline="-25000" dirty="0">
                <a:sym typeface="+mn-ea"/>
              </a:rPr>
              <a:t>2</a:t>
            </a:r>
            <a:r>
              <a:rPr lang="en-US" altLang="zh-CN" i="1" dirty="0">
                <a:sym typeface="+mn-ea"/>
              </a:rPr>
              <a:t>a</a:t>
            </a:r>
            <a:r>
              <a:rPr lang="en-US" altLang="zh-CN" baseline="-25000" dirty="0">
                <a:sym typeface="+mn-ea"/>
              </a:rPr>
              <a:t>2 </a:t>
            </a:r>
            <a:r>
              <a:rPr lang="en-US" altLang="zh-CN" dirty="0">
                <a:sym typeface="+mn-ea"/>
              </a:rPr>
              <a:t>+ … + </a:t>
            </a:r>
            <a:r>
              <a:rPr lang="en-US" altLang="zh-CN" i="1" dirty="0">
                <a:sym typeface="+mn-ea"/>
              </a:rPr>
              <a:t>k</a:t>
            </a:r>
            <a:r>
              <a:rPr lang="en-US" altLang="zh-CN" i="1" baseline="-25000" dirty="0">
                <a:sym typeface="+mn-ea"/>
              </a:rPr>
              <a:t>s</a:t>
            </a:r>
            <a:r>
              <a:rPr lang="en-US" altLang="zh-CN" i="1" dirty="0">
                <a:sym typeface="+mn-ea"/>
              </a:rPr>
              <a:t>a</a:t>
            </a:r>
            <a:r>
              <a:rPr lang="en-US" altLang="zh-CN" i="1" baseline="-25000" dirty="0">
                <a:sym typeface="+mn-ea"/>
              </a:rPr>
              <a:t>s </a:t>
            </a:r>
            <a:r>
              <a:rPr lang="en-US" altLang="zh-CN" i="1" dirty="0">
                <a:sym typeface="+mn-ea"/>
              </a:rPr>
              <a:t>=</a:t>
            </a:r>
            <a:r>
              <a:rPr lang="en-US" altLang="zh-CN" dirty="0">
                <a:sym typeface="+mn-ea"/>
              </a:rPr>
              <a:t>0</a:t>
            </a:r>
            <a:endParaRPr lang="zh-CN" altLang="en-US" b="1" dirty="0">
              <a:solidFill>
                <a:srgbClr val="000000"/>
              </a:solidFill>
              <a:latin typeface="楷体_GB2312"/>
              <a:ea typeface="楷体_GB2312"/>
              <a:sym typeface="+mn-ea"/>
            </a:endParaRPr>
          </a:p>
          <a:p>
            <a:pPr marL="609600" indent="-609600">
              <a:spcBef>
                <a:spcPct val="20000"/>
              </a:spcBef>
              <a:buClr>
                <a:srgbClr val="00007D"/>
              </a:buClr>
              <a:buSzPct val="75000"/>
              <a:buFont typeface="Wingdings" panose="05000000000000000000" pitchFamily="2" charset="2"/>
            </a:pPr>
            <a:endParaRPr lang="zh-CN" altLang="en-US" dirty="0">
              <a:solidFill>
                <a:srgbClr val="000000"/>
              </a:solidFill>
              <a:latin typeface="楷体_GB2312"/>
              <a:ea typeface="楷体_GB2312"/>
              <a:sym typeface="+mn-ea"/>
            </a:endParaRPr>
          </a:p>
        </p:txBody>
      </p:sp>
      <p:graphicFrame>
        <p:nvGraphicFramePr>
          <p:cNvPr id="2" name="对象 -2147474278"/>
          <p:cNvGraphicFramePr>
            <a:graphicFrameLocks noChangeAspect="1"/>
          </p:cNvGraphicFramePr>
          <p:nvPr/>
        </p:nvGraphicFramePr>
        <p:xfrm>
          <a:off x="1043305" y="2636520"/>
          <a:ext cx="7011035" cy="1050290"/>
        </p:xfrm>
        <a:graphic>
          <a:graphicData uri="http://schemas.openxmlformats.org/presentationml/2006/ole">
            <mc:AlternateContent xmlns:mc="http://schemas.openxmlformats.org/markup-compatibility/2006">
              <mc:Choice xmlns:v="urn:schemas-microsoft-com:vml" Requires="v">
                <p:oleObj r:id="rId2" imgW="3048000" imgH="482600" progId="Equation.DSMT4">
                  <p:embed/>
                </p:oleObj>
              </mc:Choice>
              <mc:Fallback>
                <p:oleObj r:id="rId2" imgW="3048000" imgH="482600" progId="Equation.DSMT4">
                  <p:embed/>
                  <p:pic>
                    <p:nvPicPr>
                      <p:cNvPr id="0" name="图片 3075"/>
                      <p:cNvPicPr/>
                      <p:nvPr/>
                    </p:nvPicPr>
                    <p:blipFill>
                      <a:blip r:embed="rId3"/>
                      <a:stretch>
                        <a:fillRect/>
                      </a:stretch>
                    </p:blipFill>
                    <p:spPr>
                      <a:xfrm>
                        <a:off x="1043305" y="2636520"/>
                        <a:ext cx="7011035" cy="105029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3" grpId="0"/>
      <p:bldP spid="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ext Box 4"/>
          <p:cNvSpPr txBox="1"/>
          <p:nvPr/>
        </p:nvSpPr>
        <p:spPr>
          <a:xfrm>
            <a:off x="455930" y="260350"/>
            <a:ext cx="8230870" cy="2682875"/>
          </a:xfrm>
          <a:prstGeom prst="rect">
            <a:avLst/>
          </a:prstGeom>
          <a:noFill/>
          <a:ln w="9525">
            <a:noFill/>
          </a:ln>
        </p:spPr>
        <p:txBody>
          <a:bodyPr/>
          <a:lstStyle/>
          <a:p>
            <a:pPr marL="457200" indent="-457200">
              <a:lnSpc>
                <a:spcPct val="120000"/>
              </a:lnSpc>
              <a:spcBef>
                <a:spcPct val="50000"/>
              </a:spcBef>
              <a:buClr>
                <a:srgbClr val="9999CC"/>
              </a:buClr>
              <a:buSzPct val="80000"/>
              <a:buFont typeface="Wingdings" panose="05000000000000000000" pitchFamily="2" charset="2"/>
            </a:pPr>
            <a:r>
              <a:rPr lang="zh-CN" altLang="en-US" b="1" dirty="0">
                <a:solidFill>
                  <a:srgbClr val="000000"/>
                </a:solidFill>
                <a:latin typeface="Times New Roman" panose="02020603050405020304" pitchFamily="18" charset="0"/>
                <a:ea typeface="楷体_GB2312"/>
              </a:rPr>
              <a:t>    </a:t>
            </a:r>
            <a:r>
              <a:rPr lang="zh-CN" altLang="en-US" b="1" dirty="0">
                <a:solidFill>
                  <a:srgbClr val="FF0000"/>
                </a:solidFill>
                <a:latin typeface="Times New Roman" panose="02020603050405020304" pitchFamily="18" charset="0"/>
                <a:ea typeface="楷体_GB2312"/>
              </a:rPr>
              <a:t>例</a:t>
            </a:r>
            <a:r>
              <a:rPr lang="en-US" altLang="zh-CN" b="1" dirty="0">
                <a:solidFill>
                  <a:srgbClr val="FF0000"/>
                </a:solidFill>
                <a:latin typeface="Times New Roman" panose="02020603050405020304" pitchFamily="18" charset="0"/>
                <a:ea typeface="楷体_GB2312"/>
              </a:rPr>
              <a:t> 3.3.10  </a:t>
            </a:r>
            <a:r>
              <a:rPr lang="zh-CN" altLang="en-US" b="1" dirty="0">
                <a:solidFill>
                  <a:srgbClr val="000000"/>
                </a:solidFill>
                <a:latin typeface="Times New Roman" panose="02020603050405020304" pitchFamily="18" charset="0"/>
                <a:ea typeface="楷体_GB2312"/>
              </a:rPr>
              <a:t>已知向量组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zh-CN" altLang="en-US" b="1" dirty="0">
                <a:solidFill>
                  <a:srgbClr val="000000"/>
                </a:solidFill>
                <a:latin typeface="Times New Roman" panose="02020603050405020304" pitchFamily="18" charset="0"/>
                <a:ea typeface="楷体_GB2312"/>
              </a:rPr>
              <a:t>线性无关，</a:t>
            </a:r>
            <a:r>
              <a:rPr lang="zh-CN" altLang="en-US" dirty="0">
                <a:solidFill>
                  <a:srgbClr val="000000"/>
                </a:solidFill>
                <a:ea typeface="楷体_GB2312"/>
                <a:sym typeface="+mn-ea"/>
              </a:rPr>
              <a:t>向量组</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zh-CN" altLang="en-US" b="1" dirty="0">
                <a:solidFill>
                  <a:srgbClr val="000000"/>
                </a:solidFill>
                <a:latin typeface="Times New Roman" panose="02020603050405020304" pitchFamily="18" charset="0"/>
                <a:ea typeface="楷体_GB2312"/>
              </a:rPr>
              <a:t>线性相关，问：</a:t>
            </a:r>
          </a:p>
          <a:p>
            <a:pPr>
              <a:lnSpc>
                <a:spcPct val="120000"/>
              </a:lnSpc>
              <a:spcBef>
                <a:spcPct val="50000"/>
              </a:spcBef>
              <a:buClr>
                <a:srgbClr val="0000FF"/>
              </a:buClr>
              <a:buSzPct val="80000"/>
              <a:buFont typeface="Wingdings" panose="05000000000000000000" pitchFamily="2" charset="2"/>
            </a:pPr>
            <a:r>
              <a:rPr lang="en-US" altLang="zh-CN" b="1" dirty="0">
                <a:solidFill>
                  <a:srgbClr val="000000"/>
                </a:solidFill>
                <a:latin typeface="Times New Roman" panose="02020603050405020304" pitchFamily="18" charset="0"/>
                <a:ea typeface="楷体_GB2312"/>
              </a:rPr>
              <a:t>    (1) </a:t>
            </a:r>
            <a:r>
              <a:rPr lang="en-US" altLang="zh-CN" i="1" dirty="0">
                <a:sym typeface="+mn-ea"/>
              </a:rPr>
              <a:t>α</a:t>
            </a:r>
            <a:r>
              <a:rPr lang="en-US" altLang="zh-CN" baseline="-25000" dirty="0">
                <a:sym typeface="+mn-ea"/>
              </a:rPr>
              <a:t>4</a:t>
            </a:r>
            <a:r>
              <a:rPr lang="zh-CN" altLang="en-US" b="1" dirty="0">
                <a:solidFill>
                  <a:srgbClr val="000000"/>
                </a:solidFill>
                <a:latin typeface="Times New Roman" panose="02020603050405020304" pitchFamily="18" charset="0"/>
                <a:ea typeface="楷体_GB2312"/>
              </a:rPr>
              <a:t>能否由</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zh-CN" altLang="en-US" b="1" dirty="0">
                <a:solidFill>
                  <a:srgbClr val="000000"/>
                </a:solidFill>
                <a:latin typeface="Times New Roman" panose="02020603050405020304" pitchFamily="18" charset="0"/>
                <a:ea typeface="楷体_GB2312"/>
              </a:rPr>
              <a:t>线性表示？</a:t>
            </a:r>
          </a:p>
          <a:p>
            <a:pPr marL="457200" indent="-457200">
              <a:lnSpc>
                <a:spcPct val="120000"/>
              </a:lnSpc>
              <a:spcBef>
                <a:spcPct val="50000"/>
              </a:spcBef>
              <a:buClr>
                <a:srgbClr val="0000FF"/>
              </a:buClr>
              <a:buSzPct val="80000"/>
              <a:buFont typeface="Wingdings" panose="05000000000000000000" pitchFamily="2" charset="2"/>
            </a:pPr>
            <a:r>
              <a:rPr lang="en-US" altLang="zh-CN" b="1" dirty="0">
                <a:solidFill>
                  <a:srgbClr val="000000"/>
                </a:solidFill>
                <a:latin typeface="Times New Roman" panose="02020603050405020304" pitchFamily="18" charset="0"/>
                <a:ea typeface="楷体_GB2312"/>
              </a:rPr>
              <a:t>    (2) </a:t>
            </a:r>
            <a:r>
              <a:rPr lang="en-US" altLang="zh-CN" i="1" dirty="0">
                <a:sym typeface="+mn-ea"/>
              </a:rPr>
              <a:t>α</a:t>
            </a:r>
            <a:r>
              <a:rPr lang="en-US" altLang="zh-CN" baseline="-25000" dirty="0">
                <a:sym typeface="+mn-ea"/>
              </a:rPr>
              <a:t>1</a:t>
            </a:r>
            <a:r>
              <a:rPr lang="zh-CN" altLang="en-US" dirty="0">
                <a:solidFill>
                  <a:srgbClr val="000000"/>
                </a:solidFill>
                <a:ea typeface="楷体_GB2312"/>
                <a:sym typeface="+mn-ea"/>
              </a:rPr>
              <a:t>能否由</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zh-CN" altLang="en-US" dirty="0">
                <a:solidFill>
                  <a:srgbClr val="000000"/>
                </a:solidFill>
                <a:ea typeface="楷体_GB2312"/>
                <a:sym typeface="+mn-ea"/>
              </a:rPr>
              <a:t>线性表示？</a:t>
            </a:r>
            <a:endParaRPr lang="zh-CN" altLang="en-US" b="1" dirty="0">
              <a:solidFill>
                <a:srgbClr val="000000"/>
              </a:solidFill>
              <a:latin typeface="Times New Roman" panose="02020603050405020304" pitchFamily="18" charset="0"/>
              <a:ea typeface="楷体_GB2312"/>
            </a:endParaRPr>
          </a:p>
        </p:txBody>
      </p:sp>
      <p:sp>
        <p:nvSpPr>
          <p:cNvPr id="4" name="Rectangle 12"/>
          <p:cNvSpPr/>
          <p:nvPr/>
        </p:nvSpPr>
        <p:spPr>
          <a:xfrm>
            <a:off x="251460" y="3068955"/>
            <a:ext cx="8795385" cy="2049145"/>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en-US" altLang="zh-CN" b="1" dirty="0">
                <a:solidFill>
                  <a:schemeClr val="tx1"/>
                </a:solidFill>
                <a:latin typeface="Times New Roman" panose="02020603050405020304" pitchFamily="18" charset="0"/>
                <a:ea typeface="楷体_GB2312"/>
              </a:rPr>
              <a:t> </a:t>
            </a:r>
            <a:r>
              <a:rPr lang="zh-CN" altLang="en-US" b="1" dirty="0">
                <a:solidFill>
                  <a:srgbClr val="3333FF"/>
                </a:solidFill>
                <a:latin typeface="Times New Roman" panose="02020603050405020304" pitchFamily="18" charset="0"/>
                <a:ea typeface="楷体_GB2312"/>
              </a:rPr>
              <a:t>解</a:t>
            </a:r>
            <a:r>
              <a:rPr lang="en-US" altLang="zh-CN" b="1" dirty="0">
                <a:solidFill>
                  <a:schemeClr val="tx1"/>
                </a:solidFill>
                <a:latin typeface="Times New Roman" panose="02020603050405020304" pitchFamily="18" charset="0"/>
                <a:ea typeface="楷体_GB2312"/>
              </a:rPr>
              <a:t> </a:t>
            </a:r>
            <a:r>
              <a:rPr lang="en-US" altLang="zh-CN" dirty="0">
                <a:solidFill>
                  <a:srgbClr val="000000"/>
                </a:solidFill>
                <a:ea typeface="楷体_GB2312"/>
                <a:sym typeface="+mn-ea"/>
              </a:rPr>
              <a:t>(1)</a:t>
            </a:r>
            <a:r>
              <a:rPr lang="zh-CN" altLang="en-US" dirty="0">
                <a:solidFill>
                  <a:srgbClr val="000000"/>
                </a:solidFill>
                <a:ea typeface="楷体_GB2312"/>
                <a:sym typeface="+mn-ea"/>
              </a:rPr>
              <a:t>因为</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zh-CN" altLang="en-US" dirty="0">
                <a:solidFill>
                  <a:srgbClr val="000000"/>
                </a:solidFill>
                <a:ea typeface="楷体_GB2312"/>
                <a:sym typeface="+mn-ea"/>
              </a:rPr>
              <a:t>线性无关，</a:t>
            </a:r>
            <a:r>
              <a:rPr lang="zh-CN" altLang="en-US" dirty="0">
                <a:sym typeface="+mn-ea"/>
              </a:rPr>
              <a:t>由推论</a:t>
            </a:r>
            <a:r>
              <a:rPr lang="en-US" altLang="zh-CN" dirty="0">
                <a:sym typeface="+mn-ea"/>
              </a:rPr>
              <a:t>3.3.6</a:t>
            </a:r>
            <a:r>
              <a:rPr lang="zh-CN" altLang="en-US" dirty="0">
                <a:sym typeface="+mn-ea"/>
              </a:rPr>
              <a:t>知，</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zh-CN" altLang="en-US" dirty="0">
                <a:sym typeface="+mn-ea"/>
              </a:rPr>
              <a:t>线性无关</a:t>
            </a:r>
            <a:r>
              <a:rPr lang="en-US" altLang="zh-CN" dirty="0">
                <a:sym typeface="+mn-ea"/>
              </a:rPr>
              <a:t>. </a:t>
            </a:r>
            <a:r>
              <a:rPr lang="zh-CN" altLang="en-US" dirty="0">
                <a:sym typeface="+mn-ea"/>
              </a:rPr>
              <a:t>又</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zh-CN" altLang="en-US" dirty="0">
                <a:sym typeface="+mn-ea"/>
              </a:rPr>
              <a:t>线性相关，由定理</a:t>
            </a:r>
            <a:r>
              <a:rPr lang="en-US" altLang="zh-CN" dirty="0">
                <a:sym typeface="+mn-ea"/>
              </a:rPr>
              <a:t>3.3.5</a:t>
            </a:r>
            <a:r>
              <a:rPr lang="zh-CN" altLang="en-US" dirty="0">
                <a:sym typeface="+mn-ea"/>
              </a:rPr>
              <a:t>知，</a:t>
            </a:r>
            <a:r>
              <a:rPr lang="en-US" altLang="zh-CN" i="1" dirty="0">
                <a:sym typeface="+mn-ea"/>
              </a:rPr>
              <a:t>α</a:t>
            </a:r>
            <a:r>
              <a:rPr lang="en-US" altLang="zh-CN" baseline="-25000" dirty="0">
                <a:sym typeface="+mn-ea"/>
              </a:rPr>
              <a:t>4</a:t>
            </a:r>
            <a:r>
              <a:rPr lang="zh-CN" altLang="en-US" dirty="0">
                <a:sym typeface="+mn-ea"/>
              </a:rPr>
              <a:t>能由</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zh-CN" altLang="en-US" dirty="0">
                <a:sym typeface="+mn-ea"/>
              </a:rPr>
              <a:t>线性表示，从而</a:t>
            </a:r>
            <a:r>
              <a:rPr lang="en-US" altLang="zh-CN" dirty="0">
                <a:solidFill>
                  <a:srgbClr val="000000"/>
                </a:solidFill>
                <a:ea typeface="楷体_GB2312"/>
                <a:sym typeface="+mn-ea"/>
              </a:rPr>
              <a:t> </a:t>
            </a:r>
            <a:r>
              <a:rPr lang="en-US" altLang="zh-CN" i="1" dirty="0">
                <a:sym typeface="+mn-ea"/>
              </a:rPr>
              <a:t>α</a:t>
            </a:r>
            <a:r>
              <a:rPr lang="en-US" altLang="zh-CN" baseline="-25000" dirty="0">
                <a:sym typeface="+mn-ea"/>
              </a:rPr>
              <a:t>4</a:t>
            </a:r>
            <a:r>
              <a:rPr lang="zh-CN" altLang="en-US" dirty="0">
                <a:solidFill>
                  <a:srgbClr val="000000"/>
                </a:solidFill>
                <a:ea typeface="楷体_GB2312"/>
                <a:sym typeface="+mn-ea"/>
              </a:rPr>
              <a:t>能由</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zh-CN" altLang="en-US" dirty="0">
                <a:solidFill>
                  <a:srgbClr val="000000"/>
                </a:solidFill>
                <a:ea typeface="楷体_GB2312"/>
                <a:sym typeface="+mn-ea"/>
              </a:rPr>
              <a:t>线性表示。</a:t>
            </a:r>
            <a:endParaRPr lang="zh-CN" altLang="en-US" b="1" dirty="0">
              <a:solidFill>
                <a:srgbClr val="000000"/>
              </a:solidFill>
              <a:latin typeface="楷体_GB2312"/>
              <a:ea typeface="楷体_GB2312"/>
              <a:sym typeface="+mn-ea"/>
            </a:endParaRPr>
          </a:p>
        </p:txBody>
      </p:sp>
      <p:sp>
        <p:nvSpPr>
          <p:cNvPr id="2" name="文本框 1"/>
          <p:cNvSpPr txBox="1"/>
          <p:nvPr/>
        </p:nvSpPr>
        <p:spPr>
          <a:xfrm>
            <a:off x="539750" y="4940935"/>
            <a:ext cx="8484235" cy="1899285"/>
          </a:xfrm>
          <a:prstGeom prst="rect">
            <a:avLst/>
          </a:prstGeom>
          <a:noFill/>
        </p:spPr>
        <p:txBody>
          <a:bodyPr wrap="square" rtlCol="0" anchor="t">
            <a:spAutoFit/>
          </a:bodyPr>
          <a:lstStyle/>
          <a:p>
            <a:pPr marL="609600" indent="-609600">
              <a:lnSpc>
                <a:spcPct val="140000"/>
              </a:lnSpc>
              <a:spcBef>
                <a:spcPct val="20000"/>
              </a:spcBef>
              <a:buClr>
                <a:srgbClr val="00007D"/>
              </a:buClr>
              <a:buSzPct val="75000"/>
              <a:buFont typeface="Wingdings" panose="05000000000000000000" pitchFamily="2" charset="2"/>
            </a:pPr>
            <a:r>
              <a:rPr lang="en-US" altLang="zh-CN" dirty="0">
                <a:solidFill>
                  <a:srgbClr val="000000"/>
                </a:solidFill>
                <a:ea typeface="楷体_GB2312"/>
                <a:sym typeface="+mn-ea"/>
              </a:rPr>
              <a:t>(2)</a:t>
            </a:r>
            <a:r>
              <a:rPr lang="zh-CN" altLang="en-US" dirty="0">
                <a:solidFill>
                  <a:srgbClr val="000000"/>
                </a:solidFill>
                <a:ea typeface="楷体_GB2312"/>
                <a:sym typeface="+mn-ea"/>
              </a:rPr>
              <a:t>假设</a:t>
            </a:r>
            <a:r>
              <a:rPr lang="en-US" altLang="zh-CN" i="1" dirty="0">
                <a:sym typeface="+mn-ea"/>
              </a:rPr>
              <a:t>α</a:t>
            </a:r>
            <a:r>
              <a:rPr lang="en-US" altLang="zh-CN" baseline="-25000" dirty="0">
                <a:sym typeface="+mn-ea"/>
              </a:rPr>
              <a:t>1</a:t>
            </a:r>
            <a:r>
              <a:rPr lang="zh-CN" altLang="en-US" dirty="0">
                <a:solidFill>
                  <a:srgbClr val="000000"/>
                </a:solidFill>
                <a:ea typeface="楷体_GB2312"/>
                <a:sym typeface="+mn-ea"/>
              </a:rPr>
              <a:t>能由</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zh-CN" altLang="en-US" dirty="0">
                <a:solidFill>
                  <a:srgbClr val="000000"/>
                </a:solidFill>
                <a:ea typeface="楷体_GB2312"/>
                <a:sym typeface="+mn-ea"/>
              </a:rPr>
              <a:t>线性表示，由（</a:t>
            </a:r>
            <a:r>
              <a:rPr lang="en-US" altLang="zh-CN" dirty="0">
                <a:solidFill>
                  <a:srgbClr val="000000"/>
                </a:solidFill>
                <a:ea typeface="楷体_GB2312"/>
                <a:sym typeface="+mn-ea"/>
              </a:rPr>
              <a:t>1</a:t>
            </a:r>
            <a:r>
              <a:rPr lang="zh-CN" altLang="en-US" dirty="0">
                <a:solidFill>
                  <a:srgbClr val="000000"/>
                </a:solidFill>
                <a:ea typeface="楷体_GB2312"/>
                <a:sym typeface="+mn-ea"/>
              </a:rPr>
              <a:t>）知</a:t>
            </a:r>
            <a:r>
              <a:rPr lang="en-US" altLang="zh-CN" i="1" dirty="0">
                <a:sym typeface="+mn-ea"/>
              </a:rPr>
              <a:t>α</a:t>
            </a:r>
            <a:r>
              <a:rPr lang="en-US" altLang="zh-CN" baseline="-25000" dirty="0">
                <a:sym typeface="+mn-ea"/>
              </a:rPr>
              <a:t>4</a:t>
            </a:r>
            <a:r>
              <a:rPr lang="zh-CN" altLang="en-US" dirty="0">
                <a:sym typeface="+mn-ea"/>
              </a:rPr>
              <a:t>能由</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zh-CN" altLang="en-US" dirty="0">
                <a:sym typeface="+mn-ea"/>
              </a:rPr>
              <a:t>线性表示，故</a:t>
            </a:r>
            <a:r>
              <a:rPr lang="en-US" altLang="zh-CN" dirty="0">
                <a:solidFill>
                  <a:srgbClr val="000000"/>
                </a:solidFill>
                <a:ea typeface="楷体_GB2312"/>
                <a:sym typeface="+mn-ea"/>
              </a:rPr>
              <a:t> </a:t>
            </a:r>
            <a:r>
              <a:rPr lang="en-US" altLang="zh-CN" i="1" dirty="0">
                <a:sym typeface="+mn-ea"/>
              </a:rPr>
              <a:t>α</a:t>
            </a:r>
            <a:r>
              <a:rPr lang="en-US" altLang="zh-CN" baseline="-25000" dirty="0">
                <a:sym typeface="+mn-ea"/>
              </a:rPr>
              <a:t>1</a:t>
            </a:r>
            <a:r>
              <a:rPr lang="zh-CN" altLang="en-US" dirty="0">
                <a:solidFill>
                  <a:srgbClr val="000000"/>
                </a:solidFill>
                <a:ea typeface="楷体_GB2312"/>
                <a:sym typeface="+mn-ea"/>
              </a:rPr>
              <a:t>能由</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zh-CN" altLang="en-US" dirty="0">
                <a:solidFill>
                  <a:srgbClr val="000000"/>
                </a:solidFill>
                <a:ea typeface="楷体_GB2312"/>
                <a:sym typeface="+mn-ea"/>
              </a:rPr>
              <a:t>线性表示，这与已知矛盾。因此</a:t>
            </a:r>
            <a:r>
              <a:rPr lang="en-US" altLang="zh-CN" i="1" dirty="0">
                <a:sym typeface="+mn-ea"/>
              </a:rPr>
              <a:t>α</a:t>
            </a:r>
            <a:r>
              <a:rPr lang="en-US" altLang="zh-CN" baseline="-25000" dirty="0">
                <a:sym typeface="+mn-ea"/>
              </a:rPr>
              <a:t>1</a:t>
            </a:r>
            <a:r>
              <a:rPr lang="zh-CN" altLang="en-US" dirty="0">
                <a:sym typeface="+mn-ea"/>
              </a:rPr>
              <a:t>不</a:t>
            </a:r>
            <a:r>
              <a:rPr lang="zh-CN" altLang="en-US" dirty="0">
                <a:solidFill>
                  <a:srgbClr val="000000"/>
                </a:solidFill>
                <a:ea typeface="楷体_GB2312"/>
                <a:sym typeface="+mn-ea"/>
              </a:rPr>
              <a:t>能由</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zh-CN" altLang="en-US" dirty="0">
                <a:solidFill>
                  <a:srgbClr val="000000"/>
                </a:solidFill>
                <a:ea typeface="楷体_GB2312"/>
                <a:sym typeface="+mn-ea"/>
              </a:rPr>
              <a:t>线性表示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animEffect transition="in" filter="wipe(up)">
                                      <p:cBhvr>
                                        <p:cTn id="7" dur="500"/>
                                        <p:tgtEl>
                                          <p:spTgt spid="491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9156">
                                            <p:txEl>
                                              <p:pRg st="1" end="1"/>
                                            </p:txEl>
                                          </p:spTgt>
                                        </p:tgtEl>
                                        <p:attrNameLst>
                                          <p:attrName>style.visibility</p:attrName>
                                        </p:attrNameLst>
                                      </p:cBhvr>
                                      <p:to>
                                        <p:strVal val="visible"/>
                                      </p:to>
                                    </p:set>
                                    <p:animEffect transition="in" filter="wipe(up)">
                                      <p:cBhvr>
                                        <p:cTn id="12" dur="500"/>
                                        <p:tgtEl>
                                          <p:spTgt spid="491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9156">
                                            <p:txEl>
                                              <p:pRg st="2" end="2"/>
                                            </p:txEl>
                                          </p:spTgt>
                                        </p:tgtEl>
                                        <p:attrNameLst>
                                          <p:attrName>style.visibility</p:attrName>
                                        </p:attrNameLst>
                                      </p:cBhvr>
                                      <p:to>
                                        <p:strVal val="visible"/>
                                      </p:to>
                                    </p:set>
                                    <p:animEffect transition="in" filter="wipe(up)">
                                      <p:cBhvr>
                                        <p:cTn id="17" dur="500"/>
                                        <p:tgtEl>
                                          <p:spTgt spid="491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9156">
                                            <p:txEl>
                                              <p:pRg st="1" end="1"/>
                                            </p:txEl>
                                          </p:spTgt>
                                        </p:tgtEl>
                                        <p:attrNameLst>
                                          <p:attrName>style.visibility</p:attrName>
                                        </p:attrNameLst>
                                      </p:cBhvr>
                                      <p:to>
                                        <p:strVal val="visible"/>
                                      </p:to>
                                    </p:set>
                                    <p:animEffect transition="in" filter="wipe(down)">
                                      <p:cBhvr>
                                        <p:cTn id="22" dur="500"/>
                                        <p:tgtEl>
                                          <p:spTgt spid="49156">
                                            <p:txEl>
                                              <p:pRg st="1" end="1"/>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49156">
                                            <p:txEl>
                                              <p:pRg st="2" end="2"/>
                                            </p:txEl>
                                          </p:spTgt>
                                        </p:tgtEl>
                                        <p:attrNameLst>
                                          <p:attrName>style.visibility</p:attrName>
                                        </p:attrNameLst>
                                      </p:cBhvr>
                                      <p:to>
                                        <p:strVal val="visible"/>
                                      </p:to>
                                    </p:set>
                                    <p:animEffect transition="in" filter="wipe(down)">
                                      <p:cBhvr>
                                        <p:cTn id="25" dur="500"/>
                                        <p:tgtEl>
                                          <p:spTgt spid="49156">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ox(in)">
                                      <p:cBhvr>
                                        <p:cTn id="30" dur="20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down)">
                                      <p:cBhvr>
                                        <p:cTn id="3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p:bldP spid="4" grpId="0"/>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30721"/>
          <p:cNvSpPr/>
          <p:nvPr/>
        </p:nvSpPr>
        <p:spPr>
          <a:xfrm>
            <a:off x="358775" y="2581275"/>
            <a:ext cx="8007350" cy="519113"/>
          </a:xfrm>
          <a:prstGeom prst="rect">
            <a:avLst/>
          </a:prstGeom>
          <a:noFill/>
          <a:ln w="12700">
            <a:noFill/>
          </a:ln>
        </p:spPr>
        <p:txBody>
          <a:bodyPr wrap="none" anchor="t" anchorCtr="0">
            <a:spAutoFit/>
          </a:bodyPr>
          <a:lstStyle/>
          <a:p>
            <a:pPr>
              <a:buNone/>
            </a:pPr>
            <a:r>
              <a:rPr lang="en-US" altLang="zh-CN" sz="2800" b="1">
                <a:solidFill>
                  <a:schemeClr val="hlink"/>
                </a:solidFill>
                <a:latin typeface="Arial" panose="020B0604020202020204" pitchFamily="34" charset="0"/>
                <a:ea typeface="楷体_GB2312" pitchFamily="49" charset="-122"/>
              </a:rPr>
              <a:t>②</a:t>
            </a:r>
            <a:r>
              <a:rPr lang="zh-CN" altLang="en-US" sz="2800" b="1" dirty="0">
                <a:solidFill>
                  <a:schemeClr val="hlink"/>
                </a:solidFill>
                <a:latin typeface="楷体_GB2312" pitchFamily="49" charset="-122"/>
                <a:ea typeface="楷体_GB2312" pitchFamily="49" charset="-122"/>
              </a:rPr>
              <a:t>　单独一个向量线性相关当且仅当它是零向量．</a:t>
            </a:r>
            <a:endParaRPr lang="zh-CN" altLang="en-US" sz="2800" b="1">
              <a:solidFill>
                <a:schemeClr val="hlink"/>
              </a:solidFill>
              <a:latin typeface="楷体_GB2312" pitchFamily="49" charset="-122"/>
              <a:ea typeface="楷体_GB2312" pitchFamily="49" charset="-122"/>
            </a:endParaRPr>
          </a:p>
        </p:txBody>
      </p:sp>
      <p:sp>
        <p:nvSpPr>
          <p:cNvPr id="30723" name="矩形 30722"/>
          <p:cNvSpPr/>
          <p:nvPr/>
        </p:nvSpPr>
        <p:spPr>
          <a:xfrm>
            <a:off x="376238" y="3141663"/>
            <a:ext cx="8362950" cy="519112"/>
          </a:xfrm>
          <a:prstGeom prst="rect">
            <a:avLst/>
          </a:prstGeom>
          <a:noFill/>
          <a:ln w="12700">
            <a:noFill/>
          </a:ln>
        </p:spPr>
        <p:txBody>
          <a:bodyPr wrap="none" anchor="t" anchorCtr="0">
            <a:spAutoFit/>
          </a:bodyPr>
          <a:lstStyle/>
          <a:p>
            <a:pPr algn="ctr">
              <a:buNone/>
            </a:pPr>
            <a:r>
              <a:rPr lang="en-US" altLang="zh-CN" sz="2800" b="1">
                <a:solidFill>
                  <a:schemeClr val="accent2"/>
                </a:solidFill>
                <a:latin typeface="Arial" panose="020B0604020202020204" pitchFamily="34" charset="0"/>
                <a:ea typeface="楷体_GB2312" pitchFamily="49" charset="-122"/>
              </a:rPr>
              <a:t>③</a:t>
            </a:r>
            <a:r>
              <a:rPr lang="zh-CN" altLang="en-US" sz="2800" b="1" dirty="0">
                <a:solidFill>
                  <a:schemeClr val="accent2"/>
                </a:solidFill>
                <a:latin typeface="Arial" panose="020B0604020202020204" pitchFamily="34" charset="0"/>
                <a:ea typeface="楷体_GB2312" pitchFamily="49" charset="-122"/>
              </a:rPr>
              <a:t>　</a:t>
            </a:r>
            <a:r>
              <a:rPr lang="zh-CN" altLang="en-US" sz="2800" b="1" dirty="0">
                <a:solidFill>
                  <a:schemeClr val="accent2"/>
                </a:solidFill>
                <a:latin typeface="楷体_GB2312" pitchFamily="49" charset="-122"/>
                <a:ea typeface="楷体_GB2312" pitchFamily="49" charset="-122"/>
              </a:rPr>
              <a:t>单独一个向量线性无关当且仅当它是非零向量．</a:t>
            </a:r>
          </a:p>
        </p:txBody>
      </p:sp>
      <p:sp>
        <p:nvSpPr>
          <p:cNvPr id="30724" name="矩形 30723"/>
          <p:cNvSpPr/>
          <p:nvPr/>
        </p:nvSpPr>
        <p:spPr>
          <a:xfrm>
            <a:off x="376238" y="3717925"/>
            <a:ext cx="8362950" cy="519113"/>
          </a:xfrm>
          <a:prstGeom prst="rect">
            <a:avLst/>
          </a:prstGeom>
          <a:noFill/>
          <a:ln w="12700">
            <a:noFill/>
          </a:ln>
        </p:spPr>
        <p:txBody>
          <a:bodyPr wrap="none" anchor="t" anchorCtr="0">
            <a:spAutoFit/>
          </a:bodyPr>
          <a:lstStyle/>
          <a:p>
            <a:pPr algn="ctr">
              <a:buNone/>
            </a:pPr>
            <a:r>
              <a:rPr lang="en-US" altLang="zh-CN" sz="2800" b="1">
                <a:latin typeface="Arial" panose="020B0604020202020204" pitchFamily="34" charset="0"/>
                <a:ea typeface="楷体_GB2312" pitchFamily="49" charset="-122"/>
              </a:rPr>
              <a:t>④</a:t>
            </a:r>
            <a:r>
              <a:rPr lang="zh-CN" altLang="en-US" sz="2800" b="1" dirty="0">
                <a:latin typeface="Arial" panose="020B0604020202020204" pitchFamily="34" charset="0"/>
                <a:ea typeface="楷体_GB2312" pitchFamily="49" charset="-122"/>
              </a:rPr>
              <a:t>　一向量组中含有一个零向量，则一定线性相关</a:t>
            </a:r>
            <a:r>
              <a:rPr lang="zh-CN" altLang="en-US" sz="2800" b="1" dirty="0">
                <a:latin typeface="楷体_GB2312" pitchFamily="49" charset="-122"/>
                <a:ea typeface="楷体_GB2312" pitchFamily="49" charset="-122"/>
              </a:rPr>
              <a:t>．</a:t>
            </a:r>
          </a:p>
        </p:txBody>
      </p:sp>
      <p:sp>
        <p:nvSpPr>
          <p:cNvPr id="30725" name="矩形 30724"/>
          <p:cNvSpPr/>
          <p:nvPr/>
        </p:nvSpPr>
        <p:spPr>
          <a:xfrm>
            <a:off x="381000" y="4287838"/>
            <a:ext cx="8451850" cy="1373187"/>
          </a:xfrm>
          <a:prstGeom prst="rect">
            <a:avLst/>
          </a:prstGeom>
          <a:noFill/>
          <a:ln w="12700">
            <a:noFill/>
          </a:ln>
        </p:spPr>
        <p:txBody>
          <a:bodyPr>
            <a:spAutoFit/>
          </a:bodyPr>
          <a:lstStyle/>
          <a:p>
            <a:pPr>
              <a:buNone/>
            </a:pPr>
            <a:r>
              <a:rPr lang="en-US" altLang="zh-CN" sz="2800" b="1">
                <a:solidFill>
                  <a:srgbClr val="FF0000"/>
                </a:solidFill>
                <a:latin typeface="Arial" panose="020B0604020202020204" pitchFamily="34" charset="0"/>
                <a:ea typeface="楷体_GB2312" pitchFamily="49" charset="-122"/>
              </a:rPr>
              <a:t>⑤</a:t>
            </a:r>
            <a:r>
              <a:rPr lang="zh-CN" altLang="en-US" sz="2800" b="1" dirty="0">
                <a:solidFill>
                  <a:srgbClr val="FF0000"/>
                </a:solidFill>
                <a:latin typeface="Arial" panose="020B0604020202020204" pitchFamily="34" charset="0"/>
                <a:ea typeface="楷体_GB2312" pitchFamily="49" charset="-122"/>
              </a:rPr>
              <a:t>　一个向量组中若部分向量线性相关，则整个向量组也线性相关；一个向量组若线性无关，则它的任何一个部分组都线性无关．</a:t>
            </a:r>
          </a:p>
        </p:txBody>
      </p:sp>
      <p:sp>
        <p:nvSpPr>
          <p:cNvPr id="30726" name="矩形 30725"/>
          <p:cNvSpPr/>
          <p:nvPr/>
        </p:nvSpPr>
        <p:spPr>
          <a:xfrm>
            <a:off x="381000" y="2001838"/>
            <a:ext cx="8362950" cy="519112"/>
          </a:xfrm>
          <a:prstGeom prst="rect">
            <a:avLst/>
          </a:prstGeom>
          <a:noFill/>
          <a:ln w="12700">
            <a:noFill/>
          </a:ln>
        </p:spPr>
        <p:txBody>
          <a:bodyPr wrap="none" anchor="t" anchorCtr="0">
            <a:spAutoFit/>
          </a:bodyPr>
          <a:lstStyle/>
          <a:p>
            <a:pPr>
              <a:buNone/>
            </a:pPr>
            <a:r>
              <a:rPr lang="en-US" altLang="zh-CN" sz="2800" b="1">
                <a:solidFill>
                  <a:schemeClr val="accent2"/>
                </a:solidFill>
                <a:latin typeface="楷体_GB2312" pitchFamily="49" charset="-122"/>
                <a:ea typeface="楷体_GB2312" pitchFamily="49" charset="-122"/>
              </a:rPr>
              <a:t>①</a:t>
            </a:r>
            <a:r>
              <a:rPr lang="zh-CN" altLang="en-US" sz="2800" b="1" dirty="0">
                <a:solidFill>
                  <a:schemeClr val="accent2"/>
                </a:solidFill>
                <a:latin typeface="楷体_GB2312" pitchFamily="49" charset="-122"/>
                <a:ea typeface="楷体_GB2312" pitchFamily="49" charset="-122"/>
              </a:rPr>
              <a:t>　对于一个向量组，不是线性相关就是线性无关．</a:t>
            </a:r>
            <a:endParaRPr lang="zh-CN" altLang="en-US" sz="2800" b="1">
              <a:solidFill>
                <a:schemeClr val="accent2"/>
              </a:solidFill>
              <a:latin typeface="楷体_GB2312" pitchFamily="49" charset="-122"/>
              <a:ea typeface="楷体_GB2312" pitchFamily="49" charset="-122"/>
            </a:endParaRPr>
          </a:p>
        </p:txBody>
      </p:sp>
      <p:pic>
        <p:nvPicPr>
          <p:cNvPr id="30727" name="图片 30726" descr="GIF127"/>
          <p:cNvPicPr>
            <a:picLocks noChangeAspect="1"/>
          </p:cNvPicPr>
          <p:nvPr/>
        </p:nvPicPr>
        <p:blipFill>
          <a:blip r:embed="rId2"/>
          <a:stretch>
            <a:fillRect/>
          </a:stretch>
        </p:blipFill>
        <p:spPr>
          <a:xfrm>
            <a:off x="4953000" y="1468438"/>
            <a:ext cx="2057400" cy="517525"/>
          </a:xfrm>
          <a:prstGeom prst="rect">
            <a:avLst/>
          </a:prstGeom>
          <a:noFill/>
          <a:ln w="9525">
            <a:noFill/>
          </a:ln>
        </p:spPr>
      </p:pic>
      <p:grpSp>
        <p:nvGrpSpPr>
          <p:cNvPr id="30728" name="组合 30727"/>
          <p:cNvGrpSpPr/>
          <p:nvPr/>
        </p:nvGrpSpPr>
        <p:grpSpPr>
          <a:xfrm>
            <a:off x="0" y="1239838"/>
            <a:ext cx="4568825" cy="685800"/>
            <a:chOff x="476" y="255"/>
            <a:chExt cx="4754" cy="528"/>
          </a:xfrm>
        </p:grpSpPr>
        <p:sp>
          <p:nvSpPr>
            <p:cNvPr id="30729" name="棱台 30728"/>
            <p:cNvSpPr/>
            <p:nvPr/>
          </p:nvSpPr>
          <p:spPr>
            <a:xfrm>
              <a:off x="476" y="255"/>
              <a:ext cx="3991" cy="528"/>
            </a:xfrm>
            <a:prstGeom prst="bevel">
              <a:avLst>
                <a:gd name="adj" fmla="val 12500"/>
              </a:avLst>
            </a:prstGeom>
            <a:solidFill>
              <a:srgbClr val="FFCC99"/>
            </a:solidFill>
            <a:ln w="25400" cap="flat" cmpd="sng">
              <a:solidFill>
                <a:srgbClr val="969696"/>
              </a:solidFill>
              <a:prstDash val="solid"/>
              <a:miter/>
              <a:headEnd type="none" w="med" len="med"/>
              <a:tailEnd type="none" w="med" len="med"/>
            </a:ln>
          </p:spPr>
          <p:txBody>
            <a:bodyPr wrap="none" lIns="90000" tIns="46800" rIns="90000" bIns="46800" anchor="ctr" anchorCtr="0"/>
            <a:lstStyle/>
            <a:p>
              <a:r>
                <a:rPr lang="zh-CN" altLang="en-US" sz="2800" b="1" dirty="0">
                  <a:solidFill>
                    <a:srgbClr val="0000FF"/>
                  </a:solidFill>
                  <a:effectLst>
                    <a:outerShdw blurRad="38100" dist="38100" dir="2700000">
                      <a:srgbClr val="000000"/>
                    </a:outerShdw>
                  </a:effectLst>
                  <a:latin typeface="楷体_GB2312" pitchFamily="49" charset="-122"/>
                  <a:ea typeface="楷体_GB2312" pitchFamily="49" charset="-122"/>
                </a:rPr>
                <a:t>某 些 重 要 的 结 论</a:t>
              </a:r>
              <a:endParaRPr lang="zh-CN" altLang="en-US" sz="2800" b="1">
                <a:solidFill>
                  <a:schemeClr val="tx2"/>
                </a:solidFill>
                <a:effectLst>
                  <a:outerShdw blurRad="38100" dist="38100" dir="2700000">
                    <a:srgbClr val="FFFFFF"/>
                  </a:outerShdw>
                </a:effectLst>
                <a:latin typeface="楷体_GB2312" pitchFamily="49" charset="-122"/>
                <a:ea typeface="楷体_GB2312" pitchFamily="49" charset="-122"/>
              </a:endParaRPr>
            </a:p>
          </p:txBody>
        </p:sp>
        <p:pic>
          <p:nvPicPr>
            <p:cNvPr id="30730" name="图片 30729" descr="41679"/>
            <p:cNvPicPr>
              <a:picLocks noChangeAspect="1"/>
            </p:cNvPicPr>
            <p:nvPr/>
          </p:nvPicPr>
          <p:blipFill>
            <a:blip r:embed="rId3"/>
            <a:stretch>
              <a:fillRect/>
            </a:stretch>
          </p:blipFill>
          <p:spPr>
            <a:xfrm>
              <a:off x="4558" y="300"/>
              <a:ext cx="672" cy="430"/>
            </a:xfrm>
            <a:prstGeom prst="rect">
              <a:avLst/>
            </a:prstGeom>
            <a:noFill/>
            <a:ln w="9525">
              <a:noFill/>
            </a:ln>
          </p:spPr>
        </p:pic>
      </p:grpSp>
      <p:graphicFrame>
        <p:nvGraphicFramePr>
          <p:cNvPr id="30731" name="对象 30730"/>
          <p:cNvGraphicFramePr/>
          <p:nvPr/>
        </p:nvGraphicFramePr>
        <p:xfrm>
          <a:off x="611188" y="5661025"/>
          <a:ext cx="8281987" cy="947738"/>
        </p:xfrm>
        <a:graphic>
          <a:graphicData uri="http://schemas.openxmlformats.org/presentationml/2006/ole">
            <mc:AlternateContent xmlns:mc="http://schemas.openxmlformats.org/markup-compatibility/2006">
              <mc:Choice xmlns:v="urn:schemas-microsoft-com:vml" Requires="v">
                <p:oleObj r:id="rId4" imgW="3769995" imgH="431800" progId="Equation.DSMT4">
                  <p:embed/>
                </p:oleObj>
              </mc:Choice>
              <mc:Fallback>
                <p:oleObj r:id="rId4" imgW="3769995" imgH="431800" progId="Equation.DSMT4">
                  <p:embed/>
                  <p:pic>
                    <p:nvPicPr>
                      <p:cNvPr id="0" name="图片 3153"/>
                      <p:cNvPicPr/>
                      <p:nvPr/>
                    </p:nvPicPr>
                    <p:blipFill>
                      <a:blip r:embed="rId5"/>
                      <a:stretch>
                        <a:fillRect/>
                      </a:stretch>
                    </p:blipFill>
                    <p:spPr>
                      <a:xfrm>
                        <a:off x="611188" y="5661025"/>
                        <a:ext cx="8281987" cy="947738"/>
                      </a:xfrm>
                      <a:prstGeom prst="rect">
                        <a:avLst/>
                      </a:prstGeom>
                      <a:noFill/>
                      <a:ln w="38100">
                        <a:noFill/>
                        <a:miter/>
                      </a:ln>
                    </p:spPr>
                  </p:pic>
                </p:oleObj>
              </mc:Fallback>
            </mc:AlternateContent>
          </a:graphicData>
        </a:graphic>
      </p:graphicFrame>
      <p:sp>
        <p:nvSpPr>
          <p:cNvPr id="30732" name="文本框 30731"/>
          <p:cNvSpPr txBox="1"/>
          <p:nvPr/>
        </p:nvSpPr>
        <p:spPr>
          <a:xfrm>
            <a:off x="179388" y="5589588"/>
            <a:ext cx="755650" cy="457200"/>
          </a:xfrm>
          <a:prstGeom prst="rect">
            <a:avLst/>
          </a:prstGeom>
          <a:noFill/>
          <a:ln w="9525">
            <a:noFill/>
          </a:ln>
        </p:spPr>
        <p:txBody>
          <a:bodyPr>
            <a:spAutoFit/>
          </a:bodyPr>
          <a:lstStyle/>
          <a:p>
            <a:pPr>
              <a:spcBef>
                <a:spcPct val="50000"/>
              </a:spcBef>
            </a:pPr>
            <a:r>
              <a:rPr lang="en-US" altLang="zh-CN" sz="2400" dirty="0">
                <a:solidFill>
                  <a:schemeClr val="accent2"/>
                </a:solidFill>
                <a:latin typeface="黑体" panose="02010609060101010101" pitchFamily="2" charset="-122"/>
                <a:ea typeface="黑体" panose="02010609060101010101" pitchFamily="2" charset="-122"/>
              </a:rPr>
              <a:t>⑥</a:t>
            </a:r>
          </a:p>
        </p:txBody>
      </p:sp>
      <p:sp>
        <p:nvSpPr>
          <p:cNvPr id="2" name="文本框 1"/>
          <p:cNvSpPr txBox="1"/>
          <p:nvPr/>
        </p:nvSpPr>
        <p:spPr>
          <a:xfrm>
            <a:off x="1187450" y="188595"/>
            <a:ext cx="4572000" cy="521970"/>
          </a:xfrm>
          <a:prstGeom prst="rect">
            <a:avLst/>
          </a:prstGeom>
          <a:noFill/>
        </p:spPr>
        <p:txBody>
          <a:bodyPr wrap="square" rtlCol="0" anchor="t">
            <a:spAutoFit/>
          </a:bodyPr>
          <a:lstStyle/>
          <a:p>
            <a:pPr eaLnBrk="1" hangingPunct="1"/>
            <a:r>
              <a:rPr lang="zh-CN" altLang="en-US" dirty="0">
                <a:solidFill>
                  <a:srgbClr val="3333FF"/>
                </a:solidFill>
                <a:sym typeface="+mn-ea"/>
              </a:rPr>
              <a:t>小结</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30728"/>
                                        </p:tgtEl>
                                        <p:attrNameLst>
                                          <p:attrName>style.visibility</p:attrName>
                                        </p:attrNameLst>
                                      </p:cBhvr>
                                      <p:to>
                                        <p:strVal val="visible"/>
                                      </p:to>
                                    </p:set>
                                    <p:animEffect transition="in" filter="checkerboard(across)">
                                      <p:cBhvr>
                                        <p:cTn id="7" dur="500"/>
                                        <p:tgtEl>
                                          <p:spTgt spid="30728"/>
                                        </p:tgtEl>
                                      </p:cBhvr>
                                    </p:animEffect>
                                  </p:childTnLst>
                                </p:cTn>
                              </p:par>
                              <p:par>
                                <p:cTn id="8" presetID="25" presetClass="entr" presetSubtype="0" fill="hold" nodeType="withEffect">
                                  <p:stCondLst>
                                    <p:cond delay="0"/>
                                  </p:stCondLst>
                                  <p:childTnLst>
                                    <p:set>
                                      <p:cBhvr>
                                        <p:cTn id="9" dur="1" fill="hold">
                                          <p:stCondLst>
                                            <p:cond delay="0"/>
                                          </p:stCondLst>
                                        </p:cTn>
                                        <p:tgtEl>
                                          <p:spTgt spid="30727"/>
                                        </p:tgtEl>
                                        <p:attrNameLst>
                                          <p:attrName>style.visibility</p:attrName>
                                        </p:attrNameLst>
                                      </p:cBhvr>
                                      <p:to>
                                        <p:strVal val="visible"/>
                                      </p:to>
                                    </p:set>
                                    <p:anim calcmode="lin" valueType="num">
                                      <p:cBhvr>
                                        <p:cTn id="10" dur="500" decel="50000" fill="hold">
                                          <p:stCondLst>
                                            <p:cond delay="0"/>
                                          </p:stCondLst>
                                        </p:cTn>
                                        <p:tgtEl>
                                          <p:spTgt spid="30727"/>
                                        </p:tgtEl>
                                        <p:attrNameLst>
                                          <p:attrName>style.rotation</p:attrName>
                                        </p:attrNameLst>
                                      </p:cBhvr>
                                      <p:tavLst>
                                        <p:tav tm="0">
                                          <p:val>
                                            <p:fltVal val="-90"/>
                                          </p:val>
                                        </p:tav>
                                        <p:tav tm="100000">
                                          <p:val>
                                            <p:fltVal val="0"/>
                                          </p:val>
                                        </p:tav>
                                      </p:tavLst>
                                    </p:anim>
                                    <p:anim calcmode="lin" valueType="num">
                                      <p:cBhvr>
                                        <p:cTn id="11" dur="500" decel="50000" fill="hold">
                                          <p:stCondLst>
                                            <p:cond delay="0"/>
                                          </p:stCondLst>
                                        </p:cTn>
                                        <p:tgtEl>
                                          <p:spTgt spid="30727"/>
                                        </p:tgtEl>
                                        <p:attrNameLst>
                                          <p:attrName>ppt_w</p:attrName>
                                        </p:attrNameLst>
                                      </p:cBhvr>
                                      <p:tavLst>
                                        <p:tav tm="0">
                                          <p:val>
                                            <p:strVal val="#ppt_w"/>
                                          </p:val>
                                        </p:tav>
                                        <p:tav tm="100000">
                                          <p:val>
                                            <p:strVal val="#ppt_w*.05"/>
                                          </p:val>
                                        </p:tav>
                                      </p:tavLst>
                                    </p:anim>
                                    <p:anim calcmode="lin" valueType="num">
                                      <p:cBhvr>
                                        <p:cTn id="12" dur="500" accel="50000" fill="hold">
                                          <p:stCondLst>
                                            <p:cond delay="500"/>
                                          </p:stCondLst>
                                        </p:cTn>
                                        <p:tgtEl>
                                          <p:spTgt spid="30727"/>
                                        </p:tgtEl>
                                        <p:attrNameLst>
                                          <p:attrName>ppt_w</p:attrName>
                                        </p:attrNameLst>
                                      </p:cBhvr>
                                      <p:tavLst>
                                        <p:tav tm="0">
                                          <p:val>
                                            <p:strVal val="#ppt_w*.05"/>
                                          </p:val>
                                        </p:tav>
                                        <p:tav tm="100000">
                                          <p:val>
                                            <p:strVal val="#ppt_w"/>
                                          </p:val>
                                        </p:tav>
                                      </p:tavLst>
                                    </p:anim>
                                    <p:anim calcmode="lin" valueType="num">
                                      <p:cBhvr>
                                        <p:cTn id="13" dur="1000" fill="hold"/>
                                        <p:tgtEl>
                                          <p:spTgt spid="30727"/>
                                        </p:tgtEl>
                                        <p:attrNameLst>
                                          <p:attrName>ppt_h</p:attrName>
                                        </p:attrNameLst>
                                      </p:cBhvr>
                                      <p:tavLst>
                                        <p:tav tm="0">
                                          <p:val>
                                            <p:strVal val="#ppt_h"/>
                                          </p:val>
                                        </p:tav>
                                        <p:tav tm="100000">
                                          <p:val>
                                            <p:strVal val="#ppt_h"/>
                                          </p:val>
                                        </p:tav>
                                      </p:tavLst>
                                    </p:anim>
                                    <p:anim calcmode="lin" valueType="num">
                                      <p:cBhvr>
                                        <p:cTn id="14" dur="500" decel="50000" fill="hold">
                                          <p:stCondLst>
                                            <p:cond delay="0"/>
                                          </p:stCondLst>
                                        </p:cTn>
                                        <p:tgtEl>
                                          <p:spTgt spid="30727"/>
                                        </p:tgtEl>
                                        <p:attrNameLst>
                                          <p:attrName>ppt_x</p:attrName>
                                        </p:attrNameLst>
                                      </p:cBhvr>
                                      <p:tavLst>
                                        <p:tav tm="0">
                                          <p:val>
                                            <p:strVal val="#ppt_x+.4"/>
                                          </p:val>
                                        </p:tav>
                                        <p:tav tm="100000">
                                          <p:val>
                                            <p:strVal val="#ppt_x"/>
                                          </p:val>
                                        </p:tav>
                                      </p:tavLst>
                                    </p:anim>
                                    <p:anim calcmode="lin" valueType="num">
                                      <p:cBhvr>
                                        <p:cTn id="15" dur="500" decel="50000" fill="hold">
                                          <p:stCondLst>
                                            <p:cond delay="0"/>
                                          </p:stCondLst>
                                        </p:cTn>
                                        <p:tgtEl>
                                          <p:spTgt spid="30727"/>
                                        </p:tgtEl>
                                        <p:attrNameLst>
                                          <p:attrName>ppt_y</p:attrName>
                                        </p:attrNameLst>
                                      </p:cBhvr>
                                      <p:tavLst>
                                        <p:tav tm="0">
                                          <p:val>
                                            <p:strVal val="#ppt_y-.2"/>
                                          </p:val>
                                        </p:tav>
                                        <p:tav tm="100000">
                                          <p:val>
                                            <p:strVal val="#ppt_y+.1"/>
                                          </p:val>
                                        </p:tav>
                                      </p:tavLst>
                                    </p:anim>
                                    <p:anim calcmode="lin" valueType="num">
                                      <p:cBhvr>
                                        <p:cTn id="16" dur="500" accel="50000" fill="hold">
                                          <p:stCondLst>
                                            <p:cond delay="500"/>
                                          </p:stCondLst>
                                        </p:cTn>
                                        <p:tgtEl>
                                          <p:spTgt spid="30727"/>
                                        </p:tgtEl>
                                        <p:attrNameLst>
                                          <p:attrName>ppt_y</p:attrName>
                                        </p:attrNameLst>
                                      </p:cBhvr>
                                      <p:tavLst>
                                        <p:tav tm="0">
                                          <p:val>
                                            <p:strVal val="#ppt_y+.1"/>
                                          </p:val>
                                        </p:tav>
                                        <p:tav tm="100000">
                                          <p:val>
                                            <p:strVal val="#ppt_y"/>
                                          </p:val>
                                        </p:tav>
                                      </p:tavLst>
                                    </p:anim>
                                    <p:animEffect transition="in" filter="fade">
                                      <p:cBhvr>
                                        <p:cTn id="17" dur="1000" decel="50000">
                                          <p:stCondLst>
                                            <p:cond delay="0"/>
                                          </p:stCondLst>
                                        </p:cTn>
                                        <p:tgtEl>
                                          <p:spTgt spid="30727"/>
                                        </p:tgtEl>
                                      </p:cBhvr>
                                    </p:animEffect>
                                  </p:childTnLst>
                                </p:cTn>
                              </p:par>
                            </p:childTnLst>
                          </p:cTn>
                        </p:par>
                      </p:childTnLst>
                    </p:cTn>
                  </p:par>
                  <p:par>
                    <p:cTn id="18" fill="hold">
                      <p:stCondLst>
                        <p:cond delay="indefinite"/>
                      </p:stCondLst>
                      <p:childTnLst>
                        <p:par>
                          <p:cTn id="19" fill="hold">
                            <p:stCondLst>
                              <p:cond delay="0"/>
                            </p:stCondLst>
                            <p:childTnLst>
                              <p:par>
                                <p:cTn id="20" presetID="27" presetClass="entr" presetSubtype="0" fill="hold" grpId="0" nodeType="clickEffect">
                                  <p:stCondLst>
                                    <p:cond delay="0"/>
                                  </p:stCondLst>
                                  <p:iterate type="lt">
                                    <p:tmPct val="50000"/>
                                  </p:iterate>
                                  <p:childTnLst>
                                    <p:set>
                                      <p:cBhvr>
                                        <p:cTn id="21" dur="1" fill="hold">
                                          <p:stCondLst>
                                            <p:cond delay="0"/>
                                          </p:stCondLst>
                                        </p:cTn>
                                        <p:tgtEl>
                                          <p:spTgt spid="30726"/>
                                        </p:tgtEl>
                                        <p:attrNameLst>
                                          <p:attrName>style.visibility</p:attrName>
                                        </p:attrNameLst>
                                      </p:cBhvr>
                                      <p:to>
                                        <p:strVal val="visible"/>
                                      </p:to>
                                    </p:set>
                                    <p:anim calcmode="discrete" valueType="clr">
                                      <p:cBhvr override="childStyle">
                                        <p:cTn id="22" dur="80"/>
                                        <p:tgtEl>
                                          <p:spTgt spid="30726"/>
                                        </p:tgtEl>
                                        <p:attrNameLst>
                                          <p:attrName>style.color</p:attrName>
                                        </p:attrNameLst>
                                      </p:cBhvr>
                                      <p:tavLst>
                                        <p:tav tm="0">
                                          <p:val>
                                            <p:clrVal>
                                              <a:schemeClr val="accent2"/>
                                            </p:clrVal>
                                          </p:val>
                                        </p:tav>
                                        <p:tav tm="50000">
                                          <p:val>
                                            <p:clrVal>
                                              <a:schemeClr val="hlink"/>
                                            </p:clrVal>
                                          </p:val>
                                        </p:tav>
                                      </p:tavLst>
                                    </p:anim>
                                    <p:anim calcmode="discrete" valueType="clr">
                                      <p:cBhvr>
                                        <p:cTn id="23" dur="80"/>
                                        <p:tgtEl>
                                          <p:spTgt spid="30726"/>
                                        </p:tgtEl>
                                        <p:attrNameLst>
                                          <p:attrName>fillcolor</p:attrName>
                                        </p:attrNameLst>
                                      </p:cBhvr>
                                      <p:tavLst>
                                        <p:tav tm="0">
                                          <p:val>
                                            <p:clrVal>
                                              <a:schemeClr val="accent2"/>
                                            </p:clrVal>
                                          </p:val>
                                        </p:tav>
                                        <p:tav tm="50000">
                                          <p:val>
                                            <p:clrVal>
                                              <a:schemeClr val="hlink"/>
                                            </p:clrVal>
                                          </p:val>
                                        </p:tav>
                                      </p:tavLst>
                                    </p:anim>
                                    <p:set>
                                      <p:cBhvr>
                                        <p:cTn id="24" dur="80"/>
                                        <p:tgtEl>
                                          <p:spTgt spid="30726"/>
                                        </p:tgtEl>
                                        <p:attrNameLst>
                                          <p:attrName>fill.type</p:attrName>
                                        </p:attrNameLst>
                                      </p:cBhvr>
                                      <p:to>
                                        <p:strVal val="solid"/>
                                      </p:to>
                                    </p:set>
                                  </p:childTnLst>
                                </p:cTn>
                              </p:par>
                            </p:childTnLst>
                          </p:cTn>
                        </p:par>
                      </p:childTnLst>
                    </p:cTn>
                  </p:par>
                  <p:par>
                    <p:cTn id="25" fill="hold">
                      <p:stCondLst>
                        <p:cond delay="indefinite"/>
                      </p:stCondLst>
                      <p:childTnLst>
                        <p:par>
                          <p:cTn id="26" fill="hold">
                            <p:stCondLst>
                              <p:cond delay="0"/>
                            </p:stCondLst>
                            <p:childTnLst>
                              <p:par>
                                <p:cTn id="27" presetID="27" presetClass="entr" presetSubtype="0" fill="hold" grpId="0" nodeType="clickEffect">
                                  <p:stCondLst>
                                    <p:cond delay="0"/>
                                  </p:stCondLst>
                                  <p:iterate type="lt">
                                    <p:tmPct val="50000"/>
                                  </p:iterate>
                                  <p:childTnLst>
                                    <p:set>
                                      <p:cBhvr>
                                        <p:cTn id="28" dur="1" fill="hold">
                                          <p:stCondLst>
                                            <p:cond delay="0"/>
                                          </p:stCondLst>
                                        </p:cTn>
                                        <p:tgtEl>
                                          <p:spTgt spid="30722"/>
                                        </p:tgtEl>
                                        <p:attrNameLst>
                                          <p:attrName>style.visibility</p:attrName>
                                        </p:attrNameLst>
                                      </p:cBhvr>
                                      <p:to>
                                        <p:strVal val="visible"/>
                                      </p:to>
                                    </p:set>
                                    <p:anim calcmode="discrete" valueType="clr">
                                      <p:cBhvr override="childStyle">
                                        <p:cTn id="29" dur="80"/>
                                        <p:tgtEl>
                                          <p:spTgt spid="30722"/>
                                        </p:tgtEl>
                                        <p:attrNameLst>
                                          <p:attrName>style.color</p:attrName>
                                        </p:attrNameLst>
                                      </p:cBhvr>
                                      <p:tavLst>
                                        <p:tav tm="0">
                                          <p:val>
                                            <p:clrVal>
                                              <a:schemeClr val="accent2"/>
                                            </p:clrVal>
                                          </p:val>
                                        </p:tav>
                                        <p:tav tm="50000">
                                          <p:val>
                                            <p:clrVal>
                                              <a:schemeClr val="hlink"/>
                                            </p:clrVal>
                                          </p:val>
                                        </p:tav>
                                      </p:tavLst>
                                    </p:anim>
                                    <p:anim calcmode="discrete" valueType="clr">
                                      <p:cBhvr>
                                        <p:cTn id="30" dur="80"/>
                                        <p:tgtEl>
                                          <p:spTgt spid="30722"/>
                                        </p:tgtEl>
                                        <p:attrNameLst>
                                          <p:attrName>fillcolor</p:attrName>
                                        </p:attrNameLst>
                                      </p:cBhvr>
                                      <p:tavLst>
                                        <p:tav tm="0">
                                          <p:val>
                                            <p:clrVal>
                                              <a:schemeClr val="accent2"/>
                                            </p:clrVal>
                                          </p:val>
                                        </p:tav>
                                        <p:tav tm="50000">
                                          <p:val>
                                            <p:clrVal>
                                              <a:schemeClr val="hlink"/>
                                            </p:clrVal>
                                          </p:val>
                                        </p:tav>
                                      </p:tavLst>
                                    </p:anim>
                                    <p:set>
                                      <p:cBhvr>
                                        <p:cTn id="31" dur="80"/>
                                        <p:tgtEl>
                                          <p:spTgt spid="30722"/>
                                        </p:tgtEl>
                                        <p:attrNameLst>
                                          <p:attrName>fill.type</p:attrName>
                                        </p:attrNameLst>
                                      </p:cBhvr>
                                      <p:to>
                                        <p:strVal val="solid"/>
                                      </p:to>
                                    </p:set>
                                  </p:childTnLst>
                                </p:cTn>
                              </p:par>
                            </p:childTnLst>
                          </p:cTn>
                        </p:par>
                      </p:childTnLst>
                    </p:cTn>
                  </p:par>
                  <p:par>
                    <p:cTn id="32" fill="hold">
                      <p:stCondLst>
                        <p:cond delay="indefinite"/>
                      </p:stCondLst>
                      <p:childTnLst>
                        <p:par>
                          <p:cTn id="33" fill="hold">
                            <p:stCondLst>
                              <p:cond delay="0"/>
                            </p:stCondLst>
                            <p:childTnLst>
                              <p:par>
                                <p:cTn id="34" presetID="27" presetClass="entr" presetSubtype="0" fill="hold" grpId="0" nodeType="clickEffect">
                                  <p:stCondLst>
                                    <p:cond delay="0"/>
                                  </p:stCondLst>
                                  <p:iterate type="lt">
                                    <p:tmPct val="50000"/>
                                  </p:iterate>
                                  <p:childTnLst>
                                    <p:set>
                                      <p:cBhvr>
                                        <p:cTn id="35" dur="1" fill="hold">
                                          <p:stCondLst>
                                            <p:cond delay="0"/>
                                          </p:stCondLst>
                                        </p:cTn>
                                        <p:tgtEl>
                                          <p:spTgt spid="30723"/>
                                        </p:tgtEl>
                                        <p:attrNameLst>
                                          <p:attrName>style.visibility</p:attrName>
                                        </p:attrNameLst>
                                      </p:cBhvr>
                                      <p:to>
                                        <p:strVal val="visible"/>
                                      </p:to>
                                    </p:set>
                                    <p:anim calcmode="discrete" valueType="clr">
                                      <p:cBhvr override="childStyle">
                                        <p:cTn id="36" dur="80"/>
                                        <p:tgtEl>
                                          <p:spTgt spid="30723"/>
                                        </p:tgtEl>
                                        <p:attrNameLst>
                                          <p:attrName>style.color</p:attrName>
                                        </p:attrNameLst>
                                      </p:cBhvr>
                                      <p:tavLst>
                                        <p:tav tm="0">
                                          <p:val>
                                            <p:clrVal>
                                              <a:schemeClr val="accent2"/>
                                            </p:clrVal>
                                          </p:val>
                                        </p:tav>
                                        <p:tav tm="50000">
                                          <p:val>
                                            <p:clrVal>
                                              <a:schemeClr val="hlink"/>
                                            </p:clrVal>
                                          </p:val>
                                        </p:tav>
                                      </p:tavLst>
                                    </p:anim>
                                    <p:anim calcmode="discrete" valueType="clr">
                                      <p:cBhvr>
                                        <p:cTn id="37" dur="80"/>
                                        <p:tgtEl>
                                          <p:spTgt spid="30723"/>
                                        </p:tgtEl>
                                        <p:attrNameLst>
                                          <p:attrName>fillcolor</p:attrName>
                                        </p:attrNameLst>
                                      </p:cBhvr>
                                      <p:tavLst>
                                        <p:tav tm="0">
                                          <p:val>
                                            <p:clrVal>
                                              <a:schemeClr val="accent2"/>
                                            </p:clrVal>
                                          </p:val>
                                        </p:tav>
                                        <p:tav tm="50000">
                                          <p:val>
                                            <p:clrVal>
                                              <a:schemeClr val="hlink"/>
                                            </p:clrVal>
                                          </p:val>
                                        </p:tav>
                                      </p:tavLst>
                                    </p:anim>
                                    <p:set>
                                      <p:cBhvr>
                                        <p:cTn id="38" dur="80"/>
                                        <p:tgtEl>
                                          <p:spTgt spid="30723"/>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27" presetClass="entr" presetSubtype="0" fill="hold" grpId="0" nodeType="clickEffect">
                                  <p:stCondLst>
                                    <p:cond delay="0"/>
                                  </p:stCondLst>
                                  <p:iterate type="lt">
                                    <p:tmPct val="50000"/>
                                  </p:iterate>
                                  <p:childTnLst>
                                    <p:set>
                                      <p:cBhvr>
                                        <p:cTn id="42" dur="1" fill="hold">
                                          <p:stCondLst>
                                            <p:cond delay="0"/>
                                          </p:stCondLst>
                                        </p:cTn>
                                        <p:tgtEl>
                                          <p:spTgt spid="30724"/>
                                        </p:tgtEl>
                                        <p:attrNameLst>
                                          <p:attrName>style.visibility</p:attrName>
                                        </p:attrNameLst>
                                      </p:cBhvr>
                                      <p:to>
                                        <p:strVal val="visible"/>
                                      </p:to>
                                    </p:set>
                                    <p:anim calcmode="discrete" valueType="clr">
                                      <p:cBhvr override="childStyle">
                                        <p:cTn id="43" dur="80"/>
                                        <p:tgtEl>
                                          <p:spTgt spid="30724"/>
                                        </p:tgtEl>
                                        <p:attrNameLst>
                                          <p:attrName>style.color</p:attrName>
                                        </p:attrNameLst>
                                      </p:cBhvr>
                                      <p:tavLst>
                                        <p:tav tm="0">
                                          <p:val>
                                            <p:clrVal>
                                              <a:schemeClr val="accent2"/>
                                            </p:clrVal>
                                          </p:val>
                                        </p:tav>
                                        <p:tav tm="50000">
                                          <p:val>
                                            <p:clrVal>
                                              <a:schemeClr val="hlink"/>
                                            </p:clrVal>
                                          </p:val>
                                        </p:tav>
                                      </p:tavLst>
                                    </p:anim>
                                    <p:anim calcmode="discrete" valueType="clr">
                                      <p:cBhvr>
                                        <p:cTn id="44" dur="80"/>
                                        <p:tgtEl>
                                          <p:spTgt spid="30724"/>
                                        </p:tgtEl>
                                        <p:attrNameLst>
                                          <p:attrName>fillcolor</p:attrName>
                                        </p:attrNameLst>
                                      </p:cBhvr>
                                      <p:tavLst>
                                        <p:tav tm="0">
                                          <p:val>
                                            <p:clrVal>
                                              <a:schemeClr val="accent2"/>
                                            </p:clrVal>
                                          </p:val>
                                        </p:tav>
                                        <p:tav tm="50000">
                                          <p:val>
                                            <p:clrVal>
                                              <a:schemeClr val="hlink"/>
                                            </p:clrVal>
                                          </p:val>
                                        </p:tav>
                                      </p:tavLst>
                                    </p:anim>
                                    <p:set>
                                      <p:cBhvr>
                                        <p:cTn id="45" dur="80"/>
                                        <p:tgtEl>
                                          <p:spTgt spid="30724"/>
                                        </p:tgtEl>
                                        <p:attrNameLst>
                                          <p:attrName>fill.type</p:attrName>
                                        </p:attrNameLst>
                                      </p:cBhvr>
                                      <p:to>
                                        <p:strVal val="solid"/>
                                      </p:to>
                                    </p:set>
                                  </p:childTnLst>
                                </p:cTn>
                              </p:par>
                            </p:childTnLst>
                          </p:cTn>
                        </p:par>
                      </p:childTnLst>
                    </p:cTn>
                  </p:par>
                  <p:par>
                    <p:cTn id="46" fill="hold">
                      <p:stCondLst>
                        <p:cond delay="indefinite"/>
                      </p:stCondLst>
                      <p:childTnLst>
                        <p:par>
                          <p:cTn id="47" fill="hold">
                            <p:stCondLst>
                              <p:cond delay="0"/>
                            </p:stCondLst>
                            <p:childTnLst>
                              <p:par>
                                <p:cTn id="48" presetID="27" presetClass="entr" presetSubtype="0" fill="hold" grpId="0" nodeType="clickEffect">
                                  <p:stCondLst>
                                    <p:cond delay="0"/>
                                  </p:stCondLst>
                                  <p:iterate type="lt">
                                    <p:tmPct val="50000"/>
                                  </p:iterate>
                                  <p:childTnLst>
                                    <p:set>
                                      <p:cBhvr>
                                        <p:cTn id="49" dur="1" fill="hold">
                                          <p:stCondLst>
                                            <p:cond delay="0"/>
                                          </p:stCondLst>
                                        </p:cTn>
                                        <p:tgtEl>
                                          <p:spTgt spid="30725"/>
                                        </p:tgtEl>
                                        <p:attrNameLst>
                                          <p:attrName>style.visibility</p:attrName>
                                        </p:attrNameLst>
                                      </p:cBhvr>
                                      <p:to>
                                        <p:strVal val="visible"/>
                                      </p:to>
                                    </p:set>
                                    <p:anim calcmode="discrete" valueType="clr">
                                      <p:cBhvr override="childStyle">
                                        <p:cTn id="50" dur="80"/>
                                        <p:tgtEl>
                                          <p:spTgt spid="30725"/>
                                        </p:tgtEl>
                                        <p:attrNameLst>
                                          <p:attrName>style.color</p:attrName>
                                        </p:attrNameLst>
                                      </p:cBhvr>
                                      <p:tavLst>
                                        <p:tav tm="0">
                                          <p:val>
                                            <p:clrVal>
                                              <a:schemeClr val="accent2"/>
                                            </p:clrVal>
                                          </p:val>
                                        </p:tav>
                                        <p:tav tm="50000">
                                          <p:val>
                                            <p:clrVal>
                                              <a:schemeClr val="hlink"/>
                                            </p:clrVal>
                                          </p:val>
                                        </p:tav>
                                      </p:tavLst>
                                    </p:anim>
                                    <p:anim calcmode="discrete" valueType="clr">
                                      <p:cBhvr>
                                        <p:cTn id="51" dur="80"/>
                                        <p:tgtEl>
                                          <p:spTgt spid="30725"/>
                                        </p:tgtEl>
                                        <p:attrNameLst>
                                          <p:attrName>fillcolor</p:attrName>
                                        </p:attrNameLst>
                                      </p:cBhvr>
                                      <p:tavLst>
                                        <p:tav tm="0">
                                          <p:val>
                                            <p:clrVal>
                                              <a:schemeClr val="accent2"/>
                                            </p:clrVal>
                                          </p:val>
                                        </p:tav>
                                        <p:tav tm="50000">
                                          <p:val>
                                            <p:clrVal>
                                              <a:schemeClr val="hlink"/>
                                            </p:clrVal>
                                          </p:val>
                                        </p:tav>
                                      </p:tavLst>
                                    </p:anim>
                                    <p:set>
                                      <p:cBhvr>
                                        <p:cTn id="52" dur="80"/>
                                        <p:tgtEl>
                                          <p:spTgt spid="30725"/>
                                        </p:tgtEl>
                                        <p:attrNameLst>
                                          <p:attrName>fill.type</p:attrName>
                                        </p:attrNameLst>
                                      </p:cBhvr>
                                      <p:to>
                                        <p:strVal val="solid"/>
                                      </p:to>
                                    </p:se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0731"/>
                                        </p:tgtEl>
                                        <p:attrNameLst>
                                          <p:attrName>style.visibility</p:attrName>
                                        </p:attrNameLst>
                                      </p:cBhvr>
                                      <p:to>
                                        <p:strVal val="visible"/>
                                      </p:to>
                                    </p:set>
                                    <p:animEffect transition="in" filter="blinds(horizontal)">
                                      <p:cBhvr>
                                        <p:cTn id="57" dur="500"/>
                                        <p:tgtEl>
                                          <p:spTgt spid="30731"/>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30732"/>
                                        </p:tgtEl>
                                        <p:attrNameLst>
                                          <p:attrName>style.visibility</p:attrName>
                                        </p:attrNameLst>
                                      </p:cBhvr>
                                      <p:to>
                                        <p:strVal val="visible"/>
                                      </p:to>
                                    </p:set>
                                    <p:animEffect transition="in" filter="blinds(horizontal)">
                                      <p:cBhvr>
                                        <p:cTn id="60" dur="500"/>
                                        <p:tgtEl>
                                          <p:spTgt spid="30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3" grpId="0"/>
      <p:bldP spid="30724" grpId="0"/>
      <p:bldP spid="30725" grpId="0"/>
      <p:bldP spid="30726" grpId="0"/>
      <p:bldP spid="3073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Rectangle 2"/>
          <p:cNvSpPr>
            <a:spLocks noGrp="1"/>
          </p:cNvSpPr>
          <p:nvPr>
            <p:ph type="title"/>
          </p:nvPr>
        </p:nvSpPr>
        <p:spPr/>
        <p:txBody>
          <a:bodyPr vert="horz" wrap="square" lIns="91440" tIns="45720" rIns="91440" bIns="45720" anchor="ctr" anchorCtr="0"/>
          <a:lstStyle/>
          <a:p>
            <a:pPr eaLnBrk="1" hangingPunct="1"/>
            <a:r>
              <a:rPr lang="zh-CN" altLang="en-US" dirty="0"/>
              <a:t>小结</a:t>
            </a:r>
          </a:p>
        </p:txBody>
      </p:sp>
      <p:graphicFrame>
        <p:nvGraphicFramePr>
          <p:cNvPr id="176131" name="Object 3"/>
          <p:cNvGraphicFramePr>
            <a:graphicFrameLocks noChangeAspect="1"/>
          </p:cNvGraphicFramePr>
          <p:nvPr/>
        </p:nvGraphicFramePr>
        <p:xfrm>
          <a:off x="6780213" y="2236788"/>
          <a:ext cx="2011362" cy="406400"/>
        </p:xfrm>
        <a:graphic>
          <a:graphicData uri="http://schemas.openxmlformats.org/presentationml/2006/ole">
            <mc:AlternateContent xmlns:mc="http://schemas.openxmlformats.org/markup-compatibility/2006">
              <mc:Choice xmlns:v="urn:schemas-microsoft-com:vml" Requires="v">
                <p:oleObj r:id="rId2" imgW="1002665" imgH="203200" progId="Equation.DSMT4">
                  <p:embed/>
                </p:oleObj>
              </mc:Choice>
              <mc:Fallback>
                <p:oleObj r:id="rId2" imgW="1002665" imgH="203200" progId="Equation.DSMT4">
                  <p:embed/>
                  <p:pic>
                    <p:nvPicPr>
                      <p:cNvPr id="0" name="图片 4330"/>
                      <p:cNvPicPr/>
                      <p:nvPr/>
                    </p:nvPicPr>
                    <p:blipFill>
                      <a:blip r:embed="rId3"/>
                      <a:stretch>
                        <a:fillRect/>
                      </a:stretch>
                    </p:blipFill>
                    <p:spPr>
                      <a:xfrm>
                        <a:off x="6780213" y="2236788"/>
                        <a:ext cx="2011362" cy="406400"/>
                      </a:xfrm>
                      <a:prstGeom prst="rect">
                        <a:avLst/>
                      </a:prstGeom>
                      <a:noFill/>
                      <a:ln w="38100">
                        <a:noFill/>
                        <a:miter/>
                      </a:ln>
                    </p:spPr>
                  </p:pic>
                </p:oleObj>
              </mc:Fallback>
            </mc:AlternateContent>
          </a:graphicData>
        </a:graphic>
      </p:graphicFrame>
      <p:sp>
        <p:nvSpPr>
          <p:cNvPr id="176132" name="Rectangle 4"/>
          <p:cNvSpPr/>
          <p:nvPr/>
        </p:nvSpPr>
        <p:spPr>
          <a:xfrm>
            <a:off x="439738" y="1773238"/>
            <a:ext cx="1900237" cy="1335087"/>
          </a:xfrm>
          <a:prstGeom prst="rect">
            <a:avLst/>
          </a:prstGeom>
          <a:noFill/>
          <a:ln w="9525">
            <a:noFill/>
          </a:ln>
        </p:spPr>
        <p:txBody>
          <a:bodyPr/>
          <a:lstStyle/>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向量</a:t>
            </a:r>
            <a:r>
              <a:rPr lang="zh-CN" altLang="en-US" sz="2400" b="1" dirty="0">
                <a:solidFill>
                  <a:srgbClr val="00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b</a:t>
            </a:r>
            <a:r>
              <a:rPr lang="en-US" altLang="zh-CN" sz="2400" b="1" i="1" dirty="0">
                <a:solidFill>
                  <a:srgbClr val="000000"/>
                </a:solidFill>
                <a:latin typeface="Times New Roman" panose="02020603050405020304" pitchFamily="18" charset="0"/>
                <a:ea typeface="楷体_GB2312"/>
              </a:rPr>
              <a:t> </a:t>
            </a:r>
            <a:r>
              <a:rPr lang="zh-CN" altLang="en-US" sz="2400" b="1" dirty="0">
                <a:solidFill>
                  <a:srgbClr val="000000"/>
                </a:solidFill>
                <a:latin typeface="楷体_GB2312"/>
                <a:ea typeface="楷体_GB2312"/>
              </a:rPr>
              <a:t>能由</a:t>
            </a:r>
          </a:p>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向量组</a:t>
            </a:r>
            <a:r>
              <a:rPr lang="zh-CN" altLang="en-US" sz="2400" b="1" dirty="0">
                <a:solidFill>
                  <a:srgbClr val="00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A</a:t>
            </a:r>
          </a:p>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线性表示</a:t>
            </a:r>
          </a:p>
        </p:txBody>
      </p:sp>
      <p:sp>
        <p:nvSpPr>
          <p:cNvPr id="176133" name="Rectangle 5"/>
          <p:cNvSpPr/>
          <p:nvPr/>
        </p:nvSpPr>
        <p:spPr>
          <a:xfrm>
            <a:off x="3609975" y="1773238"/>
            <a:ext cx="1900238" cy="1335087"/>
          </a:xfrm>
          <a:prstGeom prst="rect">
            <a:avLst/>
          </a:prstGeom>
          <a:noFill/>
          <a:ln w="9525">
            <a:noFill/>
          </a:ln>
        </p:spPr>
        <p:txBody>
          <a:bodyPr/>
          <a:lstStyle/>
          <a:p>
            <a:pPr marL="342900" indent="-342900" algn="ctr">
              <a:spcBef>
                <a:spcPct val="20000"/>
              </a:spcBef>
              <a:buClr>
                <a:srgbClr val="9999CC"/>
              </a:buClr>
              <a:buSzPct val="80000"/>
              <a:buFont typeface="Wingdings" panose="05000000000000000000" pitchFamily="2" charset="2"/>
            </a:pPr>
            <a:r>
              <a:rPr lang="zh-CN" altLang="en-US" sz="2400" b="1" dirty="0">
                <a:solidFill>
                  <a:srgbClr val="0000FF"/>
                </a:solidFill>
                <a:latin typeface="楷体_GB2312"/>
                <a:ea typeface="楷体_GB2312"/>
              </a:rPr>
              <a:t>线性方程组</a:t>
            </a:r>
            <a:r>
              <a:rPr lang="zh-CN" altLang="en-US" sz="2400" b="1" dirty="0">
                <a:solidFill>
                  <a:srgbClr val="000000"/>
                </a:solidFill>
                <a:latin typeface="楷体_GB2312"/>
                <a:ea typeface="楷体_GB2312"/>
              </a:rPr>
              <a:t>        </a:t>
            </a:r>
          </a:p>
          <a:p>
            <a:pPr marL="342900" indent="-342900" algn="ctr">
              <a:spcBef>
                <a:spcPct val="20000"/>
              </a:spcBef>
              <a:buClr>
                <a:srgbClr val="9999CC"/>
              </a:buClr>
              <a:buSzPct val="80000"/>
              <a:buFont typeface="Wingdings" panose="05000000000000000000" pitchFamily="2" charset="2"/>
            </a:pPr>
            <a:r>
              <a:rPr lang="en-US" altLang="zh-CN" sz="2400" b="1" i="1" dirty="0">
                <a:solidFill>
                  <a:srgbClr val="000000"/>
                </a:solidFill>
                <a:latin typeface="Times New Roman" panose="02020603050405020304" pitchFamily="18" charset="0"/>
                <a:ea typeface="楷体_GB2312"/>
              </a:rPr>
              <a:t>Ax</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楷体_GB2312"/>
                <a:ea typeface="楷体_GB2312"/>
              </a:rPr>
              <a:t>      </a:t>
            </a:r>
          </a:p>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有解</a:t>
            </a:r>
          </a:p>
        </p:txBody>
      </p:sp>
      <p:sp>
        <p:nvSpPr>
          <p:cNvPr id="176134" name="AutoShape 6"/>
          <p:cNvSpPr/>
          <p:nvPr/>
        </p:nvSpPr>
        <p:spPr>
          <a:xfrm>
            <a:off x="2686050" y="2211388"/>
            <a:ext cx="576263"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b="1" dirty="0">
              <a:solidFill>
                <a:srgbClr val="000000"/>
              </a:solidFill>
              <a:latin typeface="Times New Roman" panose="02020603050405020304" pitchFamily="18" charset="0"/>
              <a:ea typeface="楷体_GB2312"/>
            </a:endParaRPr>
          </a:p>
        </p:txBody>
      </p:sp>
      <p:sp>
        <p:nvSpPr>
          <p:cNvPr id="176135" name="AutoShape 7"/>
          <p:cNvSpPr/>
          <p:nvPr/>
        </p:nvSpPr>
        <p:spPr>
          <a:xfrm>
            <a:off x="5856288" y="2211388"/>
            <a:ext cx="576262"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b="1" dirty="0">
              <a:solidFill>
                <a:srgbClr val="000000"/>
              </a:solidFill>
              <a:latin typeface="Times New Roman" panose="02020603050405020304" pitchFamily="18" charset="0"/>
              <a:ea typeface="楷体_GB2312"/>
            </a:endParaRPr>
          </a:p>
        </p:txBody>
      </p:sp>
      <p:graphicFrame>
        <p:nvGraphicFramePr>
          <p:cNvPr id="176136" name="Object 8"/>
          <p:cNvGraphicFramePr>
            <a:graphicFrameLocks noChangeAspect="1"/>
          </p:cNvGraphicFramePr>
          <p:nvPr/>
        </p:nvGraphicFramePr>
        <p:xfrm>
          <a:off x="6742113" y="3965575"/>
          <a:ext cx="2087562" cy="406400"/>
        </p:xfrm>
        <a:graphic>
          <a:graphicData uri="http://schemas.openxmlformats.org/presentationml/2006/ole">
            <mc:AlternateContent xmlns:mc="http://schemas.openxmlformats.org/markup-compatibility/2006">
              <mc:Choice xmlns:v="urn:schemas-microsoft-com:vml" Requires="v">
                <p:oleObj r:id="rId4" imgW="1040765" imgH="203200" progId="Equation.DSMT4">
                  <p:embed/>
                </p:oleObj>
              </mc:Choice>
              <mc:Fallback>
                <p:oleObj r:id="rId4" imgW="1040765" imgH="203200" progId="Equation.DSMT4">
                  <p:embed/>
                  <p:pic>
                    <p:nvPicPr>
                      <p:cNvPr id="0" name="图片 4329"/>
                      <p:cNvPicPr/>
                      <p:nvPr/>
                    </p:nvPicPr>
                    <p:blipFill>
                      <a:blip r:embed="rId5"/>
                      <a:stretch>
                        <a:fillRect/>
                      </a:stretch>
                    </p:blipFill>
                    <p:spPr>
                      <a:xfrm>
                        <a:off x="6742113" y="3965575"/>
                        <a:ext cx="2087562" cy="406400"/>
                      </a:xfrm>
                      <a:prstGeom prst="rect">
                        <a:avLst/>
                      </a:prstGeom>
                      <a:noFill/>
                      <a:ln w="38100">
                        <a:noFill/>
                        <a:miter/>
                      </a:ln>
                    </p:spPr>
                  </p:pic>
                </p:oleObj>
              </mc:Fallback>
            </mc:AlternateContent>
          </a:graphicData>
        </a:graphic>
      </p:graphicFrame>
      <p:sp>
        <p:nvSpPr>
          <p:cNvPr id="176137" name="Rectangle 9"/>
          <p:cNvSpPr/>
          <p:nvPr/>
        </p:nvSpPr>
        <p:spPr>
          <a:xfrm>
            <a:off x="439738" y="3500438"/>
            <a:ext cx="1900237" cy="1335087"/>
          </a:xfrm>
          <a:prstGeom prst="rect">
            <a:avLst/>
          </a:prstGeom>
          <a:noFill/>
          <a:ln w="9525">
            <a:noFill/>
          </a:ln>
        </p:spPr>
        <p:txBody>
          <a:bodyPr/>
          <a:lstStyle/>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向量组</a:t>
            </a:r>
            <a:r>
              <a:rPr lang="zh-CN" altLang="en-US" sz="2400" b="1" dirty="0">
                <a:solidFill>
                  <a:srgbClr val="00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B</a:t>
            </a:r>
            <a:r>
              <a:rPr lang="en-US" altLang="zh-CN" sz="2400" b="1" i="1" dirty="0">
                <a:solidFill>
                  <a:srgbClr val="000000"/>
                </a:solidFill>
                <a:latin typeface="Times New Roman" panose="02020603050405020304" pitchFamily="18" charset="0"/>
                <a:ea typeface="楷体_GB2312"/>
              </a:rPr>
              <a:t> </a:t>
            </a:r>
            <a:r>
              <a:rPr lang="zh-CN" altLang="en-US" sz="2400" b="1" dirty="0">
                <a:solidFill>
                  <a:srgbClr val="000000"/>
                </a:solidFill>
                <a:latin typeface="楷体_GB2312"/>
                <a:ea typeface="楷体_GB2312"/>
              </a:rPr>
              <a:t>能</a:t>
            </a:r>
          </a:p>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由向量组</a:t>
            </a:r>
            <a:r>
              <a:rPr lang="zh-CN" altLang="en-US" sz="2400" b="1" dirty="0">
                <a:solidFill>
                  <a:srgbClr val="00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A</a:t>
            </a:r>
          </a:p>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线性表示</a:t>
            </a:r>
          </a:p>
        </p:txBody>
      </p:sp>
      <p:sp>
        <p:nvSpPr>
          <p:cNvPr id="176138" name="Rectangle 10"/>
          <p:cNvSpPr/>
          <p:nvPr/>
        </p:nvSpPr>
        <p:spPr>
          <a:xfrm>
            <a:off x="3609975" y="3500438"/>
            <a:ext cx="1900238" cy="1335087"/>
          </a:xfrm>
          <a:prstGeom prst="rect">
            <a:avLst/>
          </a:prstGeom>
          <a:noFill/>
          <a:ln w="9525">
            <a:noFill/>
          </a:ln>
        </p:spPr>
        <p:txBody>
          <a:bodyPr/>
          <a:lstStyle/>
          <a:p>
            <a:pPr marL="342900" indent="-342900" algn="ctr">
              <a:spcBef>
                <a:spcPct val="20000"/>
              </a:spcBef>
              <a:buClr>
                <a:srgbClr val="9999CC"/>
              </a:buClr>
              <a:buSzPct val="80000"/>
              <a:buFont typeface="Wingdings" panose="05000000000000000000" pitchFamily="2" charset="2"/>
            </a:pPr>
            <a:r>
              <a:rPr lang="zh-CN" altLang="en-US" sz="2400" b="1" dirty="0">
                <a:solidFill>
                  <a:srgbClr val="0000FF"/>
                </a:solidFill>
                <a:latin typeface="楷体_GB2312"/>
                <a:ea typeface="楷体_GB2312"/>
              </a:rPr>
              <a:t>矩阵方程组</a:t>
            </a:r>
            <a:r>
              <a:rPr lang="en-US" altLang="zh-CN" sz="2400" b="1" i="1" dirty="0">
                <a:solidFill>
                  <a:srgbClr val="000000"/>
                </a:solidFill>
                <a:latin typeface="Times New Roman" panose="02020603050405020304" pitchFamily="18" charset="0"/>
                <a:ea typeface="楷体_GB2312"/>
              </a:rPr>
              <a:t>AX</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B</a:t>
            </a:r>
            <a:r>
              <a:rPr lang="en-US" altLang="zh-CN" sz="2400" b="1" dirty="0">
                <a:solidFill>
                  <a:srgbClr val="000000"/>
                </a:solidFill>
                <a:latin typeface="楷体_GB2312"/>
                <a:ea typeface="楷体_GB2312"/>
              </a:rPr>
              <a:t>      </a:t>
            </a:r>
          </a:p>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有解</a:t>
            </a:r>
          </a:p>
        </p:txBody>
      </p:sp>
      <p:sp>
        <p:nvSpPr>
          <p:cNvPr id="176139" name="AutoShape 11"/>
          <p:cNvSpPr/>
          <p:nvPr/>
        </p:nvSpPr>
        <p:spPr>
          <a:xfrm>
            <a:off x="2686050" y="3940175"/>
            <a:ext cx="576263"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b="1" dirty="0">
              <a:solidFill>
                <a:srgbClr val="000000"/>
              </a:solidFill>
              <a:latin typeface="Times New Roman" panose="02020603050405020304" pitchFamily="18" charset="0"/>
              <a:ea typeface="楷体_GB2312"/>
            </a:endParaRPr>
          </a:p>
        </p:txBody>
      </p:sp>
      <p:sp>
        <p:nvSpPr>
          <p:cNvPr id="176140" name="AutoShape 12"/>
          <p:cNvSpPr/>
          <p:nvPr/>
        </p:nvSpPr>
        <p:spPr>
          <a:xfrm>
            <a:off x="5856288" y="3940175"/>
            <a:ext cx="576262"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b="1" dirty="0">
              <a:solidFill>
                <a:srgbClr val="000000"/>
              </a:solidFill>
              <a:latin typeface="Times New Roman" panose="02020603050405020304" pitchFamily="18" charset="0"/>
              <a:ea typeface="楷体_GB2312"/>
            </a:endParaRPr>
          </a:p>
        </p:txBody>
      </p:sp>
      <p:sp>
        <p:nvSpPr>
          <p:cNvPr id="176141" name="AutoShape 13"/>
          <p:cNvSpPr>
            <a:spLocks noChangeAspect="1"/>
          </p:cNvSpPr>
          <p:nvPr/>
        </p:nvSpPr>
        <p:spPr>
          <a:xfrm>
            <a:off x="5915025" y="4652963"/>
            <a:ext cx="517525" cy="411162"/>
          </a:xfrm>
          <a:prstGeom prst="rightArrow">
            <a:avLst>
              <a:gd name="adj1" fmla="val 50000"/>
              <a:gd name="adj2" fmla="val 31467"/>
            </a:avLst>
          </a:prstGeom>
          <a:solidFill>
            <a:srgbClr val="FFFF66"/>
          </a:solidFill>
          <a:ln w="9525" cap="flat" cmpd="sng">
            <a:solidFill>
              <a:schemeClr val="tx1"/>
            </a:solidFill>
            <a:prstDash val="solid"/>
            <a:miter/>
            <a:headEnd type="none" w="med" len="med"/>
            <a:tailEnd type="none" w="med" len="med"/>
          </a:ln>
        </p:spPr>
        <p:txBody>
          <a:bodyPr wrap="none" anchor="ctr" anchorCtr="0"/>
          <a:lstStyle/>
          <a:p>
            <a:endParaRPr lang="zh-CN" altLang="en-US" b="1" dirty="0">
              <a:solidFill>
                <a:srgbClr val="000000"/>
              </a:solidFill>
              <a:latin typeface="Times New Roman" panose="02020603050405020304" pitchFamily="18" charset="0"/>
              <a:ea typeface="楷体_GB2312"/>
            </a:endParaRPr>
          </a:p>
        </p:txBody>
      </p:sp>
      <p:graphicFrame>
        <p:nvGraphicFramePr>
          <p:cNvPr id="176142" name="Object 14"/>
          <p:cNvGraphicFramePr>
            <a:graphicFrameLocks noChangeAspect="1"/>
          </p:cNvGraphicFramePr>
          <p:nvPr/>
        </p:nvGraphicFramePr>
        <p:xfrm>
          <a:off x="6742113" y="4656138"/>
          <a:ext cx="1730375" cy="406400"/>
        </p:xfrm>
        <a:graphic>
          <a:graphicData uri="http://schemas.openxmlformats.org/presentationml/2006/ole">
            <mc:AlternateContent xmlns:mc="http://schemas.openxmlformats.org/markup-compatibility/2006">
              <mc:Choice xmlns:v="urn:schemas-microsoft-com:vml" Requires="v">
                <p:oleObj r:id="rId6" imgW="862965" imgH="203200" progId="Equation.DSMT4">
                  <p:embed/>
                </p:oleObj>
              </mc:Choice>
              <mc:Fallback>
                <p:oleObj r:id="rId6" imgW="862965" imgH="203200" progId="Equation.DSMT4">
                  <p:embed/>
                  <p:pic>
                    <p:nvPicPr>
                      <p:cNvPr id="0" name="图片 4331"/>
                      <p:cNvPicPr/>
                      <p:nvPr/>
                    </p:nvPicPr>
                    <p:blipFill>
                      <a:blip r:embed="rId7"/>
                      <a:stretch>
                        <a:fillRect/>
                      </a:stretch>
                    </p:blipFill>
                    <p:spPr>
                      <a:xfrm>
                        <a:off x="6742113" y="4656138"/>
                        <a:ext cx="1730375" cy="406400"/>
                      </a:xfrm>
                      <a:prstGeom prst="rect">
                        <a:avLst/>
                      </a:prstGeom>
                      <a:noFill/>
                      <a:ln w="38100">
                        <a:noFill/>
                        <a:miter/>
                      </a:ln>
                    </p:spPr>
                  </p:pic>
                </p:oleObj>
              </mc:Fallback>
            </mc:AlternateContent>
          </a:graphicData>
        </a:graphic>
      </p:graphicFrame>
      <p:graphicFrame>
        <p:nvGraphicFramePr>
          <p:cNvPr id="176143" name="Object 15"/>
          <p:cNvGraphicFramePr>
            <a:graphicFrameLocks noChangeAspect="1"/>
          </p:cNvGraphicFramePr>
          <p:nvPr/>
        </p:nvGraphicFramePr>
        <p:xfrm>
          <a:off x="3609975" y="5692775"/>
          <a:ext cx="3055938" cy="406400"/>
        </p:xfrm>
        <a:graphic>
          <a:graphicData uri="http://schemas.openxmlformats.org/presentationml/2006/ole">
            <mc:AlternateContent xmlns:mc="http://schemas.openxmlformats.org/markup-compatibility/2006">
              <mc:Choice xmlns:v="urn:schemas-microsoft-com:vml" Requires="v">
                <p:oleObj r:id="rId8" imgW="1524000" imgH="203200" progId="Equation.DSMT4">
                  <p:embed/>
                </p:oleObj>
              </mc:Choice>
              <mc:Fallback>
                <p:oleObj r:id="rId8" imgW="1524000" imgH="203200" progId="Equation.DSMT4">
                  <p:embed/>
                  <p:pic>
                    <p:nvPicPr>
                      <p:cNvPr id="0" name="图片 4332"/>
                      <p:cNvPicPr/>
                      <p:nvPr/>
                    </p:nvPicPr>
                    <p:blipFill>
                      <a:blip r:embed="rId9"/>
                      <a:stretch>
                        <a:fillRect/>
                      </a:stretch>
                    </p:blipFill>
                    <p:spPr>
                      <a:xfrm>
                        <a:off x="3609975" y="5692775"/>
                        <a:ext cx="3055938" cy="406400"/>
                      </a:xfrm>
                      <a:prstGeom prst="rect">
                        <a:avLst/>
                      </a:prstGeom>
                      <a:noFill/>
                      <a:ln w="38100">
                        <a:noFill/>
                        <a:miter/>
                      </a:ln>
                    </p:spPr>
                  </p:pic>
                </p:oleObj>
              </mc:Fallback>
            </mc:AlternateContent>
          </a:graphicData>
        </a:graphic>
      </p:graphicFrame>
      <p:sp>
        <p:nvSpPr>
          <p:cNvPr id="176144" name="Rectangle 16"/>
          <p:cNvSpPr/>
          <p:nvPr/>
        </p:nvSpPr>
        <p:spPr>
          <a:xfrm>
            <a:off x="439738" y="5229225"/>
            <a:ext cx="1900237" cy="1335088"/>
          </a:xfrm>
          <a:prstGeom prst="rect">
            <a:avLst/>
          </a:prstGeom>
          <a:noFill/>
          <a:ln w="9525">
            <a:noFill/>
          </a:ln>
        </p:spPr>
        <p:txBody>
          <a:bodyPr/>
          <a:lstStyle/>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向量组</a:t>
            </a:r>
            <a:r>
              <a:rPr lang="zh-CN" altLang="en-US" sz="2400" b="1" dirty="0">
                <a:solidFill>
                  <a:srgbClr val="00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A</a:t>
            </a:r>
            <a:r>
              <a:rPr lang="en-US" altLang="zh-CN" sz="2400" b="1" i="1" dirty="0">
                <a:solidFill>
                  <a:srgbClr val="000000"/>
                </a:solidFill>
                <a:latin typeface="Times New Roman" panose="02020603050405020304" pitchFamily="18" charset="0"/>
                <a:ea typeface="楷体_GB2312"/>
              </a:rPr>
              <a:t> </a:t>
            </a:r>
            <a:r>
              <a:rPr lang="zh-CN" altLang="en-US" sz="2400" b="1" dirty="0">
                <a:solidFill>
                  <a:srgbClr val="000000"/>
                </a:solidFill>
                <a:latin typeface="楷体_GB2312"/>
                <a:ea typeface="楷体_GB2312"/>
              </a:rPr>
              <a:t>与</a:t>
            </a:r>
          </a:p>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向量组</a:t>
            </a:r>
            <a:r>
              <a:rPr lang="zh-CN" altLang="en-US" sz="2400" b="1" dirty="0">
                <a:solidFill>
                  <a:srgbClr val="00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B</a:t>
            </a:r>
          </a:p>
          <a:p>
            <a:pPr marL="342900" indent="-342900" algn="ctr">
              <a:spcBef>
                <a:spcPct val="20000"/>
              </a:spcBef>
              <a:buClr>
                <a:srgbClr val="9999CC"/>
              </a:buClr>
              <a:buSzPct val="80000"/>
              <a:buFont typeface="Wingdings" panose="05000000000000000000" pitchFamily="2" charset="2"/>
            </a:pPr>
            <a:r>
              <a:rPr lang="zh-CN" altLang="en-US" sz="2400" b="1" dirty="0">
                <a:solidFill>
                  <a:srgbClr val="000000"/>
                </a:solidFill>
                <a:latin typeface="楷体_GB2312"/>
                <a:ea typeface="楷体_GB2312"/>
              </a:rPr>
              <a:t>等价</a:t>
            </a:r>
          </a:p>
        </p:txBody>
      </p:sp>
      <p:sp>
        <p:nvSpPr>
          <p:cNvPr id="176145" name="AutoShape 17"/>
          <p:cNvSpPr/>
          <p:nvPr/>
        </p:nvSpPr>
        <p:spPr>
          <a:xfrm>
            <a:off x="2686050" y="5667375"/>
            <a:ext cx="576263" cy="457200"/>
          </a:xfrm>
          <a:prstGeom prst="leftRightArrow">
            <a:avLst>
              <a:gd name="adj1" fmla="val 50000"/>
              <a:gd name="adj2" fmla="val 2520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b="1" dirty="0">
              <a:solidFill>
                <a:srgbClr val="000000"/>
              </a:solidFill>
              <a:latin typeface="Times New Roman" panose="02020603050405020304" pitchFamily="18" charset="0"/>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76132"/>
                                        </p:tgtEl>
                                        <p:attrNameLst>
                                          <p:attrName>style.visibility</p:attrName>
                                        </p:attrNameLst>
                                      </p:cBhvr>
                                      <p:to>
                                        <p:strVal val="visible"/>
                                      </p:to>
                                    </p:set>
                                    <p:animEffect transition="in" filter="box(in)">
                                      <p:cBhvr>
                                        <p:cTn id="7" dur="500"/>
                                        <p:tgtEl>
                                          <p:spTgt spid="176132"/>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76134"/>
                                        </p:tgtEl>
                                        <p:attrNameLst>
                                          <p:attrName>style.visibility</p:attrName>
                                        </p:attrNameLst>
                                      </p:cBhvr>
                                      <p:to>
                                        <p:strVal val="visible"/>
                                      </p:to>
                                    </p:set>
                                    <p:anim calcmode="lin" valueType="num">
                                      <p:cBhvr>
                                        <p:cTn id="12" dur="500" fill="hold"/>
                                        <p:tgtEl>
                                          <p:spTgt spid="176134"/>
                                        </p:tgtEl>
                                        <p:attrNameLst>
                                          <p:attrName>ppt_w</p:attrName>
                                        </p:attrNameLst>
                                      </p:cBhvr>
                                      <p:tavLst>
                                        <p:tav tm="0">
                                          <p:val>
                                            <p:fltVal val="0"/>
                                          </p:val>
                                        </p:tav>
                                        <p:tav tm="100000">
                                          <p:val>
                                            <p:strVal val="#ppt_w"/>
                                          </p:val>
                                        </p:tav>
                                      </p:tavLst>
                                    </p:anim>
                                    <p:anim calcmode="lin" valueType="num">
                                      <p:cBhvr>
                                        <p:cTn id="13" dur="500" fill="hold"/>
                                        <p:tgtEl>
                                          <p:spTgt spid="176134"/>
                                        </p:tgtEl>
                                        <p:attrNameLst>
                                          <p:attrName>ppt_h</p:attrName>
                                        </p:attrNameLst>
                                      </p:cBhvr>
                                      <p:tavLst>
                                        <p:tav tm="0">
                                          <p:val>
                                            <p:strVal val="#ppt_h"/>
                                          </p:val>
                                        </p:tav>
                                        <p:tav tm="100000">
                                          <p:val>
                                            <p:strVal val="#ppt_h"/>
                                          </p:val>
                                        </p:tav>
                                      </p:tavLst>
                                    </p:anim>
                                  </p:childTnLst>
                                </p:cTn>
                              </p:par>
                            </p:childTnLst>
                          </p:cTn>
                        </p:par>
                        <p:par>
                          <p:cTn id="14" fill="hold">
                            <p:stCondLst>
                              <p:cond delay="500"/>
                            </p:stCondLst>
                            <p:childTnLst>
                              <p:par>
                                <p:cTn id="15" presetID="4" presetClass="entr" presetSubtype="16" fill="hold" grpId="0" nodeType="afterEffect">
                                  <p:stCondLst>
                                    <p:cond delay="0"/>
                                  </p:stCondLst>
                                  <p:childTnLst>
                                    <p:set>
                                      <p:cBhvr>
                                        <p:cTn id="16" dur="1" fill="hold">
                                          <p:stCondLst>
                                            <p:cond delay="0"/>
                                          </p:stCondLst>
                                        </p:cTn>
                                        <p:tgtEl>
                                          <p:spTgt spid="176133"/>
                                        </p:tgtEl>
                                        <p:attrNameLst>
                                          <p:attrName>style.visibility</p:attrName>
                                        </p:attrNameLst>
                                      </p:cBhvr>
                                      <p:to>
                                        <p:strVal val="visible"/>
                                      </p:to>
                                    </p:set>
                                    <p:animEffect transition="in" filter="box(in)">
                                      <p:cBhvr>
                                        <p:cTn id="17" dur="500"/>
                                        <p:tgtEl>
                                          <p:spTgt spid="176133"/>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10" fill="hold" grpId="0" nodeType="clickEffect">
                                  <p:stCondLst>
                                    <p:cond delay="0"/>
                                  </p:stCondLst>
                                  <p:childTnLst>
                                    <p:set>
                                      <p:cBhvr>
                                        <p:cTn id="21" dur="1" fill="hold">
                                          <p:stCondLst>
                                            <p:cond delay="0"/>
                                          </p:stCondLst>
                                        </p:cTn>
                                        <p:tgtEl>
                                          <p:spTgt spid="176135"/>
                                        </p:tgtEl>
                                        <p:attrNameLst>
                                          <p:attrName>style.visibility</p:attrName>
                                        </p:attrNameLst>
                                      </p:cBhvr>
                                      <p:to>
                                        <p:strVal val="visible"/>
                                      </p:to>
                                    </p:set>
                                    <p:anim calcmode="lin" valueType="num">
                                      <p:cBhvr>
                                        <p:cTn id="22" dur="500" fill="hold"/>
                                        <p:tgtEl>
                                          <p:spTgt spid="176135"/>
                                        </p:tgtEl>
                                        <p:attrNameLst>
                                          <p:attrName>ppt_w</p:attrName>
                                        </p:attrNameLst>
                                      </p:cBhvr>
                                      <p:tavLst>
                                        <p:tav tm="0">
                                          <p:val>
                                            <p:fltVal val="0"/>
                                          </p:val>
                                        </p:tav>
                                        <p:tav tm="100000">
                                          <p:val>
                                            <p:strVal val="#ppt_w"/>
                                          </p:val>
                                        </p:tav>
                                      </p:tavLst>
                                    </p:anim>
                                    <p:anim calcmode="lin" valueType="num">
                                      <p:cBhvr>
                                        <p:cTn id="23" dur="500" fill="hold"/>
                                        <p:tgtEl>
                                          <p:spTgt spid="176135"/>
                                        </p:tgtEl>
                                        <p:attrNameLst>
                                          <p:attrName>ppt_h</p:attrName>
                                        </p:attrNameLst>
                                      </p:cBhvr>
                                      <p:tavLst>
                                        <p:tav tm="0">
                                          <p:val>
                                            <p:strVal val="#ppt_h"/>
                                          </p:val>
                                        </p:tav>
                                        <p:tav tm="100000">
                                          <p:val>
                                            <p:strVal val="#ppt_h"/>
                                          </p:val>
                                        </p:tav>
                                      </p:tavLst>
                                    </p:anim>
                                  </p:childTnLst>
                                </p:cTn>
                              </p:par>
                            </p:childTnLst>
                          </p:cTn>
                        </p:par>
                        <p:par>
                          <p:cTn id="24" fill="hold">
                            <p:stCondLst>
                              <p:cond delay="500"/>
                            </p:stCondLst>
                            <p:childTnLst>
                              <p:par>
                                <p:cTn id="25" presetID="4" presetClass="entr" presetSubtype="16" fill="hold" nodeType="afterEffect">
                                  <p:stCondLst>
                                    <p:cond delay="0"/>
                                  </p:stCondLst>
                                  <p:childTnLst>
                                    <p:set>
                                      <p:cBhvr>
                                        <p:cTn id="26" dur="1" fill="hold">
                                          <p:stCondLst>
                                            <p:cond delay="0"/>
                                          </p:stCondLst>
                                        </p:cTn>
                                        <p:tgtEl>
                                          <p:spTgt spid="176131"/>
                                        </p:tgtEl>
                                        <p:attrNameLst>
                                          <p:attrName>style.visibility</p:attrName>
                                        </p:attrNameLst>
                                      </p:cBhvr>
                                      <p:to>
                                        <p:strVal val="visible"/>
                                      </p:to>
                                    </p:set>
                                    <p:animEffect transition="in" filter="box(in)">
                                      <p:cBhvr>
                                        <p:cTn id="27" dur="500"/>
                                        <p:tgtEl>
                                          <p:spTgt spid="17613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76137"/>
                                        </p:tgtEl>
                                        <p:attrNameLst>
                                          <p:attrName>style.visibility</p:attrName>
                                        </p:attrNameLst>
                                      </p:cBhvr>
                                      <p:to>
                                        <p:strVal val="visible"/>
                                      </p:to>
                                    </p:set>
                                    <p:animEffect transition="in" filter="box(in)">
                                      <p:cBhvr>
                                        <p:cTn id="32" dur="500"/>
                                        <p:tgtEl>
                                          <p:spTgt spid="176137"/>
                                        </p:tgtEl>
                                      </p:cBhvr>
                                    </p:animEffect>
                                  </p:childTnLst>
                                </p:cTn>
                              </p:par>
                            </p:childTnLst>
                          </p:cTn>
                        </p:par>
                      </p:childTnLst>
                    </p:cTn>
                  </p:par>
                  <p:par>
                    <p:cTn id="33" fill="hold">
                      <p:stCondLst>
                        <p:cond delay="indefinite"/>
                      </p:stCondLst>
                      <p:childTnLst>
                        <p:par>
                          <p:cTn id="34" fill="hold">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176139"/>
                                        </p:tgtEl>
                                        <p:attrNameLst>
                                          <p:attrName>style.visibility</p:attrName>
                                        </p:attrNameLst>
                                      </p:cBhvr>
                                      <p:to>
                                        <p:strVal val="visible"/>
                                      </p:to>
                                    </p:set>
                                    <p:anim calcmode="lin" valueType="num">
                                      <p:cBhvr>
                                        <p:cTn id="37" dur="500" fill="hold"/>
                                        <p:tgtEl>
                                          <p:spTgt spid="176139"/>
                                        </p:tgtEl>
                                        <p:attrNameLst>
                                          <p:attrName>ppt_w</p:attrName>
                                        </p:attrNameLst>
                                      </p:cBhvr>
                                      <p:tavLst>
                                        <p:tav tm="0">
                                          <p:val>
                                            <p:fltVal val="0"/>
                                          </p:val>
                                        </p:tav>
                                        <p:tav tm="100000">
                                          <p:val>
                                            <p:strVal val="#ppt_w"/>
                                          </p:val>
                                        </p:tav>
                                      </p:tavLst>
                                    </p:anim>
                                    <p:anim calcmode="lin" valueType="num">
                                      <p:cBhvr>
                                        <p:cTn id="38" dur="500" fill="hold"/>
                                        <p:tgtEl>
                                          <p:spTgt spid="176139"/>
                                        </p:tgtEl>
                                        <p:attrNameLst>
                                          <p:attrName>ppt_h</p:attrName>
                                        </p:attrNameLst>
                                      </p:cBhvr>
                                      <p:tavLst>
                                        <p:tav tm="0">
                                          <p:val>
                                            <p:strVal val="#ppt_h"/>
                                          </p:val>
                                        </p:tav>
                                        <p:tav tm="100000">
                                          <p:val>
                                            <p:strVal val="#ppt_h"/>
                                          </p:val>
                                        </p:tav>
                                      </p:tavLst>
                                    </p:anim>
                                  </p:childTnLst>
                                </p:cTn>
                              </p:par>
                            </p:childTnLst>
                          </p:cTn>
                        </p:par>
                        <p:par>
                          <p:cTn id="39" fill="hold">
                            <p:stCondLst>
                              <p:cond delay="500"/>
                            </p:stCondLst>
                            <p:childTnLst>
                              <p:par>
                                <p:cTn id="40" presetID="4" presetClass="entr" presetSubtype="16" fill="hold" grpId="0" nodeType="afterEffect">
                                  <p:stCondLst>
                                    <p:cond delay="0"/>
                                  </p:stCondLst>
                                  <p:childTnLst>
                                    <p:set>
                                      <p:cBhvr>
                                        <p:cTn id="41" dur="1" fill="hold">
                                          <p:stCondLst>
                                            <p:cond delay="0"/>
                                          </p:stCondLst>
                                        </p:cTn>
                                        <p:tgtEl>
                                          <p:spTgt spid="176138"/>
                                        </p:tgtEl>
                                        <p:attrNameLst>
                                          <p:attrName>style.visibility</p:attrName>
                                        </p:attrNameLst>
                                      </p:cBhvr>
                                      <p:to>
                                        <p:strVal val="visible"/>
                                      </p:to>
                                    </p:set>
                                    <p:animEffect transition="in" filter="box(in)">
                                      <p:cBhvr>
                                        <p:cTn id="42" dur="500"/>
                                        <p:tgtEl>
                                          <p:spTgt spid="176138"/>
                                        </p:tgtEl>
                                      </p:cBhvr>
                                    </p:animEffect>
                                  </p:childTnLst>
                                </p:cTn>
                              </p:par>
                            </p:childTnLst>
                          </p:cTn>
                        </p:par>
                      </p:childTnLst>
                    </p:cTn>
                  </p:par>
                  <p:par>
                    <p:cTn id="43" fill="hold">
                      <p:stCondLst>
                        <p:cond delay="indefinite"/>
                      </p:stCondLst>
                      <p:childTnLst>
                        <p:par>
                          <p:cTn id="44" fill="hold">
                            <p:stCondLst>
                              <p:cond delay="0"/>
                            </p:stCondLst>
                            <p:childTnLst>
                              <p:par>
                                <p:cTn id="45" presetID="17" presetClass="entr" presetSubtype="10" fill="hold" grpId="0" nodeType="clickEffect">
                                  <p:stCondLst>
                                    <p:cond delay="0"/>
                                  </p:stCondLst>
                                  <p:childTnLst>
                                    <p:set>
                                      <p:cBhvr>
                                        <p:cTn id="46" dur="1" fill="hold">
                                          <p:stCondLst>
                                            <p:cond delay="0"/>
                                          </p:stCondLst>
                                        </p:cTn>
                                        <p:tgtEl>
                                          <p:spTgt spid="176140"/>
                                        </p:tgtEl>
                                        <p:attrNameLst>
                                          <p:attrName>style.visibility</p:attrName>
                                        </p:attrNameLst>
                                      </p:cBhvr>
                                      <p:to>
                                        <p:strVal val="visible"/>
                                      </p:to>
                                    </p:set>
                                    <p:anim calcmode="lin" valueType="num">
                                      <p:cBhvr>
                                        <p:cTn id="47" dur="500" fill="hold"/>
                                        <p:tgtEl>
                                          <p:spTgt spid="176140"/>
                                        </p:tgtEl>
                                        <p:attrNameLst>
                                          <p:attrName>ppt_w</p:attrName>
                                        </p:attrNameLst>
                                      </p:cBhvr>
                                      <p:tavLst>
                                        <p:tav tm="0">
                                          <p:val>
                                            <p:fltVal val="0"/>
                                          </p:val>
                                        </p:tav>
                                        <p:tav tm="100000">
                                          <p:val>
                                            <p:strVal val="#ppt_w"/>
                                          </p:val>
                                        </p:tav>
                                      </p:tavLst>
                                    </p:anim>
                                    <p:anim calcmode="lin" valueType="num">
                                      <p:cBhvr>
                                        <p:cTn id="48" dur="500" fill="hold"/>
                                        <p:tgtEl>
                                          <p:spTgt spid="176140"/>
                                        </p:tgtEl>
                                        <p:attrNameLst>
                                          <p:attrName>ppt_h</p:attrName>
                                        </p:attrNameLst>
                                      </p:cBhvr>
                                      <p:tavLst>
                                        <p:tav tm="0">
                                          <p:val>
                                            <p:strVal val="#ppt_h"/>
                                          </p:val>
                                        </p:tav>
                                        <p:tav tm="100000">
                                          <p:val>
                                            <p:strVal val="#ppt_h"/>
                                          </p:val>
                                        </p:tav>
                                      </p:tavLst>
                                    </p:anim>
                                  </p:childTnLst>
                                </p:cTn>
                              </p:par>
                            </p:childTnLst>
                          </p:cTn>
                        </p:par>
                        <p:par>
                          <p:cTn id="49" fill="hold">
                            <p:stCondLst>
                              <p:cond delay="500"/>
                            </p:stCondLst>
                            <p:childTnLst>
                              <p:par>
                                <p:cTn id="50" presetID="4" presetClass="entr" presetSubtype="16" fill="hold" nodeType="afterEffect">
                                  <p:stCondLst>
                                    <p:cond delay="0"/>
                                  </p:stCondLst>
                                  <p:childTnLst>
                                    <p:set>
                                      <p:cBhvr>
                                        <p:cTn id="51" dur="1" fill="hold">
                                          <p:stCondLst>
                                            <p:cond delay="0"/>
                                          </p:stCondLst>
                                        </p:cTn>
                                        <p:tgtEl>
                                          <p:spTgt spid="176136"/>
                                        </p:tgtEl>
                                        <p:attrNameLst>
                                          <p:attrName>style.visibility</p:attrName>
                                        </p:attrNameLst>
                                      </p:cBhvr>
                                      <p:to>
                                        <p:strVal val="visible"/>
                                      </p:to>
                                    </p:set>
                                    <p:animEffect transition="in" filter="box(in)">
                                      <p:cBhvr>
                                        <p:cTn id="52" dur="500"/>
                                        <p:tgtEl>
                                          <p:spTgt spid="176136"/>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176141"/>
                                        </p:tgtEl>
                                        <p:attrNameLst>
                                          <p:attrName>style.visibility</p:attrName>
                                        </p:attrNameLst>
                                      </p:cBhvr>
                                      <p:to>
                                        <p:strVal val="visible"/>
                                      </p:to>
                                    </p:set>
                                    <p:anim calcmode="lin" valueType="num">
                                      <p:cBhvr additive="base">
                                        <p:cTn id="57" dur="500" fill="hold"/>
                                        <p:tgtEl>
                                          <p:spTgt spid="176141"/>
                                        </p:tgtEl>
                                        <p:attrNameLst>
                                          <p:attrName>ppt_x</p:attrName>
                                        </p:attrNameLst>
                                      </p:cBhvr>
                                      <p:tavLst>
                                        <p:tav tm="0">
                                          <p:val>
                                            <p:strVal val="0-#ppt_w/2"/>
                                          </p:val>
                                        </p:tav>
                                        <p:tav tm="100000">
                                          <p:val>
                                            <p:strVal val="#ppt_x"/>
                                          </p:val>
                                        </p:tav>
                                      </p:tavLst>
                                    </p:anim>
                                    <p:anim calcmode="lin" valueType="num">
                                      <p:cBhvr additive="base">
                                        <p:cTn id="58" dur="500" fill="hold"/>
                                        <p:tgtEl>
                                          <p:spTgt spid="176141"/>
                                        </p:tgtEl>
                                        <p:attrNameLst>
                                          <p:attrName>ppt_y</p:attrName>
                                        </p:attrNameLst>
                                      </p:cBhvr>
                                      <p:tavLst>
                                        <p:tav tm="0">
                                          <p:val>
                                            <p:strVal val="#ppt_y"/>
                                          </p:val>
                                        </p:tav>
                                        <p:tav tm="100000">
                                          <p:val>
                                            <p:strVal val="#ppt_y"/>
                                          </p:val>
                                        </p:tav>
                                      </p:tavLst>
                                    </p:anim>
                                  </p:childTnLst>
                                </p:cTn>
                              </p:par>
                            </p:childTnLst>
                          </p:cTn>
                        </p:par>
                        <p:par>
                          <p:cTn id="59" fill="hold">
                            <p:stCondLst>
                              <p:cond delay="500"/>
                            </p:stCondLst>
                            <p:childTnLst>
                              <p:par>
                                <p:cTn id="60" presetID="4" presetClass="entr" presetSubtype="16" fill="hold" nodeType="afterEffect">
                                  <p:stCondLst>
                                    <p:cond delay="0"/>
                                  </p:stCondLst>
                                  <p:childTnLst>
                                    <p:set>
                                      <p:cBhvr>
                                        <p:cTn id="61" dur="1" fill="hold">
                                          <p:stCondLst>
                                            <p:cond delay="0"/>
                                          </p:stCondLst>
                                        </p:cTn>
                                        <p:tgtEl>
                                          <p:spTgt spid="176142"/>
                                        </p:tgtEl>
                                        <p:attrNameLst>
                                          <p:attrName>style.visibility</p:attrName>
                                        </p:attrNameLst>
                                      </p:cBhvr>
                                      <p:to>
                                        <p:strVal val="visible"/>
                                      </p:to>
                                    </p:set>
                                    <p:animEffect transition="in" filter="box(in)">
                                      <p:cBhvr>
                                        <p:cTn id="62" dur="500"/>
                                        <p:tgtEl>
                                          <p:spTgt spid="176142"/>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176144"/>
                                        </p:tgtEl>
                                        <p:attrNameLst>
                                          <p:attrName>style.visibility</p:attrName>
                                        </p:attrNameLst>
                                      </p:cBhvr>
                                      <p:to>
                                        <p:strVal val="visible"/>
                                      </p:to>
                                    </p:set>
                                    <p:animEffect transition="in" filter="box(in)">
                                      <p:cBhvr>
                                        <p:cTn id="67" dur="500"/>
                                        <p:tgtEl>
                                          <p:spTgt spid="176144"/>
                                        </p:tgtEl>
                                      </p:cBhvr>
                                    </p:animEffect>
                                  </p:childTnLst>
                                </p:cTn>
                              </p:par>
                            </p:childTnLst>
                          </p:cTn>
                        </p:par>
                      </p:childTnLst>
                    </p:cTn>
                  </p:par>
                  <p:par>
                    <p:cTn id="68" fill="hold">
                      <p:stCondLst>
                        <p:cond delay="indefinite"/>
                      </p:stCondLst>
                      <p:childTnLst>
                        <p:par>
                          <p:cTn id="69" fill="hold">
                            <p:stCondLst>
                              <p:cond delay="0"/>
                            </p:stCondLst>
                            <p:childTnLst>
                              <p:par>
                                <p:cTn id="70" presetID="17" presetClass="entr" presetSubtype="10" fill="hold" grpId="0" nodeType="clickEffect">
                                  <p:stCondLst>
                                    <p:cond delay="0"/>
                                  </p:stCondLst>
                                  <p:childTnLst>
                                    <p:set>
                                      <p:cBhvr>
                                        <p:cTn id="71" dur="1" fill="hold">
                                          <p:stCondLst>
                                            <p:cond delay="0"/>
                                          </p:stCondLst>
                                        </p:cTn>
                                        <p:tgtEl>
                                          <p:spTgt spid="176145"/>
                                        </p:tgtEl>
                                        <p:attrNameLst>
                                          <p:attrName>style.visibility</p:attrName>
                                        </p:attrNameLst>
                                      </p:cBhvr>
                                      <p:to>
                                        <p:strVal val="visible"/>
                                      </p:to>
                                    </p:set>
                                    <p:anim calcmode="lin" valueType="num">
                                      <p:cBhvr>
                                        <p:cTn id="72" dur="500" fill="hold"/>
                                        <p:tgtEl>
                                          <p:spTgt spid="176145"/>
                                        </p:tgtEl>
                                        <p:attrNameLst>
                                          <p:attrName>ppt_w</p:attrName>
                                        </p:attrNameLst>
                                      </p:cBhvr>
                                      <p:tavLst>
                                        <p:tav tm="0">
                                          <p:val>
                                            <p:fltVal val="0"/>
                                          </p:val>
                                        </p:tav>
                                        <p:tav tm="100000">
                                          <p:val>
                                            <p:strVal val="#ppt_w"/>
                                          </p:val>
                                        </p:tav>
                                      </p:tavLst>
                                    </p:anim>
                                    <p:anim calcmode="lin" valueType="num">
                                      <p:cBhvr>
                                        <p:cTn id="73" dur="500" fill="hold"/>
                                        <p:tgtEl>
                                          <p:spTgt spid="176145"/>
                                        </p:tgtEl>
                                        <p:attrNameLst>
                                          <p:attrName>ppt_h</p:attrName>
                                        </p:attrNameLst>
                                      </p:cBhvr>
                                      <p:tavLst>
                                        <p:tav tm="0">
                                          <p:val>
                                            <p:strVal val="#ppt_h"/>
                                          </p:val>
                                        </p:tav>
                                        <p:tav tm="100000">
                                          <p:val>
                                            <p:strVal val="#ppt_h"/>
                                          </p:val>
                                        </p:tav>
                                      </p:tavLst>
                                    </p:anim>
                                  </p:childTnLst>
                                </p:cTn>
                              </p:par>
                            </p:childTnLst>
                          </p:cTn>
                        </p:par>
                        <p:par>
                          <p:cTn id="74" fill="hold">
                            <p:stCondLst>
                              <p:cond delay="500"/>
                            </p:stCondLst>
                            <p:childTnLst>
                              <p:par>
                                <p:cTn id="75" presetID="4" presetClass="entr" presetSubtype="16" fill="hold" nodeType="afterEffect">
                                  <p:stCondLst>
                                    <p:cond delay="0"/>
                                  </p:stCondLst>
                                  <p:childTnLst>
                                    <p:set>
                                      <p:cBhvr>
                                        <p:cTn id="76" dur="1" fill="hold">
                                          <p:stCondLst>
                                            <p:cond delay="0"/>
                                          </p:stCondLst>
                                        </p:cTn>
                                        <p:tgtEl>
                                          <p:spTgt spid="176143"/>
                                        </p:tgtEl>
                                        <p:attrNameLst>
                                          <p:attrName>style.visibility</p:attrName>
                                        </p:attrNameLst>
                                      </p:cBhvr>
                                      <p:to>
                                        <p:strVal val="visible"/>
                                      </p:to>
                                    </p:set>
                                    <p:animEffect transition="in" filter="box(in)">
                                      <p:cBhvr>
                                        <p:cTn id="77" dur="500"/>
                                        <p:tgtEl>
                                          <p:spTgt spid="176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2" grpId="0"/>
      <p:bldP spid="176133" grpId="0"/>
      <p:bldP spid="176134" grpId="0" bldLvl="0" animBg="1"/>
      <p:bldP spid="176135" grpId="0" bldLvl="0" animBg="1"/>
      <p:bldP spid="176137" grpId="0"/>
      <p:bldP spid="176138" grpId="0"/>
      <p:bldP spid="176139" grpId="0" bldLvl="0" animBg="1"/>
      <p:bldP spid="176140" grpId="0" bldLvl="0" animBg="1"/>
      <p:bldP spid="176141" grpId="0" bldLvl="0" animBg="1"/>
      <p:bldP spid="176144" grpId="0"/>
      <p:bldP spid="176145"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58" name="Rectangle 2"/>
          <p:cNvSpPr/>
          <p:nvPr/>
        </p:nvSpPr>
        <p:spPr>
          <a:xfrm>
            <a:off x="685800" y="333375"/>
            <a:ext cx="7772400" cy="1143000"/>
          </a:xfrm>
          <a:prstGeom prst="rect">
            <a:avLst/>
          </a:prstGeom>
          <a:noFill/>
          <a:ln w="9525">
            <a:noFill/>
          </a:ln>
        </p:spPr>
        <p:txBody>
          <a:bodyPr lIns="92075" tIns="46038" rIns="92075" bIns="46038" anchor="ctr" anchorCtr="0"/>
          <a:lstStyle/>
          <a:p>
            <a:r>
              <a:rPr lang="zh-CN" altLang="en-US" sz="3200" b="1" dirty="0">
                <a:solidFill>
                  <a:srgbClr val="0000FF"/>
                </a:solidFill>
                <a:latin typeface="Times New Roman" panose="02020603050405020304" pitchFamily="18" charset="0"/>
                <a:ea typeface="楷体_GB2312"/>
              </a:rPr>
              <a:t>知识结构图</a:t>
            </a:r>
          </a:p>
        </p:txBody>
      </p:sp>
      <p:sp>
        <p:nvSpPr>
          <p:cNvPr id="172035" name="Rectangle 3"/>
          <p:cNvSpPr/>
          <p:nvPr/>
        </p:nvSpPr>
        <p:spPr>
          <a:xfrm>
            <a:off x="1333500" y="1568450"/>
            <a:ext cx="1725613" cy="609600"/>
          </a:xfrm>
          <a:prstGeom prst="rect">
            <a:avLst/>
          </a:prstGeom>
          <a:noFill/>
          <a:ln w="9525">
            <a:noFill/>
          </a:ln>
        </p:spPr>
        <p:txBody>
          <a:bodyPr anchor="ctr" anchorCtr="1"/>
          <a:lstStyle/>
          <a:p>
            <a:pPr marL="342900" indent="-342900" algn="ctr">
              <a:spcBef>
                <a:spcPct val="20000"/>
              </a:spcBef>
              <a:buClr>
                <a:srgbClr val="00007D"/>
              </a:buClr>
              <a:buSzPct val="75000"/>
              <a:buFont typeface="Wingdings" panose="05000000000000000000" pitchFamily="2" charset="2"/>
            </a:pPr>
            <a:r>
              <a:rPr lang="en-US" altLang="zh-CN" sz="2400" b="1" i="1" dirty="0">
                <a:solidFill>
                  <a:srgbClr val="000000"/>
                </a:solidFill>
                <a:latin typeface="Times New Roman" panose="02020603050405020304" pitchFamily="18" charset="0"/>
                <a:ea typeface="楷体_GB2312"/>
              </a:rPr>
              <a:t>n</a:t>
            </a:r>
            <a:r>
              <a:rPr lang="zh-CN" altLang="en-US" sz="2400" b="1" dirty="0">
                <a:solidFill>
                  <a:srgbClr val="000000"/>
                </a:solidFill>
                <a:latin typeface="楷体_GB2312"/>
                <a:ea typeface="楷体_GB2312"/>
              </a:rPr>
              <a:t>维向量</a:t>
            </a:r>
          </a:p>
        </p:txBody>
      </p:sp>
      <p:sp>
        <p:nvSpPr>
          <p:cNvPr id="172036" name="Line 4"/>
          <p:cNvSpPr/>
          <p:nvPr/>
        </p:nvSpPr>
        <p:spPr>
          <a:xfrm>
            <a:off x="2195513" y="2135188"/>
            <a:ext cx="0" cy="503237"/>
          </a:xfrm>
          <a:prstGeom prst="line">
            <a:avLst/>
          </a:prstGeom>
          <a:ln w="57150" cap="flat" cmpd="sng">
            <a:solidFill>
              <a:srgbClr val="0000FF"/>
            </a:solidFill>
            <a:prstDash val="solid"/>
            <a:headEnd type="none" w="med" len="med"/>
            <a:tailEnd type="arrow" w="lg" len="med"/>
          </a:ln>
        </p:spPr>
      </p:sp>
      <p:sp>
        <p:nvSpPr>
          <p:cNvPr id="172037" name="Rectangle 5"/>
          <p:cNvSpPr/>
          <p:nvPr/>
        </p:nvSpPr>
        <p:spPr>
          <a:xfrm>
            <a:off x="1330325" y="2593975"/>
            <a:ext cx="1725613" cy="609600"/>
          </a:xfrm>
          <a:prstGeom prst="rect">
            <a:avLst/>
          </a:prstGeom>
          <a:noFill/>
          <a:ln w="9525">
            <a:noFill/>
          </a:ln>
        </p:spPr>
        <p:txBody>
          <a:bodyPr anchor="ctr" anchorCtr="1"/>
          <a:lstStyle/>
          <a:p>
            <a:pPr marL="342900" indent="-342900" algn="ctr">
              <a:spcBef>
                <a:spcPct val="20000"/>
              </a:spcBef>
              <a:buClr>
                <a:srgbClr val="00007D"/>
              </a:buClr>
              <a:buSzPct val="75000"/>
              <a:buFont typeface="Wingdings" panose="05000000000000000000" pitchFamily="2" charset="2"/>
            </a:pPr>
            <a:r>
              <a:rPr lang="zh-CN" altLang="en-US" sz="2400" b="1" dirty="0">
                <a:solidFill>
                  <a:srgbClr val="000000"/>
                </a:solidFill>
                <a:latin typeface="楷体_GB2312"/>
                <a:ea typeface="楷体_GB2312"/>
              </a:rPr>
              <a:t>向量组</a:t>
            </a:r>
          </a:p>
        </p:txBody>
      </p:sp>
      <p:sp>
        <p:nvSpPr>
          <p:cNvPr id="172038" name="Line 6"/>
          <p:cNvSpPr/>
          <p:nvPr/>
        </p:nvSpPr>
        <p:spPr>
          <a:xfrm>
            <a:off x="2195513" y="3159125"/>
            <a:ext cx="0" cy="503238"/>
          </a:xfrm>
          <a:prstGeom prst="line">
            <a:avLst/>
          </a:prstGeom>
          <a:ln w="57150" cap="flat" cmpd="sng">
            <a:solidFill>
              <a:srgbClr val="0000FF"/>
            </a:solidFill>
            <a:prstDash val="solid"/>
            <a:headEnd type="none" w="med" len="med"/>
            <a:tailEnd type="arrow" w="lg" len="med"/>
          </a:ln>
        </p:spPr>
      </p:sp>
      <p:sp>
        <p:nvSpPr>
          <p:cNvPr id="172039" name="Line 7"/>
          <p:cNvSpPr/>
          <p:nvPr/>
        </p:nvSpPr>
        <p:spPr>
          <a:xfrm flipV="1">
            <a:off x="3562350" y="2895600"/>
            <a:ext cx="723900" cy="1588"/>
          </a:xfrm>
          <a:prstGeom prst="line">
            <a:avLst/>
          </a:prstGeom>
          <a:ln w="57150" cap="flat" cmpd="sng">
            <a:solidFill>
              <a:srgbClr val="FF3300"/>
            </a:solidFill>
            <a:prstDash val="solid"/>
            <a:headEnd type="none" w="med" len="med"/>
            <a:tailEnd type="arrow" w="lg" len="med"/>
          </a:ln>
        </p:spPr>
      </p:sp>
      <p:sp>
        <p:nvSpPr>
          <p:cNvPr id="172040" name="Rectangle 8"/>
          <p:cNvSpPr/>
          <p:nvPr/>
        </p:nvSpPr>
        <p:spPr>
          <a:xfrm>
            <a:off x="4286250" y="2592388"/>
            <a:ext cx="4389438" cy="609600"/>
          </a:xfrm>
          <a:prstGeom prst="rect">
            <a:avLst/>
          </a:prstGeom>
          <a:noFill/>
          <a:ln w="9525">
            <a:noFill/>
          </a:ln>
        </p:spPr>
        <p:txBody>
          <a:bodyPr anchor="ctr" anchorCtr="0"/>
          <a:lstStyle/>
          <a:p>
            <a:pPr marL="342900" indent="-342900">
              <a:spcBef>
                <a:spcPct val="20000"/>
              </a:spcBef>
              <a:buClr>
                <a:srgbClr val="00007D"/>
              </a:buClr>
              <a:buSzPct val="75000"/>
              <a:buFont typeface="Wingdings" panose="05000000000000000000" pitchFamily="2" charset="2"/>
            </a:pPr>
            <a:r>
              <a:rPr lang="zh-CN" altLang="en-US" sz="2400" b="1" dirty="0">
                <a:solidFill>
                  <a:srgbClr val="000000"/>
                </a:solidFill>
                <a:latin typeface="楷体_GB2312"/>
                <a:ea typeface="楷体_GB2312"/>
              </a:rPr>
              <a:t>向量组与矩阵的对应</a:t>
            </a:r>
          </a:p>
        </p:txBody>
      </p:sp>
      <p:sp>
        <p:nvSpPr>
          <p:cNvPr id="172041" name="Rectangle 9"/>
          <p:cNvSpPr/>
          <p:nvPr/>
        </p:nvSpPr>
        <p:spPr>
          <a:xfrm>
            <a:off x="387350" y="3617913"/>
            <a:ext cx="3600450" cy="609600"/>
          </a:xfrm>
          <a:prstGeom prst="rect">
            <a:avLst/>
          </a:prstGeom>
          <a:noFill/>
          <a:ln w="9525">
            <a:noFill/>
          </a:ln>
        </p:spPr>
        <p:txBody>
          <a:bodyPr anchor="ctr" anchorCtr="1"/>
          <a:lstStyle/>
          <a:p>
            <a:pPr marL="342900" indent="-342900" algn="ctr">
              <a:spcBef>
                <a:spcPct val="20000"/>
              </a:spcBef>
              <a:buClr>
                <a:srgbClr val="00007D"/>
              </a:buClr>
              <a:buSzPct val="75000"/>
              <a:buFont typeface="Wingdings" panose="05000000000000000000" pitchFamily="2" charset="2"/>
            </a:pPr>
            <a:r>
              <a:rPr lang="zh-CN" altLang="en-US" sz="2400" b="1" dirty="0">
                <a:solidFill>
                  <a:srgbClr val="000000"/>
                </a:solidFill>
                <a:latin typeface="楷体_GB2312"/>
                <a:ea typeface="楷体_GB2312"/>
              </a:rPr>
              <a:t>向量组的线性组合</a:t>
            </a:r>
          </a:p>
        </p:txBody>
      </p:sp>
      <p:sp>
        <p:nvSpPr>
          <p:cNvPr id="172042" name="Line 10"/>
          <p:cNvSpPr/>
          <p:nvPr/>
        </p:nvSpPr>
        <p:spPr>
          <a:xfrm>
            <a:off x="2193925" y="4184650"/>
            <a:ext cx="0" cy="503238"/>
          </a:xfrm>
          <a:prstGeom prst="line">
            <a:avLst/>
          </a:prstGeom>
          <a:ln w="57150" cap="flat" cmpd="sng">
            <a:solidFill>
              <a:srgbClr val="0000FF"/>
            </a:solidFill>
            <a:prstDash val="solid"/>
            <a:headEnd type="none" w="med" len="med"/>
            <a:tailEnd type="arrow" w="lg" len="med"/>
          </a:ln>
        </p:spPr>
      </p:sp>
      <p:sp>
        <p:nvSpPr>
          <p:cNvPr id="172043" name="Rectangle 11"/>
          <p:cNvSpPr/>
          <p:nvPr/>
        </p:nvSpPr>
        <p:spPr>
          <a:xfrm>
            <a:off x="381000" y="4643438"/>
            <a:ext cx="3600450" cy="609600"/>
          </a:xfrm>
          <a:prstGeom prst="rect">
            <a:avLst/>
          </a:prstGeom>
          <a:noFill/>
          <a:ln w="9525">
            <a:noFill/>
          </a:ln>
        </p:spPr>
        <p:txBody>
          <a:bodyPr anchor="ctr" anchorCtr="1"/>
          <a:lstStyle/>
          <a:p>
            <a:pPr marL="342900" indent="-342900" algn="ctr">
              <a:spcBef>
                <a:spcPct val="20000"/>
              </a:spcBef>
              <a:buClr>
                <a:srgbClr val="00007D"/>
              </a:buClr>
              <a:buSzPct val="75000"/>
              <a:buFont typeface="Wingdings" panose="05000000000000000000" pitchFamily="2" charset="2"/>
            </a:pPr>
            <a:r>
              <a:rPr lang="zh-CN" altLang="en-US" sz="2400" b="1" dirty="0">
                <a:solidFill>
                  <a:srgbClr val="000000"/>
                </a:solidFill>
                <a:latin typeface="楷体_GB2312"/>
                <a:ea typeface="楷体_GB2312"/>
              </a:rPr>
              <a:t>向量组的线性表示</a:t>
            </a:r>
          </a:p>
        </p:txBody>
      </p:sp>
      <p:sp>
        <p:nvSpPr>
          <p:cNvPr id="172044" name="Line 12"/>
          <p:cNvSpPr/>
          <p:nvPr/>
        </p:nvSpPr>
        <p:spPr>
          <a:xfrm>
            <a:off x="2187575" y="5208588"/>
            <a:ext cx="0" cy="503237"/>
          </a:xfrm>
          <a:prstGeom prst="line">
            <a:avLst/>
          </a:prstGeom>
          <a:ln w="57150" cap="flat" cmpd="sng">
            <a:solidFill>
              <a:srgbClr val="0000FF"/>
            </a:solidFill>
            <a:prstDash val="solid"/>
            <a:headEnd type="none" w="med" len="med"/>
            <a:tailEnd type="arrow" w="lg" len="med"/>
          </a:ln>
        </p:spPr>
      </p:sp>
      <p:sp>
        <p:nvSpPr>
          <p:cNvPr id="172045" name="Rectangle 13"/>
          <p:cNvSpPr/>
          <p:nvPr/>
        </p:nvSpPr>
        <p:spPr>
          <a:xfrm>
            <a:off x="395288" y="5667375"/>
            <a:ext cx="3600450" cy="609600"/>
          </a:xfrm>
          <a:prstGeom prst="rect">
            <a:avLst/>
          </a:prstGeom>
          <a:noFill/>
          <a:ln w="9525">
            <a:noFill/>
          </a:ln>
        </p:spPr>
        <p:txBody>
          <a:bodyPr anchor="ctr" anchorCtr="1"/>
          <a:lstStyle/>
          <a:p>
            <a:pPr marL="342900" indent="-342900" algn="ctr">
              <a:spcBef>
                <a:spcPct val="20000"/>
              </a:spcBef>
              <a:buClr>
                <a:srgbClr val="00007D"/>
              </a:buClr>
              <a:buSzPct val="75000"/>
              <a:buFont typeface="Wingdings" panose="05000000000000000000" pitchFamily="2" charset="2"/>
            </a:pPr>
            <a:r>
              <a:rPr lang="zh-CN" altLang="en-US" sz="2400" b="1" dirty="0">
                <a:solidFill>
                  <a:srgbClr val="000000"/>
                </a:solidFill>
                <a:latin typeface="楷体_GB2312"/>
                <a:ea typeface="楷体_GB2312"/>
              </a:rPr>
              <a:t>向量组的等价</a:t>
            </a:r>
          </a:p>
        </p:txBody>
      </p:sp>
      <p:sp>
        <p:nvSpPr>
          <p:cNvPr id="172046" name="Line 14"/>
          <p:cNvSpPr/>
          <p:nvPr/>
        </p:nvSpPr>
        <p:spPr>
          <a:xfrm flipV="1">
            <a:off x="3562350" y="4916488"/>
            <a:ext cx="723900" cy="1587"/>
          </a:xfrm>
          <a:prstGeom prst="line">
            <a:avLst/>
          </a:prstGeom>
          <a:ln w="57150" cap="flat" cmpd="sng">
            <a:solidFill>
              <a:srgbClr val="FF3300"/>
            </a:solidFill>
            <a:prstDash val="solid"/>
            <a:headEnd type="none" w="med" len="med"/>
            <a:tailEnd type="arrow" w="lg" len="med"/>
          </a:ln>
        </p:spPr>
      </p:sp>
      <p:sp>
        <p:nvSpPr>
          <p:cNvPr id="172047" name="Rectangle 15"/>
          <p:cNvSpPr/>
          <p:nvPr/>
        </p:nvSpPr>
        <p:spPr>
          <a:xfrm>
            <a:off x="4286250" y="4613275"/>
            <a:ext cx="4389438" cy="609600"/>
          </a:xfrm>
          <a:prstGeom prst="rect">
            <a:avLst/>
          </a:prstGeom>
          <a:noFill/>
          <a:ln w="9525">
            <a:noFill/>
          </a:ln>
        </p:spPr>
        <p:txBody>
          <a:bodyPr anchor="ctr" anchorCtr="0"/>
          <a:lstStyle/>
          <a:p>
            <a:pPr marL="342900" indent="-342900">
              <a:spcBef>
                <a:spcPct val="20000"/>
              </a:spcBef>
              <a:buClr>
                <a:srgbClr val="00007D"/>
              </a:buClr>
              <a:buSzPct val="75000"/>
              <a:buFont typeface="Wingdings" panose="05000000000000000000" pitchFamily="2" charset="2"/>
            </a:pPr>
            <a:r>
              <a:rPr lang="zh-CN" altLang="en-US" sz="2400" b="1" dirty="0">
                <a:solidFill>
                  <a:srgbClr val="000000"/>
                </a:solidFill>
                <a:latin typeface="楷体_GB2312"/>
                <a:ea typeface="楷体_GB2312"/>
              </a:rPr>
              <a:t>判定定理及必要条件</a:t>
            </a:r>
          </a:p>
        </p:txBody>
      </p:sp>
      <p:sp>
        <p:nvSpPr>
          <p:cNvPr id="172048" name="Line 16"/>
          <p:cNvSpPr/>
          <p:nvPr/>
        </p:nvSpPr>
        <p:spPr>
          <a:xfrm flipV="1">
            <a:off x="3562350" y="5970588"/>
            <a:ext cx="723900" cy="1587"/>
          </a:xfrm>
          <a:prstGeom prst="line">
            <a:avLst/>
          </a:prstGeom>
          <a:ln w="57150" cap="flat" cmpd="sng">
            <a:solidFill>
              <a:srgbClr val="FF3300"/>
            </a:solidFill>
            <a:prstDash val="solid"/>
            <a:headEnd type="none" w="med" len="med"/>
            <a:tailEnd type="arrow" w="lg" len="med"/>
          </a:ln>
        </p:spPr>
      </p:sp>
      <p:sp>
        <p:nvSpPr>
          <p:cNvPr id="172049" name="Rectangle 17"/>
          <p:cNvSpPr/>
          <p:nvPr/>
        </p:nvSpPr>
        <p:spPr>
          <a:xfrm>
            <a:off x="4286250" y="5667375"/>
            <a:ext cx="4389438" cy="609600"/>
          </a:xfrm>
          <a:prstGeom prst="rect">
            <a:avLst/>
          </a:prstGeom>
          <a:noFill/>
          <a:ln w="9525">
            <a:noFill/>
          </a:ln>
        </p:spPr>
        <p:txBody>
          <a:bodyPr anchor="ctr" anchorCtr="0"/>
          <a:lstStyle/>
          <a:p>
            <a:pPr marL="342900" indent="-342900">
              <a:spcBef>
                <a:spcPct val="20000"/>
              </a:spcBef>
              <a:buClr>
                <a:srgbClr val="00007D"/>
              </a:buClr>
              <a:buSzPct val="75000"/>
              <a:buFont typeface="Wingdings" panose="05000000000000000000" pitchFamily="2" charset="2"/>
            </a:pPr>
            <a:r>
              <a:rPr lang="zh-CN" altLang="en-US" sz="2400" b="1" dirty="0">
                <a:solidFill>
                  <a:srgbClr val="000000"/>
                </a:solidFill>
                <a:latin typeface="楷体_GB2312"/>
                <a:ea typeface="楷体_GB2312"/>
              </a:rPr>
              <a:t>判定定理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2035"/>
                                        </p:tgtEl>
                                        <p:attrNameLst>
                                          <p:attrName>style.visibility</p:attrName>
                                        </p:attrNameLst>
                                      </p:cBhvr>
                                      <p:to>
                                        <p:strVal val="visible"/>
                                      </p:to>
                                    </p:set>
                                    <p:animEffect transition="in" filter="wipe(up)">
                                      <p:cBhvr>
                                        <p:cTn id="7" dur="500"/>
                                        <p:tgtEl>
                                          <p:spTgt spid="1720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2036"/>
                                        </p:tgtEl>
                                        <p:attrNameLst>
                                          <p:attrName>style.visibility</p:attrName>
                                        </p:attrNameLst>
                                      </p:cBhvr>
                                      <p:to>
                                        <p:strVal val="visible"/>
                                      </p:to>
                                    </p:set>
                                    <p:animEffect transition="in" filter="wipe(up)">
                                      <p:cBhvr>
                                        <p:cTn id="12" dur="500"/>
                                        <p:tgtEl>
                                          <p:spTgt spid="17203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72037"/>
                                        </p:tgtEl>
                                        <p:attrNameLst>
                                          <p:attrName>style.visibility</p:attrName>
                                        </p:attrNameLst>
                                      </p:cBhvr>
                                      <p:to>
                                        <p:strVal val="visible"/>
                                      </p:to>
                                    </p:set>
                                    <p:animEffect transition="in" filter="wipe(up)">
                                      <p:cBhvr>
                                        <p:cTn id="16" dur="500"/>
                                        <p:tgtEl>
                                          <p:spTgt spid="17203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72039"/>
                                        </p:tgtEl>
                                        <p:attrNameLst>
                                          <p:attrName>style.visibility</p:attrName>
                                        </p:attrNameLst>
                                      </p:cBhvr>
                                      <p:to>
                                        <p:strVal val="visible"/>
                                      </p:to>
                                    </p:set>
                                    <p:animEffect transition="in" filter="wipe(left)">
                                      <p:cBhvr>
                                        <p:cTn id="21" dur="500"/>
                                        <p:tgtEl>
                                          <p:spTgt spid="172039"/>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72040"/>
                                        </p:tgtEl>
                                        <p:attrNameLst>
                                          <p:attrName>style.visibility</p:attrName>
                                        </p:attrNameLst>
                                      </p:cBhvr>
                                      <p:to>
                                        <p:strVal val="visible"/>
                                      </p:to>
                                    </p:set>
                                    <p:animEffect transition="in" filter="wipe(left)">
                                      <p:cBhvr>
                                        <p:cTn id="25" dur="500"/>
                                        <p:tgtEl>
                                          <p:spTgt spid="17204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72038"/>
                                        </p:tgtEl>
                                        <p:attrNameLst>
                                          <p:attrName>style.visibility</p:attrName>
                                        </p:attrNameLst>
                                      </p:cBhvr>
                                      <p:to>
                                        <p:strVal val="visible"/>
                                      </p:to>
                                    </p:set>
                                    <p:animEffect transition="in" filter="wipe(up)">
                                      <p:cBhvr>
                                        <p:cTn id="30" dur="500"/>
                                        <p:tgtEl>
                                          <p:spTgt spid="172038"/>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172041"/>
                                        </p:tgtEl>
                                        <p:attrNameLst>
                                          <p:attrName>style.visibility</p:attrName>
                                        </p:attrNameLst>
                                      </p:cBhvr>
                                      <p:to>
                                        <p:strVal val="visible"/>
                                      </p:to>
                                    </p:set>
                                    <p:animEffect transition="in" filter="wipe(up)">
                                      <p:cBhvr>
                                        <p:cTn id="34" dur="500"/>
                                        <p:tgtEl>
                                          <p:spTgt spid="17204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72042"/>
                                        </p:tgtEl>
                                        <p:attrNameLst>
                                          <p:attrName>style.visibility</p:attrName>
                                        </p:attrNameLst>
                                      </p:cBhvr>
                                      <p:to>
                                        <p:strVal val="visible"/>
                                      </p:to>
                                    </p:set>
                                    <p:animEffect transition="in" filter="wipe(up)">
                                      <p:cBhvr>
                                        <p:cTn id="39" dur="500"/>
                                        <p:tgtEl>
                                          <p:spTgt spid="172042"/>
                                        </p:tgtEl>
                                      </p:cBhvr>
                                    </p:animEffect>
                                  </p:childTnLst>
                                </p:cTn>
                              </p:par>
                            </p:childTnLst>
                          </p:cTn>
                        </p:par>
                        <p:par>
                          <p:cTn id="40" fill="hold">
                            <p:stCondLst>
                              <p:cond delay="500"/>
                            </p:stCondLst>
                            <p:childTnLst>
                              <p:par>
                                <p:cTn id="41" presetID="22" presetClass="entr" presetSubtype="1" fill="hold" grpId="0" nodeType="afterEffect">
                                  <p:stCondLst>
                                    <p:cond delay="0"/>
                                  </p:stCondLst>
                                  <p:childTnLst>
                                    <p:set>
                                      <p:cBhvr>
                                        <p:cTn id="42" dur="1" fill="hold">
                                          <p:stCondLst>
                                            <p:cond delay="0"/>
                                          </p:stCondLst>
                                        </p:cTn>
                                        <p:tgtEl>
                                          <p:spTgt spid="172043"/>
                                        </p:tgtEl>
                                        <p:attrNameLst>
                                          <p:attrName>style.visibility</p:attrName>
                                        </p:attrNameLst>
                                      </p:cBhvr>
                                      <p:to>
                                        <p:strVal val="visible"/>
                                      </p:to>
                                    </p:set>
                                    <p:animEffect transition="in" filter="wipe(up)">
                                      <p:cBhvr>
                                        <p:cTn id="43" dur="500"/>
                                        <p:tgtEl>
                                          <p:spTgt spid="17204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72046"/>
                                        </p:tgtEl>
                                        <p:attrNameLst>
                                          <p:attrName>style.visibility</p:attrName>
                                        </p:attrNameLst>
                                      </p:cBhvr>
                                      <p:to>
                                        <p:strVal val="visible"/>
                                      </p:to>
                                    </p:set>
                                    <p:animEffect transition="in" filter="wipe(left)">
                                      <p:cBhvr>
                                        <p:cTn id="48" dur="500"/>
                                        <p:tgtEl>
                                          <p:spTgt spid="172046"/>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72047"/>
                                        </p:tgtEl>
                                        <p:attrNameLst>
                                          <p:attrName>style.visibility</p:attrName>
                                        </p:attrNameLst>
                                      </p:cBhvr>
                                      <p:to>
                                        <p:strVal val="visible"/>
                                      </p:to>
                                    </p:set>
                                    <p:animEffect transition="in" filter="wipe(left)">
                                      <p:cBhvr>
                                        <p:cTn id="52" dur="500"/>
                                        <p:tgtEl>
                                          <p:spTgt spid="17204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172044"/>
                                        </p:tgtEl>
                                        <p:attrNameLst>
                                          <p:attrName>style.visibility</p:attrName>
                                        </p:attrNameLst>
                                      </p:cBhvr>
                                      <p:to>
                                        <p:strVal val="visible"/>
                                      </p:to>
                                    </p:set>
                                    <p:animEffect transition="in" filter="wipe(up)">
                                      <p:cBhvr>
                                        <p:cTn id="57" dur="500"/>
                                        <p:tgtEl>
                                          <p:spTgt spid="172044"/>
                                        </p:tgtEl>
                                      </p:cBhvr>
                                    </p:animEffect>
                                  </p:childTnLst>
                                </p:cTn>
                              </p:par>
                            </p:childTnLst>
                          </p:cTn>
                        </p:par>
                        <p:par>
                          <p:cTn id="58" fill="hold">
                            <p:stCondLst>
                              <p:cond delay="500"/>
                            </p:stCondLst>
                            <p:childTnLst>
                              <p:par>
                                <p:cTn id="59" presetID="22" presetClass="entr" presetSubtype="1" fill="hold" grpId="0" nodeType="afterEffect">
                                  <p:stCondLst>
                                    <p:cond delay="0"/>
                                  </p:stCondLst>
                                  <p:childTnLst>
                                    <p:set>
                                      <p:cBhvr>
                                        <p:cTn id="60" dur="1" fill="hold">
                                          <p:stCondLst>
                                            <p:cond delay="0"/>
                                          </p:stCondLst>
                                        </p:cTn>
                                        <p:tgtEl>
                                          <p:spTgt spid="172045"/>
                                        </p:tgtEl>
                                        <p:attrNameLst>
                                          <p:attrName>style.visibility</p:attrName>
                                        </p:attrNameLst>
                                      </p:cBhvr>
                                      <p:to>
                                        <p:strVal val="visible"/>
                                      </p:to>
                                    </p:set>
                                    <p:animEffect transition="in" filter="wipe(up)">
                                      <p:cBhvr>
                                        <p:cTn id="61" dur="500"/>
                                        <p:tgtEl>
                                          <p:spTgt spid="17204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72048"/>
                                        </p:tgtEl>
                                        <p:attrNameLst>
                                          <p:attrName>style.visibility</p:attrName>
                                        </p:attrNameLst>
                                      </p:cBhvr>
                                      <p:to>
                                        <p:strVal val="visible"/>
                                      </p:to>
                                    </p:set>
                                    <p:animEffect transition="in" filter="wipe(left)">
                                      <p:cBhvr>
                                        <p:cTn id="66" dur="500"/>
                                        <p:tgtEl>
                                          <p:spTgt spid="172048"/>
                                        </p:tgtEl>
                                      </p:cBhvr>
                                    </p:animEffect>
                                  </p:childTnLst>
                                </p:cTn>
                              </p:par>
                            </p:childTnLst>
                          </p:cTn>
                        </p:par>
                        <p:par>
                          <p:cTn id="67" fill="hold">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172049"/>
                                        </p:tgtEl>
                                        <p:attrNameLst>
                                          <p:attrName>style.visibility</p:attrName>
                                        </p:attrNameLst>
                                      </p:cBhvr>
                                      <p:to>
                                        <p:strVal val="visible"/>
                                      </p:to>
                                    </p:set>
                                    <p:animEffect transition="in" filter="wipe(left)">
                                      <p:cBhvr>
                                        <p:cTn id="70" dur="500"/>
                                        <p:tgtEl>
                                          <p:spTgt spid="172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p:bldP spid="172037" grpId="0"/>
      <p:bldP spid="172040" grpId="0"/>
      <p:bldP spid="172041" grpId="0"/>
      <p:bldP spid="172043" grpId="0"/>
      <p:bldP spid="172045" grpId="0"/>
      <p:bldP spid="172047" grpId="0"/>
      <p:bldP spid="172049"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矩形 22532"/>
          <p:cNvSpPr/>
          <p:nvPr/>
        </p:nvSpPr>
        <p:spPr>
          <a:xfrm>
            <a:off x="2771775" y="116047"/>
            <a:ext cx="3453130" cy="583565"/>
          </a:xfrm>
          <a:prstGeom prst="rect">
            <a:avLst/>
          </a:prstGeom>
          <a:noFill/>
          <a:ln w="9525">
            <a:noFill/>
          </a:ln>
        </p:spPr>
        <p:txBody>
          <a:bodyPr wrap="none" anchor="ctr" anchorCtr="0">
            <a:spAutoFit/>
          </a:bodyPr>
          <a:lstStyle/>
          <a:p>
            <a:r>
              <a:rPr lang="zh-CN" altLang="en-US" sz="3200">
                <a:solidFill>
                  <a:srgbClr val="FF0000"/>
                </a:solidFill>
                <a:latin typeface="黑体" panose="02010609060101010101" pitchFamily="2" charset="-122"/>
                <a:ea typeface="黑体" panose="02010609060101010101" pitchFamily="2" charset="-122"/>
              </a:rPr>
              <a:t>§</a:t>
            </a:r>
            <a:r>
              <a:rPr lang="en-US" altLang="zh-CN" sz="3200">
                <a:solidFill>
                  <a:srgbClr val="FF0000"/>
                </a:solidFill>
                <a:latin typeface="黑体" panose="02010609060101010101" pitchFamily="2" charset="-122"/>
                <a:ea typeface="黑体" panose="02010609060101010101" pitchFamily="2" charset="-122"/>
              </a:rPr>
              <a:t>3.4 </a:t>
            </a:r>
            <a:r>
              <a:rPr lang="zh-CN" altLang="en-US" sz="3200" dirty="0">
                <a:solidFill>
                  <a:srgbClr val="FF0000"/>
                </a:solidFill>
                <a:latin typeface="黑体" panose="02010609060101010101" pitchFamily="2" charset="-122"/>
                <a:ea typeface="黑体" panose="02010609060101010101" pitchFamily="2" charset="-122"/>
              </a:rPr>
              <a:t>向量组的秩</a:t>
            </a:r>
          </a:p>
        </p:txBody>
      </p:sp>
      <p:sp>
        <p:nvSpPr>
          <p:cNvPr id="22538" name="矩形 22537"/>
          <p:cNvSpPr/>
          <p:nvPr/>
        </p:nvSpPr>
        <p:spPr>
          <a:xfrm>
            <a:off x="395288" y="692150"/>
            <a:ext cx="3028950" cy="519113"/>
          </a:xfrm>
          <a:prstGeom prst="rect">
            <a:avLst/>
          </a:prstGeom>
          <a:noFill/>
          <a:ln w="9525">
            <a:noFill/>
          </a:ln>
        </p:spPr>
        <p:txBody>
          <a:bodyPr wrap="none" anchor="ctr" anchorCtr="0">
            <a:spAutoFit/>
          </a:bodyPr>
          <a:lstStyle/>
          <a:p>
            <a:pPr algn="l"/>
            <a:r>
              <a:rPr lang="zh-CN" altLang="en-US" dirty="0">
                <a:solidFill>
                  <a:srgbClr val="CC3300"/>
                </a:solidFill>
                <a:latin typeface="Arial" panose="020B0604020202020204" pitchFamily="34" charset="0"/>
                <a:ea typeface="黑体" panose="02010609060101010101" pitchFamily="2" charset="-122"/>
              </a:rPr>
              <a:t>一、向量组的等价</a:t>
            </a:r>
          </a:p>
        </p:txBody>
      </p:sp>
      <p:sp>
        <p:nvSpPr>
          <p:cNvPr id="2" name="Rectangle 12"/>
          <p:cNvSpPr/>
          <p:nvPr/>
        </p:nvSpPr>
        <p:spPr>
          <a:xfrm>
            <a:off x="251460" y="1414780"/>
            <a:ext cx="8554720" cy="3230245"/>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b="1" dirty="0">
                <a:solidFill>
                  <a:srgbClr val="FF3300"/>
                </a:solidFill>
                <a:latin typeface="Times New Roman" panose="02020603050405020304" pitchFamily="18" charset="0"/>
                <a:ea typeface="楷体_GB2312"/>
              </a:rPr>
              <a:t>定义</a:t>
            </a:r>
            <a:r>
              <a:rPr lang="en-US" altLang="zh-CN" b="1" dirty="0">
                <a:solidFill>
                  <a:srgbClr val="FF3300"/>
                </a:solidFill>
                <a:latin typeface="Times New Roman" panose="02020603050405020304" pitchFamily="18" charset="0"/>
                <a:ea typeface="楷体_GB2312"/>
              </a:rPr>
              <a:t>3.4.1</a:t>
            </a:r>
            <a:r>
              <a:rPr lang="en-US" altLang="zh-CN" b="1" dirty="0">
                <a:solidFill>
                  <a:srgbClr val="FF0000"/>
                </a:solidFill>
                <a:latin typeface="Times New Roman" panose="02020603050405020304" pitchFamily="18" charset="0"/>
                <a:ea typeface="楷体_GB2312"/>
              </a:rPr>
              <a:t> </a:t>
            </a:r>
            <a:r>
              <a:rPr lang="zh-CN" altLang="en-US" dirty="0">
                <a:solidFill>
                  <a:srgbClr val="000000"/>
                </a:solidFill>
                <a:latin typeface="楷体_GB2312"/>
                <a:ea typeface="楷体_GB2312"/>
                <a:sym typeface="+mn-ea"/>
              </a:rPr>
              <a:t>如果向量组</a:t>
            </a:r>
            <a:r>
              <a:rPr lang="en-US" altLang="zh-CN" dirty="0">
                <a:solidFill>
                  <a:srgbClr val="000000"/>
                </a:solidFill>
                <a:latin typeface="楷体_GB2312"/>
                <a:ea typeface="楷体_GB2312"/>
                <a:sym typeface="+mn-ea"/>
              </a:rPr>
              <a:t>(I):</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zh-CN" altLang="en-US" dirty="0">
                <a:solidFill>
                  <a:srgbClr val="000000"/>
                </a:solidFill>
                <a:latin typeface="楷体_GB2312"/>
                <a:ea typeface="楷体_GB2312"/>
                <a:sym typeface="+mn-ea"/>
              </a:rPr>
              <a:t>中的每一个向量都可以由向量组</a:t>
            </a:r>
            <a:r>
              <a:rPr lang="en-US" altLang="zh-CN" dirty="0">
                <a:solidFill>
                  <a:srgbClr val="000000"/>
                </a:solidFill>
                <a:latin typeface="楷体_GB2312"/>
                <a:ea typeface="楷体_GB2312"/>
                <a:sym typeface="+mn-ea"/>
              </a:rPr>
              <a:t>(II):</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r</a:t>
            </a:r>
            <a:r>
              <a:rPr lang="zh-CN" altLang="en-US" dirty="0">
                <a:solidFill>
                  <a:srgbClr val="000000"/>
                </a:solidFill>
                <a:latin typeface="楷体_GB2312"/>
                <a:ea typeface="楷体_GB2312"/>
                <a:sym typeface="+mn-ea"/>
              </a:rPr>
              <a:t>线性表示，则称向量组</a:t>
            </a:r>
            <a:r>
              <a:rPr lang="en-US" altLang="zh-CN" dirty="0">
                <a:solidFill>
                  <a:srgbClr val="000000"/>
                </a:solidFill>
                <a:latin typeface="楷体_GB2312"/>
                <a:ea typeface="楷体_GB2312"/>
                <a:sym typeface="+mn-ea"/>
              </a:rPr>
              <a:t>(I)</a:t>
            </a:r>
            <a:r>
              <a:rPr lang="zh-CN" altLang="en-US" dirty="0">
                <a:solidFill>
                  <a:srgbClr val="000000"/>
                </a:solidFill>
                <a:latin typeface="楷体_GB2312"/>
                <a:ea typeface="楷体_GB2312"/>
                <a:sym typeface="+mn-ea"/>
              </a:rPr>
              <a:t>可以由向量组</a:t>
            </a:r>
            <a:r>
              <a:rPr lang="en-US" altLang="zh-CN" dirty="0">
                <a:solidFill>
                  <a:srgbClr val="000000"/>
                </a:solidFill>
                <a:latin typeface="楷体_GB2312"/>
                <a:ea typeface="楷体_GB2312"/>
                <a:sym typeface="+mn-ea"/>
              </a:rPr>
              <a:t>(II)</a:t>
            </a:r>
            <a:r>
              <a:rPr lang="zh-CN" altLang="en-US" dirty="0">
                <a:solidFill>
                  <a:srgbClr val="FF0000"/>
                </a:solidFill>
                <a:latin typeface="楷体_GB2312"/>
                <a:ea typeface="楷体_GB2312"/>
                <a:sym typeface="+mn-ea"/>
              </a:rPr>
              <a:t>线性表示</a:t>
            </a:r>
            <a:r>
              <a:rPr lang="zh-CN" altLang="en-US" dirty="0">
                <a:solidFill>
                  <a:srgbClr val="000000"/>
                </a:solidFill>
                <a:latin typeface="楷体_GB2312"/>
                <a:ea typeface="楷体_GB2312"/>
                <a:sym typeface="+mn-ea"/>
              </a:rPr>
              <a:t>．如果向量组</a:t>
            </a:r>
            <a:r>
              <a:rPr lang="en-US" altLang="zh-CN" dirty="0">
                <a:solidFill>
                  <a:srgbClr val="000000"/>
                </a:solidFill>
                <a:latin typeface="楷体_GB2312"/>
                <a:ea typeface="楷体_GB2312"/>
                <a:sym typeface="+mn-ea"/>
              </a:rPr>
              <a:t>(I)</a:t>
            </a:r>
            <a:r>
              <a:rPr lang="zh-CN" altLang="en-US" dirty="0">
                <a:solidFill>
                  <a:srgbClr val="000000"/>
                </a:solidFill>
                <a:latin typeface="楷体_GB2312"/>
                <a:ea typeface="楷体_GB2312"/>
                <a:sym typeface="+mn-ea"/>
              </a:rPr>
              <a:t>与向量组</a:t>
            </a:r>
            <a:r>
              <a:rPr lang="en-US" altLang="zh-CN" dirty="0">
                <a:solidFill>
                  <a:srgbClr val="000000"/>
                </a:solidFill>
                <a:latin typeface="楷体_GB2312"/>
                <a:ea typeface="楷体_GB2312"/>
                <a:sym typeface="+mn-ea"/>
              </a:rPr>
              <a:t>(II)</a:t>
            </a:r>
            <a:r>
              <a:rPr lang="zh-CN" altLang="en-US" dirty="0">
                <a:solidFill>
                  <a:srgbClr val="000000"/>
                </a:solidFill>
                <a:latin typeface="楷体_GB2312"/>
                <a:ea typeface="楷体_GB2312"/>
                <a:sym typeface="+mn-ea"/>
              </a:rPr>
              <a:t>可以相互线性表示，则称向量组</a:t>
            </a:r>
            <a:r>
              <a:rPr lang="en-US" altLang="zh-CN" dirty="0">
                <a:solidFill>
                  <a:srgbClr val="000000"/>
                </a:solidFill>
                <a:latin typeface="楷体_GB2312"/>
                <a:ea typeface="楷体_GB2312"/>
                <a:sym typeface="+mn-ea"/>
              </a:rPr>
              <a:t>(I)</a:t>
            </a:r>
            <a:r>
              <a:rPr lang="zh-CN" altLang="en-US" dirty="0">
                <a:solidFill>
                  <a:srgbClr val="000000"/>
                </a:solidFill>
                <a:latin typeface="楷体_GB2312"/>
                <a:ea typeface="楷体_GB2312"/>
                <a:sym typeface="+mn-ea"/>
              </a:rPr>
              <a:t>与向量组</a:t>
            </a:r>
            <a:r>
              <a:rPr lang="en-US" altLang="zh-CN" dirty="0">
                <a:solidFill>
                  <a:srgbClr val="000000"/>
                </a:solidFill>
                <a:latin typeface="楷体_GB2312"/>
                <a:ea typeface="楷体_GB2312"/>
                <a:sym typeface="+mn-ea"/>
              </a:rPr>
              <a:t>(II)</a:t>
            </a:r>
            <a:r>
              <a:rPr lang="zh-CN" altLang="en-US" dirty="0">
                <a:solidFill>
                  <a:srgbClr val="000000"/>
                </a:solidFill>
                <a:latin typeface="楷体_GB2312"/>
                <a:ea typeface="楷体_GB2312"/>
                <a:sym typeface="+mn-ea"/>
              </a:rPr>
              <a:t>等价，记作</a:t>
            </a:r>
            <a:endParaRPr lang="zh-CN" altLang="en-US" b="1" dirty="0">
              <a:solidFill>
                <a:srgbClr val="000000"/>
              </a:solidFill>
              <a:latin typeface="楷体_GB2312"/>
              <a:ea typeface="楷体_GB2312"/>
            </a:endParaRPr>
          </a:p>
        </p:txBody>
      </p:sp>
      <p:graphicFrame>
        <p:nvGraphicFramePr>
          <p:cNvPr id="3" name="对象 -2147479547"/>
          <p:cNvGraphicFramePr>
            <a:graphicFrameLocks noChangeAspect="1"/>
          </p:cNvGraphicFramePr>
          <p:nvPr/>
        </p:nvGraphicFramePr>
        <p:xfrm>
          <a:off x="2268220" y="4652645"/>
          <a:ext cx="4695190" cy="609600"/>
        </p:xfrm>
        <a:graphic>
          <a:graphicData uri="http://schemas.openxmlformats.org/presentationml/2006/ole">
            <mc:AlternateContent xmlns:mc="http://schemas.openxmlformats.org/markup-compatibility/2006">
              <mc:Choice xmlns:v="urn:schemas-microsoft-com:vml" Requires="v">
                <p:oleObj r:id="rId2" imgW="1892300" imgH="228600" progId="Equation.DSMT4">
                  <p:embed/>
                </p:oleObj>
              </mc:Choice>
              <mc:Fallback>
                <p:oleObj r:id="rId2" imgW="1892300" imgH="228600" progId="Equation.DSMT4">
                  <p:embed/>
                  <p:pic>
                    <p:nvPicPr>
                      <p:cNvPr id="0" name="图片 3075"/>
                      <p:cNvPicPr/>
                      <p:nvPr/>
                    </p:nvPicPr>
                    <p:blipFill>
                      <a:blip r:embed="rId3"/>
                      <a:stretch>
                        <a:fillRect/>
                      </a:stretch>
                    </p:blipFill>
                    <p:spPr>
                      <a:xfrm>
                        <a:off x="2268220" y="4652645"/>
                        <a:ext cx="4695190" cy="609600"/>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8"/>
                                        </p:tgtEl>
                                        <p:attrNameLst>
                                          <p:attrName>style.visibility</p:attrName>
                                        </p:attrNameLst>
                                      </p:cBhvr>
                                      <p:to>
                                        <p:strVal val="visible"/>
                                      </p:to>
                                    </p:set>
                                    <p:animEffect transition="in" filter="blinds(horizontal)">
                                      <p:cBhvr>
                                        <p:cTn id="7" dur="500"/>
                                        <p:tgtEl>
                                          <p:spTgt spid="2253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8" grpId="0"/>
      <p:bldP spid="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椭圆 23553">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23555" name="椭圆 23554">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23556" name="矩形 23555">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23559" name="对象 23558"/>
          <p:cNvGraphicFramePr/>
          <p:nvPr/>
        </p:nvGraphicFramePr>
        <p:xfrm>
          <a:off x="755650" y="620078"/>
          <a:ext cx="8140700" cy="2132965"/>
        </p:xfrm>
        <a:graphic>
          <a:graphicData uri="http://schemas.openxmlformats.org/presentationml/2006/ole">
            <mc:AlternateContent xmlns:mc="http://schemas.openxmlformats.org/markup-compatibility/2006">
              <mc:Choice xmlns:v="urn:schemas-microsoft-com:vml" Requires="v">
                <p:oleObj r:id="rId2" imgW="6057900" imgH="1590675" progId="Word.Document.8">
                  <p:embed/>
                </p:oleObj>
              </mc:Choice>
              <mc:Fallback>
                <p:oleObj r:id="rId2" imgW="6057900" imgH="1590675" progId="Word.Document.8">
                  <p:embed/>
                  <p:pic>
                    <p:nvPicPr>
                      <p:cNvPr id="0" name="图片 3081"/>
                      <p:cNvPicPr/>
                      <p:nvPr/>
                    </p:nvPicPr>
                    <p:blipFill>
                      <a:blip r:embed="rId3"/>
                      <a:stretch>
                        <a:fillRect/>
                      </a:stretch>
                    </p:blipFill>
                    <p:spPr>
                      <a:xfrm>
                        <a:off x="755650" y="620078"/>
                        <a:ext cx="8140700" cy="2132965"/>
                      </a:xfrm>
                      <a:prstGeom prst="rect">
                        <a:avLst/>
                      </a:prstGeom>
                      <a:noFill/>
                      <a:ln w="38100">
                        <a:noFill/>
                        <a:miter/>
                      </a:ln>
                    </p:spPr>
                  </p:pic>
                </p:oleObj>
              </mc:Fallback>
            </mc:AlternateContent>
          </a:graphicData>
        </a:graphic>
      </p:graphicFrame>
      <p:graphicFrame>
        <p:nvGraphicFramePr>
          <p:cNvPr id="23560" name="对象 23559"/>
          <p:cNvGraphicFramePr/>
          <p:nvPr/>
        </p:nvGraphicFramePr>
        <p:xfrm>
          <a:off x="611188" y="3284856"/>
          <a:ext cx="8140700" cy="2132965"/>
        </p:xfrm>
        <a:graphic>
          <a:graphicData uri="http://schemas.openxmlformats.org/presentationml/2006/ole">
            <mc:AlternateContent xmlns:mc="http://schemas.openxmlformats.org/markup-compatibility/2006">
              <mc:Choice xmlns:v="urn:schemas-microsoft-com:vml" Requires="v">
                <p:oleObj r:id="rId4" imgW="6053455" imgH="1590675" progId="Word.Document.8">
                  <p:embed/>
                </p:oleObj>
              </mc:Choice>
              <mc:Fallback>
                <p:oleObj r:id="rId4" imgW="6053455" imgH="1590675" progId="Word.Document.8">
                  <p:embed/>
                  <p:pic>
                    <p:nvPicPr>
                      <p:cNvPr id="0" name="图片 3080"/>
                      <p:cNvPicPr/>
                      <p:nvPr/>
                    </p:nvPicPr>
                    <p:blipFill>
                      <a:blip r:embed="rId5">
                        <a:clrChange>
                          <a:clrFrom>
                            <a:srgbClr val="000000"/>
                          </a:clrFrom>
                          <a:clrTo>
                            <a:srgbClr val="000000"/>
                          </a:clrTo>
                        </a:clrChange>
                      </a:blip>
                      <a:stretch>
                        <a:fillRect/>
                      </a:stretch>
                    </p:blipFill>
                    <p:spPr>
                      <a:xfrm>
                        <a:off x="611188" y="3284856"/>
                        <a:ext cx="8140700" cy="2132965"/>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3560"/>
                                        </p:tgtEl>
                                        <p:attrNameLst>
                                          <p:attrName>style.visibility</p:attrName>
                                        </p:attrNameLst>
                                      </p:cBhvr>
                                      <p:to>
                                        <p:strVal val="visible"/>
                                      </p:to>
                                    </p:set>
                                    <p:animEffect transition="in" filter="wipe(up)">
                                      <p:cBhvr>
                                        <p:cTn id="7" dur="500"/>
                                        <p:tgtEl>
                                          <p:spTgt spid="235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椭圆 73729">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73731" name="椭圆 73730">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73732" name="矩形 73731">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73733" name="对象 73732"/>
          <p:cNvGraphicFramePr/>
          <p:nvPr/>
        </p:nvGraphicFramePr>
        <p:xfrm>
          <a:off x="546100" y="838200"/>
          <a:ext cx="8140700" cy="2133600"/>
        </p:xfrm>
        <a:graphic>
          <a:graphicData uri="http://schemas.openxmlformats.org/presentationml/2006/ole">
            <mc:AlternateContent xmlns:mc="http://schemas.openxmlformats.org/markup-compatibility/2006">
              <mc:Choice xmlns:v="urn:schemas-microsoft-com:vml" Requires="v">
                <p:oleObj r:id="rId2" imgW="6053455" imgH="1590675" progId="Word.Document.8">
                  <p:embed/>
                </p:oleObj>
              </mc:Choice>
              <mc:Fallback>
                <p:oleObj r:id="rId2" imgW="6053455" imgH="1590675" progId="Word.Document.8">
                  <p:embed/>
                  <p:pic>
                    <p:nvPicPr>
                      <p:cNvPr id="0" name="图片 3082"/>
                      <p:cNvPicPr/>
                      <p:nvPr/>
                    </p:nvPicPr>
                    <p:blipFill>
                      <a:blip r:embed="rId3"/>
                      <a:stretch>
                        <a:fillRect/>
                      </a:stretch>
                    </p:blipFill>
                    <p:spPr>
                      <a:xfrm>
                        <a:off x="546100" y="838200"/>
                        <a:ext cx="8140700" cy="2133600"/>
                      </a:xfrm>
                      <a:prstGeom prst="rect">
                        <a:avLst/>
                      </a:prstGeom>
                      <a:noFill/>
                      <a:ln w="38100">
                        <a:noFill/>
                        <a:miter/>
                      </a:ln>
                    </p:spPr>
                  </p:pic>
                </p:oleObj>
              </mc:Fallback>
            </mc:AlternateContent>
          </a:graphicData>
        </a:graphic>
      </p:graphicFrame>
      <p:graphicFrame>
        <p:nvGraphicFramePr>
          <p:cNvPr id="73734" name="对象 73733"/>
          <p:cNvGraphicFramePr/>
          <p:nvPr/>
        </p:nvGraphicFramePr>
        <p:xfrm>
          <a:off x="539750" y="3284856"/>
          <a:ext cx="8140700" cy="2132965"/>
        </p:xfrm>
        <a:graphic>
          <a:graphicData uri="http://schemas.openxmlformats.org/presentationml/2006/ole">
            <mc:AlternateContent xmlns:mc="http://schemas.openxmlformats.org/markup-compatibility/2006">
              <mc:Choice xmlns:v="urn:schemas-microsoft-com:vml" Requires="v">
                <p:oleObj r:id="rId4" imgW="6053455" imgH="1590675" progId="Word.Document.8">
                  <p:embed/>
                </p:oleObj>
              </mc:Choice>
              <mc:Fallback>
                <p:oleObj r:id="rId4" imgW="6053455" imgH="1590675" progId="Word.Document.8">
                  <p:embed/>
                  <p:pic>
                    <p:nvPicPr>
                      <p:cNvPr id="0" name="图片 3083"/>
                      <p:cNvPicPr/>
                      <p:nvPr/>
                    </p:nvPicPr>
                    <p:blipFill>
                      <a:blip r:embed="rId5">
                        <a:clrChange>
                          <a:clrFrom>
                            <a:srgbClr val="000000"/>
                          </a:clrFrom>
                          <a:clrTo>
                            <a:srgbClr val="000000"/>
                          </a:clrTo>
                        </a:clrChange>
                      </a:blip>
                      <a:stretch>
                        <a:fillRect/>
                      </a:stretch>
                    </p:blipFill>
                    <p:spPr>
                      <a:xfrm>
                        <a:off x="539750" y="3284856"/>
                        <a:ext cx="8140700" cy="2132965"/>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3734"/>
                                        </p:tgtEl>
                                        <p:attrNameLst>
                                          <p:attrName>style.visibility</p:attrName>
                                        </p:attrNameLst>
                                      </p:cBhvr>
                                      <p:to>
                                        <p:strVal val="visible"/>
                                      </p:to>
                                    </p:set>
                                    <p:animEffect transition="in" filter="wipe(up)">
                                      <p:cBhvr>
                                        <p:cTn id="7" dur="500"/>
                                        <p:tgtEl>
                                          <p:spTgt spid="73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椭圆 24577">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24579" name="椭圆 24578">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24580" name="矩形 24579">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24593" name="对象 24592"/>
          <p:cNvGraphicFramePr/>
          <p:nvPr/>
        </p:nvGraphicFramePr>
        <p:xfrm>
          <a:off x="250825" y="1760220"/>
          <a:ext cx="8140700" cy="1070610"/>
        </p:xfrm>
        <a:graphic>
          <a:graphicData uri="http://schemas.openxmlformats.org/presentationml/2006/ole">
            <mc:AlternateContent xmlns:mc="http://schemas.openxmlformats.org/markup-compatibility/2006">
              <mc:Choice xmlns:v="urn:schemas-microsoft-com:vml" Requires="v">
                <p:oleObj r:id="rId2" imgW="6053455" imgH="800100" progId="Word.Document.8">
                  <p:embed/>
                </p:oleObj>
              </mc:Choice>
              <mc:Fallback>
                <p:oleObj r:id="rId2" imgW="6053455" imgH="800100" progId="Word.Document.8">
                  <p:embed/>
                  <p:pic>
                    <p:nvPicPr>
                      <p:cNvPr id="0" name="图片 3089"/>
                      <p:cNvPicPr/>
                      <p:nvPr/>
                    </p:nvPicPr>
                    <p:blipFill>
                      <a:blip r:embed="rId3"/>
                      <a:stretch>
                        <a:fillRect/>
                      </a:stretch>
                    </p:blipFill>
                    <p:spPr>
                      <a:xfrm>
                        <a:off x="250825" y="1760220"/>
                        <a:ext cx="8140700" cy="1070610"/>
                      </a:xfrm>
                      <a:prstGeom prst="rect">
                        <a:avLst/>
                      </a:prstGeom>
                      <a:noFill/>
                      <a:ln w="38100">
                        <a:noFill/>
                        <a:miter/>
                      </a:ln>
                    </p:spPr>
                  </p:pic>
                </p:oleObj>
              </mc:Fallback>
            </mc:AlternateContent>
          </a:graphicData>
        </a:graphic>
      </p:graphicFrame>
      <p:graphicFrame>
        <p:nvGraphicFramePr>
          <p:cNvPr id="24594" name="对象 24593"/>
          <p:cNvGraphicFramePr/>
          <p:nvPr/>
        </p:nvGraphicFramePr>
        <p:xfrm>
          <a:off x="468630" y="4216401"/>
          <a:ext cx="8114665" cy="1597025"/>
        </p:xfrm>
        <a:graphic>
          <a:graphicData uri="http://schemas.openxmlformats.org/presentationml/2006/ole">
            <mc:AlternateContent xmlns:mc="http://schemas.openxmlformats.org/markup-compatibility/2006">
              <mc:Choice xmlns:v="urn:schemas-microsoft-com:vml" Requires="v">
                <p:oleObj r:id="rId4" imgW="6038850" imgH="1195705" progId="Word.Document.8">
                  <p:embed/>
                </p:oleObj>
              </mc:Choice>
              <mc:Fallback>
                <p:oleObj r:id="rId4" imgW="6038850" imgH="1195705" progId="Word.Document.8">
                  <p:embed/>
                  <p:pic>
                    <p:nvPicPr>
                      <p:cNvPr id="0" name="图片 3086"/>
                      <p:cNvPicPr/>
                      <p:nvPr/>
                    </p:nvPicPr>
                    <p:blipFill>
                      <a:blip r:embed="rId5"/>
                      <a:stretch>
                        <a:fillRect/>
                      </a:stretch>
                    </p:blipFill>
                    <p:spPr>
                      <a:xfrm>
                        <a:off x="468630" y="4216401"/>
                        <a:ext cx="8114665" cy="1597025"/>
                      </a:xfrm>
                      <a:prstGeom prst="rect">
                        <a:avLst/>
                      </a:prstGeom>
                      <a:noFill/>
                      <a:ln w="38100">
                        <a:noFill/>
                        <a:miter/>
                      </a:ln>
                    </p:spPr>
                  </p:pic>
                </p:oleObj>
              </mc:Fallback>
            </mc:AlternateContent>
          </a:graphicData>
        </a:graphic>
      </p:graphicFrame>
      <p:graphicFrame>
        <p:nvGraphicFramePr>
          <p:cNvPr id="24595" name="对象 24594"/>
          <p:cNvGraphicFramePr/>
          <p:nvPr/>
        </p:nvGraphicFramePr>
        <p:xfrm>
          <a:off x="465455" y="3055620"/>
          <a:ext cx="8121015" cy="1070610"/>
        </p:xfrm>
        <a:graphic>
          <a:graphicData uri="http://schemas.openxmlformats.org/presentationml/2006/ole">
            <mc:AlternateContent xmlns:mc="http://schemas.openxmlformats.org/markup-compatibility/2006">
              <mc:Choice xmlns:v="urn:schemas-microsoft-com:vml" Requires="v">
                <p:oleObj r:id="rId6" imgW="6038850" imgH="800100" progId="Word.Document.8">
                  <p:embed/>
                </p:oleObj>
              </mc:Choice>
              <mc:Fallback>
                <p:oleObj r:id="rId6" imgW="6038850" imgH="800100" progId="Word.Document.8">
                  <p:embed/>
                  <p:pic>
                    <p:nvPicPr>
                      <p:cNvPr id="0" name="图片 3087"/>
                      <p:cNvPicPr/>
                      <p:nvPr/>
                    </p:nvPicPr>
                    <p:blipFill>
                      <a:blip r:embed="rId7">
                        <a:clrChange>
                          <a:clrFrom>
                            <a:srgbClr val="000000"/>
                          </a:clrFrom>
                          <a:clrTo>
                            <a:srgbClr val="000000"/>
                          </a:clrTo>
                        </a:clrChange>
                      </a:blip>
                      <a:stretch>
                        <a:fillRect/>
                      </a:stretch>
                    </p:blipFill>
                    <p:spPr>
                      <a:xfrm>
                        <a:off x="465455" y="3055620"/>
                        <a:ext cx="8121015" cy="1070610"/>
                      </a:xfrm>
                      <a:prstGeom prst="rect">
                        <a:avLst/>
                      </a:prstGeom>
                      <a:noFill/>
                      <a:ln w="38100">
                        <a:noFill/>
                        <a:miter/>
                      </a:ln>
                    </p:spPr>
                  </p:pic>
                </p:oleObj>
              </mc:Fallback>
            </mc:AlternateContent>
          </a:graphicData>
        </a:graphic>
      </p:graphicFrame>
      <p:sp>
        <p:nvSpPr>
          <p:cNvPr id="24597" name="矩形 24596"/>
          <p:cNvSpPr/>
          <p:nvPr/>
        </p:nvSpPr>
        <p:spPr>
          <a:xfrm>
            <a:off x="1057275" y="908050"/>
            <a:ext cx="4806950" cy="519113"/>
          </a:xfrm>
          <a:prstGeom prst="rect">
            <a:avLst/>
          </a:prstGeom>
          <a:noFill/>
          <a:ln w="9525">
            <a:noFill/>
          </a:ln>
        </p:spPr>
        <p:txBody>
          <a:bodyPr wrap="none" anchor="ctr" anchorCtr="0">
            <a:spAutoFit/>
          </a:bodyPr>
          <a:lstStyle/>
          <a:p>
            <a:pPr algn="l"/>
            <a:r>
              <a:rPr lang="zh-CN" altLang="en-US" dirty="0">
                <a:solidFill>
                  <a:srgbClr val="FF0000"/>
                </a:solidFill>
                <a:latin typeface="Arial" panose="020B0604020202020204" pitchFamily="34" charset="0"/>
                <a:ea typeface="楷体_GB2312" pitchFamily="49" charset="-122"/>
              </a:rPr>
              <a:t>向量组的等价满足下述性质：</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4593"/>
                                        </p:tgtEl>
                                        <p:attrNameLst>
                                          <p:attrName>style.visibility</p:attrName>
                                        </p:attrNameLst>
                                      </p:cBhvr>
                                      <p:to>
                                        <p:strVal val="visible"/>
                                      </p:to>
                                    </p:set>
                                    <p:animEffect transition="in" filter="wipe(up)">
                                      <p:cBhvr>
                                        <p:cTn id="7" dur="500"/>
                                        <p:tgtEl>
                                          <p:spTgt spid="245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4595"/>
                                        </p:tgtEl>
                                        <p:attrNameLst>
                                          <p:attrName>style.visibility</p:attrName>
                                        </p:attrNameLst>
                                      </p:cBhvr>
                                      <p:to>
                                        <p:strVal val="visible"/>
                                      </p:to>
                                    </p:set>
                                    <p:animEffect transition="in" filter="wipe(up)">
                                      <p:cBhvr>
                                        <p:cTn id="12" dur="500"/>
                                        <p:tgtEl>
                                          <p:spTgt spid="245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4594"/>
                                        </p:tgtEl>
                                        <p:attrNameLst>
                                          <p:attrName>style.visibility</p:attrName>
                                        </p:attrNameLst>
                                      </p:cBhvr>
                                      <p:to>
                                        <p:strVal val="visible"/>
                                      </p:to>
                                    </p:set>
                                    <p:animEffect transition="in" filter="wipe(up)">
                                      <p:cBhvr>
                                        <p:cTn id="17" dur="500"/>
                                        <p:tgtEl>
                                          <p:spTgt spid="24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p:nvPr/>
        </p:nvSpPr>
        <p:spPr>
          <a:xfrm>
            <a:off x="251460" y="44450"/>
            <a:ext cx="8554720" cy="1892300"/>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dirty="0">
                <a:solidFill>
                  <a:srgbClr val="FF3300"/>
                </a:solidFill>
                <a:ea typeface="楷体_GB2312"/>
                <a:sym typeface="+mn-ea"/>
              </a:rPr>
              <a:t>定理</a:t>
            </a:r>
            <a:r>
              <a:rPr lang="en-US" altLang="zh-CN" b="1" dirty="0">
                <a:solidFill>
                  <a:srgbClr val="FF3300"/>
                </a:solidFill>
                <a:latin typeface="Times New Roman" panose="02020603050405020304" pitchFamily="18" charset="0"/>
                <a:ea typeface="楷体_GB2312"/>
              </a:rPr>
              <a:t>3.4.1</a:t>
            </a:r>
            <a:r>
              <a:rPr lang="en-US" altLang="zh-CN" b="1" dirty="0">
                <a:solidFill>
                  <a:srgbClr val="FF0000"/>
                </a:solidFill>
                <a:latin typeface="Times New Roman" panose="02020603050405020304" pitchFamily="18" charset="0"/>
                <a:ea typeface="楷体_GB2312"/>
              </a:rPr>
              <a:t> </a:t>
            </a:r>
            <a:r>
              <a:rPr lang="zh-CN" altLang="en-US" dirty="0">
                <a:solidFill>
                  <a:srgbClr val="000000"/>
                </a:solidFill>
                <a:latin typeface="楷体_GB2312"/>
                <a:ea typeface="楷体_GB2312"/>
                <a:sym typeface="+mn-ea"/>
              </a:rPr>
              <a:t>如果向量组</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zh-CN" altLang="en-US" dirty="0">
                <a:solidFill>
                  <a:srgbClr val="000000"/>
                </a:solidFill>
                <a:latin typeface="楷体_GB2312"/>
                <a:ea typeface="楷体_GB2312"/>
                <a:sym typeface="+mn-ea"/>
              </a:rPr>
              <a:t>可以由向量组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t</a:t>
            </a:r>
            <a:r>
              <a:rPr lang="zh-CN" altLang="en-US" dirty="0">
                <a:solidFill>
                  <a:srgbClr val="000000"/>
                </a:solidFill>
                <a:latin typeface="楷体_GB2312"/>
                <a:ea typeface="楷体_GB2312"/>
                <a:sym typeface="+mn-ea"/>
              </a:rPr>
              <a:t>线性表示，且</a:t>
            </a:r>
            <a:r>
              <a:rPr lang="en-US" altLang="zh-CN" dirty="0">
                <a:sym typeface="+mn-ea"/>
              </a:rPr>
              <a:t>s&gt;</a:t>
            </a:r>
            <a:r>
              <a:rPr lang="en-US" altLang="zh-CN" i="1" dirty="0">
                <a:sym typeface="+mn-ea"/>
              </a:rPr>
              <a:t>t</a:t>
            </a:r>
            <a:r>
              <a:rPr lang="zh-CN" altLang="en-US" dirty="0">
                <a:sym typeface="+mn-ea"/>
              </a:rPr>
              <a:t>，则</a:t>
            </a:r>
            <a:r>
              <a:rPr lang="zh-CN" altLang="en-US" dirty="0">
                <a:solidFill>
                  <a:srgbClr val="000000"/>
                </a:solidFill>
                <a:latin typeface="楷体_GB2312"/>
                <a:ea typeface="楷体_GB2312"/>
                <a:sym typeface="+mn-ea"/>
              </a:rPr>
              <a:t>向量组</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zh-CN" altLang="en-US" dirty="0">
                <a:solidFill>
                  <a:srgbClr val="000000"/>
                </a:solidFill>
                <a:latin typeface="楷体_GB2312"/>
                <a:ea typeface="楷体_GB2312"/>
                <a:sym typeface="+mn-ea"/>
              </a:rPr>
              <a:t>线性相关。</a:t>
            </a:r>
            <a:endParaRPr lang="zh-CN" altLang="en-US" b="1" dirty="0">
              <a:solidFill>
                <a:srgbClr val="000000"/>
              </a:solidFill>
              <a:latin typeface="楷体_GB2312"/>
              <a:ea typeface="楷体_GB2312"/>
            </a:endParaRPr>
          </a:p>
        </p:txBody>
      </p:sp>
      <p:sp>
        <p:nvSpPr>
          <p:cNvPr id="4" name="Rectangle 12"/>
          <p:cNvSpPr/>
          <p:nvPr/>
        </p:nvSpPr>
        <p:spPr>
          <a:xfrm>
            <a:off x="323850" y="1988820"/>
            <a:ext cx="1205865" cy="623570"/>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dirty="0">
                <a:solidFill>
                  <a:srgbClr val="FF3300"/>
                </a:solidFill>
                <a:ea typeface="楷体_GB2312"/>
                <a:sym typeface="+mn-ea"/>
              </a:rPr>
              <a:t>证</a:t>
            </a:r>
            <a:r>
              <a:rPr lang="en-US" altLang="zh-CN" b="1" dirty="0">
                <a:solidFill>
                  <a:srgbClr val="FF0000"/>
                </a:solidFill>
                <a:latin typeface="Times New Roman" panose="02020603050405020304" pitchFamily="18" charset="0"/>
                <a:ea typeface="楷体_GB2312"/>
              </a:rPr>
              <a:t>   </a:t>
            </a:r>
            <a:r>
              <a:rPr lang="zh-CN" dirty="0">
                <a:sym typeface="+mn-ea"/>
              </a:rPr>
              <a:t>设</a:t>
            </a:r>
            <a:endParaRPr lang="zh-CN" altLang="en-US" b="1" dirty="0">
              <a:solidFill>
                <a:srgbClr val="000000"/>
              </a:solidFill>
              <a:latin typeface="楷体_GB2312"/>
              <a:ea typeface="楷体_GB2312"/>
              <a:sym typeface="+mn-ea"/>
            </a:endParaRPr>
          </a:p>
        </p:txBody>
      </p:sp>
      <p:sp>
        <p:nvSpPr>
          <p:cNvPr id="6" name="文本框 5"/>
          <p:cNvSpPr txBox="1"/>
          <p:nvPr/>
        </p:nvSpPr>
        <p:spPr>
          <a:xfrm>
            <a:off x="539750" y="4149090"/>
            <a:ext cx="8127365" cy="546100"/>
          </a:xfrm>
          <a:prstGeom prst="rect">
            <a:avLst/>
          </a:prstGeom>
          <a:noFill/>
        </p:spPr>
        <p:txBody>
          <a:bodyPr wrap="square" rtlCol="0" anchor="t">
            <a:noAutofit/>
          </a:bodyPr>
          <a:lstStyle/>
          <a:p>
            <a:pPr marL="609600" indent="-609600">
              <a:spcBef>
                <a:spcPct val="2000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则上述各式的系数构成</a:t>
            </a:r>
            <a:r>
              <a:rPr lang="en-US" altLang="zh-CN" dirty="0">
                <a:sym typeface="+mn-ea"/>
              </a:rPr>
              <a:t>s</a:t>
            </a:r>
            <a:r>
              <a:rPr lang="zh-CN" altLang="en-US" dirty="0">
                <a:solidFill>
                  <a:srgbClr val="000000"/>
                </a:solidFill>
                <a:latin typeface="楷体_GB2312"/>
                <a:ea typeface="楷体_GB2312"/>
                <a:sym typeface="+mn-ea"/>
              </a:rPr>
              <a:t>个</a:t>
            </a:r>
            <a:r>
              <a:rPr lang="en-US" altLang="zh-CN" i="1" dirty="0">
                <a:sym typeface="+mn-ea"/>
              </a:rPr>
              <a:t>t</a:t>
            </a:r>
            <a:r>
              <a:rPr lang="zh-CN" altLang="en-US" dirty="0">
                <a:solidFill>
                  <a:srgbClr val="000000"/>
                </a:solidFill>
                <a:latin typeface="楷体_GB2312"/>
                <a:ea typeface="楷体_GB2312"/>
                <a:sym typeface="+mn-ea"/>
              </a:rPr>
              <a:t>维行向量</a:t>
            </a:r>
          </a:p>
        </p:txBody>
      </p:sp>
      <p:graphicFrame>
        <p:nvGraphicFramePr>
          <p:cNvPr id="3" name="对象 -2147479536"/>
          <p:cNvGraphicFramePr>
            <a:graphicFrameLocks noChangeAspect="1"/>
          </p:cNvGraphicFramePr>
          <p:nvPr/>
        </p:nvGraphicFramePr>
        <p:xfrm>
          <a:off x="2124075" y="1844675"/>
          <a:ext cx="3728720" cy="1864360"/>
        </p:xfrm>
        <a:graphic>
          <a:graphicData uri="http://schemas.openxmlformats.org/presentationml/2006/ole">
            <mc:AlternateContent xmlns:mc="http://schemas.openxmlformats.org/markup-compatibility/2006">
              <mc:Choice xmlns:v="urn:schemas-microsoft-com:vml" Requires="v">
                <p:oleObj r:id="rId2" imgW="1879600" imgH="939800" progId="Equation.DSMT4">
                  <p:embed/>
                </p:oleObj>
              </mc:Choice>
              <mc:Fallback>
                <p:oleObj r:id="rId2" imgW="1879600" imgH="939800" progId="Equation.DSMT4">
                  <p:embed/>
                  <p:pic>
                    <p:nvPicPr>
                      <p:cNvPr id="0" name="图片 3075"/>
                      <p:cNvPicPr/>
                      <p:nvPr/>
                    </p:nvPicPr>
                    <p:blipFill>
                      <a:blip r:embed="rId3"/>
                      <a:stretch>
                        <a:fillRect/>
                      </a:stretch>
                    </p:blipFill>
                    <p:spPr>
                      <a:xfrm>
                        <a:off x="2124075" y="1844675"/>
                        <a:ext cx="3728720" cy="1864360"/>
                      </a:xfrm>
                      <a:prstGeom prst="rect">
                        <a:avLst/>
                      </a:prstGeom>
                      <a:noFill/>
                      <a:ln w="38100">
                        <a:noFill/>
                        <a:miter/>
                      </a:ln>
                    </p:spPr>
                  </p:pic>
                </p:oleObj>
              </mc:Fallback>
            </mc:AlternateContent>
          </a:graphicData>
        </a:graphic>
      </p:graphicFrame>
      <p:graphicFrame>
        <p:nvGraphicFramePr>
          <p:cNvPr id="5" name="对象 -2147479533"/>
          <p:cNvGraphicFramePr/>
          <p:nvPr/>
        </p:nvGraphicFramePr>
        <p:xfrm>
          <a:off x="2268220" y="4652645"/>
          <a:ext cx="3486785" cy="2075180"/>
        </p:xfrm>
        <a:graphic>
          <a:graphicData uri="http://schemas.openxmlformats.org/presentationml/2006/ole">
            <mc:AlternateContent xmlns:mc="http://schemas.openxmlformats.org/markup-compatibility/2006">
              <mc:Choice xmlns:v="urn:schemas-microsoft-com:vml" Requires="v">
                <p:oleObj r:id="rId4" imgW="1295400" imgH="914400" progId="Equation.DSMT4">
                  <p:embed/>
                </p:oleObj>
              </mc:Choice>
              <mc:Fallback>
                <p:oleObj r:id="rId4" imgW="1295400" imgH="914400" progId="Equation.DSMT4">
                  <p:embed/>
                  <p:pic>
                    <p:nvPicPr>
                      <p:cNvPr id="0" name="图片 2"/>
                      <p:cNvPicPr/>
                      <p:nvPr/>
                    </p:nvPicPr>
                    <p:blipFill>
                      <a:blip r:embed="rId5"/>
                      <a:stretch>
                        <a:fillRect/>
                      </a:stretch>
                    </p:blipFill>
                    <p:spPr>
                      <a:xfrm>
                        <a:off x="2268220" y="4652645"/>
                        <a:ext cx="3486785" cy="20751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p:nvPr/>
        </p:nvSpPr>
        <p:spPr>
          <a:xfrm>
            <a:off x="478790" y="44450"/>
            <a:ext cx="8178165" cy="1487805"/>
          </a:xfrm>
          <a:prstGeom prst="rect">
            <a:avLst/>
          </a:prstGeom>
          <a:noFill/>
          <a:ln w="9525">
            <a:noFill/>
          </a:ln>
        </p:spPr>
        <p:txBody>
          <a:bodyPr>
            <a:noAutofit/>
          </a:bodyPr>
          <a:lstStyle/>
          <a:p>
            <a:pPr>
              <a:lnSpc>
                <a:spcPct val="140000"/>
              </a:lnSpc>
              <a:spcBef>
                <a:spcPts val="0"/>
              </a:spcBef>
              <a:buClr>
                <a:srgbClr val="00007D"/>
              </a:buClr>
              <a:buSzPct val="75000"/>
              <a:buFont typeface="Wingdings" panose="05000000000000000000" pitchFamily="2" charset="2"/>
            </a:pPr>
            <a:r>
              <a:rPr lang="zh-CN" altLang="en-US" dirty="0">
                <a:sym typeface="+mn-ea"/>
              </a:rPr>
              <a:t>因为</a:t>
            </a:r>
            <a:r>
              <a:rPr lang="en-US" altLang="zh-CN" dirty="0">
                <a:sym typeface="+mn-ea"/>
              </a:rPr>
              <a:t>s&gt;</a:t>
            </a:r>
            <a:r>
              <a:rPr lang="en-US" altLang="zh-CN" i="1" dirty="0">
                <a:sym typeface="+mn-ea"/>
              </a:rPr>
              <a:t>t</a:t>
            </a:r>
            <a:r>
              <a:rPr lang="zh-CN" altLang="en-US" dirty="0">
                <a:sym typeface="+mn-ea"/>
              </a:rPr>
              <a:t>，由推论</a:t>
            </a:r>
            <a:r>
              <a:rPr lang="en-US" altLang="zh-CN" dirty="0">
                <a:sym typeface="+mn-ea"/>
              </a:rPr>
              <a:t>3.3.4</a:t>
            </a:r>
            <a:r>
              <a:rPr lang="zh-CN" altLang="en-US" dirty="0">
                <a:sym typeface="+mn-ea"/>
              </a:rPr>
              <a:t>可知</a:t>
            </a:r>
            <a:r>
              <a:rPr lang="en-US" altLang="zh-CN" dirty="0">
                <a:sym typeface="+mn-ea"/>
              </a:rPr>
              <a:t>                  </a:t>
            </a:r>
            <a:r>
              <a:rPr lang="zh-CN" altLang="en-US" dirty="0">
                <a:sym typeface="+mn-ea"/>
              </a:rPr>
              <a:t>线性相关，故存在一组不全为</a:t>
            </a:r>
            <a:r>
              <a:rPr lang="en-US" altLang="zh-CN" dirty="0">
                <a:sym typeface="+mn-ea"/>
              </a:rPr>
              <a:t>0</a:t>
            </a:r>
            <a:r>
              <a:rPr lang="zh-CN" altLang="en-US" dirty="0">
                <a:sym typeface="+mn-ea"/>
              </a:rPr>
              <a:t>的数，</a:t>
            </a:r>
            <a:r>
              <a:rPr lang="en-US" altLang="zh-CN" i="1" dirty="0">
                <a:sym typeface="+mn-ea"/>
              </a:rPr>
              <a:t>c</a:t>
            </a:r>
            <a:r>
              <a:rPr lang="en-US" altLang="zh-CN" baseline="-25000" dirty="0">
                <a:sym typeface="+mn-ea"/>
              </a:rPr>
              <a:t>1</a:t>
            </a:r>
            <a:r>
              <a:rPr lang="en-US" altLang="zh-CN" dirty="0">
                <a:sym typeface="+mn-ea"/>
              </a:rPr>
              <a:t>, </a:t>
            </a:r>
            <a:r>
              <a:rPr lang="en-US" altLang="zh-CN" i="1" dirty="0">
                <a:sym typeface="+mn-ea"/>
              </a:rPr>
              <a:t>c</a:t>
            </a:r>
            <a:r>
              <a:rPr lang="en-US" altLang="zh-CN" baseline="-25000" dirty="0">
                <a:sym typeface="+mn-ea"/>
              </a:rPr>
              <a:t>2</a:t>
            </a:r>
            <a:r>
              <a:rPr lang="en-US" altLang="zh-CN" dirty="0">
                <a:sym typeface="+mn-ea"/>
              </a:rPr>
              <a:t>, …, </a:t>
            </a:r>
            <a:r>
              <a:rPr lang="en-US" altLang="zh-CN" i="1" dirty="0">
                <a:sym typeface="+mn-ea"/>
              </a:rPr>
              <a:t>c</a:t>
            </a:r>
            <a:r>
              <a:rPr lang="en-US" altLang="zh-CN" i="1" baseline="-25000" dirty="0">
                <a:sym typeface="+mn-ea"/>
              </a:rPr>
              <a:t>s</a:t>
            </a:r>
            <a:r>
              <a:rPr lang="en-US" altLang="zh-CN" dirty="0">
                <a:sym typeface="+mn-ea"/>
              </a:rPr>
              <a:t>, </a:t>
            </a:r>
            <a:r>
              <a:rPr lang="zh-CN" altLang="en-US" dirty="0">
                <a:sym typeface="+mn-ea"/>
              </a:rPr>
              <a:t>使得</a:t>
            </a:r>
            <a:endParaRPr lang="zh-CN" altLang="en-US" b="1" dirty="0">
              <a:solidFill>
                <a:srgbClr val="000000"/>
              </a:solidFill>
              <a:latin typeface="楷体_GB2312"/>
              <a:ea typeface="楷体_GB2312"/>
            </a:endParaRPr>
          </a:p>
        </p:txBody>
      </p:sp>
      <p:sp>
        <p:nvSpPr>
          <p:cNvPr id="4" name="Rectangle 12"/>
          <p:cNvSpPr/>
          <p:nvPr/>
        </p:nvSpPr>
        <p:spPr>
          <a:xfrm>
            <a:off x="323850" y="1988820"/>
            <a:ext cx="1205865" cy="623570"/>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b="1" dirty="0">
                <a:solidFill>
                  <a:srgbClr val="000000"/>
                </a:solidFill>
                <a:latin typeface="楷体_GB2312"/>
                <a:ea typeface="楷体_GB2312"/>
                <a:sym typeface="+mn-ea"/>
              </a:rPr>
              <a:t>即</a:t>
            </a:r>
          </a:p>
        </p:txBody>
      </p:sp>
      <p:graphicFrame>
        <p:nvGraphicFramePr>
          <p:cNvPr id="3" name="对象 -2147479531"/>
          <p:cNvGraphicFramePr/>
          <p:nvPr/>
        </p:nvGraphicFramePr>
        <p:xfrm>
          <a:off x="4644390" y="188595"/>
          <a:ext cx="1576070" cy="511175"/>
        </p:xfrm>
        <a:graphic>
          <a:graphicData uri="http://schemas.openxmlformats.org/presentationml/2006/ole">
            <mc:AlternateContent xmlns:mc="http://schemas.openxmlformats.org/markup-compatibility/2006">
              <mc:Choice xmlns:v="urn:schemas-microsoft-com:vml" Requires="v">
                <p:oleObj r:id="rId2" imgW="736600" imgH="228600" progId="Equation.DSMT4">
                  <p:embed/>
                </p:oleObj>
              </mc:Choice>
              <mc:Fallback>
                <p:oleObj r:id="rId2" imgW="736600" imgH="228600" progId="Equation.DSMT4">
                  <p:embed/>
                  <p:pic>
                    <p:nvPicPr>
                      <p:cNvPr id="0" name="图片 7"/>
                      <p:cNvPicPr/>
                      <p:nvPr/>
                    </p:nvPicPr>
                    <p:blipFill>
                      <a:blip r:embed="rId3"/>
                      <a:stretch>
                        <a:fillRect/>
                      </a:stretch>
                    </p:blipFill>
                    <p:spPr>
                      <a:xfrm>
                        <a:off x="4644390" y="188595"/>
                        <a:ext cx="1576070" cy="511175"/>
                      </a:xfrm>
                      <a:prstGeom prst="rect">
                        <a:avLst/>
                      </a:prstGeom>
                      <a:noFill/>
                      <a:ln w="38100">
                        <a:noFill/>
                        <a:miter/>
                      </a:ln>
                    </p:spPr>
                  </p:pic>
                </p:oleObj>
              </mc:Fallback>
            </mc:AlternateContent>
          </a:graphicData>
        </a:graphic>
      </p:graphicFrame>
      <p:sp>
        <p:nvSpPr>
          <p:cNvPr id="9" name="文本框 8"/>
          <p:cNvSpPr txBox="1"/>
          <p:nvPr/>
        </p:nvSpPr>
        <p:spPr>
          <a:xfrm>
            <a:off x="492125" y="3429000"/>
            <a:ext cx="1316990" cy="694055"/>
          </a:xfrm>
          <a:prstGeom prst="rect">
            <a:avLst/>
          </a:prstGeom>
          <a:noFill/>
        </p:spPr>
        <p:txBody>
          <a:bodyPr wrap="square" rtlCol="0">
            <a:sp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dirty="0">
                <a:sym typeface="+mn-ea"/>
              </a:rPr>
              <a:t>因此</a:t>
            </a:r>
            <a:endParaRPr lang="zh-CN" altLang="en-US" dirty="0">
              <a:solidFill>
                <a:srgbClr val="000000"/>
              </a:solidFill>
              <a:latin typeface="楷体_GB2312"/>
              <a:ea typeface="楷体_GB2312"/>
            </a:endParaRPr>
          </a:p>
        </p:txBody>
      </p:sp>
      <p:graphicFrame>
        <p:nvGraphicFramePr>
          <p:cNvPr id="5" name="对象 -2147479529"/>
          <p:cNvGraphicFramePr/>
          <p:nvPr/>
        </p:nvGraphicFramePr>
        <p:xfrm>
          <a:off x="2365375" y="1411923"/>
          <a:ext cx="3786505" cy="504190"/>
        </p:xfrm>
        <a:graphic>
          <a:graphicData uri="http://schemas.openxmlformats.org/presentationml/2006/ole">
            <mc:AlternateContent xmlns:mc="http://schemas.openxmlformats.org/markup-compatibility/2006">
              <mc:Choice xmlns:v="urn:schemas-microsoft-com:vml" Requires="v">
                <p:oleObj r:id="rId4" imgW="1562100" imgH="228600" progId="Equation.DSMT4">
                  <p:embed/>
                </p:oleObj>
              </mc:Choice>
              <mc:Fallback>
                <p:oleObj r:id="rId4" imgW="1562100" imgH="228600" progId="Equation.DSMT4">
                  <p:embed/>
                  <p:pic>
                    <p:nvPicPr>
                      <p:cNvPr id="0" name="图片 9"/>
                      <p:cNvPicPr/>
                      <p:nvPr/>
                    </p:nvPicPr>
                    <p:blipFill>
                      <a:blip r:embed="rId5"/>
                      <a:stretch>
                        <a:fillRect/>
                      </a:stretch>
                    </p:blipFill>
                    <p:spPr>
                      <a:xfrm>
                        <a:off x="2365375" y="1411923"/>
                        <a:ext cx="3786505" cy="504190"/>
                      </a:xfrm>
                      <a:prstGeom prst="rect">
                        <a:avLst/>
                      </a:prstGeom>
                      <a:noFill/>
                      <a:ln w="38100">
                        <a:noFill/>
                        <a:miter/>
                      </a:ln>
                    </p:spPr>
                  </p:pic>
                </p:oleObj>
              </mc:Fallback>
            </mc:AlternateContent>
          </a:graphicData>
        </a:graphic>
      </p:graphicFrame>
      <p:graphicFrame>
        <p:nvGraphicFramePr>
          <p:cNvPr id="6" name="对象 -2147479528"/>
          <p:cNvGraphicFramePr/>
          <p:nvPr/>
        </p:nvGraphicFramePr>
        <p:xfrm>
          <a:off x="899795" y="2006600"/>
          <a:ext cx="4030345" cy="755650"/>
        </p:xfrm>
        <a:graphic>
          <a:graphicData uri="http://schemas.openxmlformats.org/presentationml/2006/ole">
            <mc:AlternateContent xmlns:mc="http://schemas.openxmlformats.org/markup-compatibility/2006">
              <mc:Choice xmlns:v="urn:schemas-microsoft-com:vml" Requires="v">
                <p:oleObj r:id="rId6" imgW="2005965" imgH="431800" progId="Equation.DSMT4">
                  <p:embed/>
                </p:oleObj>
              </mc:Choice>
              <mc:Fallback>
                <p:oleObj r:id="rId6" imgW="2005965" imgH="431800" progId="Equation.DSMT4">
                  <p:embed/>
                  <p:pic>
                    <p:nvPicPr>
                      <p:cNvPr id="0" name="图片 10"/>
                      <p:cNvPicPr/>
                      <p:nvPr/>
                    </p:nvPicPr>
                    <p:blipFill>
                      <a:blip r:embed="rId7"/>
                      <a:stretch>
                        <a:fillRect/>
                      </a:stretch>
                    </p:blipFill>
                    <p:spPr>
                      <a:xfrm>
                        <a:off x="899795" y="2006600"/>
                        <a:ext cx="4030345" cy="755650"/>
                      </a:xfrm>
                      <a:prstGeom prst="rect">
                        <a:avLst/>
                      </a:prstGeom>
                      <a:noFill/>
                      <a:ln w="38100">
                        <a:noFill/>
                        <a:miter/>
                      </a:ln>
                    </p:spPr>
                  </p:pic>
                </p:oleObj>
              </mc:Fallback>
            </mc:AlternateContent>
          </a:graphicData>
        </a:graphic>
      </p:graphicFrame>
      <p:sp>
        <p:nvSpPr>
          <p:cNvPr id="12" name="Rectangle 12"/>
          <p:cNvSpPr/>
          <p:nvPr/>
        </p:nvSpPr>
        <p:spPr>
          <a:xfrm>
            <a:off x="5076190" y="2068195"/>
            <a:ext cx="1205865" cy="692150"/>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b="1" dirty="0">
                <a:solidFill>
                  <a:srgbClr val="000000"/>
                </a:solidFill>
                <a:latin typeface="楷体_GB2312"/>
                <a:ea typeface="楷体_GB2312"/>
                <a:sym typeface="+mn-ea"/>
              </a:rPr>
              <a:t>故</a:t>
            </a:r>
          </a:p>
        </p:txBody>
      </p:sp>
      <p:graphicFrame>
        <p:nvGraphicFramePr>
          <p:cNvPr id="7" name="对象 -2147479527"/>
          <p:cNvGraphicFramePr/>
          <p:nvPr/>
        </p:nvGraphicFramePr>
        <p:xfrm>
          <a:off x="1880553" y="2852420"/>
          <a:ext cx="4483735" cy="829310"/>
        </p:xfrm>
        <a:graphic>
          <a:graphicData uri="http://schemas.openxmlformats.org/presentationml/2006/ole">
            <mc:AlternateContent xmlns:mc="http://schemas.openxmlformats.org/markup-compatibility/2006">
              <mc:Choice xmlns:v="urn:schemas-microsoft-com:vml" Requires="v">
                <p:oleObj r:id="rId8" imgW="2171700" imgH="431800" progId="Equation.DSMT4">
                  <p:embed/>
                </p:oleObj>
              </mc:Choice>
              <mc:Fallback>
                <p:oleObj r:id="rId8" imgW="2171700" imgH="431800" progId="Equation.DSMT4">
                  <p:embed/>
                  <p:pic>
                    <p:nvPicPr>
                      <p:cNvPr id="0" name="图片 12"/>
                      <p:cNvPicPr/>
                      <p:nvPr/>
                    </p:nvPicPr>
                    <p:blipFill>
                      <a:blip r:embed="rId9"/>
                      <a:stretch>
                        <a:fillRect/>
                      </a:stretch>
                    </p:blipFill>
                    <p:spPr>
                      <a:xfrm>
                        <a:off x="1880553" y="2852420"/>
                        <a:ext cx="4483735" cy="829310"/>
                      </a:xfrm>
                      <a:prstGeom prst="rect">
                        <a:avLst/>
                      </a:prstGeom>
                      <a:noFill/>
                      <a:ln w="38100">
                        <a:noFill/>
                        <a:miter/>
                      </a:ln>
                    </p:spPr>
                  </p:pic>
                </p:oleObj>
              </mc:Fallback>
            </mc:AlternateContent>
          </a:graphicData>
        </a:graphic>
      </p:graphicFrame>
      <p:graphicFrame>
        <p:nvGraphicFramePr>
          <p:cNvPr id="14" name="对象 -2147479526"/>
          <p:cNvGraphicFramePr/>
          <p:nvPr/>
        </p:nvGraphicFramePr>
        <p:xfrm>
          <a:off x="539750" y="3932555"/>
          <a:ext cx="8450580" cy="2004060"/>
        </p:xfrm>
        <a:graphic>
          <a:graphicData uri="http://schemas.openxmlformats.org/presentationml/2006/ole">
            <mc:AlternateContent xmlns:mc="http://schemas.openxmlformats.org/markup-compatibility/2006">
              <mc:Choice xmlns:v="urn:schemas-microsoft-com:vml" Requires="v">
                <p:oleObj r:id="rId10" imgW="3810000" imgH="901700" progId="Equation.DSMT4">
                  <p:embed/>
                </p:oleObj>
              </mc:Choice>
              <mc:Fallback>
                <p:oleObj r:id="rId10" imgW="3810000" imgH="901700" progId="Equation.DSMT4">
                  <p:embed/>
                  <p:pic>
                    <p:nvPicPr>
                      <p:cNvPr id="0" name="图片 13"/>
                      <p:cNvPicPr/>
                      <p:nvPr/>
                    </p:nvPicPr>
                    <p:blipFill>
                      <a:blip r:embed="rId11"/>
                      <a:stretch>
                        <a:fillRect/>
                      </a:stretch>
                    </p:blipFill>
                    <p:spPr>
                      <a:xfrm>
                        <a:off x="539750" y="3932555"/>
                        <a:ext cx="8450580" cy="2004060"/>
                      </a:xfrm>
                      <a:prstGeom prst="rect">
                        <a:avLst/>
                      </a:prstGeom>
                      <a:noFill/>
                      <a:ln w="38100">
                        <a:noFill/>
                        <a:miter/>
                      </a:ln>
                    </p:spPr>
                  </p:pic>
                </p:oleObj>
              </mc:Fallback>
            </mc:AlternateContent>
          </a:graphicData>
        </a:graphic>
      </p:graphicFrame>
      <p:sp>
        <p:nvSpPr>
          <p:cNvPr id="16" name="文本框 15"/>
          <p:cNvSpPr txBox="1"/>
          <p:nvPr/>
        </p:nvSpPr>
        <p:spPr>
          <a:xfrm>
            <a:off x="1691640" y="5834380"/>
            <a:ext cx="6102350" cy="652780"/>
          </a:xfrm>
          <a:prstGeom prst="rect">
            <a:avLst/>
          </a:prstGeom>
          <a:noFill/>
        </p:spPr>
        <p:txBody>
          <a:bodyPr wrap="square" rtlCol="0" anchor="t">
            <a:noAutofit/>
          </a:bodyPr>
          <a:lstStyle/>
          <a:p>
            <a:pPr marL="609600" indent="-609600">
              <a:lnSpc>
                <a:spcPct val="140000"/>
              </a:lnSpc>
              <a:spcBef>
                <a:spcPct val="2000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即向量组</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zh-CN" altLang="en-US" dirty="0">
                <a:solidFill>
                  <a:srgbClr val="000000"/>
                </a:solidFill>
                <a:latin typeface="楷体_GB2312"/>
                <a:ea typeface="楷体_GB2312"/>
                <a:sym typeface="+mn-ea"/>
              </a:rPr>
              <a:t>线性相关。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ox(in)">
                                      <p:cBhvr>
                                        <p:cTn id="20" dur="20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ox(in)">
                                      <p:cBhvr>
                                        <p:cTn id="30" dur="2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down)">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down)">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blinds(horizontal)">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blinds(horizontal)">
                                      <p:cBhvr>
                                        <p:cTn id="5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9" grpId="0"/>
      <p:bldP spid="12" grpId="0"/>
      <p:bldP spid="1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23850" y="332105"/>
            <a:ext cx="8409305" cy="1210945"/>
          </a:xfrm>
          <a:prstGeom prst="rect">
            <a:avLst/>
          </a:prstGeom>
          <a:noFill/>
          <a:ln w="12700">
            <a:noFill/>
          </a:ln>
        </p:spPr>
        <p:txBody>
          <a:bodyPr wrap="square" anchor="t" anchorCtr="0">
            <a:spAutoFit/>
          </a:bodyPr>
          <a:lstStyle/>
          <a:p>
            <a:pPr algn="l">
              <a:lnSpc>
                <a:spcPct val="130000"/>
              </a:lnSpc>
              <a:buNone/>
            </a:pPr>
            <a:r>
              <a:rPr lang="zh-CN" altLang="en-US" sz="2800" b="1" dirty="0">
                <a:solidFill>
                  <a:srgbClr val="3333FF"/>
                </a:solidFill>
                <a:latin typeface="楷体_GB2312" pitchFamily="49" charset="-122"/>
                <a:ea typeface="楷体_GB2312" pitchFamily="49" charset="-122"/>
              </a:rPr>
              <a:t>推论</a:t>
            </a:r>
            <a:r>
              <a:rPr lang="en-US" altLang="zh-CN" sz="2800" b="1" dirty="0">
                <a:solidFill>
                  <a:srgbClr val="3333FF"/>
                </a:solidFill>
                <a:latin typeface="楷体_GB2312" pitchFamily="49" charset="-122"/>
                <a:ea typeface="楷体_GB2312" pitchFamily="49" charset="-122"/>
              </a:rPr>
              <a:t>3.4.1</a:t>
            </a:r>
            <a:r>
              <a:rPr lang="en-US" altLang="zh-CN" sz="2800" b="1" dirty="0">
                <a:solidFill>
                  <a:schemeClr val="accent2"/>
                </a:solidFill>
                <a:latin typeface="楷体_GB2312" pitchFamily="49" charset="-122"/>
                <a:ea typeface="楷体_GB2312" pitchFamily="49" charset="-122"/>
              </a:rPr>
              <a:t> </a:t>
            </a:r>
            <a:r>
              <a:rPr lang="zh-CN" altLang="en-US" dirty="0">
                <a:solidFill>
                  <a:srgbClr val="000000"/>
                </a:solidFill>
                <a:latin typeface="楷体_GB2312"/>
                <a:ea typeface="楷体_GB2312"/>
                <a:sym typeface="+mn-ea"/>
              </a:rPr>
              <a:t>如果向量组</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zh-CN" altLang="en-US" dirty="0">
                <a:solidFill>
                  <a:srgbClr val="000000"/>
                </a:solidFill>
                <a:latin typeface="楷体_GB2312"/>
                <a:ea typeface="楷体_GB2312"/>
                <a:sym typeface="+mn-ea"/>
              </a:rPr>
              <a:t>可以由向量组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r</a:t>
            </a:r>
            <a:r>
              <a:rPr lang="zh-CN" altLang="en-US" dirty="0">
                <a:solidFill>
                  <a:srgbClr val="000000"/>
                </a:solidFill>
                <a:latin typeface="楷体_GB2312"/>
                <a:ea typeface="楷体_GB2312"/>
                <a:sym typeface="+mn-ea"/>
              </a:rPr>
              <a:t>线性表示，且</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zh-CN" altLang="en-US" dirty="0">
                <a:solidFill>
                  <a:srgbClr val="000000"/>
                </a:solidFill>
                <a:latin typeface="楷体_GB2312"/>
                <a:ea typeface="楷体_GB2312"/>
                <a:sym typeface="+mn-ea"/>
              </a:rPr>
              <a:t>也线性无关</a:t>
            </a:r>
            <a:r>
              <a:rPr lang="en-US" altLang="zh-CN" dirty="0">
                <a:solidFill>
                  <a:srgbClr val="000000"/>
                </a:solidFill>
                <a:latin typeface="楷体_GB2312"/>
                <a:ea typeface="楷体_GB2312"/>
                <a:sym typeface="+mn-ea"/>
              </a:rPr>
              <a:t>,</a:t>
            </a:r>
            <a:r>
              <a:rPr lang="zh-CN" altLang="en-US" dirty="0">
                <a:solidFill>
                  <a:srgbClr val="000000"/>
                </a:solidFill>
                <a:latin typeface="楷体_GB2312"/>
                <a:ea typeface="楷体_GB2312"/>
                <a:sym typeface="+mn-ea"/>
              </a:rPr>
              <a:t>则</a:t>
            </a:r>
            <a:r>
              <a:rPr lang="en-US" altLang="zh-CN" i="1" dirty="0">
                <a:sym typeface="+mn-ea"/>
              </a:rPr>
              <a:t>s</a:t>
            </a:r>
            <a:r>
              <a:rPr lang="en-US" altLang="zh-CN" dirty="0">
                <a:latin typeface="Arial" panose="020B0604020202020204" pitchFamily="34" charset="0"/>
                <a:cs typeface="Arial" panose="020B0604020202020204" pitchFamily="34" charset="0"/>
                <a:sym typeface="+mn-ea"/>
              </a:rPr>
              <a:t>≤r</a:t>
            </a:r>
            <a:r>
              <a:rPr lang="en-US" altLang="zh-CN" dirty="0">
                <a:solidFill>
                  <a:srgbClr val="000000"/>
                </a:solidFill>
                <a:latin typeface="楷体_GB2312"/>
                <a:ea typeface="楷体_GB2312"/>
                <a:sym typeface="+mn-ea"/>
              </a:rPr>
              <a:t>.</a:t>
            </a:r>
            <a:endParaRPr lang="en-US" altLang="zh-CN" sz="2800" b="1" dirty="0">
              <a:solidFill>
                <a:schemeClr val="tx1"/>
              </a:solidFill>
              <a:latin typeface="楷体_GB2312" pitchFamily="49" charset="-122"/>
              <a:ea typeface="楷体_GB2312" pitchFamily="49" charset="-122"/>
            </a:endParaRPr>
          </a:p>
        </p:txBody>
      </p:sp>
      <p:sp>
        <p:nvSpPr>
          <p:cNvPr id="5" name="矩形 4"/>
          <p:cNvSpPr/>
          <p:nvPr/>
        </p:nvSpPr>
        <p:spPr>
          <a:xfrm>
            <a:off x="450850" y="1772285"/>
            <a:ext cx="8409305" cy="1210945"/>
          </a:xfrm>
          <a:prstGeom prst="rect">
            <a:avLst/>
          </a:prstGeom>
          <a:noFill/>
          <a:ln w="12700">
            <a:noFill/>
          </a:ln>
        </p:spPr>
        <p:txBody>
          <a:bodyPr wrap="square" anchor="t" anchorCtr="0">
            <a:spAutoFit/>
          </a:bodyPr>
          <a:lstStyle/>
          <a:p>
            <a:pPr algn="l">
              <a:lnSpc>
                <a:spcPct val="130000"/>
              </a:lnSpc>
              <a:buNone/>
            </a:pPr>
            <a:r>
              <a:rPr lang="zh-CN" altLang="en-US" sz="2800" b="1" dirty="0">
                <a:solidFill>
                  <a:srgbClr val="3333FF"/>
                </a:solidFill>
                <a:latin typeface="楷体_GB2312" pitchFamily="49" charset="-122"/>
                <a:ea typeface="楷体_GB2312" pitchFamily="49" charset="-122"/>
              </a:rPr>
              <a:t>推论</a:t>
            </a:r>
            <a:r>
              <a:rPr lang="en-US" altLang="zh-CN" sz="2800" b="1" dirty="0">
                <a:solidFill>
                  <a:srgbClr val="3333FF"/>
                </a:solidFill>
                <a:latin typeface="楷体_GB2312" pitchFamily="49" charset="-122"/>
                <a:ea typeface="楷体_GB2312" pitchFamily="49" charset="-122"/>
              </a:rPr>
              <a:t>3.4.2</a:t>
            </a:r>
            <a:r>
              <a:rPr lang="en-US" altLang="zh-CN" sz="2800" b="1" dirty="0">
                <a:solidFill>
                  <a:schemeClr val="accent2"/>
                </a:solidFill>
                <a:latin typeface="楷体_GB2312" pitchFamily="49" charset="-122"/>
                <a:ea typeface="楷体_GB2312" pitchFamily="49" charset="-122"/>
              </a:rPr>
              <a:t> </a:t>
            </a:r>
            <a:r>
              <a:rPr lang="zh-CN" altLang="en-US" sz="2800" b="1" dirty="0">
                <a:solidFill>
                  <a:schemeClr val="tx1"/>
                </a:solidFill>
                <a:latin typeface="楷体_GB2312" pitchFamily="49" charset="-122"/>
                <a:ea typeface="楷体_GB2312" pitchFamily="49" charset="-122"/>
              </a:rPr>
              <a:t>两个等价的线性无关向量组所含向量的个数相等</a:t>
            </a:r>
            <a:r>
              <a:rPr lang="en-US" altLang="zh-CN" sz="2800" b="1" dirty="0">
                <a:solidFill>
                  <a:schemeClr val="tx1"/>
                </a:solidFill>
                <a:latin typeface="楷体_GB2312" pitchFamily="49" charset="-122"/>
                <a:ea typeface="楷体_GB2312" pitchFamily="49" charset="-122"/>
              </a:rPr>
              <a:t>.</a:t>
            </a:r>
          </a:p>
        </p:txBody>
      </p:sp>
      <p:sp>
        <p:nvSpPr>
          <p:cNvPr id="6" name="Rectangle 12"/>
          <p:cNvSpPr/>
          <p:nvPr/>
        </p:nvSpPr>
        <p:spPr>
          <a:xfrm>
            <a:off x="467995" y="3068955"/>
            <a:ext cx="8554720" cy="3825875"/>
          </a:xfrm>
          <a:prstGeom prst="rect">
            <a:avLst/>
          </a:prstGeom>
          <a:noFill/>
          <a:ln w="9525">
            <a:noFill/>
          </a:ln>
        </p:spPr>
        <p:txBody>
          <a:bodyPr>
            <a:noAutofit/>
          </a:bodyPr>
          <a:lstStyle/>
          <a:p>
            <a:pPr>
              <a:lnSpc>
                <a:spcPct val="140000"/>
              </a:lnSpc>
              <a:spcBef>
                <a:spcPts val="0"/>
              </a:spcBef>
              <a:buClr>
                <a:srgbClr val="00007D"/>
              </a:buClr>
              <a:buSzPct val="75000"/>
              <a:buFont typeface="Wingdings" panose="05000000000000000000" pitchFamily="2" charset="2"/>
            </a:pPr>
            <a:r>
              <a:rPr lang="zh-CN" altLang="en-US" b="1" dirty="0">
                <a:solidFill>
                  <a:srgbClr val="FF3300"/>
                </a:solidFill>
                <a:latin typeface="Times New Roman" panose="02020603050405020304" pitchFamily="18" charset="0"/>
                <a:ea typeface="楷体_GB2312"/>
              </a:rPr>
              <a:t>定义</a:t>
            </a:r>
            <a:r>
              <a:rPr lang="en-US" altLang="zh-CN" b="1" dirty="0">
                <a:solidFill>
                  <a:srgbClr val="FF3300"/>
                </a:solidFill>
                <a:latin typeface="Times New Roman" panose="02020603050405020304" pitchFamily="18" charset="0"/>
                <a:ea typeface="楷体_GB2312"/>
              </a:rPr>
              <a:t>3.4.2</a:t>
            </a:r>
            <a:r>
              <a:rPr lang="en-US" altLang="zh-CN" b="1" dirty="0">
                <a:solidFill>
                  <a:srgbClr val="FF0000"/>
                </a:solidFill>
                <a:latin typeface="Times New Roman" panose="02020603050405020304" pitchFamily="18" charset="0"/>
                <a:ea typeface="楷体_GB2312"/>
              </a:rPr>
              <a:t> </a:t>
            </a:r>
            <a:r>
              <a:rPr lang="zh-CN" altLang="en-US" dirty="0">
                <a:solidFill>
                  <a:srgbClr val="000000"/>
                </a:solidFill>
                <a:latin typeface="楷体_GB2312"/>
                <a:ea typeface="楷体_GB2312"/>
                <a:sym typeface="+mn-ea"/>
              </a:rPr>
              <a:t>有设向量组</a:t>
            </a:r>
            <a:r>
              <a:rPr lang="en-US" altLang="zh-CN" dirty="0">
                <a:solidFill>
                  <a:srgbClr val="000000"/>
                </a:solidFill>
                <a:latin typeface="楷体_GB2312"/>
                <a:ea typeface="楷体_GB2312"/>
                <a:sym typeface="+mn-ea"/>
              </a:rPr>
              <a:t>(I)</a:t>
            </a:r>
            <a:r>
              <a:rPr lang="zh-CN" altLang="en-US" dirty="0">
                <a:solidFill>
                  <a:srgbClr val="000000"/>
                </a:solidFill>
                <a:latin typeface="楷体_GB2312"/>
                <a:ea typeface="楷体_GB2312"/>
                <a:sym typeface="+mn-ea"/>
              </a:rPr>
              <a:t>，如果在</a:t>
            </a:r>
            <a:r>
              <a:rPr lang="en-US" altLang="zh-CN" dirty="0">
                <a:solidFill>
                  <a:srgbClr val="000000"/>
                </a:solidFill>
                <a:latin typeface="楷体_GB2312"/>
                <a:ea typeface="楷体_GB2312"/>
                <a:sym typeface="+mn-ea"/>
              </a:rPr>
              <a:t>(I)</a:t>
            </a:r>
            <a:r>
              <a:rPr lang="zh-CN" altLang="en-US" dirty="0">
                <a:solidFill>
                  <a:srgbClr val="000000"/>
                </a:solidFill>
                <a:latin typeface="楷体_GB2312"/>
                <a:ea typeface="楷体_GB2312"/>
                <a:sym typeface="+mn-ea"/>
              </a:rPr>
              <a:t>中存在有</a:t>
            </a:r>
            <a:r>
              <a:rPr lang="en-US" altLang="zh-CN" dirty="0">
                <a:latin typeface="Arial" panose="020B0604020202020204" pitchFamily="34" charset="0"/>
                <a:cs typeface="Arial" panose="020B0604020202020204" pitchFamily="34" charset="0"/>
                <a:sym typeface="+mn-ea"/>
              </a:rPr>
              <a:t>r</a:t>
            </a:r>
            <a:r>
              <a:rPr lang="zh-CN" altLang="en-US" dirty="0">
                <a:solidFill>
                  <a:srgbClr val="000000"/>
                </a:solidFill>
                <a:latin typeface="楷体_GB2312"/>
                <a:ea typeface="楷体_GB2312"/>
                <a:sym typeface="+mn-ea"/>
              </a:rPr>
              <a:t>个向量</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r</a:t>
            </a:r>
            <a:r>
              <a:rPr lang="zh-CN" altLang="en-US" dirty="0">
                <a:solidFill>
                  <a:srgbClr val="000000"/>
                </a:solidFill>
                <a:latin typeface="楷体_GB2312"/>
                <a:ea typeface="楷体_GB2312"/>
                <a:sym typeface="+mn-ea"/>
              </a:rPr>
              <a:t>，满足</a:t>
            </a:r>
            <a:r>
              <a:rPr lang="en-US" altLang="zh-CN" dirty="0">
                <a:solidFill>
                  <a:srgbClr val="000000"/>
                </a:solidFill>
                <a:latin typeface="楷体_GB2312"/>
                <a:ea typeface="楷体_GB2312"/>
                <a:sym typeface="+mn-ea"/>
              </a:rPr>
              <a:t>:</a:t>
            </a:r>
            <a:endParaRPr lang="en-US" altLang="zh-CN" i="1" dirty="0">
              <a:solidFill>
                <a:srgbClr val="000000"/>
              </a:solidFill>
              <a:latin typeface="楷体_GB2312"/>
              <a:ea typeface="楷体_GB2312"/>
              <a:sym typeface="+mn-ea"/>
            </a:endParaRPr>
          </a:p>
          <a:p>
            <a:pPr>
              <a:lnSpc>
                <a:spcPct val="140000"/>
              </a:lnSpc>
              <a:spcBef>
                <a:spcPts val="0"/>
              </a:spcBef>
              <a:buClr>
                <a:srgbClr val="00007D"/>
              </a:buClr>
              <a:buSzPct val="75000"/>
              <a:buFont typeface="Wingdings" panose="05000000000000000000" pitchFamily="2" charset="2"/>
            </a:pPr>
            <a:r>
              <a:rPr lang="en-US" altLang="zh-CN" dirty="0">
                <a:solidFill>
                  <a:srgbClr val="000000"/>
                </a:solidFill>
                <a:latin typeface="楷体_GB2312"/>
                <a:ea typeface="楷体_GB2312"/>
                <a:sym typeface="+mn-ea"/>
              </a:rPr>
              <a:t>(1)</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r</a:t>
            </a:r>
            <a:r>
              <a:rPr lang="zh-CN" altLang="en-US" dirty="0">
                <a:solidFill>
                  <a:srgbClr val="000000"/>
                </a:solidFill>
                <a:latin typeface="楷体_GB2312"/>
                <a:ea typeface="楷体_GB2312"/>
                <a:sym typeface="+mn-ea"/>
              </a:rPr>
              <a:t>线性无关；</a:t>
            </a:r>
          </a:p>
          <a:p>
            <a:pPr>
              <a:lnSpc>
                <a:spcPct val="140000"/>
              </a:lnSpc>
              <a:spcBef>
                <a:spcPts val="0"/>
              </a:spcBef>
              <a:buClr>
                <a:srgbClr val="00007D"/>
              </a:buClr>
              <a:buSzPct val="75000"/>
              <a:buFont typeface="Wingdings" panose="05000000000000000000" pitchFamily="2" charset="2"/>
            </a:pPr>
            <a:r>
              <a:rPr lang="en-US" altLang="zh-CN" dirty="0">
                <a:solidFill>
                  <a:srgbClr val="000000"/>
                </a:solidFill>
                <a:latin typeface="楷体_GB2312"/>
                <a:ea typeface="楷体_GB2312"/>
                <a:sym typeface="+mn-ea"/>
              </a:rPr>
              <a:t>(2)(I)</a:t>
            </a:r>
            <a:r>
              <a:rPr lang="zh-CN" altLang="en-US" dirty="0">
                <a:solidFill>
                  <a:srgbClr val="000000"/>
                </a:solidFill>
                <a:latin typeface="楷体_GB2312"/>
                <a:ea typeface="楷体_GB2312"/>
                <a:sym typeface="+mn-ea"/>
              </a:rPr>
              <a:t>中任意向量可由</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r</a:t>
            </a:r>
            <a:r>
              <a:rPr lang="zh-CN" altLang="en-US" dirty="0">
                <a:solidFill>
                  <a:srgbClr val="000000"/>
                </a:solidFill>
                <a:latin typeface="楷体_GB2312"/>
                <a:ea typeface="楷体_GB2312"/>
                <a:sym typeface="+mn-ea"/>
              </a:rPr>
              <a:t>线性表示，</a:t>
            </a:r>
          </a:p>
          <a:p>
            <a:pPr>
              <a:lnSpc>
                <a:spcPct val="140000"/>
              </a:lnSpc>
              <a:spcBef>
                <a:spcPts val="0"/>
              </a:spcBef>
              <a:buClr>
                <a:srgbClr val="00007D"/>
              </a:buClr>
              <a:buSzPct val="75000"/>
              <a:buFont typeface="Wingdings" panose="05000000000000000000" pitchFamily="2" charset="2"/>
            </a:pPr>
            <a:r>
              <a:rPr lang="zh-CN" altLang="en-US" dirty="0">
                <a:solidFill>
                  <a:srgbClr val="000000"/>
                </a:solidFill>
                <a:latin typeface="楷体_GB2312"/>
                <a:ea typeface="楷体_GB2312"/>
                <a:sym typeface="+mn-ea"/>
              </a:rPr>
              <a:t>则称向量组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r</a:t>
            </a:r>
            <a:r>
              <a:rPr lang="zh-CN" altLang="en-US" b="1" dirty="0">
                <a:solidFill>
                  <a:srgbClr val="000000"/>
                </a:solidFill>
                <a:latin typeface="楷体_GB2312"/>
                <a:ea typeface="楷体_GB2312"/>
              </a:rPr>
              <a:t>是向量组</a:t>
            </a:r>
            <a:r>
              <a:rPr lang="en-US" altLang="zh-CN" dirty="0">
                <a:solidFill>
                  <a:srgbClr val="000000"/>
                </a:solidFill>
                <a:latin typeface="楷体_GB2312"/>
                <a:ea typeface="楷体_GB2312"/>
                <a:sym typeface="+mn-ea"/>
              </a:rPr>
              <a:t>(I)</a:t>
            </a:r>
            <a:r>
              <a:rPr lang="zh-CN" altLang="en-US" b="1" dirty="0">
                <a:solidFill>
                  <a:srgbClr val="000000"/>
                </a:solidFill>
                <a:latin typeface="楷体_GB2312"/>
                <a:ea typeface="楷体_GB2312"/>
              </a:rPr>
              <a:t>的一个</a:t>
            </a:r>
            <a:r>
              <a:rPr lang="zh-CN" altLang="en-US" b="1" dirty="0">
                <a:solidFill>
                  <a:srgbClr val="FF0000"/>
                </a:solidFill>
                <a:latin typeface="楷体_GB2312"/>
                <a:ea typeface="楷体_GB2312"/>
              </a:rPr>
              <a:t>极大线性无关组</a:t>
            </a:r>
            <a:r>
              <a:rPr lang="en-US" altLang="zh-CN" b="1" dirty="0">
                <a:solidFill>
                  <a:srgbClr val="FF0000"/>
                </a:solidFill>
                <a:latin typeface="楷体_GB2312"/>
                <a:ea typeface="楷体_GB231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gtEl>
                                        <p:attrNameLst>
                                          <p:attrName>style.visibility</p:attrName>
                                        </p:attrNameLst>
                                      </p:cBhvr>
                                      <p:to>
                                        <p:strVal val="visible"/>
                                      </p:to>
                                    </p:set>
                                    <p:anim calcmode="discrete" valueType="clr">
                                      <p:cBhvr override="childStyle">
                                        <p:cTn id="7"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gtEl>
                                        <p:attrNameLst>
                                          <p:attrName>fillcolor</p:attrName>
                                        </p:attrNameLst>
                                      </p:cBhvr>
                                      <p:tavLst>
                                        <p:tav tm="0">
                                          <p:val>
                                            <p:clrVal>
                                              <a:schemeClr val="accent2"/>
                                            </p:clrVal>
                                          </p:val>
                                        </p:tav>
                                        <p:tav tm="50000">
                                          <p:val>
                                            <p:clrVal>
                                              <a:schemeClr val="hlink"/>
                                            </p:clrVal>
                                          </p:val>
                                        </p:tav>
                                      </p:tavLst>
                                    </p:anim>
                                    <p:set>
                                      <p:cBhvr>
                                        <p:cTn id="9" dur="80"/>
                                        <p:tgtEl>
                                          <p:spTgt spid="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5"/>
                                        </p:tgtEl>
                                        <p:attrNameLst>
                                          <p:attrName>style.visibility</p:attrName>
                                        </p:attrNameLst>
                                      </p:cBhvr>
                                      <p:to>
                                        <p:strVal val="visible"/>
                                      </p:to>
                                    </p:set>
                                    <p:anim calcmode="discrete" valueType="clr">
                                      <p:cBhvr override="childStyle">
                                        <p:cTn id="14"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5"/>
                                        </p:tgtEl>
                                        <p:attrNameLst>
                                          <p:attrName>fillcolor</p:attrName>
                                        </p:attrNameLst>
                                      </p:cBhvr>
                                      <p:tavLst>
                                        <p:tav tm="0">
                                          <p:val>
                                            <p:clrVal>
                                              <a:schemeClr val="accent2"/>
                                            </p:clrVal>
                                          </p:val>
                                        </p:tav>
                                        <p:tav tm="50000">
                                          <p:val>
                                            <p:clrVal>
                                              <a:schemeClr val="hlink"/>
                                            </p:clrVal>
                                          </p:val>
                                        </p:tav>
                                      </p:tavLst>
                                    </p:anim>
                                    <p:set>
                                      <p:cBhvr>
                                        <p:cTn id="16" dur="80"/>
                                        <p:tgtEl>
                                          <p:spTgt spid="5"/>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ox(in)">
                                      <p:cBhvr>
                                        <p:cTn id="2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67030" y="1628775"/>
            <a:ext cx="8409305" cy="1210945"/>
          </a:xfrm>
          <a:prstGeom prst="rect">
            <a:avLst/>
          </a:prstGeom>
          <a:noFill/>
          <a:ln w="12700">
            <a:noFill/>
          </a:ln>
        </p:spPr>
        <p:txBody>
          <a:bodyPr wrap="square" anchor="t" anchorCtr="0">
            <a:spAutoFit/>
          </a:bodyPr>
          <a:lstStyle/>
          <a:p>
            <a:pPr algn="l">
              <a:lnSpc>
                <a:spcPct val="130000"/>
              </a:lnSpc>
              <a:buNone/>
            </a:pPr>
            <a:r>
              <a:rPr lang="zh-CN" altLang="en-US" sz="2800" b="1" dirty="0">
                <a:solidFill>
                  <a:srgbClr val="3333FF"/>
                </a:solidFill>
                <a:latin typeface="楷体_GB2312" pitchFamily="49" charset="-122"/>
                <a:ea typeface="楷体_GB2312" pitchFamily="49" charset="-122"/>
              </a:rPr>
              <a:t>推论</a:t>
            </a:r>
            <a:r>
              <a:rPr lang="en-US" altLang="zh-CN" sz="2800" b="1" dirty="0">
                <a:solidFill>
                  <a:srgbClr val="3333FF"/>
                </a:solidFill>
                <a:latin typeface="楷体_GB2312" pitchFamily="49" charset="-122"/>
                <a:ea typeface="楷体_GB2312" pitchFamily="49" charset="-122"/>
              </a:rPr>
              <a:t>3.4.3</a:t>
            </a:r>
            <a:r>
              <a:rPr lang="en-US" altLang="zh-CN" sz="2800" b="1" dirty="0">
                <a:solidFill>
                  <a:schemeClr val="accent2"/>
                </a:solidFill>
                <a:latin typeface="楷体_GB2312" pitchFamily="49" charset="-122"/>
                <a:ea typeface="楷体_GB2312" pitchFamily="49" charset="-122"/>
              </a:rPr>
              <a:t> </a:t>
            </a:r>
            <a:r>
              <a:rPr lang="zh-CN" altLang="en-US" dirty="0">
                <a:solidFill>
                  <a:srgbClr val="000000"/>
                </a:solidFill>
                <a:latin typeface="楷体_GB2312"/>
                <a:ea typeface="楷体_GB2312"/>
                <a:sym typeface="+mn-ea"/>
              </a:rPr>
              <a:t>向量组中的任意两个极大线性无关组等价</a:t>
            </a:r>
            <a:r>
              <a:rPr lang="en-US" altLang="zh-CN" dirty="0">
                <a:solidFill>
                  <a:srgbClr val="000000"/>
                </a:solidFill>
                <a:latin typeface="楷体_GB2312"/>
                <a:ea typeface="楷体_GB2312"/>
                <a:sym typeface="+mn-ea"/>
              </a:rPr>
              <a:t>.</a:t>
            </a:r>
            <a:endParaRPr lang="en-US" altLang="zh-CN" sz="2800" b="1" dirty="0">
              <a:solidFill>
                <a:schemeClr val="tx1"/>
              </a:solidFill>
              <a:latin typeface="楷体_GB2312" pitchFamily="49" charset="-122"/>
              <a:ea typeface="楷体_GB2312" pitchFamily="49" charset="-122"/>
            </a:endParaRPr>
          </a:p>
        </p:txBody>
      </p:sp>
      <p:sp>
        <p:nvSpPr>
          <p:cNvPr id="5" name="矩形 4"/>
          <p:cNvSpPr/>
          <p:nvPr/>
        </p:nvSpPr>
        <p:spPr>
          <a:xfrm>
            <a:off x="467995" y="2924810"/>
            <a:ext cx="8409305" cy="1210945"/>
          </a:xfrm>
          <a:prstGeom prst="rect">
            <a:avLst/>
          </a:prstGeom>
          <a:noFill/>
          <a:ln w="12700">
            <a:noFill/>
          </a:ln>
        </p:spPr>
        <p:txBody>
          <a:bodyPr wrap="square" anchor="t" anchorCtr="0">
            <a:spAutoFit/>
          </a:bodyPr>
          <a:lstStyle/>
          <a:p>
            <a:pPr algn="l">
              <a:lnSpc>
                <a:spcPct val="130000"/>
              </a:lnSpc>
              <a:buNone/>
            </a:pPr>
            <a:r>
              <a:rPr lang="zh-CN" altLang="en-US" sz="2800" b="1" dirty="0">
                <a:solidFill>
                  <a:srgbClr val="3333FF"/>
                </a:solidFill>
                <a:latin typeface="楷体_GB2312" pitchFamily="49" charset="-122"/>
                <a:ea typeface="楷体_GB2312" pitchFamily="49" charset="-122"/>
              </a:rPr>
              <a:t>推论</a:t>
            </a:r>
            <a:r>
              <a:rPr lang="en-US" altLang="zh-CN" sz="2800" b="1" dirty="0">
                <a:solidFill>
                  <a:srgbClr val="3333FF"/>
                </a:solidFill>
                <a:latin typeface="楷体_GB2312" pitchFamily="49" charset="-122"/>
                <a:ea typeface="楷体_GB2312" pitchFamily="49" charset="-122"/>
              </a:rPr>
              <a:t>3.4.4</a:t>
            </a:r>
            <a:r>
              <a:rPr lang="en-US" altLang="zh-CN" sz="2800" b="1" dirty="0">
                <a:solidFill>
                  <a:schemeClr val="accent2"/>
                </a:solidFill>
                <a:latin typeface="楷体_GB2312" pitchFamily="49" charset="-122"/>
                <a:ea typeface="楷体_GB2312" pitchFamily="49" charset="-122"/>
              </a:rPr>
              <a:t> </a:t>
            </a:r>
            <a:r>
              <a:rPr lang="zh-CN" altLang="en-US" sz="2800" b="1" dirty="0">
                <a:solidFill>
                  <a:schemeClr val="tx1"/>
                </a:solidFill>
                <a:latin typeface="楷体_GB2312" pitchFamily="49" charset="-122"/>
                <a:ea typeface="楷体_GB2312" pitchFamily="49" charset="-122"/>
              </a:rPr>
              <a:t>向量组中的任意两个极大线性无关组所含向量的个数相同</a:t>
            </a:r>
            <a:r>
              <a:rPr lang="en-US" altLang="zh-CN" sz="2800" b="1" dirty="0">
                <a:solidFill>
                  <a:schemeClr val="tx1"/>
                </a:solidFill>
                <a:latin typeface="楷体_GB2312" pitchFamily="49" charset="-122"/>
                <a:ea typeface="楷体_GB2312" pitchFamily="49" charset="-122"/>
              </a:rPr>
              <a:t>.</a:t>
            </a:r>
          </a:p>
        </p:txBody>
      </p:sp>
      <p:sp>
        <p:nvSpPr>
          <p:cNvPr id="6" name="Rectangle 12"/>
          <p:cNvSpPr/>
          <p:nvPr/>
        </p:nvSpPr>
        <p:spPr>
          <a:xfrm>
            <a:off x="467995" y="4364990"/>
            <a:ext cx="8554720" cy="1396365"/>
          </a:xfrm>
          <a:prstGeom prst="rect">
            <a:avLst/>
          </a:prstGeom>
          <a:noFill/>
          <a:ln w="9525">
            <a:noFill/>
          </a:ln>
        </p:spPr>
        <p:txBody>
          <a:bodyPr>
            <a:noAutofit/>
          </a:bodyPr>
          <a:lstStyle/>
          <a:p>
            <a:pPr>
              <a:lnSpc>
                <a:spcPct val="140000"/>
              </a:lnSpc>
              <a:spcBef>
                <a:spcPts val="0"/>
              </a:spcBef>
              <a:buClr>
                <a:srgbClr val="00007D"/>
              </a:buClr>
              <a:buSzPct val="75000"/>
              <a:buFont typeface="Wingdings" panose="05000000000000000000" pitchFamily="2" charset="2"/>
            </a:pPr>
            <a:r>
              <a:rPr lang="zh-CN" altLang="en-US" b="1" dirty="0">
                <a:solidFill>
                  <a:srgbClr val="FF3300"/>
                </a:solidFill>
                <a:latin typeface="Times New Roman" panose="02020603050405020304" pitchFamily="18" charset="0"/>
                <a:ea typeface="楷体_GB2312"/>
              </a:rPr>
              <a:t>定义</a:t>
            </a:r>
            <a:r>
              <a:rPr lang="en-US" altLang="zh-CN" b="1" dirty="0">
                <a:solidFill>
                  <a:srgbClr val="FF3300"/>
                </a:solidFill>
                <a:latin typeface="Times New Roman" panose="02020603050405020304" pitchFamily="18" charset="0"/>
                <a:ea typeface="楷体_GB2312"/>
              </a:rPr>
              <a:t>3.4.3</a:t>
            </a:r>
            <a:r>
              <a:rPr lang="en-US" altLang="zh-CN" b="1" dirty="0">
                <a:solidFill>
                  <a:srgbClr val="FF0000"/>
                </a:solidFill>
                <a:latin typeface="Times New Roman" panose="02020603050405020304" pitchFamily="18" charset="0"/>
                <a:ea typeface="楷体_GB2312"/>
              </a:rPr>
              <a:t> </a:t>
            </a:r>
            <a:r>
              <a:rPr lang="zh-CN" altLang="en-US" dirty="0">
                <a:solidFill>
                  <a:srgbClr val="000000"/>
                </a:solidFill>
                <a:latin typeface="楷体_GB2312"/>
                <a:ea typeface="楷体_GB2312"/>
                <a:sym typeface="+mn-ea"/>
              </a:rPr>
              <a:t>向量组</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zh-CN" altLang="en-US" dirty="0">
                <a:solidFill>
                  <a:srgbClr val="000000"/>
                </a:solidFill>
                <a:latin typeface="楷体_GB2312"/>
                <a:ea typeface="楷体_GB2312"/>
                <a:sym typeface="+mn-ea"/>
              </a:rPr>
              <a:t>的极大线性无关组所含向量的个数称为此向量组的</a:t>
            </a:r>
            <a:r>
              <a:rPr lang="zh-CN" altLang="en-US" dirty="0">
                <a:solidFill>
                  <a:srgbClr val="FF0000"/>
                </a:solidFill>
                <a:latin typeface="楷体_GB2312"/>
                <a:ea typeface="楷体_GB2312"/>
                <a:sym typeface="+mn-ea"/>
              </a:rPr>
              <a:t>秩</a:t>
            </a:r>
            <a:r>
              <a:rPr lang="zh-CN" altLang="en-US" dirty="0">
                <a:solidFill>
                  <a:srgbClr val="000000"/>
                </a:solidFill>
                <a:latin typeface="楷体_GB2312"/>
                <a:ea typeface="楷体_GB2312"/>
                <a:sym typeface="+mn-ea"/>
              </a:rPr>
              <a:t>，记为</a:t>
            </a:r>
            <a:r>
              <a:rPr lang="en-US" altLang="zh-CN" i="1" dirty="0">
                <a:sym typeface="+mn-ea"/>
              </a:rPr>
              <a:t>R</a:t>
            </a:r>
            <a:r>
              <a:rPr lang="en-US" altLang="zh-CN" dirty="0">
                <a:solidFill>
                  <a:srgbClr val="000000"/>
                </a:solidFill>
                <a:latin typeface="楷体_GB2312"/>
                <a:ea typeface="楷体_GB2312"/>
                <a:sym typeface="+mn-ea"/>
              </a:rPr>
              <a:t>(</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en-US" altLang="zh-CN" dirty="0">
                <a:solidFill>
                  <a:srgbClr val="000000"/>
                </a:solidFill>
                <a:latin typeface="楷体_GB2312"/>
                <a:ea typeface="楷体_GB2312"/>
                <a:sym typeface="+mn-ea"/>
              </a:rPr>
              <a:t>). </a:t>
            </a:r>
            <a:endParaRPr lang="en-US" altLang="zh-CN" b="1" dirty="0">
              <a:solidFill>
                <a:srgbClr val="FF0000"/>
              </a:solidFill>
              <a:latin typeface="楷体_GB2312"/>
              <a:ea typeface="楷体_GB2312"/>
            </a:endParaRPr>
          </a:p>
        </p:txBody>
      </p:sp>
      <p:sp>
        <p:nvSpPr>
          <p:cNvPr id="2" name="文本框 1"/>
          <p:cNvSpPr txBox="1"/>
          <p:nvPr/>
        </p:nvSpPr>
        <p:spPr>
          <a:xfrm>
            <a:off x="323850" y="260350"/>
            <a:ext cx="8553450" cy="521970"/>
          </a:xfrm>
          <a:prstGeom prst="rect">
            <a:avLst/>
          </a:prstGeom>
          <a:noFill/>
        </p:spPr>
        <p:txBody>
          <a:bodyPr wrap="square" rtlCol="0" anchor="t">
            <a:spAutoFit/>
          </a:bodyPr>
          <a:lstStyle/>
          <a:p>
            <a:r>
              <a:rPr lang="zh-CN" altLang="en-US" dirty="0">
                <a:solidFill>
                  <a:srgbClr val="FF3300"/>
                </a:solidFill>
                <a:ea typeface="楷体_GB2312"/>
                <a:sym typeface="+mn-ea"/>
              </a:rPr>
              <a:t>定理</a:t>
            </a:r>
            <a:r>
              <a:rPr lang="en-US" altLang="zh-CN" dirty="0">
                <a:solidFill>
                  <a:srgbClr val="FF3300"/>
                </a:solidFill>
                <a:ea typeface="楷体_GB2312"/>
                <a:sym typeface="+mn-ea"/>
              </a:rPr>
              <a:t>3.4.2</a:t>
            </a:r>
            <a:r>
              <a:rPr lang="en-US" altLang="zh-CN" dirty="0">
                <a:solidFill>
                  <a:srgbClr val="FF0000"/>
                </a:solidFill>
                <a:ea typeface="楷体_GB2312"/>
                <a:sym typeface="+mn-ea"/>
              </a:rPr>
              <a:t> </a:t>
            </a:r>
            <a:r>
              <a:rPr lang="en-US" altLang="zh-CN" dirty="0">
                <a:solidFill>
                  <a:srgbClr val="000000"/>
                </a:solidFill>
                <a:latin typeface="楷体_GB2312"/>
                <a:ea typeface="楷体_GB2312"/>
                <a:sym typeface="+mn-ea"/>
              </a:rPr>
              <a:t> </a:t>
            </a:r>
            <a:r>
              <a:rPr lang="zh-CN" altLang="en-US" dirty="0">
                <a:solidFill>
                  <a:srgbClr val="000000"/>
                </a:solidFill>
                <a:latin typeface="楷体_GB2312"/>
                <a:ea typeface="楷体_GB2312"/>
                <a:sym typeface="+mn-ea"/>
              </a:rPr>
              <a:t>向量组</a:t>
            </a:r>
            <a:r>
              <a:rPr lang="zh-CN" dirty="0">
                <a:sym typeface="+mn-ea"/>
              </a:rPr>
              <a:t>与其极大线性无关组等价</a:t>
            </a:r>
            <a:r>
              <a:rPr lang="zh-CN" altLang="en-US" dirty="0">
                <a:solidFill>
                  <a:srgbClr val="000000"/>
                </a:solidFill>
                <a:latin typeface="楷体_GB2312"/>
                <a:ea typeface="楷体_GB2312"/>
                <a:sym typeface="+mn-ea"/>
              </a:rPr>
              <a:t>。</a:t>
            </a:r>
          </a:p>
        </p:txBody>
      </p:sp>
      <p:sp>
        <p:nvSpPr>
          <p:cNvPr id="4" name="文本框 3"/>
          <p:cNvSpPr txBox="1"/>
          <p:nvPr/>
        </p:nvSpPr>
        <p:spPr>
          <a:xfrm>
            <a:off x="828040" y="980440"/>
            <a:ext cx="4572000" cy="521970"/>
          </a:xfrm>
          <a:prstGeom prst="rect">
            <a:avLst/>
          </a:prstGeom>
          <a:noFill/>
        </p:spPr>
        <p:txBody>
          <a:bodyPr wrap="square" rtlCol="0" anchor="t">
            <a:spAutoFit/>
          </a:bodyPr>
          <a:lstStyle/>
          <a:p>
            <a:r>
              <a:rPr lang="zh-CN" altLang="en-US" dirty="0">
                <a:solidFill>
                  <a:srgbClr val="000000"/>
                </a:solidFill>
                <a:latin typeface="楷体_GB2312"/>
                <a:ea typeface="楷体_GB2312"/>
                <a:sym typeface="+mn-ea"/>
              </a:rPr>
              <a:t>证明略。</a:t>
            </a:r>
          </a:p>
        </p:txBody>
      </p:sp>
      <p:sp>
        <p:nvSpPr>
          <p:cNvPr id="7" name="文本框 6"/>
          <p:cNvSpPr txBox="1"/>
          <p:nvPr/>
        </p:nvSpPr>
        <p:spPr>
          <a:xfrm>
            <a:off x="365760" y="5805170"/>
            <a:ext cx="8410575" cy="694055"/>
          </a:xfrm>
          <a:prstGeom prst="rect">
            <a:avLst/>
          </a:prstGeom>
          <a:noFill/>
        </p:spPr>
        <p:txBody>
          <a:bodyPr wrap="square" rtlCol="0" anchor="t">
            <a:spAutoFit/>
          </a:bodyPr>
          <a:lstStyle/>
          <a:p>
            <a:pPr>
              <a:lnSpc>
                <a:spcPct val="140000"/>
              </a:lnSpc>
              <a:spcBef>
                <a:spcPts val="0"/>
              </a:spcBef>
              <a:buClr>
                <a:srgbClr val="00007D"/>
              </a:buClr>
              <a:buSzPct val="75000"/>
              <a:buFont typeface="Wingdings" panose="05000000000000000000" pitchFamily="2" charset="2"/>
            </a:pPr>
            <a:r>
              <a:rPr lang="zh-CN" altLang="en-US" dirty="0">
                <a:solidFill>
                  <a:srgbClr val="FF0000"/>
                </a:solidFill>
                <a:latin typeface="楷体_GB2312"/>
                <a:ea typeface="楷体_GB2312"/>
                <a:sym typeface="+mn-ea"/>
              </a:rPr>
              <a:t>注</a:t>
            </a:r>
            <a:r>
              <a:rPr lang="en-US" altLang="zh-CN" dirty="0">
                <a:solidFill>
                  <a:srgbClr val="FF0000"/>
                </a:solidFill>
                <a:latin typeface="楷体_GB2312"/>
                <a:ea typeface="楷体_GB2312"/>
                <a:sym typeface="+mn-ea"/>
              </a:rPr>
              <a:t> </a:t>
            </a:r>
            <a:r>
              <a:rPr lang="zh-CN" altLang="en-US" dirty="0">
                <a:solidFill>
                  <a:srgbClr val="000000"/>
                </a:solidFill>
                <a:latin typeface="楷体_GB2312"/>
                <a:ea typeface="楷体_GB2312"/>
                <a:sym typeface="+mn-ea"/>
              </a:rPr>
              <a:t>如果一个向量组仅含有</a:t>
            </a:r>
            <a:r>
              <a:rPr lang="zh-CN" altLang="en-US" dirty="0">
                <a:solidFill>
                  <a:srgbClr val="FF0000"/>
                </a:solidFill>
                <a:latin typeface="楷体_GB2312"/>
                <a:ea typeface="楷体_GB2312"/>
                <a:sym typeface="+mn-ea"/>
              </a:rPr>
              <a:t>零向量</a:t>
            </a:r>
            <a:r>
              <a:rPr lang="zh-CN" altLang="en-US" dirty="0">
                <a:solidFill>
                  <a:srgbClr val="000000"/>
                </a:solidFill>
                <a:latin typeface="楷体_GB2312"/>
                <a:ea typeface="楷体_GB2312"/>
                <a:sym typeface="+mn-ea"/>
              </a:rPr>
              <a:t>，则规定它的</a:t>
            </a:r>
            <a:r>
              <a:rPr lang="zh-CN" altLang="en-US" dirty="0">
                <a:solidFill>
                  <a:srgbClr val="FF0000"/>
                </a:solidFill>
                <a:latin typeface="楷体_GB2312"/>
                <a:ea typeface="楷体_GB2312"/>
                <a:sym typeface="+mn-ea"/>
              </a:rPr>
              <a:t>秩为</a:t>
            </a:r>
            <a:r>
              <a:rPr lang="en-US" altLang="zh-CN" dirty="0">
                <a:solidFill>
                  <a:srgbClr val="FF0000"/>
                </a:solidFill>
                <a:latin typeface="楷体_GB2312"/>
                <a:ea typeface="楷体_GB2312"/>
                <a:sym typeface="+mn-ea"/>
              </a:rPr>
              <a:t>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gtEl>
                                        <p:attrNameLst>
                                          <p:attrName>style.visibility</p:attrName>
                                        </p:attrNameLst>
                                      </p:cBhvr>
                                      <p:to>
                                        <p:strVal val="visible"/>
                                      </p:to>
                                    </p:set>
                                    <p:anim calcmode="discrete" valueType="clr">
                                      <p:cBhvr override="childStyle">
                                        <p:cTn id="7"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gtEl>
                                        <p:attrNameLst>
                                          <p:attrName>fillcolor</p:attrName>
                                        </p:attrNameLst>
                                      </p:cBhvr>
                                      <p:tavLst>
                                        <p:tav tm="0">
                                          <p:val>
                                            <p:clrVal>
                                              <a:schemeClr val="accent2"/>
                                            </p:clrVal>
                                          </p:val>
                                        </p:tav>
                                        <p:tav tm="50000">
                                          <p:val>
                                            <p:clrVal>
                                              <a:schemeClr val="hlink"/>
                                            </p:clrVal>
                                          </p:val>
                                        </p:tav>
                                      </p:tavLst>
                                    </p:anim>
                                    <p:set>
                                      <p:cBhvr>
                                        <p:cTn id="9" dur="80"/>
                                        <p:tgtEl>
                                          <p:spTgt spid="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5"/>
                                        </p:tgtEl>
                                        <p:attrNameLst>
                                          <p:attrName>style.visibility</p:attrName>
                                        </p:attrNameLst>
                                      </p:cBhvr>
                                      <p:to>
                                        <p:strVal val="visible"/>
                                      </p:to>
                                    </p:set>
                                    <p:anim calcmode="discrete" valueType="clr">
                                      <p:cBhvr override="childStyle">
                                        <p:cTn id="14"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5"/>
                                        </p:tgtEl>
                                        <p:attrNameLst>
                                          <p:attrName>fillcolor</p:attrName>
                                        </p:attrNameLst>
                                      </p:cBhvr>
                                      <p:tavLst>
                                        <p:tav tm="0">
                                          <p:val>
                                            <p:clrVal>
                                              <a:schemeClr val="accent2"/>
                                            </p:clrVal>
                                          </p:val>
                                        </p:tav>
                                        <p:tav tm="50000">
                                          <p:val>
                                            <p:clrVal>
                                              <a:schemeClr val="hlink"/>
                                            </p:clrVal>
                                          </p:val>
                                        </p:tav>
                                      </p:tavLst>
                                    </p:anim>
                                    <p:set>
                                      <p:cBhvr>
                                        <p:cTn id="16" dur="80"/>
                                        <p:tgtEl>
                                          <p:spTgt spid="5"/>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ox(in)">
                                      <p:cBhvr>
                                        <p:cTn id="2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3850" y="260350"/>
            <a:ext cx="8553450" cy="521970"/>
          </a:xfrm>
          <a:prstGeom prst="rect">
            <a:avLst/>
          </a:prstGeom>
          <a:noFill/>
        </p:spPr>
        <p:txBody>
          <a:bodyPr wrap="square" rtlCol="0" anchor="t">
            <a:spAutoFit/>
          </a:bodyPr>
          <a:lstStyle/>
          <a:p>
            <a:r>
              <a:rPr lang="zh-CN" altLang="en-US" dirty="0">
                <a:solidFill>
                  <a:srgbClr val="FF3300"/>
                </a:solidFill>
                <a:ea typeface="楷体_GB2312"/>
                <a:sym typeface="+mn-ea"/>
              </a:rPr>
              <a:t>定理</a:t>
            </a:r>
            <a:r>
              <a:rPr lang="en-US" altLang="zh-CN" dirty="0">
                <a:solidFill>
                  <a:srgbClr val="FF3300"/>
                </a:solidFill>
                <a:ea typeface="楷体_GB2312"/>
                <a:sym typeface="+mn-ea"/>
              </a:rPr>
              <a:t>3.4.2</a:t>
            </a:r>
            <a:r>
              <a:rPr lang="en-US" altLang="zh-CN" dirty="0">
                <a:solidFill>
                  <a:srgbClr val="FF0000"/>
                </a:solidFill>
                <a:ea typeface="楷体_GB2312"/>
                <a:sym typeface="+mn-ea"/>
              </a:rPr>
              <a:t> </a:t>
            </a:r>
            <a:r>
              <a:rPr lang="en-US" altLang="zh-CN" dirty="0">
                <a:solidFill>
                  <a:srgbClr val="000000"/>
                </a:solidFill>
                <a:latin typeface="楷体_GB2312"/>
                <a:ea typeface="楷体_GB2312"/>
                <a:sym typeface="+mn-ea"/>
              </a:rPr>
              <a:t> </a:t>
            </a:r>
            <a:r>
              <a:rPr lang="zh-CN" altLang="en-US" dirty="0">
                <a:solidFill>
                  <a:srgbClr val="000000"/>
                </a:solidFill>
                <a:latin typeface="楷体_GB2312"/>
                <a:ea typeface="楷体_GB2312"/>
                <a:sym typeface="+mn-ea"/>
              </a:rPr>
              <a:t>两个等价的向量组的秩相等，即如果</a:t>
            </a:r>
          </a:p>
        </p:txBody>
      </p:sp>
      <p:sp>
        <p:nvSpPr>
          <p:cNvPr id="8" name="文本框 7"/>
          <p:cNvSpPr txBox="1"/>
          <p:nvPr/>
        </p:nvSpPr>
        <p:spPr>
          <a:xfrm>
            <a:off x="827405" y="1556385"/>
            <a:ext cx="685165" cy="521970"/>
          </a:xfrm>
          <a:prstGeom prst="rect">
            <a:avLst/>
          </a:prstGeom>
          <a:noFill/>
        </p:spPr>
        <p:txBody>
          <a:bodyPr wrap="square" rtlCol="0" anchor="t">
            <a:spAutoFit/>
          </a:bodyPr>
          <a:lstStyle/>
          <a:p>
            <a:r>
              <a:rPr lang="zh-CN" altLang="en-US" dirty="0">
                <a:solidFill>
                  <a:srgbClr val="000000"/>
                </a:solidFill>
                <a:latin typeface="楷体_GB2312"/>
                <a:ea typeface="楷体_GB2312"/>
                <a:sym typeface="+mn-ea"/>
              </a:rPr>
              <a:t>则</a:t>
            </a:r>
          </a:p>
        </p:txBody>
      </p:sp>
      <p:graphicFrame>
        <p:nvGraphicFramePr>
          <p:cNvPr id="3" name="对象 -2147479498"/>
          <p:cNvGraphicFramePr>
            <a:graphicFrameLocks noChangeAspect="1"/>
          </p:cNvGraphicFramePr>
          <p:nvPr/>
        </p:nvGraphicFramePr>
        <p:xfrm>
          <a:off x="2353945" y="836295"/>
          <a:ext cx="4399915" cy="516890"/>
        </p:xfrm>
        <a:graphic>
          <a:graphicData uri="http://schemas.openxmlformats.org/presentationml/2006/ole">
            <mc:AlternateContent xmlns:mc="http://schemas.openxmlformats.org/markup-compatibility/2006">
              <mc:Choice xmlns:v="urn:schemas-microsoft-com:vml" Requires="v">
                <p:oleObj r:id="rId2" imgW="1943100" imgH="228600" progId="Equation.DSMT4">
                  <p:embed/>
                </p:oleObj>
              </mc:Choice>
              <mc:Fallback>
                <p:oleObj r:id="rId2" imgW="1943100" imgH="228600" progId="Equation.DSMT4">
                  <p:embed/>
                  <p:pic>
                    <p:nvPicPr>
                      <p:cNvPr id="0" name="图片 3075"/>
                      <p:cNvPicPr/>
                      <p:nvPr/>
                    </p:nvPicPr>
                    <p:blipFill>
                      <a:blip r:embed="rId3"/>
                      <a:stretch>
                        <a:fillRect/>
                      </a:stretch>
                    </p:blipFill>
                    <p:spPr>
                      <a:xfrm>
                        <a:off x="2353945" y="836295"/>
                        <a:ext cx="4399915" cy="516890"/>
                      </a:xfrm>
                      <a:prstGeom prst="rect">
                        <a:avLst/>
                      </a:prstGeom>
                      <a:noFill/>
                      <a:ln w="38100">
                        <a:noFill/>
                        <a:miter/>
                      </a:ln>
                    </p:spPr>
                  </p:pic>
                </p:oleObj>
              </mc:Fallback>
            </mc:AlternateContent>
          </a:graphicData>
        </a:graphic>
      </p:graphicFrame>
      <p:graphicFrame>
        <p:nvGraphicFramePr>
          <p:cNvPr id="4" name="对象 -2147479497"/>
          <p:cNvGraphicFramePr>
            <a:graphicFrameLocks noChangeAspect="1"/>
          </p:cNvGraphicFramePr>
          <p:nvPr/>
        </p:nvGraphicFramePr>
        <p:xfrm>
          <a:off x="1290638" y="1556385"/>
          <a:ext cx="4537710" cy="488315"/>
        </p:xfrm>
        <a:graphic>
          <a:graphicData uri="http://schemas.openxmlformats.org/presentationml/2006/ole">
            <mc:AlternateContent xmlns:mc="http://schemas.openxmlformats.org/markup-compatibility/2006">
              <mc:Choice xmlns:v="urn:schemas-microsoft-com:vml" Requires="v">
                <p:oleObj r:id="rId4" imgW="2120900" imgH="228600" progId="Equation.DSMT4">
                  <p:embed/>
                </p:oleObj>
              </mc:Choice>
              <mc:Fallback>
                <p:oleObj r:id="rId4" imgW="2120900" imgH="228600" progId="Equation.DSMT4">
                  <p:embed/>
                  <p:pic>
                    <p:nvPicPr>
                      <p:cNvPr id="0" name="图片 8"/>
                      <p:cNvPicPr/>
                      <p:nvPr/>
                    </p:nvPicPr>
                    <p:blipFill>
                      <a:blip r:embed="rId5"/>
                      <a:stretch>
                        <a:fillRect/>
                      </a:stretch>
                    </p:blipFill>
                    <p:spPr>
                      <a:xfrm>
                        <a:off x="1290638" y="1556385"/>
                        <a:ext cx="4537710" cy="488315"/>
                      </a:xfrm>
                      <a:prstGeom prst="rect">
                        <a:avLst/>
                      </a:prstGeom>
                      <a:noFill/>
                      <a:ln w="38100">
                        <a:noFill/>
                        <a:miter/>
                      </a:ln>
                    </p:spPr>
                  </p:pic>
                </p:oleObj>
              </mc:Fallback>
            </mc:AlternateContent>
          </a:graphicData>
        </a:graphic>
      </p:graphicFrame>
      <p:sp>
        <p:nvSpPr>
          <p:cNvPr id="10" name="Rectangle 12"/>
          <p:cNvSpPr/>
          <p:nvPr/>
        </p:nvSpPr>
        <p:spPr>
          <a:xfrm>
            <a:off x="323850" y="1988820"/>
            <a:ext cx="8699500" cy="1920875"/>
          </a:xfrm>
          <a:prstGeom prst="rect">
            <a:avLst/>
          </a:prstGeom>
          <a:noFill/>
          <a:ln w="9525">
            <a:noFill/>
          </a:ln>
        </p:spPr>
        <p:txBody>
          <a:bodyPr>
            <a:noAutofit/>
          </a:bodyPr>
          <a:lstStyle/>
          <a:p>
            <a:pPr marL="609600" indent="-609600">
              <a:lnSpc>
                <a:spcPct val="140000"/>
              </a:lnSpc>
              <a:spcBef>
                <a:spcPct val="20000"/>
              </a:spcBef>
              <a:buClr>
                <a:srgbClr val="00007D"/>
              </a:buClr>
              <a:buSzPct val="75000"/>
              <a:buFont typeface="Wingdings" panose="05000000000000000000" pitchFamily="2" charset="2"/>
            </a:pPr>
            <a:r>
              <a:rPr lang="zh-CN" dirty="0">
                <a:solidFill>
                  <a:srgbClr val="FF3300"/>
                </a:solidFill>
                <a:ea typeface="楷体_GB2312"/>
                <a:sym typeface="+mn-ea"/>
              </a:rPr>
              <a:t>证</a:t>
            </a:r>
            <a:r>
              <a:rPr lang="en-US" altLang="zh-CN" b="1" dirty="0">
                <a:solidFill>
                  <a:srgbClr val="FF0000"/>
                </a:solidFill>
                <a:latin typeface="Times New Roman" panose="02020603050405020304" pitchFamily="18" charset="0"/>
                <a:ea typeface="楷体_GB2312"/>
              </a:rPr>
              <a:t>   </a:t>
            </a:r>
            <a:r>
              <a:rPr lang="zh-CN" dirty="0">
                <a:sym typeface="+mn-ea"/>
              </a:rPr>
              <a:t>设</a:t>
            </a:r>
            <a:r>
              <a:rPr lang="en-US" altLang="zh-CN" dirty="0">
                <a:sym typeface="+mn-ea"/>
              </a:rPr>
              <a:t>                     </a:t>
            </a:r>
            <a:r>
              <a:rPr lang="zh-CN" altLang="en-US" dirty="0">
                <a:sym typeface="+mn-ea"/>
              </a:rPr>
              <a:t>为</a:t>
            </a:r>
            <a:r>
              <a:rPr lang="zh-CN" altLang="en-US" dirty="0">
                <a:solidFill>
                  <a:srgbClr val="000000"/>
                </a:solidFill>
                <a:latin typeface="楷体_GB2312"/>
                <a:ea typeface="楷体_GB2312"/>
                <a:sym typeface="+mn-ea"/>
              </a:rPr>
              <a:t>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r</a:t>
            </a:r>
            <a:r>
              <a:rPr lang="zh-CN" altLang="en-US" dirty="0">
                <a:solidFill>
                  <a:srgbClr val="000000"/>
                </a:solidFill>
                <a:latin typeface="楷体_GB2312"/>
                <a:ea typeface="楷体_GB2312"/>
                <a:sym typeface="+mn-ea"/>
              </a:rPr>
              <a:t>的一个极大线性无关组，</a:t>
            </a:r>
            <a:r>
              <a:rPr lang="en-US" altLang="zh-CN" dirty="0">
                <a:solidFill>
                  <a:srgbClr val="000000"/>
                </a:solidFill>
                <a:latin typeface="楷体_GB2312"/>
                <a:ea typeface="楷体_GB2312"/>
                <a:sym typeface="+mn-ea"/>
              </a:rPr>
              <a:t>           </a:t>
            </a:r>
            <a:r>
              <a:rPr lang="zh-CN" altLang="en-US" dirty="0">
                <a:solidFill>
                  <a:srgbClr val="000000"/>
                </a:solidFill>
                <a:latin typeface="楷体_GB2312"/>
                <a:ea typeface="楷体_GB2312"/>
                <a:sym typeface="+mn-ea"/>
              </a:rPr>
              <a:t>为</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zh-CN" altLang="en-US" dirty="0">
                <a:solidFill>
                  <a:srgbClr val="000000"/>
                </a:solidFill>
                <a:latin typeface="楷体_GB2312"/>
                <a:ea typeface="楷体_GB2312"/>
                <a:sym typeface="+mn-ea"/>
              </a:rPr>
              <a:t>的一个极大线性无关组。</a:t>
            </a:r>
            <a:r>
              <a:rPr lang="en-US" altLang="zh-CN" dirty="0">
                <a:solidFill>
                  <a:srgbClr val="000000"/>
                </a:solidFill>
                <a:latin typeface="楷体_GB2312"/>
                <a:ea typeface="楷体_GB2312"/>
                <a:sym typeface="+mn-ea"/>
              </a:rPr>
              <a:t> </a:t>
            </a:r>
            <a:r>
              <a:rPr lang="zh-CN" altLang="en-US" dirty="0">
                <a:solidFill>
                  <a:srgbClr val="000000"/>
                </a:solidFill>
                <a:latin typeface="楷体_GB2312"/>
                <a:ea typeface="楷体_GB2312"/>
                <a:sym typeface="+mn-ea"/>
              </a:rPr>
              <a:t>因为</a:t>
            </a:r>
            <a:endParaRPr lang="zh-CN" altLang="en-US" b="1" dirty="0">
              <a:solidFill>
                <a:srgbClr val="000000"/>
              </a:solidFill>
              <a:latin typeface="楷体_GB2312"/>
              <a:ea typeface="楷体_GB2312"/>
              <a:sym typeface="+mn-ea"/>
            </a:endParaRPr>
          </a:p>
        </p:txBody>
      </p:sp>
      <p:graphicFrame>
        <p:nvGraphicFramePr>
          <p:cNvPr id="5" name="对象 -2147479496"/>
          <p:cNvGraphicFramePr/>
          <p:nvPr/>
        </p:nvGraphicFramePr>
        <p:xfrm>
          <a:off x="1475740" y="2121535"/>
          <a:ext cx="1822450" cy="528955"/>
        </p:xfrm>
        <a:graphic>
          <a:graphicData uri="http://schemas.openxmlformats.org/presentationml/2006/ole">
            <mc:AlternateContent xmlns:mc="http://schemas.openxmlformats.org/markup-compatibility/2006">
              <mc:Choice xmlns:v="urn:schemas-microsoft-com:vml" Requires="v">
                <p:oleObj r:id="rId6" imgW="787400" imgH="241300" progId="Equation.DSMT4">
                  <p:embed/>
                </p:oleObj>
              </mc:Choice>
              <mc:Fallback>
                <p:oleObj r:id="rId6" imgW="787400" imgH="241300" progId="Equation.DSMT4">
                  <p:embed/>
                  <p:pic>
                    <p:nvPicPr>
                      <p:cNvPr id="0" name="图片 10"/>
                      <p:cNvPicPr/>
                      <p:nvPr/>
                    </p:nvPicPr>
                    <p:blipFill>
                      <a:blip r:embed="rId7"/>
                      <a:stretch>
                        <a:fillRect/>
                      </a:stretch>
                    </p:blipFill>
                    <p:spPr>
                      <a:xfrm>
                        <a:off x="1475740" y="2121535"/>
                        <a:ext cx="1822450" cy="528955"/>
                      </a:xfrm>
                      <a:prstGeom prst="rect">
                        <a:avLst/>
                      </a:prstGeom>
                      <a:noFill/>
                      <a:ln w="38100">
                        <a:noFill/>
                        <a:miter/>
                      </a:ln>
                    </p:spPr>
                  </p:pic>
                </p:oleObj>
              </mc:Fallback>
            </mc:AlternateContent>
          </a:graphicData>
        </a:graphic>
      </p:graphicFrame>
      <p:graphicFrame>
        <p:nvGraphicFramePr>
          <p:cNvPr id="6" name="对象 -2147479494"/>
          <p:cNvGraphicFramePr/>
          <p:nvPr/>
        </p:nvGraphicFramePr>
        <p:xfrm>
          <a:off x="2771775" y="2693670"/>
          <a:ext cx="2015490" cy="569595"/>
        </p:xfrm>
        <a:graphic>
          <a:graphicData uri="http://schemas.openxmlformats.org/presentationml/2006/ole">
            <mc:AlternateContent xmlns:mc="http://schemas.openxmlformats.org/markup-compatibility/2006">
              <mc:Choice xmlns:v="urn:schemas-microsoft-com:vml" Requires="v">
                <p:oleObj r:id="rId8" imgW="812800" imgH="241300" progId="Equation.DSMT4">
                  <p:embed/>
                </p:oleObj>
              </mc:Choice>
              <mc:Fallback>
                <p:oleObj r:id="rId8" imgW="812800" imgH="241300" progId="Equation.DSMT4">
                  <p:embed/>
                  <p:pic>
                    <p:nvPicPr>
                      <p:cNvPr id="0" name="图片 11"/>
                      <p:cNvPicPr/>
                      <p:nvPr/>
                    </p:nvPicPr>
                    <p:blipFill>
                      <a:blip r:embed="rId9"/>
                      <a:stretch>
                        <a:fillRect/>
                      </a:stretch>
                    </p:blipFill>
                    <p:spPr>
                      <a:xfrm>
                        <a:off x="2771775" y="2693670"/>
                        <a:ext cx="2015490" cy="569595"/>
                      </a:xfrm>
                      <a:prstGeom prst="rect">
                        <a:avLst/>
                      </a:prstGeom>
                      <a:noFill/>
                      <a:ln w="38100">
                        <a:noFill/>
                        <a:miter/>
                      </a:ln>
                    </p:spPr>
                  </p:pic>
                </p:oleObj>
              </mc:Fallback>
            </mc:AlternateContent>
          </a:graphicData>
        </a:graphic>
      </p:graphicFrame>
      <p:graphicFrame>
        <p:nvGraphicFramePr>
          <p:cNvPr id="13" name="对象 -2147479498"/>
          <p:cNvGraphicFramePr>
            <a:graphicFrameLocks noChangeAspect="1"/>
          </p:cNvGraphicFramePr>
          <p:nvPr/>
        </p:nvGraphicFramePr>
        <p:xfrm>
          <a:off x="4140200" y="3263265"/>
          <a:ext cx="4399915" cy="516890"/>
        </p:xfrm>
        <a:graphic>
          <a:graphicData uri="http://schemas.openxmlformats.org/presentationml/2006/ole">
            <mc:AlternateContent xmlns:mc="http://schemas.openxmlformats.org/markup-compatibility/2006">
              <mc:Choice xmlns:v="urn:schemas-microsoft-com:vml" Requires="v">
                <p:oleObj r:id="rId10" imgW="1943100" imgH="228600" progId="Equation.DSMT4">
                  <p:embed/>
                </p:oleObj>
              </mc:Choice>
              <mc:Fallback>
                <p:oleObj r:id="rId10" imgW="1943100" imgH="228600" progId="Equation.DSMT4">
                  <p:embed/>
                  <p:pic>
                    <p:nvPicPr>
                      <p:cNvPr id="0" name="图片 3075"/>
                      <p:cNvPicPr/>
                      <p:nvPr/>
                    </p:nvPicPr>
                    <p:blipFill>
                      <a:blip r:embed="rId3"/>
                      <a:stretch>
                        <a:fillRect/>
                      </a:stretch>
                    </p:blipFill>
                    <p:spPr>
                      <a:xfrm>
                        <a:off x="4140200" y="3263265"/>
                        <a:ext cx="4399915" cy="516890"/>
                      </a:xfrm>
                      <a:prstGeom prst="rect">
                        <a:avLst/>
                      </a:prstGeom>
                      <a:noFill/>
                      <a:ln w="38100">
                        <a:noFill/>
                        <a:miter/>
                      </a:ln>
                    </p:spPr>
                  </p:pic>
                </p:oleObj>
              </mc:Fallback>
            </mc:AlternateContent>
          </a:graphicData>
        </a:graphic>
      </p:graphicFrame>
      <p:sp>
        <p:nvSpPr>
          <p:cNvPr id="15" name="文本框 14"/>
          <p:cNvSpPr txBox="1"/>
          <p:nvPr/>
        </p:nvSpPr>
        <p:spPr>
          <a:xfrm>
            <a:off x="539750" y="4004945"/>
            <a:ext cx="6954520" cy="521970"/>
          </a:xfrm>
          <a:prstGeom prst="rect">
            <a:avLst/>
          </a:prstGeom>
          <a:noFill/>
        </p:spPr>
        <p:txBody>
          <a:bodyPr wrap="square" rtlCol="0" anchor="t">
            <a:spAutoFit/>
          </a:bodyPr>
          <a:lstStyle/>
          <a:p>
            <a:r>
              <a:rPr lang="zh-CN" altLang="en-US" dirty="0">
                <a:solidFill>
                  <a:srgbClr val="000000"/>
                </a:solidFill>
                <a:latin typeface="楷体_GB2312"/>
                <a:ea typeface="楷体_GB2312"/>
                <a:sym typeface="+mn-ea"/>
              </a:rPr>
              <a:t>所以由定理</a:t>
            </a:r>
            <a:r>
              <a:rPr lang="en-US" altLang="zh-CN" dirty="0">
                <a:solidFill>
                  <a:srgbClr val="000000"/>
                </a:solidFill>
                <a:latin typeface="楷体_GB2312"/>
                <a:ea typeface="楷体_GB2312"/>
                <a:sym typeface="+mn-ea"/>
              </a:rPr>
              <a:t>3.4.1</a:t>
            </a:r>
            <a:r>
              <a:rPr lang="zh-CN" altLang="en-US" dirty="0">
                <a:solidFill>
                  <a:srgbClr val="000000"/>
                </a:solidFill>
                <a:latin typeface="楷体_GB2312"/>
                <a:ea typeface="楷体_GB2312"/>
                <a:sym typeface="+mn-ea"/>
              </a:rPr>
              <a:t>及向量组等价的传递性知</a:t>
            </a:r>
          </a:p>
        </p:txBody>
      </p:sp>
      <p:graphicFrame>
        <p:nvGraphicFramePr>
          <p:cNvPr id="7" name="对象 -2147479491"/>
          <p:cNvGraphicFramePr>
            <a:graphicFrameLocks noChangeAspect="1"/>
          </p:cNvGraphicFramePr>
          <p:nvPr/>
        </p:nvGraphicFramePr>
        <p:xfrm>
          <a:off x="1791018" y="4580890"/>
          <a:ext cx="4672330" cy="564515"/>
        </p:xfrm>
        <a:graphic>
          <a:graphicData uri="http://schemas.openxmlformats.org/presentationml/2006/ole">
            <mc:AlternateContent xmlns:mc="http://schemas.openxmlformats.org/markup-compatibility/2006">
              <mc:Choice xmlns:v="urn:schemas-microsoft-com:vml" Requires="v">
                <p:oleObj r:id="rId11" imgW="1993900" imgH="241300" progId="Equation.DSMT4">
                  <p:embed/>
                </p:oleObj>
              </mc:Choice>
              <mc:Fallback>
                <p:oleObj r:id="rId11" imgW="1993900" imgH="241300" progId="Equation.DSMT4">
                  <p:embed/>
                  <p:pic>
                    <p:nvPicPr>
                      <p:cNvPr id="0" name="图片 15"/>
                      <p:cNvPicPr/>
                      <p:nvPr/>
                    </p:nvPicPr>
                    <p:blipFill>
                      <a:blip r:embed="rId12"/>
                      <a:stretch>
                        <a:fillRect/>
                      </a:stretch>
                    </p:blipFill>
                    <p:spPr>
                      <a:xfrm>
                        <a:off x="1791018" y="4580890"/>
                        <a:ext cx="4672330" cy="564515"/>
                      </a:xfrm>
                      <a:prstGeom prst="rect">
                        <a:avLst/>
                      </a:prstGeom>
                      <a:noFill/>
                      <a:ln w="38100">
                        <a:noFill/>
                        <a:miter/>
                      </a:ln>
                    </p:spPr>
                  </p:pic>
                </p:oleObj>
              </mc:Fallback>
            </mc:AlternateContent>
          </a:graphicData>
        </a:graphic>
      </p:graphicFrame>
      <p:sp>
        <p:nvSpPr>
          <p:cNvPr id="17" name="文本框 16"/>
          <p:cNvSpPr txBox="1"/>
          <p:nvPr/>
        </p:nvSpPr>
        <p:spPr>
          <a:xfrm>
            <a:off x="323850" y="5085080"/>
            <a:ext cx="8163560" cy="521970"/>
          </a:xfrm>
          <a:prstGeom prst="rect">
            <a:avLst/>
          </a:prstGeom>
        </p:spPr>
        <p:txBody>
          <a:bodyPr wrap="square">
            <a:spAutoFit/>
          </a:bodyPr>
          <a:lstStyle/>
          <a:p>
            <a:pPr marL="0" indent="266700" algn="just" defTabSz="266700">
              <a:spcBef>
                <a:spcPct val="0"/>
              </a:spcBef>
              <a:spcAft>
                <a:spcPct val="0"/>
              </a:spcAft>
            </a:pPr>
            <a:r>
              <a:rPr lang="zh-CN" altLang="en-US">
                <a:solidFill>
                  <a:srgbClr val="000000"/>
                </a:solidFill>
                <a:latin typeface="Calibri" panose="020F0502020204030204"/>
                <a:ea typeface="宋体" panose="02010600030101010101" pitchFamily="2" charset="-122"/>
              </a:rPr>
              <a:t>再由推论</a:t>
            </a:r>
            <a:r>
              <a:rPr lang="en-US" altLang="zh-CN" b="1">
                <a:solidFill>
                  <a:srgbClr val="000000"/>
                </a:solidFill>
                <a:latin typeface="Calibri" panose="020F0502020204030204"/>
                <a:ea typeface="Calibri" panose="020F0502020204030204"/>
              </a:rPr>
              <a:t>3.4.2</a:t>
            </a:r>
            <a:r>
              <a:rPr lang="zh-CN" altLang="en-US">
                <a:solidFill>
                  <a:srgbClr val="000000"/>
                </a:solidFill>
                <a:latin typeface="Calibri" panose="020F0502020204030204"/>
                <a:ea typeface="宋体" panose="02010600030101010101" pitchFamily="2" charset="-122"/>
              </a:rPr>
              <a:t>知</a:t>
            </a:r>
            <a:r>
              <a:rPr lang="en-US" altLang="zh-CN" i="1" dirty="0">
                <a:sym typeface="+mn-ea"/>
              </a:rPr>
              <a:t>r</a:t>
            </a:r>
            <a:r>
              <a:rPr lang="en-US" altLang="zh-CN" baseline="-25000" dirty="0">
                <a:sym typeface="+mn-ea"/>
              </a:rPr>
              <a:t>0</a:t>
            </a:r>
            <a:r>
              <a:rPr lang="en-US" altLang="zh-CN" i="1" dirty="0">
                <a:sym typeface="+mn-ea"/>
              </a:rPr>
              <a:t>=s</a:t>
            </a:r>
            <a:r>
              <a:rPr lang="en-US" altLang="zh-CN" baseline="-25000" dirty="0">
                <a:sym typeface="+mn-ea"/>
              </a:rPr>
              <a:t>0</a:t>
            </a:r>
            <a:r>
              <a:rPr lang="zh-CN" altLang="en-US">
                <a:solidFill>
                  <a:srgbClr val="000000"/>
                </a:solidFill>
                <a:latin typeface="Calibri" panose="020F0502020204030204"/>
                <a:sym typeface="+mn-ea"/>
              </a:rPr>
              <a:t>，又由向量组秩的定义有</a:t>
            </a:r>
            <a:endParaRPr lang="zh-CN" altLang="en-US" b="1" baseline="-25000" dirty="0">
              <a:solidFill>
                <a:srgbClr val="000000"/>
              </a:solidFill>
              <a:latin typeface="Calibri" panose="020F0502020204030204"/>
              <a:ea typeface="宋体" panose="02010600030101010101" pitchFamily="2" charset="-122"/>
              <a:sym typeface="+mn-ea"/>
            </a:endParaRPr>
          </a:p>
        </p:txBody>
      </p:sp>
      <p:sp>
        <p:nvSpPr>
          <p:cNvPr id="21" name="文本框 20"/>
          <p:cNvSpPr txBox="1"/>
          <p:nvPr/>
        </p:nvSpPr>
        <p:spPr>
          <a:xfrm>
            <a:off x="683895" y="6236970"/>
            <a:ext cx="1544955" cy="521970"/>
          </a:xfrm>
          <a:prstGeom prst="rect">
            <a:avLst/>
          </a:prstGeom>
        </p:spPr>
        <p:txBody>
          <a:bodyPr wrap="square">
            <a:spAutoFit/>
          </a:bodyPr>
          <a:lstStyle/>
          <a:p>
            <a:pPr marL="0" indent="266700" algn="just" defTabSz="266700">
              <a:spcBef>
                <a:spcPct val="0"/>
              </a:spcBef>
              <a:spcAft>
                <a:spcPct val="0"/>
              </a:spcAft>
            </a:pPr>
            <a:r>
              <a:rPr lang="zh-CN" altLang="en-US">
                <a:solidFill>
                  <a:srgbClr val="000000"/>
                </a:solidFill>
                <a:latin typeface="Calibri" panose="020F0502020204030204"/>
                <a:ea typeface="宋体" panose="02010600030101010101" pitchFamily="2" charset="-122"/>
              </a:rPr>
              <a:t>所以</a:t>
            </a:r>
          </a:p>
        </p:txBody>
      </p:sp>
      <p:graphicFrame>
        <p:nvGraphicFramePr>
          <p:cNvPr id="22" name="对象 -2147479497"/>
          <p:cNvGraphicFramePr>
            <a:graphicFrameLocks noChangeAspect="1"/>
          </p:cNvGraphicFramePr>
          <p:nvPr/>
        </p:nvGraphicFramePr>
        <p:xfrm>
          <a:off x="1242695" y="5607050"/>
          <a:ext cx="5434965" cy="488315"/>
        </p:xfrm>
        <a:graphic>
          <a:graphicData uri="http://schemas.openxmlformats.org/presentationml/2006/ole">
            <mc:AlternateContent xmlns:mc="http://schemas.openxmlformats.org/markup-compatibility/2006">
              <mc:Choice xmlns:v="urn:schemas-microsoft-com:vml" Requires="v">
                <p:oleObj r:id="rId13" imgW="2540000" imgH="228600" progId="Equation.DSMT4">
                  <p:embed/>
                </p:oleObj>
              </mc:Choice>
              <mc:Fallback>
                <p:oleObj r:id="rId13" imgW="2540000" imgH="228600" progId="Equation.DSMT4">
                  <p:embed/>
                  <p:pic>
                    <p:nvPicPr>
                      <p:cNvPr id="0" name="图片 8"/>
                      <p:cNvPicPr/>
                      <p:nvPr/>
                    </p:nvPicPr>
                    <p:blipFill>
                      <a:blip r:embed="rId14"/>
                      <a:stretch>
                        <a:fillRect/>
                      </a:stretch>
                    </p:blipFill>
                    <p:spPr>
                      <a:xfrm>
                        <a:off x="1242695" y="5607050"/>
                        <a:ext cx="5434965" cy="488315"/>
                      </a:xfrm>
                      <a:prstGeom prst="rect">
                        <a:avLst/>
                      </a:prstGeom>
                      <a:noFill/>
                      <a:ln w="38100">
                        <a:noFill/>
                        <a:miter/>
                      </a:ln>
                    </p:spPr>
                  </p:pic>
                </p:oleObj>
              </mc:Fallback>
            </mc:AlternateContent>
          </a:graphicData>
        </a:graphic>
      </p:graphicFrame>
      <p:graphicFrame>
        <p:nvGraphicFramePr>
          <p:cNvPr id="24" name="对象 -2147479497"/>
          <p:cNvGraphicFramePr>
            <a:graphicFrameLocks noChangeAspect="1"/>
          </p:cNvGraphicFramePr>
          <p:nvPr/>
        </p:nvGraphicFramePr>
        <p:xfrm>
          <a:off x="2051368" y="6222365"/>
          <a:ext cx="4538980" cy="488315"/>
        </p:xfrm>
        <a:graphic>
          <a:graphicData uri="http://schemas.openxmlformats.org/presentationml/2006/ole">
            <mc:AlternateContent xmlns:mc="http://schemas.openxmlformats.org/markup-compatibility/2006">
              <mc:Choice xmlns:v="urn:schemas-microsoft-com:vml" Requires="v">
                <p:oleObj r:id="rId15" imgW="2120900" imgH="228600" progId="Equation.DSMT4">
                  <p:embed/>
                </p:oleObj>
              </mc:Choice>
              <mc:Fallback>
                <p:oleObj r:id="rId15" imgW="2120900" imgH="228600" progId="Equation.DSMT4">
                  <p:embed/>
                  <p:pic>
                    <p:nvPicPr>
                      <p:cNvPr id="0" name="图片 8"/>
                      <p:cNvPicPr/>
                      <p:nvPr/>
                    </p:nvPicPr>
                    <p:blipFill>
                      <a:blip r:embed="rId16"/>
                      <a:stretch>
                        <a:fillRect/>
                      </a:stretch>
                    </p:blipFill>
                    <p:spPr>
                      <a:xfrm>
                        <a:off x="2051368" y="6222365"/>
                        <a:ext cx="4538980" cy="48831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linds(horizontal)">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down)">
                                      <p:cBhvr>
                                        <p:cTn id="32" dur="500"/>
                                        <p:tgtEl>
                                          <p:spTgt spid="21"/>
                                        </p:tgtEl>
                                      </p:cBhvr>
                                    </p:animEffect>
                                  </p:childTnLst>
                                </p:cTn>
                              </p:par>
                              <p:par>
                                <p:cTn id="33" presetID="22" presetClass="entr" presetSubtype="4"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down)">
                                      <p:cBhvr>
                                        <p:cTn id="3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7" grpId="0"/>
      <p:bldP spid="21"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67030" y="188595"/>
            <a:ext cx="8409305" cy="1210945"/>
          </a:xfrm>
          <a:prstGeom prst="rect">
            <a:avLst/>
          </a:prstGeom>
          <a:noFill/>
          <a:ln w="12700">
            <a:noFill/>
          </a:ln>
        </p:spPr>
        <p:txBody>
          <a:bodyPr wrap="square" anchor="t" anchorCtr="0">
            <a:spAutoFit/>
          </a:bodyPr>
          <a:lstStyle/>
          <a:p>
            <a:pPr algn="l">
              <a:lnSpc>
                <a:spcPct val="130000"/>
              </a:lnSpc>
              <a:buNone/>
            </a:pPr>
            <a:r>
              <a:rPr lang="zh-CN" altLang="en-US" sz="2800" b="1" dirty="0">
                <a:solidFill>
                  <a:srgbClr val="3333FF"/>
                </a:solidFill>
                <a:latin typeface="楷体_GB2312" pitchFamily="49" charset="-122"/>
                <a:ea typeface="楷体_GB2312" pitchFamily="49" charset="-122"/>
              </a:rPr>
              <a:t>推论</a:t>
            </a:r>
            <a:r>
              <a:rPr lang="en-US" altLang="zh-CN" sz="2800" b="1" dirty="0">
                <a:solidFill>
                  <a:srgbClr val="3333FF"/>
                </a:solidFill>
                <a:latin typeface="楷体_GB2312" pitchFamily="49" charset="-122"/>
                <a:ea typeface="楷体_GB2312" pitchFamily="49" charset="-122"/>
              </a:rPr>
              <a:t>3.4.5</a:t>
            </a:r>
            <a:r>
              <a:rPr lang="en-US" altLang="zh-CN" sz="2800" b="1" dirty="0">
                <a:solidFill>
                  <a:schemeClr val="accent2"/>
                </a:solidFill>
                <a:latin typeface="楷体_GB2312" pitchFamily="49" charset="-122"/>
                <a:ea typeface="楷体_GB2312" pitchFamily="49" charset="-122"/>
              </a:rPr>
              <a:t> </a:t>
            </a:r>
            <a:r>
              <a:rPr lang="zh-CN" altLang="en-US" dirty="0">
                <a:solidFill>
                  <a:srgbClr val="000000"/>
                </a:solidFill>
                <a:latin typeface="楷体_GB2312"/>
                <a:ea typeface="楷体_GB2312"/>
                <a:sym typeface="+mn-ea"/>
              </a:rPr>
              <a:t>如果向量组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r</a:t>
            </a:r>
            <a:r>
              <a:rPr lang="zh-CN" altLang="en-US" dirty="0">
                <a:solidFill>
                  <a:srgbClr val="000000"/>
                </a:solidFill>
                <a:latin typeface="楷体_GB2312"/>
                <a:ea typeface="楷体_GB2312"/>
                <a:sym typeface="+mn-ea"/>
              </a:rPr>
              <a:t>可以由向量组</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s</a:t>
            </a:r>
            <a:r>
              <a:rPr lang="zh-CN" altLang="en-US" dirty="0">
                <a:solidFill>
                  <a:srgbClr val="000000"/>
                </a:solidFill>
                <a:latin typeface="楷体_GB2312"/>
                <a:ea typeface="楷体_GB2312"/>
                <a:sym typeface="+mn-ea"/>
              </a:rPr>
              <a:t>线性表示，</a:t>
            </a:r>
            <a:r>
              <a:rPr lang="zh-CN" dirty="0">
                <a:solidFill>
                  <a:srgbClr val="000000"/>
                </a:solidFill>
                <a:latin typeface="楷体_GB2312"/>
                <a:ea typeface="楷体_GB2312"/>
                <a:sym typeface="+mn-ea"/>
              </a:rPr>
              <a:t>则</a:t>
            </a:r>
            <a:endParaRPr lang="zh-CN" sz="2800" b="1" dirty="0">
              <a:solidFill>
                <a:schemeClr val="tx1"/>
              </a:solidFill>
              <a:latin typeface="楷体_GB2312" pitchFamily="49" charset="-122"/>
              <a:ea typeface="楷体_GB2312" pitchFamily="49" charset="-122"/>
            </a:endParaRPr>
          </a:p>
        </p:txBody>
      </p:sp>
      <p:graphicFrame>
        <p:nvGraphicFramePr>
          <p:cNvPr id="8" name="对象 -2147479497"/>
          <p:cNvGraphicFramePr>
            <a:graphicFrameLocks noChangeAspect="1"/>
          </p:cNvGraphicFramePr>
          <p:nvPr/>
        </p:nvGraphicFramePr>
        <p:xfrm>
          <a:off x="1547178" y="1484630"/>
          <a:ext cx="4537710" cy="488315"/>
        </p:xfrm>
        <a:graphic>
          <a:graphicData uri="http://schemas.openxmlformats.org/presentationml/2006/ole">
            <mc:AlternateContent xmlns:mc="http://schemas.openxmlformats.org/markup-compatibility/2006">
              <mc:Choice xmlns:v="urn:schemas-microsoft-com:vml" Requires="v">
                <p:oleObj r:id="rId2" imgW="2120900" imgH="228600" progId="Equation.DSMT4">
                  <p:embed/>
                </p:oleObj>
              </mc:Choice>
              <mc:Fallback>
                <p:oleObj r:id="rId2" imgW="2120900" imgH="228600" progId="Equation.DSMT4">
                  <p:embed/>
                  <p:pic>
                    <p:nvPicPr>
                      <p:cNvPr id="0" name="图片 8"/>
                      <p:cNvPicPr/>
                      <p:nvPr/>
                    </p:nvPicPr>
                    <p:blipFill>
                      <a:blip r:embed="rId3"/>
                      <a:stretch>
                        <a:fillRect/>
                      </a:stretch>
                    </p:blipFill>
                    <p:spPr>
                      <a:xfrm>
                        <a:off x="1547178" y="1484630"/>
                        <a:ext cx="4537710" cy="488315"/>
                      </a:xfrm>
                      <a:prstGeom prst="rect">
                        <a:avLst/>
                      </a:prstGeom>
                      <a:noFill/>
                      <a:ln w="38100">
                        <a:noFill/>
                        <a:miter/>
                      </a:ln>
                    </p:spPr>
                  </p:pic>
                </p:oleObj>
              </mc:Fallback>
            </mc:AlternateContent>
          </a:graphicData>
        </a:graphic>
      </p:graphicFrame>
      <p:sp>
        <p:nvSpPr>
          <p:cNvPr id="52233" name="矩形 52232"/>
          <p:cNvSpPr/>
          <p:nvPr/>
        </p:nvSpPr>
        <p:spPr>
          <a:xfrm>
            <a:off x="1403350" y="2060258"/>
            <a:ext cx="5518150" cy="519112"/>
          </a:xfrm>
          <a:prstGeom prst="rect">
            <a:avLst/>
          </a:prstGeom>
          <a:noFill/>
          <a:ln w="9525">
            <a:noFill/>
          </a:ln>
        </p:spPr>
        <p:txBody>
          <a:bodyPr wrap="none" anchor="ctr" anchorCtr="0">
            <a:spAutoFit/>
          </a:bodyPr>
          <a:lstStyle/>
          <a:p>
            <a:pPr algn="l"/>
            <a:r>
              <a:rPr lang="zh-CN" altLang="en-US" dirty="0">
                <a:solidFill>
                  <a:srgbClr val="CC3300"/>
                </a:solidFill>
                <a:latin typeface="Arial" panose="020B0604020202020204" pitchFamily="34" charset="0"/>
                <a:ea typeface="黑体" panose="02010609060101010101" pitchFamily="2" charset="-122"/>
              </a:rPr>
              <a:t>三、向量组的秩与矩阵的秩的关系</a:t>
            </a:r>
          </a:p>
        </p:txBody>
      </p:sp>
      <p:sp>
        <p:nvSpPr>
          <p:cNvPr id="2" name="文本框 1"/>
          <p:cNvSpPr txBox="1"/>
          <p:nvPr/>
        </p:nvSpPr>
        <p:spPr>
          <a:xfrm>
            <a:off x="467360" y="2835910"/>
            <a:ext cx="8073390" cy="953135"/>
          </a:xfrm>
          <a:prstGeom prst="rect">
            <a:avLst/>
          </a:prstGeom>
          <a:noFill/>
        </p:spPr>
        <p:txBody>
          <a:bodyPr wrap="square" rtlCol="0" anchor="t">
            <a:spAutoFit/>
          </a:bodyPr>
          <a:lstStyle/>
          <a:p>
            <a:r>
              <a:rPr lang="zh-CN" altLang="en-US" dirty="0">
                <a:solidFill>
                  <a:srgbClr val="3333FF"/>
                </a:solidFill>
                <a:latin typeface="楷体_GB2312"/>
                <a:ea typeface="楷体_GB2312"/>
                <a:sym typeface="+mn-ea"/>
              </a:rPr>
              <a:t>问题</a:t>
            </a:r>
            <a:r>
              <a:rPr lang="zh-CN" altLang="en-US" dirty="0">
                <a:solidFill>
                  <a:srgbClr val="000000"/>
                </a:solidFill>
                <a:latin typeface="楷体_GB2312"/>
                <a:ea typeface="楷体_GB2312"/>
                <a:sym typeface="+mn-ea"/>
              </a:rPr>
              <a:t>：矩阵的秩和向量组的秩之间是否存在一定关系呢？下面讨论这个问题</a:t>
            </a:r>
            <a:r>
              <a:rPr lang="en-US" altLang="zh-CN" dirty="0">
                <a:solidFill>
                  <a:srgbClr val="000000"/>
                </a:solidFill>
                <a:latin typeface="楷体_GB2312"/>
                <a:ea typeface="楷体_GB2312"/>
                <a:sym typeface="+mn-ea"/>
              </a:rPr>
              <a:t>.</a:t>
            </a:r>
          </a:p>
        </p:txBody>
      </p:sp>
      <p:sp>
        <p:nvSpPr>
          <p:cNvPr id="4" name="文本框 3"/>
          <p:cNvSpPr txBox="1"/>
          <p:nvPr/>
        </p:nvSpPr>
        <p:spPr>
          <a:xfrm>
            <a:off x="1315085" y="4220845"/>
            <a:ext cx="3401060" cy="521970"/>
          </a:xfrm>
          <a:prstGeom prst="rect">
            <a:avLst/>
          </a:prstGeom>
          <a:noFill/>
        </p:spPr>
        <p:txBody>
          <a:bodyPr wrap="square" rtlCol="0" anchor="t">
            <a:spAutoFit/>
          </a:bodyPr>
          <a:lstStyle/>
          <a:p>
            <a:r>
              <a:rPr lang="zh-CN" altLang="en-US" dirty="0">
                <a:sym typeface="+mn-ea"/>
              </a:rPr>
              <a:t>设</a:t>
            </a:r>
            <a:r>
              <a:rPr lang="en-US" altLang="zh-CN" i="1" dirty="0">
                <a:sym typeface="+mn-ea"/>
              </a:rPr>
              <a:t>A</a:t>
            </a:r>
            <a:r>
              <a:rPr lang="zh-CN" altLang="en-US" dirty="0">
                <a:sym typeface="+mn-ea"/>
              </a:rPr>
              <a:t>为一个</a:t>
            </a:r>
            <a:r>
              <a:rPr lang="en-US" altLang="zh-CN" i="1" dirty="0">
                <a:sym typeface="+mn-ea"/>
              </a:rPr>
              <a:t>m</a:t>
            </a:r>
            <a:r>
              <a:rPr lang="zh-CN" altLang="en-US" dirty="0">
                <a:latin typeface="Arial" panose="020B0604020202020204" pitchFamily="34" charset="0"/>
                <a:ea typeface="楷体_GB2312" pitchFamily="49" charset="-122"/>
                <a:sym typeface="+mn-ea"/>
              </a:rPr>
              <a:t>×</a:t>
            </a:r>
            <a:r>
              <a:rPr lang="en-US" altLang="zh-CN" i="1" dirty="0">
                <a:sym typeface="+mn-ea"/>
              </a:rPr>
              <a:t>n</a:t>
            </a:r>
            <a:r>
              <a:rPr lang="zh-CN" altLang="en-US" dirty="0">
                <a:latin typeface="楷体_GB2312" pitchFamily="49" charset="-122"/>
                <a:ea typeface="楷体_GB2312" pitchFamily="49" charset="-122"/>
                <a:sym typeface="+mn-ea"/>
              </a:rPr>
              <a:t>矩阵</a:t>
            </a:r>
            <a:endParaRPr lang="zh-CN" altLang="en-US" dirty="0">
              <a:sym typeface="+mn-ea"/>
            </a:endParaRPr>
          </a:p>
        </p:txBody>
      </p:sp>
      <p:graphicFrame>
        <p:nvGraphicFramePr>
          <p:cNvPr id="52236" name="对象 52235"/>
          <p:cNvGraphicFramePr/>
          <p:nvPr/>
        </p:nvGraphicFramePr>
        <p:xfrm>
          <a:off x="4740275" y="3428841"/>
          <a:ext cx="3263900" cy="1880870"/>
        </p:xfrm>
        <a:graphic>
          <a:graphicData uri="http://schemas.openxmlformats.org/presentationml/2006/ole">
            <mc:AlternateContent xmlns:mc="http://schemas.openxmlformats.org/markup-compatibility/2006">
              <mc:Choice xmlns:v="urn:schemas-microsoft-com:vml" Requires="v">
                <p:oleObj r:id="rId4" imgW="1625600" imgH="939800" progId="Equation.DSMT4">
                  <p:embed/>
                </p:oleObj>
              </mc:Choice>
              <mc:Fallback>
                <p:oleObj r:id="rId4" imgW="1625600" imgH="939800" progId="Equation.DSMT4">
                  <p:embed/>
                  <p:pic>
                    <p:nvPicPr>
                      <p:cNvPr id="0" name="图片 3105"/>
                      <p:cNvPicPr/>
                      <p:nvPr/>
                    </p:nvPicPr>
                    <p:blipFill>
                      <a:blip r:embed="rId5">
                        <a:clrChange>
                          <a:clrFrom>
                            <a:srgbClr val="000000"/>
                          </a:clrFrom>
                          <a:clrTo>
                            <a:srgbClr val="000000"/>
                          </a:clrTo>
                        </a:clrChange>
                      </a:blip>
                      <a:stretch>
                        <a:fillRect/>
                      </a:stretch>
                    </p:blipFill>
                    <p:spPr>
                      <a:xfrm>
                        <a:off x="4740275" y="3428841"/>
                        <a:ext cx="3263900" cy="1880870"/>
                      </a:xfrm>
                      <a:prstGeom prst="rect">
                        <a:avLst/>
                      </a:prstGeom>
                      <a:noFill/>
                      <a:ln w="38100">
                        <a:noFill/>
                        <a:miter/>
                      </a:ln>
                    </p:spPr>
                  </p:pic>
                </p:oleObj>
              </mc:Fallback>
            </mc:AlternateContent>
          </a:graphicData>
        </a:graphic>
      </p:graphicFrame>
      <p:sp>
        <p:nvSpPr>
          <p:cNvPr id="5" name="文本框 4"/>
          <p:cNvSpPr txBox="1"/>
          <p:nvPr/>
        </p:nvSpPr>
        <p:spPr>
          <a:xfrm>
            <a:off x="755650" y="5445125"/>
            <a:ext cx="7712710" cy="1383665"/>
          </a:xfrm>
          <a:prstGeom prst="rect">
            <a:avLst/>
          </a:prstGeom>
          <a:noFill/>
        </p:spPr>
        <p:txBody>
          <a:bodyPr wrap="square" rtlCol="0" anchor="t">
            <a:spAutoFit/>
          </a:bodyPr>
          <a:lstStyle/>
          <a:p>
            <a:r>
              <a:rPr lang="zh-CN" altLang="en-US" dirty="0">
                <a:solidFill>
                  <a:srgbClr val="000000"/>
                </a:solidFill>
                <a:latin typeface="楷体_GB2312"/>
                <a:ea typeface="楷体_GB2312"/>
                <a:sym typeface="+mn-ea"/>
              </a:rPr>
              <a:t>将</a:t>
            </a:r>
            <a:r>
              <a:rPr lang="en-US" altLang="zh-CN" i="1" dirty="0">
                <a:sym typeface="+mn-ea"/>
              </a:rPr>
              <a:t>A</a:t>
            </a:r>
            <a:r>
              <a:rPr lang="zh-CN" altLang="en-US" dirty="0">
                <a:sym typeface="+mn-ea"/>
              </a:rPr>
              <a:t>的</a:t>
            </a:r>
            <a:r>
              <a:rPr lang="zh-CN" altLang="en-US" dirty="0">
                <a:solidFill>
                  <a:srgbClr val="000000"/>
                </a:solidFill>
                <a:latin typeface="楷体_GB2312"/>
                <a:ea typeface="楷体_GB2312"/>
                <a:sym typeface="+mn-ea"/>
              </a:rPr>
              <a:t>每一行作为一个行向量</a:t>
            </a:r>
            <a:r>
              <a:rPr lang="en-US" altLang="zh-CN" i="1" dirty="0">
                <a:sym typeface="+mn-ea"/>
              </a:rPr>
              <a:t>α</a:t>
            </a:r>
            <a:r>
              <a:rPr lang="en-US" altLang="zh-CN" i="1" baseline="-25000" dirty="0">
                <a:sym typeface="+mn-ea"/>
              </a:rPr>
              <a:t>i</a:t>
            </a:r>
            <a:r>
              <a:rPr lang="zh-CN" altLang="en-US" dirty="0">
                <a:solidFill>
                  <a:srgbClr val="000000"/>
                </a:solidFill>
                <a:latin typeface="楷体_GB2312"/>
                <a:ea typeface="楷体_GB2312"/>
                <a:sym typeface="+mn-ea"/>
              </a:rPr>
              <a:t>，每一列作为一个列向量</a:t>
            </a:r>
            <a:r>
              <a:rPr lang="en-US" altLang="zh-CN" i="1" dirty="0">
                <a:sym typeface="+mn-ea"/>
              </a:rPr>
              <a:t>β</a:t>
            </a:r>
            <a:r>
              <a:rPr lang="en-US" altLang="zh-CN" i="1" baseline="-25000" dirty="0">
                <a:sym typeface="+mn-ea"/>
              </a:rPr>
              <a:t>j</a:t>
            </a:r>
            <a:r>
              <a:rPr lang="zh-CN" altLang="en-US" dirty="0">
                <a:solidFill>
                  <a:srgbClr val="000000"/>
                </a:solidFill>
                <a:latin typeface="楷体_GB2312"/>
                <a:ea typeface="楷体_GB2312"/>
                <a:sym typeface="+mn-ea"/>
              </a:rPr>
              <a:t>，得到</a:t>
            </a:r>
            <a:r>
              <a:rPr lang="zh-CN" altLang="en-US" dirty="0">
                <a:sym typeface="+mn-ea"/>
              </a:rPr>
              <a:t>行向量组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en-US" altLang="zh-CN" dirty="0">
                <a:latin typeface="楷体_GB2312" pitchFamily="49" charset="-122"/>
                <a:ea typeface="楷体_GB2312" pitchFamily="49" charset="-122"/>
                <a:sym typeface="+mn-ea"/>
              </a:rPr>
              <a:t>,</a:t>
            </a:r>
            <a:r>
              <a:rPr lang="zh-CN" altLang="en-US" dirty="0">
                <a:latin typeface="楷体_GB2312" pitchFamily="49" charset="-122"/>
                <a:ea typeface="楷体_GB2312" pitchFamily="49" charset="-122"/>
                <a:sym typeface="+mn-ea"/>
              </a:rPr>
              <a:t>列向量组</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n</a:t>
            </a:r>
            <a:endParaRPr lang="zh-CN" altLang="en-US" dirty="0">
              <a:solidFill>
                <a:srgbClr val="000000"/>
              </a:solidFill>
              <a:latin typeface="楷体_GB2312"/>
              <a:ea typeface="楷体_GB231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gtEl>
                                        <p:attrNameLst>
                                          <p:attrName>style.visibility</p:attrName>
                                        </p:attrNameLst>
                                      </p:cBhvr>
                                      <p:to>
                                        <p:strVal val="visible"/>
                                      </p:to>
                                    </p:set>
                                    <p:anim calcmode="discrete" valueType="clr">
                                      <p:cBhvr override="childStyle">
                                        <p:cTn id="7"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gtEl>
                                        <p:attrNameLst>
                                          <p:attrName>fillcolor</p:attrName>
                                        </p:attrNameLst>
                                      </p:cBhvr>
                                      <p:tavLst>
                                        <p:tav tm="0">
                                          <p:val>
                                            <p:clrVal>
                                              <a:schemeClr val="accent2"/>
                                            </p:clrVal>
                                          </p:val>
                                        </p:tav>
                                        <p:tav tm="50000">
                                          <p:val>
                                            <p:clrVal>
                                              <a:schemeClr val="hlink"/>
                                            </p:clrVal>
                                          </p:val>
                                        </p:tav>
                                      </p:tavLst>
                                    </p:anim>
                                    <p:set>
                                      <p:cBhvr>
                                        <p:cTn id="9" dur="80"/>
                                        <p:tgtEl>
                                          <p:spTgt spid="3"/>
                                        </p:tgtEl>
                                        <p:attrNameLst>
                                          <p:attrName>fill.type</p:attrName>
                                        </p:attrNameLst>
                                      </p:cBhvr>
                                      <p:to>
                                        <p:strVal val="solid"/>
                                      </p:to>
                                    </p:set>
                                  </p:childTnLst>
                                </p:cTn>
                              </p:par>
                              <p:par>
                                <p:cTn id="10" presetID="22" presetClass="entr" presetSubtype="4"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par>
                                <p:cTn id="13" presetID="22" presetClass="entr" presetSubtype="8" fill="hold" nodeType="withEffect">
                                  <p:stCondLst>
                                    <p:cond delay="0"/>
                                  </p:stCondLst>
                                  <p:childTnLst>
                                    <p:set>
                                      <p:cBhvr>
                                        <p:cTn id="14" dur="1" fill="hold">
                                          <p:stCondLst>
                                            <p:cond delay="0"/>
                                          </p:stCondLst>
                                        </p:cTn>
                                        <p:tgtEl>
                                          <p:spTgt spid="52236"/>
                                        </p:tgtEl>
                                        <p:attrNameLst>
                                          <p:attrName>style.visibility</p:attrName>
                                        </p:attrNameLst>
                                      </p:cBhvr>
                                      <p:to>
                                        <p:strVal val="visible"/>
                                      </p:to>
                                    </p:set>
                                    <p:animEffect transition="in" filter="wipe(left)">
                                      <p:cBhvr>
                                        <p:cTn id="15" dur="500"/>
                                        <p:tgtEl>
                                          <p:spTgt spid="5223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52233"/>
                                        </p:tgtEl>
                                        <p:attrNameLst>
                                          <p:attrName>style.visibility</p:attrName>
                                        </p:attrNameLst>
                                      </p:cBhvr>
                                      <p:to>
                                        <p:strVal val="visible"/>
                                      </p:to>
                                    </p:set>
                                    <p:animEffect transition="in" filter="wipe(down)">
                                      <p:cBhvr>
                                        <p:cTn id="20" dur="500"/>
                                        <p:tgtEl>
                                          <p:spTgt spid="5223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par>
                                <p:cTn id="31" presetID="3" presetClass="entr" presetSubtype="10" fill="hold" nodeType="withEffect">
                                  <p:stCondLst>
                                    <p:cond delay="0"/>
                                  </p:stCondLst>
                                  <p:childTnLst>
                                    <p:set>
                                      <p:cBhvr>
                                        <p:cTn id="32" dur="1" fill="hold">
                                          <p:stCondLst>
                                            <p:cond delay="0"/>
                                          </p:stCondLst>
                                        </p:cTn>
                                        <p:tgtEl>
                                          <p:spTgt spid="52236"/>
                                        </p:tgtEl>
                                        <p:attrNameLst>
                                          <p:attrName>style.visibility</p:attrName>
                                        </p:attrNameLst>
                                      </p:cBhvr>
                                      <p:to>
                                        <p:strVal val="visible"/>
                                      </p:to>
                                    </p:set>
                                    <p:animEffect transition="in" filter="blinds(horizontal)">
                                      <p:cBhvr>
                                        <p:cTn id="33" dur="500"/>
                                        <p:tgtEl>
                                          <p:spTgt spid="52236"/>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blinds(horizontal)">
                                      <p:cBhvr>
                                        <p:cTn id="3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2233" grpId="0"/>
      <p:bldP spid="2" grpId="0"/>
      <p:bldP spid="4" grpId="0"/>
      <p:bldP spid="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67360" y="5661660"/>
            <a:ext cx="7275195" cy="650875"/>
          </a:xfrm>
          <a:prstGeom prst="rect">
            <a:avLst/>
          </a:prstGeom>
          <a:noFill/>
          <a:ln w="12700">
            <a:noFill/>
          </a:ln>
        </p:spPr>
        <p:txBody>
          <a:bodyPr wrap="square" anchor="t" anchorCtr="0">
            <a:spAutoFit/>
          </a:bodyPr>
          <a:lstStyle/>
          <a:p>
            <a:pPr algn="l">
              <a:lnSpc>
                <a:spcPct val="130000"/>
              </a:lnSpc>
              <a:buNone/>
            </a:pPr>
            <a:r>
              <a:rPr lang="zh-CN" altLang="en-US" sz="2800" b="1" dirty="0">
                <a:solidFill>
                  <a:srgbClr val="3333FF"/>
                </a:solidFill>
                <a:latin typeface="楷体_GB2312" pitchFamily="49" charset="-122"/>
                <a:ea typeface="楷体_GB2312" pitchFamily="49" charset="-122"/>
              </a:rPr>
              <a:t>推论</a:t>
            </a:r>
            <a:r>
              <a:rPr lang="en-US" altLang="zh-CN" sz="2800" b="1" dirty="0">
                <a:solidFill>
                  <a:srgbClr val="3333FF"/>
                </a:solidFill>
                <a:latin typeface="楷体_GB2312" pitchFamily="49" charset="-122"/>
                <a:ea typeface="楷体_GB2312" pitchFamily="49" charset="-122"/>
              </a:rPr>
              <a:t>3.4.6</a:t>
            </a:r>
            <a:r>
              <a:rPr lang="en-US" altLang="zh-CN" sz="2800" b="1" dirty="0">
                <a:solidFill>
                  <a:schemeClr val="accent2"/>
                </a:solidFill>
                <a:latin typeface="楷体_GB2312" pitchFamily="49" charset="-122"/>
                <a:ea typeface="楷体_GB2312" pitchFamily="49" charset="-122"/>
              </a:rPr>
              <a:t> </a:t>
            </a:r>
            <a:r>
              <a:rPr lang="en-US" altLang="zh-CN" i="1" dirty="0">
                <a:sym typeface="+mn-ea"/>
              </a:rPr>
              <a:t>m</a:t>
            </a:r>
            <a:r>
              <a:rPr lang="zh-CN" altLang="en-US" dirty="0">
                <a:latin typeface="Arial" panose="020B0604020202020204" pitchFamily="34" charset="0"/>
                <a:ea typeface="楷体_GB2312" pitchFamily="49" charset="-122"/>
                <a:sym typeface="+mn-ea"/>
              </a:rPr>
              <a:t>×</a:t>
            </a:r>
            <a:r>
              <a:rPr lang="en-US" altLang="zh-CN" i="1" dirty="0">
                <a:sym typeface="+mn-ea"/>
              </a:rPr>
              <a:t>n</a:t>
            </a:r>
            <a:r>
              <a:rPr lang="zh-CN" altLang="en-US" dirty="0">
                <a:latin typeface="楷体_GB2312" pitchFamily="49" charset="-122"/>
                <a:ea typeface="楷体_GB2312" pitchFamily="49" charset="-122"/>
                <a:sym typeface="+mn-ea"/>
              </a:rPr>
              <a:t>矩阵</a:t>
            </a:r>
            <a:r>
              <a:rPr lang="en-US" altLang="zh-CN" i="1" dirty="0">
                <a:sym typeface="+mn-ea"/>
              </a:rPr>
              <a:t>A</a:t>
            </a:r>
            <a:r>
              <a:rPr lang="zh-CN" altLang="en-US" dirty="0">
                <a:latin typeface="楷体_GB2312" pitchFamily="49" charset="-122"/>
                <a:ea typeface="楷体_GB2312" pitchFamily="49" charset="-122"/>
                <a:sym typeface="+mn-ea"/>
              </a:rPr>
              <a:t>的秩</a:t>
            </a:r>
            <a:r>
              <a:rPr lang="en-US" altLang="zh-CN" dirty="0">
                <a:latin typeface="楷体_GB2312" pitchFamily="49" charset="-122"/>
                <a:ea typeface="楷体_GB2312" pitchFamily="49" charset="-122"/>
                <a:sym typeface="+mn-ea"/>
              </a:rPr>
              <a:t>              </a:t>
            </a:r>
            <a:r>
              <a:rPr lang="en-US" altLang="zh-CN" sz="2800" b="1" dirty="0">
                <a:solidFill>
                  <a:schemeClr val="tx1"/>
                </a:solidFill>
                <a:latin typeface="楷体_GB2312" pitchFamily="49" charset="-122"/>
                <a:ea typeface="楷体_GB2312" pitchFamily="49" charset="-122"/>
              </a:rPr>
              <a:t>.</a:t>
            </a:r>
          </a:p>
        </p:txBody>
      </p:sp>
      <p:sp>
        <p:nvSpPr>
          <p:cNvPr id="6" name="Rectangle 12"/>
          <p:cNvSpPr/>
          <p:nvPr/>
        </p:nvSpPr>
        <p:spPr>
          <a:xfrm>
            <a:off x="251460" y="44450"/>
            <a:ext cx="8554720" cy="1986915"/>
          </a:xfrm>
          <a:prstGeom prst="rect">
            <a:avLst/>
          </a:prstGeom>
          <a:noFill/>
          <a:ln w="9525">
            <a:noFill/>
          </a:ln>
        </p:spPr>
        <p:txBody>
          <a:bodyPr>
            <a:noAutofit/>
          </a:bodyPr>
          <a:lstStyle/>
          <a:p>
            <a:pPr>
              <a:lnSpc>
                <a:spcPct val="140000"/>
              </a:lnSpc>
              <a:spcBef>
                <a:spcPts val="0"/>
              </a:spcBef>
              <a:buClr>
                <a:srgbClr val="00007D"/>
              </a:buClr>
              <a:buSzPct val="75000"/>
              <a:buFont typeface="Wingdings" panose="05000000000000000000" pitchFamily="2" charset="2"/>
            </a:pPr>
            <a:r>
              <a:rPr lang="zh-CN" altLang="en-US" b="1" dirty="0">
                <a:solidFill>
                  <a:srgbClr val="FF3300"/>
                </a:solidFill>
                <a:latin typeface="Times New Roman" panose="02020603050405020304" pitchFamily="18" charset="0"/>
                <a:ea typeface="楷体_GB2312"/>
              </a:rPr>
              <a:t>定义</a:t>
            </a:r>
            <a:r>
              <a:rPr lang="en-US" altLang="zh-CN" b="1" dirty="0">
                <a:solidFill>
                  <a:srgbClr val="FF3300"/>
                </a:solidFill>
                <a:latin typeface="Times New Roman" panose="02020603050405020304" pitchFamily="18" charset="0"/>
                <a:ea typeface="楷体_GB2312"/>
              </a:rPr>
              <a:t>3.4.4</a:t>
            </a:r>
            <a:r>
              <a:rPr lang="en-US" altLang="zh-CN" b="1" dirty="0">
                <a:solidFill>
                  <a:srgbClr val="FF0000"/>
                </a:solidFill>
                <a:latin typeface="Times New Roman" panose="02020603050405020304" pitchFamily="18" charset="0"/>
                <a:ea typeface="楷体_GB2312"/>
              </a:rPr>
              <a:t> </a:t>
            </a:r>
            <a:r>
              <a:rPr lang="en-US" altLang="zh-CN" i="1" dirty="0">
                <a:sym typeface="+mn-ea"/>
              </a:rPr>
              <a:t>m</a:t>
            </a:r>
            <a:r>
              <a:rPr lang="zh-CN" altLang="en-US" sz="2000" dirty="0">
                <a:latin typeface="Arial" panose="020B0604020202020204" pitchFamily="34" charset="0"/>
                <a:ea typeface="楷体_GB2312" pitchFamily="49" charset="-122"/>
                <a:sym typeface="+mn-ea"/>
              </a:rPr>
              <a:t>×</a:t>
            </a:r>
            <a:r>
              <a:rPr lang="en-US" altLang="zh-CN" i="1" dirty="0">
                <a:sym typeface="+mn-ea"/>
              </a:rPr>
              <a:t>n</a:t>
            </a:r>
            <a:r>
              <a:rPr lang="zh-CN" altLang="en-US" dirty="0">
                <a:latin typeface="楷体_GB2312" pitchFamily="49" charset="-122"/>
                <a:ea typeface="楷体_GB2312" pitchFamily="49" charset="-122"/>
                <a:sym typeface="+mn-ea"/>
              </a:rPr>
              <a:t>矩阵</a:t>
            </a:r>
            <a:r>
              <a:rPr lang="en-US" altLang="zh-CN" i="1" dirty="0">
                <a:sym typeface="+mn-ea"/>
              </a:rPr>
              <a:t>A</a:t>
            </a:r>
            <a:r>
              <a:rPr lang="zh-CN" altLang="en-US" dirty="0">
                <a:latin typeface="楷体_GB2312" pitchFamily="49" charset="-122"/>
                <a:ea typeface="楷体_GB2312" pitchFamily="49" charset="-122"/>
                <a:sym typeface="+mn-ea"/>
              </a:rPr>
              <a:t>的</a:t>
            </a:r>
            <a:r>
              <a:rPr lang="zh-CN" altLang="en-US" dirty="0">
                <a:sym typeface="+mn-ea"/>
              </a:rPr>
              <a:t>行向量组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m</a:t>
            </a:r>
            <a:r>
              <a:rPr lang="zh-CN" altLang="en-US" dirty="0">
                <a:sym typeface="+mn-ea"/>
              </a:rPr>
              <a:t>的秩称为矩阵</a:t>
            </a:r>
            <a:r>
              <a:rPr lang="en-US" altLang="zh-CN" i="1" dirty="0">
                <a:sym typeface="+mn-ea"/>
              </a:rPr>
              <a:t>A</a:t>
            </a:r>
            <a:r>
              <a:rPr lang="zh-CN" altLang="en-US" dirty="0">
                <a:sym typeface="+mn-ea"/>
              </a:rPr>
              <a:t>的</a:t>
            </a:r>
            <a:r>
              <a:rPr lang="zh-CN" altLang="en-US" dirty="0">
                <a:solidFill>
                  <a:srgbClr val="FF0000"/>
                </a:solidFill>
                <a:sym typeface="+mn-ea"/>
              </a:rPr>
              <a:t>行秩</a:t>
            </a:r>
            <a:r>
              <a:rPr lang="en-US" altLang="zh-CN" dirty="0">
                <a:latin typeface="楷体_GB2312" pitchFamily="49" charset="-122"/>
                <a:ea typeface="楷体_GB2312" pitchFamily="49" charset="-122"/>
                <a:sym typeface="+mn-ea"/>
              </a:rPr>
              <a:t>,</a:t>
            </a:r>
            <a:r>
              <a:rPr lang="zh-CN" altLang="en-US" dirty="0">
                <a:latin typeface="楷体_GB2312" pitchFamily="49" charset="-122"/>
                <a:ea typeface="楷体_GB2312" pitchFamily="49" charset="-122"/>
                <a:sym typeface="+mn-ea"/>
              </a:rPr>
              <a:t>列向量组</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n</a:t>
            </a:r>
            <a:r>
              <a:rPr lang="zh-CN" altLang="en-US" dirty="0">
                <a:sym typeface="+mn-ea"/>
              </a:rPr>
              <a:t>的秩称为矩阵</a:t>
            </a:r>
            <a:r>
              <a:rPr lang="en-US" altLang="zh-CN" i="1" dirty="0">
                <a:sym typeface="+mn-ea"/>
              </a:rPr>
              <a:t>A</a:t>
            </a:r>
            <a:r>
              <a:rPr lang="zh-CN" altLang="en-US" dirty="0">
                <a:sym typeface="+mn-ea"/>
              </a:rPr>
              <a:t>的</a:t>
            </a:r>
            <a:r>
              <a:rPr lang="zh-CN" altLang="en-US" dirty="0">
                <a:solidFill>
                  <a:srgbClr val="FF0000"/>
                </a:solidFill>
                <a:sym typeface="+mn-ea"/>
              </a:rPr>
              <a:t>列秩</a:t>
            </a:r>
            <a:r>
              <a:rPr lang="en-US" altLang="zh-CN" dirty="0">
                <a:solidFill>
                  <a:srgbClr val="000000"/>
                </a:solidFill>
                <a:latin typeface="楷体_GB2312"/>
                <a:ea typeface="楷体_GB2312"/>
                <a:sym typeface="+mn-ea"/>
              </a:rPr>
              <a:t>. </a:t>
            </a:r>
            <a:endParaRPr lang="en-US" altLang="zh-CN" b="1" dirty="0">
              <a:solidFill>
                <a:srgbClr val="FF0000"/>
              </a:solidFill>
              <a:latin typeface="楷体_GB2312"/>
              <a:ea typeface="楷体_GB2312"/>
            </a:endParaRPr>
          </a:p>
        </p:txBody>
      </p:sp>
      <p:sp>
        <p:nvSpPr>
          <p:cNvPr id="10" name="文本框 9"/>
          <p:cNvSpPr txBox="1"/>
          <p:nvPr/>
        </p:nvSpPr>
        <p:spPr>
          <a:xfrm>
            <a:off x="251460" y="1925320"/>
            <a:ext cx="8553450" cy="521970"/>
          </a:xfrm>
          <a:prstGeom prst="rect">
            <a:avLst/>
          </a:prstGeom>
          <a:noFill/>
        </p:spPr>
        <p:txBody>
          <a:bodyPr wrap="square" rtlCol="0" anchor="t">
            <a:spAutoFit/>
          </a:bodyPr>
          <a:lstStyle/>
          <a:p>
            <a:r>
              <a:rPr lang="zh-CN" altLang="en-US" dirty="0">
                <a:solidFill>
                  <a:srgbClr val="FF3300"/>
                </a:solidFill>
                <a:ea typeface="楷体_GB2312"/>
                <a:sym typeface="+mn-ea"/>
              </a:rPr>
              <a:t>定理</a:t>
            </a:r>
            <a:r>
              <a:rPr lang="en-US" altLang="zh-CN" dirty="0">
                <a:solidFill>
                  <a:srgbClr val="FF3300"/>
                </a:solidFill>
                <a:ea typeface="楷体_GB2312"/>
                <a:sym typeface="+mn-ea"/>
              </a:rPr>
              <a:t>3.4.4</a:t>
            </a:r>
            <a:r>
              <a:rPr lang="en-US" altLang="zh-CN" dirty="0">
                <a:solidFill>
                  <a:srgbClr val="FF0000"/>
                </a:solidFill>
                <a:ea typeface="楷体_GB2312"/>
                <a:sym typeface="+mn-ea"/>
              </a:rPr>
              <a:t> </a:t>
            </a:r>
            <a:r>
              <a:rPr lang="en-US" altLang="zh-CN" dirty="0">
                <a:solidFill>
                  <a:srgbClr val="000000"/>
                </a:solidFill>
                <a:latin typeface="楷体_GB2312"/>
                <a:ea typeface="楷体_GB2312"/>
                <a:sym typeface="+mn-ea"/>
              </a:rPr>
              <a:t> </a:t>
            </a:r>
            <a:r>
              <a:rPr lang="zh-CN" altLang="en-US" dirty="0">
                <a:solidFill>
                  <a:srgbClr val="000000"/>
                </a:solidFill>
                <a:latin typeface="楷体_GB2312"/>
                <a:ea typeface="楷体_GB2312"/>
                <a:sym typeface="+mn-ea"/>
              </a:rPr>
              <a:t>矩阵的秩等于它的行秩，也等于它的列秩</a:t>
            </a:r>
            <a:r>
              <a:rPr lang="en-US" altLang="zh-CN" dirty="0">
                <a:solidFill>
                  <a:srgbClr val="000000"/>
                </a:solidFill>
                <a:latin typeface="楷体_GB2312"/>
                <a:ea typeface="楷体_GB2312"/>
                <a:sym typeface="+mn-ea"/>
              </a:rPr>
              <a:t>.</a:t>
            </a:r>
            <a:r>
              <a:rPr lang="zh-CN" altLang="en-US" dirty="0">
                <a:solidFill>
                  <a:srgbClr val="000000"/>
                </a:solidFill>
                <a:latin typeface="楷体_GB2312"/>
                <a:ea typeface="楷体_GB2312"/>
                <a:sym typeface="+mn-ea"/>
              </a:rPr>
              <a:t>。</a:t>
            </a:r>
          </a:p>
        </p:txBody>
      </p:sp>
      <p:sp>
        <p:nvSpPr>
          <p:cNvPr id="11" name="文本框 10"/>
          <p:cNvSpPr txBox="1"/>
          <p:nvPr/>
        </p:nvSpPr>
        <p:spPr>
          <a:xfrm>
            <a:off x="367030" y="2564765"/>
            <a:ext cx="8173720" cy="3107690"/>
          </a:xfrm>
          <a:prstGeom prst="rect">
            <a:avLst/>
          </a:prstGeom>
          <a:noFill/>
        </p:spPr>
        <p:txBody>
          <a:bodyPr wrap="square" rtlCol="0" anchor="t">
            <a:spAutoFit/>
          </a:bodyPr>
          <a:lstStyle/>
          <a:p>
            <a:r>
              <a:rPr lang="zh-CN" altLang="en-US" dirty="0">
                <a:solidFill>
                  <a:srgbClr val="FF0000"/>
                </a:solidFill>
                <a:latin typeface="楷体_GB2312"/>
                <a:ea typeface="楷体_GB2312"/>
                <a:sym typeface="+mn-ea"/>
              </a:rPr>
              <a:t>证明</a:t>
            </a:r>
            <a:r>
              <a:rPr lang="en-US" altLang="zh-CN" baseline="30000" dirty="0">
                <a:solidFill>
                  <a:srgbClr val="FF0000"/>
                </a:solidFill>
                <a:latin typeface="楷体_GB2312"/>
                <a:ea typeface="楷体_GB2312"/>
                <a:sym typeface="+mn-ea"/>
              </a:rPr>
              <a:t>*</a:t>
            </a:r>
            <a:r>
              <a:rPr lang="en-US" altLang="zh-CN" dirty="0">
                <a:solidFill>
                  <a:srgbClr val="000000"/>
                </a:solidFill>
                <a:latin typeface="楷体_GB2312"/>
                <a:ea typeface="楷体_GB2312"/>
                <a:sym typeface="+mn-ea"/>
              </a:rPr>
              <a:t>: </a:t>
            </a:r>
            <a:r>
              <a:rPr lang="zh-CN" altLang="en-US" dirty="0">
                <a:solidFill>
                  <a:srgbClr val="000000"/>
                </a:solidFill>
                <a:latin typeface="楷体_GB2312"/>
                <a:ea typeface="楷体_GB2312"/>
                <a:sym typeface="+mn-ea"/>
              </a:rPr>
              <a:t>设矩阵</a:t>
            </a:r>
            <a:r>
              <a:rPr lang="en-US" altLang="zh-CN" i="1" dirty="0">
                <a:sym typeface="+mn-ea"/>
              </a:rPr>
              <a:t>A=</a:t>
            </a:r>
            <a:r>
              <a:rPr lang="en-US" altLang="zh-CN" dirty="0">
                <a:sym typeface="+mn-ea"/>
              </a:rPr>
              <a:t>(</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n</a:t>
            </a:r>
            <a:r>
              <a:rPr lang="en-US" altLang="zh-CN" dirty="0">
                <a:sym typeface="+mn-ea"/>
              </a:rPr>
              <a:t>)</a:t>
            </a:r>
            <a:r>
              <a:rPr lang="zh-CN" altLang="en-US" dirty="0">
                <a:solidFill>
                  <a:srgbClr val="000000"/>
                </a:solidFill>
                <a:latin typeface="楷体_GB2312"/>
                <a:ea typeface="楷体_GB2312"/>
                <a:sym typeface="+mn-ea"/>
              </a:rPr>
              <a:t>，</a:t>
            </a:r>
            <a:r>
              <a:rPr lang="en-US" altLang="zh-CN" i="1" dirty="0">
                <a:sym typeface="+mn-ea"/>
              </a:rPr>
              <a:t>R</a:t>
            </a:r>
            <a:r>
              <a:rPr lang="en-US" altLang="zh-CN" dirty="0">
                <a:sym typeface="+mn-ea"/>
              </a:rPr>
              <a:t>(</a:t>
            </a:r>
            <a:r>
              <a:rPr lang="en-US" altLang="zh-CN" i="1" dirty="0">
                <a:sym typeface="+mn-ea"/>
              </a:rPr>
              <a:t>A</a:t>
            </a:r>
            <a:r>
              <a:rPr lang="en-US" altLang="zh-CN" dirty="0">
                <a:sym typeface="+mn-ea"/>
              </a:rPr>
              <a:t>)</a:t>
            </a:r>
            <a:r>
              <a:rPr lang="en-US" altLang="zh-CN" i="1" dirty="0">
                <a:sym typeface="+mn-ea"/>
              </a:rPr>
              <a:t>=r</a:t>
            </a:r>
            <a:r>
              <a:rPr lang="en-US" altLang="zh-CN" dirty="0">
                <a:solidFill>
                  <a:srgbClr val="000000"/>
                </a:solidFill>
                <a:latin typeface="楷体_GB2312"/>
                <a:ea typeface="楷体_GB2312"/>
                <a:sym typeface="+mn-ea"/>
              </a:rPr>
              <a:t>,</a:t>
            </a:r>
            <a:r>
              <a:rPr lang="zh-CN" altLang="en-US" dirty="0">
                <a:solidFill>
                  <a:srgbClr val="000000"/>
                </a:solidFill>
                <a:latin typeface="楷体_GB2312"/>
                <a:ea typeface="楷体_GB2312"/>
                <a:sym typeface="+mn-ea"/>
              </a:rPr>
              <a:t>由矩阵秩的定义知，存在</a:t>
            </a:r>
            <a:r>
              <a:rPr lang="en-US" altLang="zh-CN" i="1" dirty="0">
                <a:sym typeface="+mn-ea"/>
              </a:rPr>
              <a:t>A</a:t>
            </a:r>
            <a:r>
              <a:rPr lang="zh-CN" altLang="en-US" dirty="0">
                <a:solidFill>
                  <a:srgbClr val="000000"/>
                </a:solidFill>
                <a:latin typeface="楷体_GB2312"/>
                <a:ea typeface="楷体_GB2312"/>
                <a:sym typeface="+mn-ea"/>
              </a:rPr>
              <a:t>的</a:t>
            </a:r>
            <a:r>
              <a:rPr lang="en-US" altLang="zh-CN" i="1" dirty="0">
                <a:sym typeface="+mn-ea"/>
              </a:rPr>
              <a:t>r</a:t>
            </a:r>
            <a:r>
              <a:rPr lang="zh-CN" altLang="en-US" dirty="0">
                <a:solidFill>
                  <a:srgbClr val="000000"/>
                </a:solidFill>
                <a:latin typeface="楷体_GB2312"/>
                <a:ea typeface="楷体_GB2312"/>
                <a:sym typeface="+mn-ea"/>
              </a:rPr>
              <a:t>阶子式</a:t>
            </a:r>
            <a:r>
              <a:rPr lang="en-US" altLang="zh-CN" i="1" dirty="0">
                <a:sym typeface="+mn-ea"/>
              </a:rPr>
              <a:t>D</a:t>
            </a:r>
            <a:r>
              <a:rPr lang="en-US" altLang="zh-CN" i="1" baseline="-25000" dirty="0">
                <a:sym typeface="+mn-ea"/>
              </a:rPr>
              <a:t>r</a:t>
            </a:r>
            <a:r>
              <a:rPr lang="en-US" altLang="zh-CN" b="0" i="1" dirty="0">
                <a:latin typeface="Arial" panose="020B0604020202020204" pitchFamily="34" charset="0"/>
                <a:cs typeface="Arial" panose="020B0604020202020204" pitchFamily="34" charset="0"/>
                <a:sym typeface="+mn-ea"/>
              </a:rPr>
              <a:t>≠</a:t>
            </a:r>
            <a:r>
              <a:rPr lang="en-US" altLang="zh-CN" i="1" dirty="0">
                <a:latin typeface="Arial" panose="020B0604020202020204" pitchFamily="34" charset="0"/>
                <a:cs typeface="Arial" panose="020B0604020202020204" pitchFamily="34" charset="0"/>
                <a:sym typeface="+mn-ea"/>
              </a:rPr>
              <a:t> </a:t>
            </a:r>
            <a:r>
              <a:rPr lang="en-US" altLang="zh-CN" dirty="0">
                <a:solidFill>
                  <a:srgbClr val="000000"/>
                </a:solidFill>
                <a:latin typeface="楷体_GB2312"/>
                <a:ea typeface="楷体_GB2312"/>
                <a:sym typeface="+mn-ea"/>
              </a:rPr>
              <a:t>0</a:t>
            </a:r>
            <a:r>
              <a:rPr lang="zh-CN" altLang="en-US" dirty="0">
                <a:solidFill>
                  <a:srgbClr val="000000"/>
                </a:solidFill>
                <a:latin typeface="楷体_GB2312"/>
                <a:ea typeface="楷体_GB2312"/>
                <a:sym typeface="+mn-ea"/>
              </a:rPr>
              <a:t>，从而</a:t>
            </a:r>
            <a:r>
              <a:rPr lang="en-US" altLang="zh-CN" i="1" dirty="0">
                <a:sym typeface="+mn-ea"/>
              </a:rPr>
              <a:t>D</a:t>
            </a:r>
            <a:r>
              <a:rPr lang="en-US" altLang="zh-CN" i="1" baseline="-25000" dirty="0">
                <a:sym typeface="+mn-ea"/>
              </a:rPr>
              <a:t>r</a:t>
            </a:r>
            <a:r>
              <a:rPr lang="zh-CN" altLang="en-US" dirty="0">
                <a:solidFill>
                  <a:srgbClr val="000000"/>
                </a:solidFill>
                <a:latin typeface="楷体_GB2312"/>
                <a:ea typeface="楷体_GB2312"/>
                <a:sym typeface="+mn-ea"/>
              </a:rPr>
              <a:t>所在的</a:t>
            </a:r>
            <a:r>
              <a:rPr lang="en-US" altLang="zh-CN" i="1" dirty="0">
                <a:sym typeface="+mn-ea"/>
              </a:rPr>
              <a:t>r</a:t>
            </a:r>
            <a:r>
              <a:rPr lang="zh-CN" altLang="en-US" dirty="0">
                <a:solidFill>
                  <a:srgbClr val="000000"/>
                </a:solidFill>
                <a:latin typeface="楷体_GB2312"/>
                <a:ea typeface="楷体_GB2312"/>
                <a:sym typeface="+mn-ea"/>
              </a:rPr>
              <a:t>个列向量线性无关；又</a:t>
            </a:r>
            <a:r>
              <a:rPr lang="en-US" altLang="zh-CN" i="1" dirty="0">
                <a:sym typeface="+mn-ea"/>
              </a:rPr>
              <a:t>A</a:t>
            </a:r>
            <a:r>
              <a:rPr lang="zh-CN" altLang="en-US" dirty="0">
                <a:solidFill>
                  <a:srgbClr val="000000"/>
                </a:solidFill>
                <a:latin typeface="楷体_GB2312"/>
                <a:ea typeface="楷体_GB2312"/>
                <a:sym typeface="+mn-ea"/>
              </a:rPr>
              <a:t>中所有</a:t>
            </a:r>
            <a:r>
              <a:rPr lang="en-US" altLang="zh-CN" i="1" dirty="0">
                <a:sym typeface="+mn-ea"/>
              </a:rPr>
              <a:t>r+</a:t>
            </a:r>
            <a:r>
              <a:rPr lang="en-US" altLang="zh-CN" dirty="0">
                <a:sym typeface="+mn-ea"/>
              </a:rPr>
              <a:t>1</a:t>
            </a:r>
            <a:r>
              <a:rPr lang="zh-CN" altLang="en-US" dirty="0">
                <a:solidFill>
                  <a:srgbClr val="000000"/>
                </a:solidFill>
                <a:latin typeface="楷体_GB2312"/>
                <a:ea typeface="楷体_GB2312"/>
                <a:sym typeface="+mn-ea"/>
              </a:rPr>
              <a:t>阶子式（若存在）</a:t>
            </a:r>
            <a:r>
              <a:rPr lang="en-US" altLang="zh-CN" i="1" dirty="0">
                <a:sym typeface="+mn-ea"/>
              </a:rPr>
              <a:t>D</a:t>
            </a:r>
            <a:r>
              <a:rPr lang="en-US" altLang="zh-CN" i="1" baseline="-25000" dirty="0">
                <a:sym typeface="+mn-ea"/>
              </a:rPr>
              <a:t>r+</a:t>
            </a:r>
            <a:r>
              <a:rPr lang="en-US" altLang="zh-CN" baseline="-25000" dirty="0">
                <a:sym typeface="+mn-ea"/>
              </a:rPr>
              <a:t>1</a:t>
            </a:r>
            <a:r>
              <a:rPr lang="en-US" altLang="zh-CN" dirty="0">
                <a:solidFill>
                  <a:srgbClr val="000000"/>
                </a:solidFill>
                <a:latin typeface="楷体_GB2312"/>
                <a:ea typeface="楷体_GB2312"/>
                <a:sym typeface="+mn-ea"/>
              </a:rPr>
              <a:t>=0</a:t>
            </a:r>
            <a:r>
              <a:rPr lang="zh-CN" altLang="en-US" dirty="0">
                <a:solidFill>
                  <a:srgbClr val="000000"/>
                </a:solidFill>
                <a:latin typeface="楷体_GB2312"/>
                <a:ea typeface="楷体_GB2312"/>
                <a:sym typeface="+mn-ea"/>
              </a:rPr>
              <a:t>，故</a:t>
            </a:r>
            <a:r>
              <a:rPr lang="en-US" altLang="zh-CN" i="1" dirty="0">
                <a:sym typeface="+mn-ea"/>
              </a:rPr>
              <a:t>A</a:t>
            </a:r>
            <a:r>
              <a:rPr lang="zh-CN" altLang="en-US" dirty="0">
                <a:solidFill>
                  <a:srgbClr val="000000"/>
                </a:solidFill>
                <a:latin typeface="楷体_GB2312"/>
                <a:ea typeface="楷体_GB2312"/>
                <a:sym typeface="+mn-ea"/>
              </a:rPr>
              <a:t>中任意</a:t>
            </a:r>
            <a:r>
              <a:rPr lang="en-US" altLang="zh-CN" i="1" dirty="0">
                <a:sym typeface="+mn-ea"/>
              </a:rPr>
              <a:t>r+</a:t>
            </a:r>
            <a:r>
              <a:rPr lang="en-US" altLang="zh-CN" dirty="0">
                <a:sym typeface="+mn-ea"/>
              </a:rPr>
              <a:t>1</a:t>
            </a:r>
            <a:r>
              <a:rPr lang="zh-CN" altLang="en-US" dirty="0">
                <a:solidFill>
                  <a:srgbClr val="000000"/>
                </a:solidFill>
                <a:latin typeface="楷体_GB2312"/>
                <a:ea typeface="楷体_GB2312"/>
                <a:sym typeface="+mn-ea"/>
              </a:rPr>
              <a:t>个列向量都线性相关，因此所在</a:t>
            </a:r>
            <a:r>
              <a:rPr lang="en-US" altLang="zh-CN" i="1" dirty="0">
                <a:sym typeface="+mn-ea"/>
              </a:rPr>
              <a:t>D</a:t>
            </a:r>
            <a:r>
              <a:rPr lang="en-US" altLang="zh-CN" i="1" baseline="-25000" dirty="0">
                <a:sym typeface="+mn-ea"/>
              </a:rPr>
              <a:t>r</a:t>
            </a:r>
            <a:r>
              <a:rPr lang="zh-CN" altLang="en-US" dirty="0">
                <a:solidFill>
                  <a:srgbClr val="000000"/>
                </a:solidFill>
                <a:latin typeface="楷体_GB2312"/>
                <a:ea typeface="楷体_GB2312"/>
                <a:sym typeface="+mn-ea"/>
              </a:rPr>
              <a:t>所在的</a:t>
            </a:r>
            <a:r>
              <a:rPr lang="en-US" altLang="zh-CN" i="1" dirty="0">
                <a:sym typeface="+mn-ea"/>
              </a:rPr>
              <a:t>r</a:t>
            </a:r>
            <a:r>
              <a:rPr lang="zh-CN" altLang="en-US" dirty="0">
                <a:solidFill>
                  <a:srgbClr val="000000"/>
                </a:solidFill>
                <a:latin typeface="楷体_GB2312"/>
                <a:ea typeface="楷体_GB2312"/>
                <a:sym typeface="+mn-ea"/>
              </a:rPr>
              <a:t>个列向量是</a:t>
            </a:r>
            <a:r>
              <a:rPr lang="en-US" altLang="zh-CN" i="1" dirty="0">
                <a:sym typeface="+mn-ea"/>
              </a:rPr>
              <a:t>A</a:t>
            </a:r>
            <a:r>
              <a:rPr lang="zh-CN" altLang="en-US" dirty="0">
                <a:solidFill>
                  <a:srgbClr val="000000"/>
                </a:solidFill>
                <a:latin typeface="楷体_GB2312"/>
                <a:ea typeface="楷体_GB2312"/>
                <a:sym typeface="+mn-ea"/>
              </a:rPr>
              <a:t>的列向量组的一个极大线性无关组，所以</a:t>
            </a:r>
            <a:r>
              <a:rPr lang="en-US" altLang="zh-CN" i="1" dirty="0">
                <a:sym typeface="+mn-ea"/>
              </a:rPr>
              <a:t>R</a:t>
            </a:r>
            <a:r>
              <a:rPr lang="en-US" altLang="zh-CN" dirty="0">
                <a:sym typeface="+mn-ea"/>
              </a:rPr>
              <a:t>(</a:t>
            </a:r>
            <a:r>
              <a:rPr lang="en-US" altLang="zh-CN" i="1" dirty="0">
                <a:sym typeface="+mn-ea"/>
              </a:rPr>
              <a:t>β</a:t>
            </a:r>
            <a:r>
              <a:rPr lang="en-US" altLang="zh-CN" baseline="-25000" dirty="0">
                <a:sym typeface="+mn-ea"/>
              </a:rPr>
              <a:t>1</a:t>
            </a:r>
            <a:r>
              <a:rPr lang="en-US" altLang="zh-CN" dirty="0">
                <a:sym typeface="+mn-ea"/>
              </a:rPr>
              <a:t>, </a:t>
            </a:r>
            <a:r>
              <a:rPr lang="en-US" altLang="zh-CN" i="1" dirty="0">
                <a:sym typeface="+mn-ea"/>
              </a:rPr>
              <a:t>β</a:t>
            </a:r>
            <a:r>
              <a:rPr lang="en-US" altLang="zh-CN" baseline="-25000" dirty="0">
                <a:sym typeface="+mn-ea"/>
              </a:rPr>
              <a:t>2</a:t>
            </a:r>
            <a:r>
              <a:rPr lang="en-US" altLang="zh-CN" dirty="0">
                <a:sym typeface="+mn-ea"/>
              </a:rPr>
              <a:t>, …, </a:t>
            </a:r>
            <a:r>
              <a:rPr lang="en-US" altLang="zh-CN" i="1" dirty="0">
                <a:sym typeface="+mn-ea"/>
              </a:rPr>
              <a:t>β</a:t>
            </a:r>
            <a:r>
              <a:rPr lang="en-US" altLang="zh-CN" i="1" baseline="-25000" dirty="0">
                <a:sym typeface="+mn-ea"/>
              </a:rPr>
              <a:t>n</a:t>
            </a:r>
            <a:r>
              <a:rPr lang="en-US" altLang="zh-CN" dirty="0">
                <a:sym typeface="+mn-ea"/>
              </a:rPr>
              <a:t>)</a:t>
            </a:r>
            <a:r>
              <a:rPr lang="en-US" altLang="zh-CN" i="1" dirty="0">
                <a:sym typeface="+mn-ea"/>
              </a:rPr>
              <a:t>=r=R</a:t>
            </a:r>
            <a:r>
              <a:rPr lang="en-US" altLang="zh-CN" dirty="0">
                <a:sym typeface="+mn-ea"/>
              </a:rPr>
              <a:t>(</a:t>
            </a:r>
            <a:r>
              <a:rPr lang="en-US" altLang="zh-CN" i="1" dirty="0">
                <a:sym typeface="+mn-ea"/>
              </a:rPr>
              <a:t>A</a:t>
            </a:r>
            <a:r>
              <a:rPr lang="en-US" altLang="zh-CN" dirty="0">
                <a:sym typeface="+mn-ea"/>
              </a:rPr>
              <a:t>)</a:t>
            </a:r>
            <a:r>
              <a:rPr lang="en-US" altLang="zh-CN" dirty="0">
                <a:solidFill>
                  <a:srgbClr val="000000"/>
                </a:solidFill>
                <a:latin typeface="楷体_GB2312"/>
                <a:ea typeface="楷体_GB2312"/>
                <a:sym typeface="+mn-ea"/>
              </a:rPr>
              <a:t>. </a:t>
            </a:r>
            <a:r>
              <a:rPr lang="zh-CN" altLang="en-US" dirty="0">
                <a:solidFill>
                  <a:srgbClr val="000000"/>
                </a:solidFill>
                <a:latin typeface="楷体_GB2312"/>
                <a:ea typeface="楷体_GB2312"/>
                <a:sym typeface="+mn-ea"/>
              </a:rPr>
              <a:t>同理可证，矩阵的行向量组的秩也等于</a:t>
            </a:r>
            <a:r>
              <a:rPr lang="en-US" altLang="zh-CN" i="1" dirty="0">
                <a:sym typeface="+mn-ea"/>
              </a:rPr>
              <a:t>r</a:t>
            </a:r>
            <a:r>
              <a:rPr lang="en-US" altLang="zh-CN" dirty="0">
                <a:solidFill>
                  <a:srgbClr val="000000"/>
                </a:solidFill>
                <a:latin typeface="楷体_GB2312"/>
                <a:ea typeface="楷体_GB2312"/>
                <a:sym typeface="+mn-ea"/>
              </a:rPr>
              <a:t>.</a:t>
            </a:r>
            <a:r>
              <a:rPr lang="zh-CN" altLang="en-US" dirty="0">
                <a:solidFill>
                  <a:srgbClr val="000000"/>
                </a:solidFill>
                <a:latin typeface="楷体_GB2312"/>
                <a:ea typeface="楷体_GB2312"/>
                <a:sym typeface="+mn-ea"/>
              </a:rPr>
              <a:t>。</a:t>
            </a:r>
          </a:p>
        </p:txBody>
      </p:sp>
      <p:graphicFrame>
        <p:nvGraphicFramePr>
          <p:cNvPr id="2" name="对象 -2147474276"/>
          <p:cNvGraphicFramePr>
            <a:graphicFrameLocks noChangeAspect="1"/>
          </p:cNvGraphicFramePr>
          <p:nvPr/>
        </p:nvGraphicFramePr>
        <p:xfrm>
          <a:off x="5003800" y="5805805"/>
          <a:ext cx="2437130" cy="444500"/>
        </p:xfrm>
        <a:graphic>
          <a:graphicData uri="http://schemas.openxmlformats.org/presentationml/2006/ole">
            <mc:AlternateContent xmlns:mc="http://schemas.openxmlformats.org/markup-compatibility/2006">
              <mc:Choice xmlns:v="urn:schemas-microsoft-com:vml" Requires="v">
                <p:oleObj r:id="rId2" imgW="1117600" imgH="203200" progId="Equation.DSMT4">
                  <p:embed/>
                </p:oleObj>
              </mc:Choice>
              <mc:Fallback>
                <p:oleObj r:id="rId2" imgW="1117600" imgH="203200" progId="Equation.DSMT4">
                  <p:embed/>
                  <p:pic>
                    <p:nvPicPr>
                      <p:cNvPr id="0" name="图片 3075"/>
                      <p:cNvPicPr/>
                      <p:nvPr/>
                    </p:nvPicPr>
                    <p:blipFill>
                      <a:blip r:embed="rId3"/>
                      <a:stretch>
                        <a:fillRect/>
                      </a:stretch>
                    </p:blipFill>
                    <p:spPr>
                      <a:xfrm>
                        <a:off x="5003800" y="5805805"/>
                        <a:ext cx="2437130" cy="4445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7" presetClass="entr" presetSubtype="0" fill="hold" grpId="0" nodeType="clickEffect">
                                  <p:stCondLst>
                                    <p:cond delay="0"/>
                                  </p:stCondLst>
                                  <p:iterate type="lt">
                                    <p:tmPct val="50000"/>
                                  </p:iterate>
                                  <p:childTnLst>
                                    <p:set>
                                      <p:cBhvr>
                                        <p:cTn id="21" dur="1" fill="hold">
                                          <p:stCondLst>
                                            <p:cond delay="0"/>
                                          </p:stCondLst>
                                        </p:cTn>
                                        <p:tgtEl>
                                          <p:spTgt spid="5"/>
                                        </p:tgtEl>
                                        <p:attrNameLst>
                                          <p:attrName>style.visibility</p:attrName>
                                        </p:attrNameLst>
                                      </p:cBhvr>
                                      <p:to>
                                        <p:strVal val="visible"/>
                                      </p:to>
                                    </p:set>
                                    <p:anim calcmode="discrete" valueType="clr">
                                      <p:cBhvr override="childStyle">
                                        <p:cTn id="22"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23" dur="80"/>
                                        <p:tgtEl>
                                          <p:spTgt spid="5"/>
                                        </p:tgtEl>
                                        <p:attrNameLst>
                                          <p:attrName>fillcolor</p:attrName>
                                        </p:attrNameLst>
                                      </p:cBhvr>
                                      <p:tavLst>
                                        <p:tav tm="0">
                                          <p:val>
                                            <p:clrVal>
                                              <a:schemeClr val="accent2"/>
                                            </p:clrVal>
                                          </p:val>
                                        </p:tav>
                                        <p:tav tm="50000">
                                          <p:val>
                                            <p:clrVal>
                                              <a:schemeClr val="hlink"/>
                                            </p:clrVal>
                                          </p:val>
                                        </p:tav>
                                      </p:tavLst>
                                    </p:anim>
                                    <p:set>
                                      <p:cBhvr>
                                        <p:cTn id="24" dur="80"/>
                                        <p:tgtEl>
                                          <p:spTgt spid="5"/>
                                        </p:tgtEl>
                                        <p:attrNameLst>
                                          <p:attrName>fill.type</p:attrName>
                                        </p:attrNameLst>
                                      </p:cBhvr>
                                      <p:to>
                                        <p:strVal val="solid"/>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down)">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0" grpId="0"/>
      <p:bldP spid="11"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椭圆 53249">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53251" name="椭圆 53250">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53252" name="矩形 53251">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53254" name="矩形 53253"/>
          <p:cNvSpPr/>
          <p:nvPr/>
        </p:nvSpPr>
        <p:spPr>
          <a:xfrm>
            <a:off x="896303" y="533400"/>
            <a:ext cx="1901825" cy="519113"/>
          </a:xfrm>
          <a:prstGeom prst="rect">
            <a:avLst/>
          </a:prstGeom>
          <a:noFill/>
          <a:ln w="9525">
            <a:noFill/>
          </a:ln>
        </p:spPr>
        <p:txBody>
          <a:bodyPr wrap="none" anchor="ctr" anchorCtr="0">
            <a:spAutoFit/>
          </a:bodyPr>
          <a:lstStyle/>
          <a:p>
            <a:pPr algn="l"/>
            <a:r>
              <a:rPr lang="zh-CN" altLang="en-US" dirty="0">
                <a:solidFill>
                  <a:srgbClr val="3333FF"/>
                </a:solidFill>
                <a:latin typeface="Arial" panose="020B0604020202020204" pitchFamily="34" charset="0"/>
                <a:ea typeface="楷体_GB2312" pitchFamily="49" charset="-122"/>
              </a:rPr>
              <a:t>例</a:t>
            </a:r>
            <a:r>
              <a:rPr lang="zh-CN" altLang="en-US" dirty="0">
                <a:solidFill>
                  <a:srgbClr val="FFFF00"/>
                </a:solidFill>
                <a:latin typeface="Arial" panose="020B0604020202020204" pitchFamily="34" charset="0"/>
                <a:ea typeface="楷体_GB2312" pitchFamily="49" charset="-122"/>
              </a:rPr>
              <a:t> </a:t>
            </a:r>
            <a:r>
              <a:rPr lang="zh-CN" altLang="en-US" dirty="0">
                <a:latin typeface="Arial" panose="020B0604020202020204" pitchFamily="34" charset="0"/>
                <a:ea typeface="楷体_GB2312" pitchFamily="49" charset="-122"/>
              </a:rPr>
              <a:t> 设矩阵 </a:t>
            </a:r>
          </a:p>
        </p:txBody>
      </p:sp>
      <p:graphicFrame>
        <p:nvGraphicFramePr>
          <p:cNvPr id="53255" name="对象 53254"/>
          <p:cNvGraphicFramePr/>
          <p:nvPr/>
        </p:nvGraphicFramePr>
        <p:xfrm>
          <a:off x="2625090" y="66517"/>
          <a:ext cx="2350770" cy="1417955"/>
        </p:xfrm>
        <a:graphic>
          <a:graphicData uri="http://schemas.openxmlformats.org/presentationml/2006/ole">
            <mc:AlternateContent xmlns:mc="http://schemas.openxmlformats.org/markup-compatibility/2006">
              <mc:Choice xmlns:v="urn:schemas-microsoft-com:vml" Requires="v">
                <p:oleObj r:id="rId2" imgW="1181100" imgH="711200" progId="Equation.DSMT4">
                  <p:embed/>
                </p:oleObj>
              </mc:Choice>
              <mc:Fallback>
                <p:oleObj r:id="rId2" imgW="1181100" imgH="711200" progId="Equation.DSMT4">
                  <p:embed/>
                  <p:pic>
                    <p:nvPicPr>
                      <p:cNvPr id="0" name="图片 3097"/>
                      <p:cNvPicPr/>
                      <p:nvPr/>
                    </p:nvPicPr>
                    <p:blipFill>
                      <a:blip r:embed="rId3">
                        <a:clrChange>
                          <a:clrFrom>
                            <a:srgbClr val="000000"/>
                          </a:clrFrom>
                          <a:clrTo>
                            <a:srgbClr val="000000"/>
                          </a:clrTo>
                        </a:clrChange>
                      </a:blip>
                      <a:stretch>
                        <a:fillRect/>
                      </a:stretch>
                    </p:blipFill>
                    <p:spPr>
                      <a:xfrm>
                        <a:off x="2625090" y="66517"/>
                        <a:ext cx="2350770" cy="1417955"/>
                      </a:xfrm>
                      <a:prstGeom prst="rect">
                        <a:avLst/>
                      </a:prstGeom>
                      <a:noFill/>
                      <a:ln w="38100">
                        <a:noFill/>
                        <a:miter/>
                      </a:ln>
                    </p:spPr>
                  </p:pic>
                </p:oleObj>
              </mc:Fallback>
            </mc:AlternateContent>
          </a:graphicData>
        </a:graphic>
      </p:graphicFrame>
      <p:graphicFrame>
        <p:nvGraphicFramePr>
          <p:cNvPr id="53257" name="对象 53256"/>
          <p:cNvGraphicFramePr/>
          <p:nvPr/>
        </p:nvGraphicFramePr>
        <p:xfrm>
          <a:off x="5073015" y="540703"/>
          <a:ext cx="2155825" cy="509270"/>
        </p:xfrm>
        <a:graphic>
          <a:graphicData uri="http://schemas.openxmlformats.org/presentationml/2006/ole">
            <mc:AlternateContent xmlns:mc="http://schemas.openxmlformats.org/markup-compatibility/2006">
              <mc:Choice xmlns:v="urn:schemas-microsoft-com:vml" Requires="v">
                <p:oleObj r:id="rId4" imgW="1676400" imgH="405130" progId="Word.Document.8">
                  <p:embed/>
                </p:oleObj>
              </mc:Choice>
              <mc:Fallback>
                <p:oleObj r:id="rId4" imgW="1676400" imgH="405130" progId="Word.Document.8">
                  <p:embed/>
                  <p:pic>
                    <p:nvPicPr>
                      <p:cNvPr id="0" name="图片 3098"/>
                      <p:cNvPicPr/>
                      <p:nvPr/>
                    </p:nvPicPr>
                    <p:blipFill>
                      <a:blip r:embed="rId5">
                        <a:clrChange>
                          <a:clrFrom>
                            <a:srgbClr val="000000"/>
                          </a:clrFrom>
                          <a:clrTo>
                            <a:srgbClr val="000000"/>
                          </a:clrTo>
                        </a:clrChange>
                      </a:blip>
                      <a:stretch>
                        <a:fillRect/>
                      </a:stretch>
                    </p:blipFill>
                    <p:spPr>
                      <a:xfrm>
                        <a:off x="5073015" y="540703"/>
                        <a:ext cx="2155825" cy="509270"/>
                      </a:xfrm>
                      <a:prstGeom prst="rect">
                        <a:avLst/>
                      </a:prstGeom>
                      <a:noFill/>
                      <a:ln w="38100">
                        <a:noFill/>
                        <a:miter/>
                      </a:ln>
                    </p:spPr>
                  </p:pic>
                </p:oleObj>
              </mc:Fallback>
            </mc:AlternateContent>
          </a:graphicData>
        </a:graphic>
      </p:graphicFrame>
      <p:graphicFrame>
        <p:nvGraphicFramePr>
          <p:cNvPr id="53258" name="对象 53257"/>
          <p:cNvGraphicFramePr/>
          <p:nvPr/>
        </p:nvGraphicFramePr>
        <p:xfrm>
          <a:off x="251619" y="1484471"/>
          <a:ext cx="8152130" cy="1068070"/>
        </p:xfrm>
        <a:graphic>
          <a:graphicData uri="http://schemas.openxmlformats.org/presentationml/2006/ole">
            <mc:AlternateContent xmlns:mc="http://schemas.openxmlformats.org/markup-compatibility/2006">
              <mc:Choice xmlns:v="urn:schemas-microsoft-com:vml" Requires="v">
                <p:oleObj r:id="rId6" imgW="6053455" imgH="800100" progId="Word.Document.8">
                  <p:embed/>
                </p:oleObj>
              </mc:Choice>
              <mc:Fallback>
                <p:oleObj r:id="rId6" imgW="6053455" imgH="800100" progId="Word.Document.8">
                  <p:embed/>
                  <p:pic>
                    <p:nvPicPr>
                      <p:cNvPr id="0" name="图片 3110"/>
                      <p:cNvPicPr/>
                      <p:nvPr/>
                    </p:nvPicPr>
                    <p:blipFill>
                      <a:blip r:embed="rId7">
                        <a:clrChange>
                          <a:clrFrom>
                            <a:srgbClr val="000000"/>
                          </a:clrFrom>
                          <a:clrTo>
                            <a:srgbClr val="000000"/>
                          </a:clrTo>
                        </a:clrChange>
                      </a:blip>
                      <a:stretch>
                        <a:fillRect/>
                      </a:stretch>
                    </p:blipFill>
                    <p:spPr>
                      <a:xfrm>
                        <a:off x="251619" y="1484471"/>
                        <a:ext cx="8152130" cy="1068070"/>
                      </a:xfrm>
                      <a:prstGeom prst="rect">
                        <a:avLst/>
                      </a:prstGeom>
                      <a:noFill/>
                      <a:ln w="38100">
                        <a:noFill/>
                        <a:miter/>
                      </a:ln>
                    </p:spPr>
                  </p:pic>
                </p:oleObj>
              </mc:Fallback>
            </mc:AlternateContent>
          </a:graphicData>
        </a:graphic>
      </p:graphicFrame>
      <p:graphicFrame>
        <p:nvGraphicFramePr>
          <p:cNvPr id="53259" name="对象 53258"/>
          <p:cNvGraphicFramePr/>
          <p:nvPr/>
        </p:nvGraphicFramePr>
        <p:xfrm>
          <a:off x="248603" y="2609215"/>
          <a:ext cx="8407400" cy="1055370"/>
        </p:xfrm>
        <a:graphic>
          <a:graphicData uri="http://schemas.openxmlformats.org/presentationml/2006/ole">
            <mc:AlternateContent xmlns:mc="http://schemas.openxmlformats.org/markup-compatibility/2006">
              <mc:Choice xmlns:v="urn:schemas-microsoft-com:vml" Requires="v">
                <p:oleObj r:id="rId8" imgW="6257925" imgH="800100" progId="Word.Document.8">
                  <p:embed/>
                </p:oleObj>
              </mc:Choice>
              <mc:Fallback>
                <p:oleObj r:id="rId8" imgW="6257925" imgH="800100" progId="Word.Document.8">
                  <p:embed/>
                  <p:pic>
                    <p:nvPicPr>
                      <p:cNvPr id="0" name="图片 3114"/>
                      <p:cNvPicPr/>
                      <p:nvPr/>
                    </p:nvPicPr>
                    <p:blipFill>
                      <a:blip r:embed="rId9">
                        <a:clrChange>
                          <a:clrFrom>
                            <a:srgbClr val="000000"/>
                          </a:clrFrom>
                          <a:clrTo>
                            <a:srgbClr val="000000"/>
                          </a:clrTo>
                        </a:clrChange>
                      </a:blip>
                      <a:stretch>
                        <a:fillRect/>
                      </a:stretch>
                    </p:blipFill>
                    <p:spPr>
                      <a:xfrm>
                        <a:off x="248603" y="2609215"/>
                        <a:ext cx="8407400" cy="1055370"/>
                      </a:xfrm>
                      <a:prstGeom prst="rect">
                        <a:avLst/>
                      </a:prstGeom>
                      <a:noFill/>
                      <a:ln w="38100">
                        <a:noFill/>
                        <a:miter/>
                      </a:ln>
                    </p:spPr>
                  </p:pic>
                </p:oleObj>
              </mc:Fallback>
            </mc:AlternateContent>
          </a:graphicData>
        </a:graphic>
      </p:graphicFrame>
      <p:graphicFrame>
        <p:nvGraphicFramePr>
          <p:cNvPr id="53260" name="对象 53259"/>
          <p:cNvGraphicFramePr/>
          <p:nvPr/>
        </p:nvGraphicFramePr>
        <p:xfrm>
          <a:off x="969328" y="3720783"/>
          <a:ext cx="6070600" cy="527685"/>
        </p:xfrm>
        <a:graphic>
          <a:graphicData uri="http://schemas.openxmlformats.org/presentationml/2006/ole">
            <mc:AlternateContent xmlns:mc="http://schemas.openxmlformats.org/markup-compatibility/2006">
              <mc:Choice xmlns:v="urn:schemas-microsoft-com:vml" Requires="v">
                <p:oleObj r:id="rId10" imgW="4524375" imgH="405130" progId="Word.Document.8">
                  <p:embed/>
                </p:oleObj>
              </mc:Choice>
              <mc:Fallback>
                <p:oleObj r:id="rId10" imgW="4524375" imgH="405130" progId="Word.Document.8">
                  <p:embed/>
                  <p:pic>
                    <p:nvPicPr>
                      <p:cNvPr id="0" name="图片 3120"/>
                      <p:cNvPicPr/>
                      <p:nvPr/>
                    </p:nvPicPr>
                    <p:blipFill>
                      <a:blip r:embed="rId11">
                        <a:clrChange>
                          <a:clrFrom>
                            <a:srgbClr val="000000"/>
                          </a:clrFrom>
                          <a:clrTo>
                            <a:srgbClr val="000000"/>
                          </a:clrTo>
                        </a:clrChange>
                      </a:blip>
                      <a:stretch>
                        <a:fillRect/>
                      </a:stretch>
                    </p:blipFill>
                    <p:spPr>
                      <a:xfrm>
                        <a:off x="969328" y="3720783"/>
                        <a:ext cx="6070600" cy="527685"/>
                      </a:xfrm>
                      <a:prstGeom prst="rect">
                        <a:avLst/>
                      </a:prstGeom>
                      <a:noFill/>
                      <a:ln w="38100">
                        <a:noFill/>
                        <a:miter/>
                      </a:ln>
                    </p:spPr>
                  </p:pic>
                </p:oleObj>
              </mc:Fallback>
            </mc:AlternateContent>
          </a:graphicData>
        </a:graphic>
      </p:graphicFrame>
      <p:graphicFrame>
        <p:nvGraphicFramePr>
          <p:cNvPr id="33859" name="对象 33858"/>
          <p:cNvGraphicFramePr/>
          <p:nvPr/>
        </p:nvGraphicFramePr>
        <p:xfrm>
          <a:off x="538798" y="4423728"/>
          <a:ext cx="8140700" cy="1341755"/>
        </p:xfrm>
        <a:graphic>
          <a:graphicData uri="http://schemas.openxmlformats.org/presentationml/2006/ole">
            <mc:AlternateContent xmlns:mc="http://schemas.openxmlformats.org/markup-compatibility/2006">
              <mc:Choice xmlns:v="urn:schemas-microsoft-com:vml" Requires="v">
                <p:oleObj r:id="rId12" imgW="6053455" imgH="1000125" progId="Word.Document.8">
                  <p:embed/>
                </p:oleObj>
              </mc:Choice>
              <mc:Fallback>
                <p:oleObj r:id="rId12" imgW="6053455" imgH="1000125" progId="Word.Document.8">
                  <p:embed/>
                  <p:pic>
                    <p:nvPicPr>
                      <p:cNvPr id="0" name="图片 3107"/>
                      <p:cNvPicPr/>
                      <p:nvPr/>
                    </p:nvPicPr>
                    <p:blipFill>
                      <a:blip r:embed="rId13"/>
                      <a:stretch>
                        <a:fillRect/>
                      </a:stretch>
                    </p:blipFill>
                    <p:spPr>
                      <a:xfrm>
                        <a:off x="538798" y="4423728"/>
                        <a:ext cx="8140700" cy="1341755"/>
                      </a:xfrm>
                      <a:prstGeom prst="rect">
                        <a:avLst/>
                      </a:prstGeom>
                      <a:noFill/>
                      <a:ln w="38100">
                        <a:noFill/>
                        <a:miter/>
                      </a:ln>
                    </p:spPr>
                  </p:pic>
                </p:oleObj>
              </mc:Fallback>
            </mc:AlternateContent>
          </a:graphicData>
        </a:graphic>
      </p:graphicFrame>
      <p:graphicFrame>
        <p:nvGraphicFramePr>
          <p:cNvPr id="33860" name="对象 33859"/>
          <p:cNvGraphicFramePr/>
          <p:nvPr/>
        </p:nvGraphicFramePr>
        <p:xfrm>
          <a:off x="467043" y="5517515"/>
          <a:ext cx="8140700" cy="543560"/>
        </p:xfrm>
        <a:graphic>
          <a:graphicData uri="http://schemas.openxmlformats.org/presentationml/2006/ole">
            <mc:AlternateContent xmlns:mc="http://schemas.openxmlformats.org/markup-compatibility/2006">
              <mc:Choice xmlns:v="urn:schemas-microsoft-com:vml" Requires="v">
                <p:oleObj r:id="rId14" imgW="6053455" imgH="405130" progId="Word.Document.8">
                  <p:embed/>
                </p:oleObj>
              </mc:Choice>
              <mc:Fallback>
                <p:oleObj r:id="rId14" imgW="6053455" imgH="405130" progId="Word.Document.8">
                  <p:embed/>
                  <p:pic>
                    <p:nvPicPr>
                      <p:cNvPr id="0" name="图片 3102"/>
                      <p:cNvPicPr/>
                      <p:nvPr/>
                    </p:nvPicPr>
                    <p:blipFill>
                      <a:blip r:embed="rId15"/>
                      <a:stretch>
                        <a:fillRect/>
                      </a:stretch>
                    </p:blipFill>
                    <p:spPr>
                      <a:xfrm>
                        <a:off x="467043" y="5517515"/>
                        <a:ext cx="8140700" cy="543560"/>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254"/>
                                        </p:tgtEl>
                                        <p:attrNameLst>
                                          <p:attrName>style.visibility</p:attrName>
                                        </p:attrNameLst>
                                      </p:cBhvr>
                                      <p:to>
                                        <p:strVal val="visible"/>
                                      </p:to>
                                    </p:set>
                                    <p:animEffect transition="in" filter="blinds(horizontal)">
                                      <p:cBhvr>
                                        <p:cTn id="7" dur="500"/>
                                        <p:tgtEl>
                                          <p:spTgt spid="53254"/>
                                        </p:tgtEl>
                                      </p:cBhvr>
                                    </p:animEffect>
                                  </p:childTnLst>
                                </p:cTn>
                              </p:par>
                              <p:par>
                                <p:cTn id="8" presetID="3" presetClass="entr" presetSubtype="10" fill="hold" nodeType="withEffect">
                                  <p:stCondLst>
                                    <p:cond delay="0"/>
                                  </p:stCondLst>
                                  <p:childTnLst>
                                    <p:set>
                                      <p:cBhvr>
                                        <p:cTn id="9" dur="1" fill="hold">
                                          <p:stCondLst>
                                            <p:cond delay="0"/>
                                          </p:stCondLst>
                                        </p:cTn>
                                        <p:tgtEl>
                                          <p:spTgt spid="53255"/>
                                        </p:tgtEl>
                                        <p:attrNameLst>
                                          <p:attrName>style.visibility</p:attrName>
                                        </p:attrNameLst>
                                      </p:cBhvr>
                                      <p:to>
                                        <p:strVal val="visible"/>
                                      </p:to>
                                    </p:set>
                                    <p:animEffect transition="in" filter="blinds(horizontal)">
                                      <p:cBhvr>
                                        <p:cTn id="10" dur="500"/>
                                        <p:tgtEl>
                                          <p:spTgt spid="53255"/>
                                        </p:tgtEl>
                                      </p:cBhvr>
                                    </p:animEffect>
                                  </p:childTnLst>
                                </p:cTn>
                              </p:par>
                              <p:par>
                                <p:cTn id="11" presetID="3" presetClass="entr" presetSubtype="10" fill="hold" nodeType="withEffect">
                                  <p:stCondLst>
                                    <p:cond delay="0"/>
                                  </p:stCondLst>
                                  <p:childTnLst>
                                    <p:set>
                                      <p:cBhvr>
                                        <p:cTn id="12" dur="1" fill="hold">
                                          <p:stCondLst>
                                            <p:cond delay="0"/>
                                          </p:stCondLst>
                                        </p:cTn>
                                        <p:tgtEl>
                                          <p:spTgt spid="53257"/>
                                        </p:tgtEl>
                                        <p:attrNameLst>
                                          <p:attrName>style.visibility</p:attrName>
                                        </p:attrNameLst>
                                      </p:cBhvr>
                                      <p:to>
                                        <p:strVal val="visible"/>
                                      </p:to>
                                    </p:set>
                                    <p:animEffect transition="in" filter="blinds(horizontal)">
                                      <p:cBhvr>
                                        <p:cTn id="13" dur="500"/>
                                        <p:tgtEl>
                                          <p:spTgt spid="5325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3258"/>
                                        </p:tgtEl>
                                        <p:attrNameLst>
                                          <p:attrName>style.visibility</p:attrName>
                                        </p:attrNameLst>
                                      </p:cBhvr>
                                      <p:to>
                                        <p:strVal val="visible"/>
                                      </p:to>
                                    </p:set>
                                    <p:animEffect transition="in" filter="blinds(horizontal)">
                                      <p:cBhvr>
                                        <p:cTn id="18" dur="500"/>
                                        <p:tgtEl>
                                          <p:spTgt spid="5325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3259"/>
                                        </p:tgtEl>
                                        <p:attrNameLst>
                                          <p:attrName>style.visibility</p:attrName>
                                        </p:attrNameLst>
                                      </p:cBhvr>
                                      <p:to>
                                        <p:strVal val="visible"/>
                                      </p:to>
                                    </p:set>
                                    <p:animEffect transition="in" filter="blinds(horizontal)">
                                      <p:cBhvr>
                                        <p:cTn id="23" dur="500"/>
                                        <p:tgtEl>
                                          <p:spTgt spid="53259"/>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53260"/>
                                        </p:tgtEl>
                                        <p:attrNameLst>
                                          <p:attrName>style.visibility</p:attrName>
                                        </p:attrNameLst>
                                      </p:cBhvr>
                                      <p:to>
                                        <p:strVal val="visible"/>
                                      </p:to>
                                    </p:set>
                                    <p:animEffect transition="in" filter="blinds(horizontal)">
                                      <p:cBhvr>
                                        <p:cTn id="28" dur="500"/>
                                        <p:tgtEl>
                                          <p:spTgt spid="53260"/>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33859"/>
                                        </p:tgtEl>
                                        <p:attrNameLst>
                                          <p:attrName>style.visibility</p:attrName>
                                        </p:attrNameLst>
                                      </p:cBhvr>
                                      <p:to>
                                        <p:strVal val="visible"/>
                                      </p:to>
                                    </p:set>
                                    <p:animEffect transition="in" filter="blinds(horizontal)">
                                      <p:cBhvr>
                                        <p:cTn id="33" dur="500"/>
                                        <p:tgtEl>
                                          <p:spTgt spid="3385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33860"/>
                                        </p:tgtEl>
                                        <p:attrNameLst>
                                          <p:attrName>style.visibility</p:attrName>
                                        </p:attrNameLst>
                                      </p:cBhvr>
                                      <p:to>
                                        <p:strVal val="visible"/>
                                      </p:to>
                                    </p:set>
                                    <p:animEffect transition="in" filter="blinds(horizontal)">
                                      <p:cBhvr>
                                        <p:cTn id="38" dur="500"/>
                                        <p:tgtEl>
                                          <p:spTgt spid="33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4"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椭圆 57345">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57347" name="椭圆 57346">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57348" name="矩形 57347">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57349" name="矩形 57348"/>
          <p:cNvSpPr/>
          <p:nvPr/>
        </p:nvSpPr>
        <p:spPr>
          <a:xfrm>
            <a:off x="601663" y="692150"/>
            <a:ext cx="6940550" cy="519113"/>
          </a:xfrm>
          <a:prstGeom prst="rect">
            <a:avLst/>
          </a:prstGeom>
          <a:noFill/>
          <a:ln w="9525">
            <a:noFill/>
          </a:ln>
        </p:spPr>
        <p:txBody>
          <a:bodyPr wrap="none" anchor="ctr" anchorCtr="0">
            <a:spAutoFit/>
          </a:bodyPr>
          <a:lstStyle/>
          <a:p>
            <a:pPr algn="l"/>
            <a:r>
              <a:rPr lang="zh-CN" altLang="en-US" dirty="0">
                <a:solidFill>
                  <a:srgbClr val="FF0000"/>
                </a:solidFill>
                <a:latin typeface="Arial" panose="020B0604020202020204" pitchFamily="34" charset="0"/>
                <a:ea typeface="楷体_GB2312" pitchFamily="49" charset="-122"/>
              </a:rPr>
              <a:t>求向量组的极大无关组和向量组秩的方法：</a:t>
            </a:r>
          </a:p>
        </p:txBody>
      </p:sp>
      <p:graphicFrame>
        <p:nvGraphicFramePr>
          <p:cNvPr id="57350" name="对象 57349"/>
          <p:cNvGraphicFramePr/>
          <p:nvPr/>
        </p:nvGraphicFramePr>
        <p:xfrm>
          <a:off x="468313" y="1265238"/>
          <a:ext cx="8140700" cy="1073150"/>
        </p:xfrm>
        <a:graphic>
          <a:graphicData uri="http://schemas.openxmlformats.org/presentationml/2006/ole">
            <mc:AlternateContent xmlns:mc="http://schemas.openxmlformats.org/markup-compatibility/2006">
              <mc:Choice xmlns:v="urn:schemas-microsoft-com:vml" Requires="v">
                <p:oleObj r:id="rId2" imgW="6053455" imgH="800100" progId="Word.Document.8">
                  <p:embed/>
                </p:oleObj>
              </mc:Choice>
              <mc:Fallback>
                <p:oleObj r:id="rId2" imgW="6053455" imgH="800100" progId="Word.Document.8">
                  <p:embed/>
                  <p:pic>
                    <p:nvPicPr>
                      <p:cNvPr id="0" name="图片 3123"/>
                      <p:cNvPicPr/>
                      <p:nvPr/>
                    </p:nvPicPr>
                    <p:blipFill>
                      <a:blip r:embed="rId3">
                        <a:clrChange>
                          <a:clrFrom>
                            <a:srgbClr val="000000"/>
                          </a:clrFrom>
                          <a:clrTo>
                            <a:srgbClr val="000000"/>
                          </a:clrTo>
                        </a:clrChange>
                      </a:blip>
                      <a:stretch>
                        <a:fillRect/>
                      </a:stretch>
                    </p:blipFill>
                    <p:spPr>
                      <a:xfrm>
                        <a:off x="468313" y="1265238"/>
                        <a:ext cx="8140700" cy="1073150"/>
                      </a:xfrm>
                      <a:prstGeom prst="rect">
                        <a:avLst/>
                      </a:prstGeom>
                      <a:noFill/>
                      <a:ln w="38100">
                        <a:noFill/>
                        <a:miter/>
                      </a:ln>
                    </p:spPr>
                  </p:pic>
                </p:oleObj>
              </mc:Fallback>
            </mc:AlternateContent>
          </a:graphicData>
        </a:graphic>
      </p:graphicFrame>
      <p:graphicFrame>
        <p:nvGraphicFramePr>
          <p:cNvPr id="57351" name="对象 57350"/>
          <p:cNvGraphicFramePr/>
          <p:nvPr/>
        </p:nvGraphicFramePr>
        <p:xfrm>
          <a:off x="468313" y="2346325"/>
          <a:ext cx="8140700" cy="1073150"/>
        </p:xfrm>
        <a:graphic>
          <a:graphicData uri="http://schemas.openxmlformats.org/presentationml/2006/ole">
            <mc:AlternateContent xmlns:mc="http://schemas.openxmlformats.org/markup-compatibility/2006">
              <mc:Choice xmlns:v="urn:schemas-microsoft-com:vml" Requires="v">
                <p:oleObj r:id="rId4" imgW="6053455" imgH="800100" progId="Word.Document.8">
                  <p:embed/>
                </p:oleObj>
              </mc:Choice>
              <mc:Fallback>
                <p:oleObj r:id="rId4" imgW="6053455" imgH="800100" progId="Word.Document.8">
                  <p:embed/>
                  <p:pic>
                    <p:nvPicPr>
                      <p:cNvPr id="0" name="图片 3126"/>
                      <p:cNvPicPr/>
                      <p:nvPr/>
                    </p:nvPicPr>
                    <p:blipFill>
                      <a:blip r:embed="rId5">
                        <a:clrChange>
                          <a:clrFrom>
                            <a:srgbClr val="000000"/>
                          </a:clrFrom>
                          <a:clrTo>
                            <a:srgbClr val="000000"/>
                          </a:clrTo>
                        </a:clrChange>
                      </a:blip>
                      <a:stretch>
                        <a:fillRect/>
                      </a:stretch>
                    </p:blipFill>
                    <p:spPr>
                      <a:xfrm>
                        <a:off x="468313" y="2346325"/>
                        <a:ext cx="8140700" cy="1073150"/>
                      </a:xfrm>
                      <a:prstGeom prst="rect">
                        <a:avLst/>
                      </a:prstGeom>
                      <a:noFill/>
                      <a:ln w="38100">
                        <a:noFill/>
                        <a:miter/>
                      </a:ln>
                    </p:spPr>
                  </p:pic>
                </p:oleObj>
              </mc:Fallback>
            </mc:AlternateContent>
          </a:graphicData>
        </a:graphic>
      </p:graphicFrame>
      <p:graphicFrame>
        <p:nvGraphicFramePr>
          <p:cNvPr id="57352" name="对象 57351"/>
          <p:cNvGraphicFramePr/>
          <p:nvPr/>
        </p:nvGraphicFramePr>
        <p:xfrm>
          <a:off x="539750" y="3497263"/>
          <a:ext cx="8140700" cy="1073150"/>
        </p:xfrm>
        <a:graphic>
          <a:graphicData uri="http://schemas.openxmlformats.org/presentationml/2006/ole">
            <mc:AlternateContent xmlns:mc="http://schemas.openxmlformats.org/markup-compatibility/2006">
              <mc:Choice xmlns:v="urn:schemas-microsoft-com:vml" Requires="v">
                <p:oleObj r:id="rId6" imgW="6053455" imgH="800100" progId="Word.Document.8">
                  <p:embed/>
                </p:oleObj>
              </mc:Choice>
              <mc:Fallback>
                <p:oleObj r:id="rId6" imgW="6053455" imgH="800100" progId="Word.Document.8">
                  <p:embed/>
                  <p:pic>
                    <p:nvPicPr>
                      <p:cNvPr id="0" name="图片 3124"/>
                      <p:cNvPicPr/>
                      <p:nvPr/>
                    </p:nvPicPr>
                    <p:blipFill>
                      <a:blip r:embed="rId7">
                        <a:clrChange>
                          <a:clrFrom>
                            <a:srgbClr val="000000"/>
                          </a:clrFrom>
                          <a:clrTo>
                            <a:srgbClr val="000000"/>
                          </a:clrTo>
                        </a:clrChange>
                      </a:blip>
                      <a:stretch>
                        <a:fillRect/>
                      </a:stretch>
                    </p:blipFill>
                    <p:spPr>
                      <a:xfrm>
                        <a:off x="539750" y="3497263"/>
                        <a:ext cx="8140700" cy="1073150"/>
                      </a:xfrm>
                      <a:prstGeom prst="rect">
                        <a:avLst/>
                      </a:prstGeom>
                      <a:noFill/>
                      <a:ln w="38100">
                        <a:noFill/>
                        <a:miter/>
                      </a:ln>
                    </p:spPr>
                  </p:pic>
                </p:oleObj>
              </mc:Fallback>
            </mc:AlternateContent>
          </a:graphicData>
        </a:graphic>
      </p:graphicFrame>
      <p:graphicFrame>
        <p:nvGraphicFramePr>
          <p:cNvPr id="57353" name="对象 57352"/>
          <p:cNvGraphicFramePr/>
          <p:nvPr/>
        </p:nvGraphicFramePr>
        <p:xfrm>
          <a:off x="542608" y="4655979"/>
          <a:ext cx="8157210" cy="1598930"/>
        </p:xfrm>
        <a:graphic>
          <a:graphicData uri="http://schemas.openxmlformats.org/presentationml/2006/ole">
            <mc:AlternateContent xmlns:mc="http://schemas.openxmlformats.org/markup-compatibility/2006">
              <mc:Choice xmlns:v="urn:schemas-microsoft-com:vml" Requires="v">
                <p:oleObj r:id="rId8" imgW="6053455" imgH="1195705" progId="Word.Document.8">
                  <p:embed/>
                </p:oleObj>
              </mc:Choice>
              <mc:Fallback>
                <p:oleObj r:id="rId8" imgW="6053455" imgH="1195705" progId="Word.Document.8">
                  <p:embed/>
                  <p:pic>
                    <p:nvPicPr>
                      <p:cNvPr id="0" name="图片 3125"/>
                      <p:cNvPicPr/>
                      <p:nvPr/>
                    </p:nvPicPr>
                    <p:blipFill>
                      <a:blip r:embed="rId9">
                        <a:clrChange>
                          <a:clrFrom>
                            <a:srgbClr val="000000"/>
                          </a:clrFrom>
                          <a:clrTo>
                            <a:srgbClr val="000000"/>
                          </a:clrTo>
                        </a:clrChange>
                      </a:blip>
                      <a:stretch>
                        <a:fillRect/>
                      </a:stretch>
                    </p:blipFill>
                    <p:spPr>
                      <a:xfrm>
                        <a:off x="542608" y="4655979"/>
                        <a:ext cx="8157210" cy="1598930"/>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350"/>
                                        </p:tgtEl>
                                        <p:attrNameLst>
                                          <p:attrName>style.visibility</p:attrName>
                                        </p:attrNameLst>
                                      </p:cBhvr>
                                      <p:to>
                                        <p:strVal val="visible"/>
                                      </p:to>
                                    </p:set>
                                    <p:animEffect transition="in" filter="blinds(horizontal)">
                                      <p:cBhvr>
                                        <p:cTn id="7" dur="500"/>
                                        <p:tgtEl>
                                          <p:spTgt spid="573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7351"/>
                                        </p:tgtEl>
                                        <p:attrNameLst>
                                          <p:attrName>style.visibility</p:attrName>
                                        </p:attrNameLst>
                                      </p:cBhvr>
                                      <p:to>
                                        <p:strVal val="visible"/>
                                      </p:to>
                                    </p:set>
                                    <p:animEffect transition="in" filter="blinds(horizontal)">
                                      <p:cBhvr>
                                        <p:cTn id="12" dur="500"/>
                                        <p:tgtEl>
                                          <p:spTgt spid="5735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7352"/>
                                        </p:tgtEl>
                                        <p:attrNameLst>
                                          <p:attrName>style.visibility</p:attrName>
                                        </p:attrNameLst>
                                      </p:cBhvr>
                                      <p:to>
                                        <p:strVal val="visible"/>
                                      </p:to>
                                    </p:set>
                                    <p:animEffect transition="in" filter="blinds(horizontal)">
                                      <p:cBhvr>
                                        <p:cTn id="17" dur="500"/>
                                        <p:tgtEl>
                                          <p:spTgt spid="5735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7353"/>
                                        </p:tgtEl>
                                        <p:attrNameLst>
                                          <p:attrName>style.visibility</p:attrName>
                                        </p:attrNameLst>
                                      </p:cBhvr>
                                      <p:to>
                                        <p:strVal val="visible"/>
                                      </p:to>
                                    </p:set>
                                    <p:animEffect transition="in" filter="blinds(horizontal)">
                                      <p:cBhvr>
                                        <p:cTn id="22" dur="500"/>
                                        <p:tgtEl>
                                          <p:spTgt spid="57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椭圆 53249">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53251" name="椭圆 53250">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53252" name="矩形 53251">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49156" name="Text Box 4"/>
          <p:cNvSpPr txBox="1"/>
          <p:nvPr/>
        </p:nvSpPr>
        <p:spPr>
          <a:xfrm>
            <a:off x="455930" y="260350"/>
            <a:ext cx="8230870" cy="660400"/>
          </a:xfrm>
          <a:prstGeom prst="rect">
            <a:avLst/>
          </a:prstGeom>
          <a:noFill/>
          <a:ln w="9525">
            <a:noFill/>
          </a:ln>
        </p:spPr>
        <p:txBody>
          <a:bodyPr/>
          <a:lstStyle/>
          <a:p>
            <a:pPr marL="457200" indent="-457200">
              <a:lnSpc>
                <a:spcPct val="120000"/>
              </a:lnSpc>
              <a:spcBef>
                <a:spcPct val="50000"/>
              </a:spcBef>
              <a:buClr>
                <a:srgbClr val="9999CC"/>
              </a:buClr>
              <a:buSzPct val="80000"/>
              <a:buFont typeface="Wingdings" panose="05000000000000000000" pitchFamily="2" charset="2"/>
            </a:pPr>
            <a:r>
              <a:rPr lang="zh-CN" altLang="en-US" dirty="0">
                <a:solidFill>
                  <a:srgbClr val="000000"/>
                </a:solidFill>
                <a:latin typeface="Times New Roman" panose="02020603050405020304" pitchFamily="18" charset="0"/>
                <a:ea typeface="楷体_GB2312"/>
              </a:rPr>
              <a:t>    </a:t>
            </a:r>
            <a:r>
              <a:rPr lang="zh-CN" altLang="en-US" dirty="0">
                <a:solidFill>
                  <a:srgbClr val="FF0000"/>
                </a:solidFill>
                <a:latin typeface="Times New Roman" panose="02020603050405020304" pitchFamily="18" charset="0"/>
                <a:ea typeface="楷体_GB2312"/>
              </a:rPr>
              <a:t>例</a:t>
            </a:r>
            <a:r>
              <a:rPr lang="en-US" altLang="zh-CN" dirty="0">
                <a:solidFill>
                  <a:srgbClr val="FF0000"/>
                </a:solidFill>
                <a:latin typeface="Times New Roman" panose="02020603050405020304" pitchFamily="18" charset="0"/>
                <a:ea typeface="楷体_GB2312"/>
              </a:rPr>
              <a:t> </a:t>
            </a:r>
            <a:r>
              <a:rPr lang="zh-CN" altLang="en-US" dirty="0">
                <a:solidFill>
                  <a:srgbClr val="FF0000"/>
                </a:solidFill>
                <a:latin typeface="Times New Roman" panose="02020603050405020304" pitchFamily="18" charset="0"/>
                <a:ea typeface="楷体_GB2312"/>
              </a:rPr>
              <a:t>3.4.1</a:t>
            </a:r>
            <a:r>
              <a:rPr lang="zh-CN" altLang="en-US" dirty="0">
                <a:solidFill>
                  <a:srgbClr val="000000"/>
                </a:solidFill>
                <a:latin typeface="Times New Roman" panose="02020603050405020304" pitchFamily="18" charset="0"/>
                <a:ea typeface="楷体_GB2312"/>
              </a:rPr>
              <a:t>已知向量组</a:t>
            </a:r>
          </a:p>
        </p:txBody>
      </p:sp>
      <p:graphicFrame>
        <p:nvGraphicFramePr>
          <p:cNvPr id="2" name="对象 -2147479451"/>
          <p:cNvGraphicFramePr/>
          <p:nvPr/>
        </p:nvGraphicFramePr>
        <p:xfrm>
          <a:off x="1691640" y="908685"/>
          <a:ext cx="6049645" cy="1604645"/>
        </p:xfrm>
        <a:graphic>
          <a:graphicData uri="http://schemas.openxmlformats.org/presentationml/2006/ole">
            <mc:AlternateContent xmlns:mc="http://schemas.openxmlformats.org/markup-compatibility/2006">
              <mc:Choice xmlns:v="urn:schemas-microsoft-com:vml" Requires="v">
                <p:oleObj r:id="rId2" imgW="3314700" imgH="914400" progId="Equation.DSMT4">
                  <p:embed/>
                </p:oleObj>
              </mc:Choice>
              <mc:Fallback>
                <p:oleObj r:id="rId2" imgW="3314700" imgH="914400" progId="Equation.DSMT4">
                  <p:embed/>
                  <p:pic>
                    <p:nvPicPr>
                      <p:cNvPr id="0" name="图片 3075"/>
                      <p:cNvPicPr/>
                      <p:nvPr/>
                    </p:nvPicPr>
                    <p:blipFill>
                      <a:blip r:embed="rId3"/>
                      <a:stretch>
                        <a:fillRect/>
                      </a:stretch>
                    </p:blipFill>
                    <p:spPr>
                      <a:xfrm>
                        <a:off x="1691640" y="908685"/>
                        <a:ext cx="6049645" cy="1604645"/>
                      </a:xfrm>
                      <a:prstGeom prst="rect">
                        <a:avLst/>
                      </a:prstGeom>
                      <a:noFill/>
                      <a:ln w="38100">
                        <a:noFill/>
                        <a:miter/>
                      </a:ln>
                    </p:spPr>
                  </p:pic>
                </p:oleObj>
              </mc:Fallback>
            </mc:AlternateContent>
          </a:graphicData>
        </a:graphic>
      </p:graphicFrame>
      <p:sp>
        <p:nvSpPr>
          <p:cNvPr id="3" name="文本框 2"/>
          <p:cNvSpPr txBox="1"/>
          <p:nvPr/>
        </p:nvSpPr>
        <p:spPr>
          <a:xfrm>
            <a:off x="456565" y="2852420"/>
            <a:ext cx="8369935" cy="1814830"/>
          </a:xfrm>
          <a:prstGeom prst="rect">
            <a:avLst/>
          </a:prstGeom>
          <a:noFill/>
        </p:spPr>
        <p:txBody>
          <a:bodyPr wrap="square" rtlCol="0" anchor="t">
            <a:spAutoFit/>
          </a:bodyPr>
          <a:lstStyle/>
          <a:p>
            <a:r>
              <a:rPr lang="zh-CN" altLang="en-US" dirty="0">
                <a:solidFill>
                  <a:srgbClr val="000000"/>
                </a:solidFill>
                <a:latin typeface="楷体_GB2312"/>
                <a:ea typeface="楷体_GB2312"/>
                <a:sym typeface="+mn-ea"/>
              </a:rPr>
              <a:t>（</a:t>
            </a:r>
            <a:r>
              <a:rPr lang="en-US" altLang="zh-CN" dirty="0">
                <a:solidFill>
                  <a:srgbClr val="000000"/>
                </a:solidFill>
                <a:latin typeface="楷体_GB2312"/>
                <a:ea typeface="楷体_GB2312"/>
                <a:sym typeface="+mn-ea"/>
              </a:rPr>
              <a:t>1</a:t>
            </a:r>
            <a:r>
              <a:rPr lang="zh-CN" altLang="en-US" dirty="0">
                <a:solidFill>
                  <a:srgbClr val="000000"/>
                </a:solidFill>
                <a:latin typeface="楷体_GB2312"/>
                <a:ea typeface="楷体_GB2312"/>
                <a:sym typeface="+mn-ea"/>
              </a:rPr>
              <a:t>）求</a:t>
            </a:r>
            <a:r>
              <a:rPr lang="en-US" altLang="zh-CN" i="1" dirty="0">
                <a:sym typeface="+mn-ea"/>
              </a:rPr>
              <a:t>R</a:t>
            </a:r>
            <a:r>
              <a:rPr lang="en-US" altLang="zh-CN" dirty="0">
                <a:sym typeface="+mn-ea"/>
              </a:rPr>
              <a:t>(</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en-US" altLang="zh-CN" dirty="0">
                <a:sym typeface="+mn-ea"/>
              </a:rPr>
              <a:t>, </a:t>
            </a:r>
            <a:r>
              <a:rPr lang="en-US" altLang="zh-CN" i="1" dirty="0">
                <a:sym typeface="+mn-ea"/>
              </a:rPr>
              <a:t>α</a:t>
            </a:r>
            <a:r>
              <a:rPr lang="en-US" altLang="zh-CN" baseline="-25000" dirty="0">
                <a:sym typeface="+mn-ea"/>
              </a:rPr>
              <a:t>5</a:t>
            </a:r>
            <a:r>
              <a:rPr lang="en-US" altLang="zh-CN" dirty="0">
                <a:sym typeface="+mn-ea"/>
              </a:rPr>
              <a:t>)</a:t>
            </a:r>
            <a:r>
              <a:rPr lang="zh-CN" altLang="en-US" dirty="0">
                <a:solidFill>
                  <a:srgbClr val="000000"/>
                </a:solidFill>
                <a:latin typeface="楷体_GB2312"/>
                <a:ea typeface="楷体_GB2312"/>
                <a:sym typeface="+mn-ea"/>
              </a:rPr>
              <a:t>，并判定</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en-US" altLang="zh-CN" dirty="0">
                <a:sym typeface="+mn-ea"/>
              </a:rPr>
              <a:t>, </a:t>
            </a:r>
            <a:r>
              <a:rPr lang="en-US" altLang="zh-CN" i="1" dirty="0">
                <a:sym typeface="+mn-ea"/>
              </a:rPr>
              <a:t>α</a:t>
            </a:r>
            <a:r>
              <a:rPr lang="en-US" altLang="zh-CN" baseline="-25000" dirty="0">
                <a:sym typeface="+mn-ea"/>
              </a:rPr>
              <a:t>5</a:t>
            </a:r>
            <a:r>
              <a:rPr lang="zh-CN" altLang="en-US" dirty="0">
                <a:solidFill>
                  <a:srgbClr val="000000"/>
                </a:solidFill>
                <a:latin typeface="楷体_GB2312"/>
                <a:ea typeface="楷体_GB2312"/>
                <a:sym typeface="+mn-ea"/>
              </a:rPr>
              <a:t>的线性相关性；</a:t>
            </a:r>
          </a:p>
          <a:p>
            <a:r>
              <a:rPr lang="zh-CN" altLang="en-US" dirty="0">
                <a:solidFill>
                  <a:srgbClr val="000000"/>
                </a:solidFill>
                <a:latin typeface="楷体_GB2312"/>
                <a:ea typeface="楷体_GB2312"/>
                <a:sym typeface="+mn-ea"/>
              </a:rPr>
              <a:t>（</a:t>
            </a:r>
            <a:r>
              <a:rPr lang="en-US" altLang="zh-CN" dirty="0">
                <a:solidFill>
                  <a:srgbClr val="000000"/>
                </a:solidFill>
                <a:latin typeface="楷体_GB2312"/>
                <a:ea typeface="楷体_GB2312"/>
                <a:sym typeface="+mn-ea"/>
              </a:rPr>
              <a:t>2</a:t>
            </a:r>
            <a:r>
              <a:rPr lang="zh-CN" altLang="en-US" dirty="0">
                <a:solidFill>
                  <a:srgbClr val="000000"/>
                </a:solidFill>
                <a:latin typeface="楷体_GB2312"/>
                <a:ea typeface="楷体_GB2312"/>
                <a:sym typeface="+mn-ea"/>
              </a:rPr>
              <a:t>）如果</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en-US" altLang="zh-CN" dirty="0">
                <a:sym typeface="+mn-ea"/>
              </a:rPr>
              <a:t>, </a:t>
            </a:r>
            <a:r>
              <a:rPr lang="en-US" altLang="zh-CN" i="1" dirty="0">
                <a:sym typeface="+mn-ea"/>
              </a:rPr>
              <a:t>α</a:t>
            </a:r>
            <a:r>
              <a:rPr lang="en-US" altLang="zh-CN" baseline="-25000" dirty="0">
                <a:sym typeface="+mn-ea"/>
              </a:rPr>
              <a:t>5</a:t>
            </a:r>
            <a:r>
              <a:rPr lang="zh-CN" altLang="en-US" dirty="0">
                <a:solidFill>
                  <a:srgbClr val="000000"/>
                </a:solidFill>
                <a:latin typeface="楷体_GB2312"/>
                <a:ea typeface="楷体_GB2312"/>
                <a:sym typeface="+mn-ea"/>
              </a:rPr>
              <a:t>线性相关，求其极大线性无关组并将其余向量用该极大线性无关组线性表示</a:t>
            </a:r>
            <a:r>
              <a:rPr lang="en-US" altLang="zh-CN" dirty="0">
                <a:solidFill>
                  <a:srgbClr val="000000"/>
                </a:solidFill>
                <a:latin typeface="楷体_GB2312"/>
                <a:ea typeface="楷体_GB2312"/>
                <a:sym typeface="+mn-ea"/>
              </a:rPr>
              <a:t>.</a:t>
            </a:r>
          </a:p>
        </p:txBody>
      </p:sp>
      <p:sp>
        <p:nvSpPr>
          <p:cNvPr id="4" name="文本框 3"/>
          <p:cNvSpPr txBox="1"/>
          <p:nvPr/>
        </p:nvSpPr>
        <p:spPr>
          <a:xfrm>
            <a:off x="395605" y="5006340"/>
            <a:ext cx="7898130" cy="953135"/>
          </a:xfrm>
          <a:prstGeom prst="rect">
            <a:avLst/>
          </a:prstGeom>
        </p:spPr>
        <p:txBody>
          <a:bodyPr wrap="square">
            <a:spAutoFit/>
          </a:bodyPr>
          <a:lstStyle/>
          <a:p>
            <a:pPr marL="0" indent="0" algn="just" defTabSz="266700">
              <a:spcBef>
                <a:spcPct val="0"/>
              </a:spcBef>
              <a:spcAft>
                <a:spcPct val="0"/>
              </a:spcAft>
            </a:pPr>
            <a:r>
              <a:rPr lang="zh-CN" altLang="en-US" b="1">
                <a:solidFill>
                  <a:srgbClr val="3333FF"/>
                </a:solidFill>
                <a:latin typeface="宋体" panose="02010600030101010101" pitchFamily="2" charset="-122"/>
                <a:ea typeface="宋体" panose="02010600030101010101" pitchFamily="2" charset="-122"/>
              </a:rPr>
              <a:t>解</a:t>
            </a:r>
            <a:r>
              <a:rPr lang="zh-CN" altLang="en-US" b="1">
                <a:solidFill>
                  <a:srgbClr val="000000"/>
                </a:solidFill>
                <a:latin typeface="宋体" panose="02010600030101010101" pitchFamily="2" charset="-122"/>
                <a:ea typeface="宋体" panose="02010600030101010101" pitchFamily="2" charset="-122"/>
              </a:rPr>
              <a:t>：（</a:t>
            </a:r>
            <a:r>
              <a:rPr lang="en-US" altLang="zh-CN" b="1">
                <a:solidFill>
                  <a:srgbClr val="000000"/>
                </a:solidFill>
                <a:latin typeface="宋体" panose="02010600030101010101" pitchFamily="2" charset="-122"/>
                <a:ea typeface="宋体" panose="02010600030101010101" pitchFamily="2" charset="-122"/>
              </a:rPr>
              <a:t>1</a:t>
            </a:r>
            <a:r>
              <a:rPr lang="zh-CN" altLang="en-US" b="1">
                <a:solidFill>
                  <a:srgbClr val="000000"/>
                </a:solidFill>
                <a:latin typeface="宋体" panose="02010600030101010101" pitchFamily="2" charset="-122"/>
                <a:ea typeface="宋体" panose="02010600030101010101" pitchFamily="2" charset="-122"/>
              </a:rPr>
              <a:t>）</a:t>
            </a:r>
            <a:r>
              <a:rPr lang="zh-CN" altLang="en-US">
                <a:solidFill>
                  <a:srgbClr val="000000"/>
                </a:solidFill>
                <a:latin typeface="宋体" panose="02010600030101010101" pitchFamily="2" charset="-122"/>
                <a:ea typeface="宋体" panose="02010600030101010101" pitchFamily="2" charset="-122"/>
              </a:rPr>
              <a:t>设</a:t>
            </a:r>
            <a:r>
              <a:rPr lang="en-US" altLang="zh-CN" i="1" dirty="0">
                <a:sym typeface="+mn-ea"/>
              </a:rPr>
              <a:t>A=</a:t>
            </a:r>
            <a:r>
              <a:rPr lang="en-US" altLang="zh-CN" dirty="0">
                <a:sym typeface="+mn-ea"/>
              </a:rPr>
              <a:t>(</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en-US" altLang="zh-CN" dirty="0">
                <a:sym typeface="+mn-ea"/>
              </a:rPr>
              <a:t>, </a:t>
            </a:r>
            <a:r>
              <a:rPr lang="en-US" altLang="zh-CN" i="1" dirty="0">
                <a:sym typeface="+mn-ea"/>
              </a:rPr>
              <a:t>α</a:t>
            </a:r>
            <a:r>
              <a:rPr lang="en-US" altLang="zh-CN" baseline="-25000" dirty="0">
                <a:sym typeface="+mn-ea"/>
              </a:rPr>
              <a:t>5</a:t>
            </a:r>
            <a:r>
              <a:rPr lang="en-US" altLang="zh-CN" dirty="0">
                <a:sym typeface="+mn-ea"/>
              </a:rPr>
              <a:t>)</a:t>
            </a:r>
            <a:r>
              <a:rPr lang="zh-CN" altLang="en-US">
                <a:solidFill>
                  <a:srgbClr val="000000"/>
                </a:solidFill>
                <a:latin typeface="宋体" panose="02010600030101010101" pitchFamily="2" charset="-122"/>
                <a:sym typeface="+mn-ea"/>
              </a:rPr>
              <a:t>，对</a:t>
            </a:r>
            <a:r>
              <a:rPr lang="en-US" altLang="zh-CN" i="1" dirty="0">
                <a:sym typeface="+mn-ea"/>
              </a:rPr>
              <a:t>A</a:t>
            </a:r>
            <a:r>
              <a:rPr lang="zh-CN" altLang="en-US">
                <a:solidFill>
                  <a:srgbClr val="000000"/>
                </a:solidFill>
                <a:latin typeface="宋体" panose="02010600030101010101" pitchFamily="2" charset="-122"/>
                <a:sym typeface="+mn-ea"/>
              </a:rPr>
              <a:t>做初等行变换将其化为行最简形矩阵，</a:t>
            </a:r>
            <a:endParaRPr lang="zh-CN" altLang="en-US">
              <a:solidFill>
                <a:srgbClr val="000000"/>
              </a:solidFill>
              <a:latin typeface="宋体" panose="02010600030101010101" pitchFamily="2" charset="-122"/>
              <a:ea typeface="宋体" panose="02010600030101010101" pitchFamily="2" charset="-122"/>
            </a:endParaRP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椭圆 53249">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53251" name="椭圆 53250">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53252" name="矩形 53251">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2" name="对象 -2147479451"/>
          <p:cNvGraphicFramePr/>
          <p:nvPr/>
        </p:nvGraphicFramePr>
        <p:xfrm>
          <a:off x="179388" y="260033"/>
          <a:ext cx="8738870" cy="1605280"/>
        </p:xfrm>
        <a:graphic>
          <a:graphicData uri="http://schemas.openxmlformats.org/presentationml/2006/ole">
            <mc:AlternateContent xmlns:mc="http://schemas.openxmlformats.org/markup-compatibility/2006">
              <mc:Choice xmlns:v="urn:schemas-microsoft-com:vml" Requires="v">
                <p:oleObj r:id="rId2" imgW="4787900" imgH="914400" progId="Equation.DSMT4">
                  <p:embed/>
                </p:oleObj>
              </mc:Choice>
              <mc:Fallback>
                <p:oleObj r:id="rId2" imgW="4787900" imgH="914400" progId="Equation.DSMT4">
                  <p:embed/>
                  <p:pic>
                    <p:nvPicPr>
                      <p:cNvPr id="0" name="图片 3075"/>
                      <p:cNvPicPr/>
                      <p:nvPr/>
                    </p:nvPicPr>
                    <p:blipFill>
                      <a:blip r:embed="rId3"/>
                      <a:stretch>
                        <a:fillRect/>
                      </a:stretch>
                    </p:blipFill>
                    <p:spPr>
                      <a:xfrm>
                        <a:off x="179388" y="260033"/>
                        <a:ext cx="8738870" cy="1605280"/>
                      </a:xfrm>
                      <a:prstGeom prst="rect">
                        <a:avLst/>
                      </a:prstGeom>
                      <a:noFill/>
                      <a:ln w="38100">
                        <a:noFill/>
                        <a:miter/>
                      </a:ln>
                    </p:spPr>
                  </p:pic>
                </p:oleObj>
              </mc:Fallback>
            </mc:AlternateContent>
          </a:graphicData>
        </a:graphic>
      </p:graphicFrame>
      <p:sp>
        <p:nvSpPr>
          <p:cNvPr id="4" name="文本框 3"/>
          <p:cNvSpPr txBox="1"/>
          <p:nvPr/>
        </p:nvSpPr>
        <p:spPr>
          <a:xfrm>
            <a:off x="395605" y="3933190"/>
            <a:ext cx="8420100" cy="953135"/>
          </a:xfrm>
          <a:prstGeom prst="rect">
            <a:avLst/>
          </a:prstGeom>
        </p:spPr>
        <p:txBody>
          <a:bodyPr wrap="square">
            <a:spAutoFit/>
          </a:bodyPr>
          <a:lstStyle/>
          <a:p>
            <a:pPr marL="0" indent="0" algn="just" defTabSz="266700">
              <a:spcBef>
                <a:spcPct val="0"/>
              </a:spcBef>
              <a:spcAft>
                <a:spcPct val="0"/>
              </a:spcAft>
            </a:pPr>
            <a:r>
              <a:rPr lang="zh-CN" altLang="en-US" dirty="0">
                <a:sym typeface="+mn-ea"/>
              </a:rPr>
              <a:t>则</a:t>
            </a:r>
            <a:r>
              <a:rPr lang="en-US" altLang="zh-CN" i="1" dirty="0">
                <a:sym typeface="+mn-ea"/>
              </a:rPr>
              <a:t>R</a:t>
            </a:r>
            <a:r>
              <a:rPr lang="en-US" altLang="zh-CN" dirty="0">
                <a:sym typeface="+mn-ea"/>
              </a:rPr>
              <a:t>(</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en-US" altLang="zh-CN" dirty="0">
                <a:sym typeface="+mn-ea"/>
              </a:rPr>
              <a:t>, </a:t>
            </a:r>
            <a:r>
              <a:rPr lang="en-US" altLang="zh-CN" i="1" dirty="0">
                <a:sym typeface="+mn-ea"/>
              </a:rPr>
              <a:t>α</a:t>
            </a:r>
            <a:r>
              <a:rPr lang="en-US" altLang="zh-CN" baseline="-25000" dirty="0">
                <a:sym typeface="+mn-ea"/>
              </a:rPr>
              <a:t>5</a:t>
            </a:r>
            <a:r>
              <a:rPr lang="en-US" altLang="zh-CN" dirty="0">
                <a:sym typeface="+mn-ea"/>
              </a:rPr>
              <a:t>)</a:t>
            </a:r>
            <a:r>
              <a:rPr lang="en-US" altLang="zh-CN" i="1" dirty="0">
                <a:sym typeface="+mn-ea"/>
              </a:rPr>
              <a:t>=R</a:t>
            </a:r>
            <a:r>
              <a:rPr lang="en-US" altLang="zh-CN" dirty="0">
                <a:sym typeface="+mn-ea"/>
              </a:rPr>
              <a:t>(</a:t>
            </a:r>
            <a:r>
              <a:rPr lang="en-US" altLang="zh-CN" i="1" dirty="0">
                <a:sym typeface="+mn-ea"/>
              </a:rPr>
              <a:t>A</a:t>
            </a:r>
            <a:r>
              <a:rPr lang="en-US" altLang="zh-CN" dirty="0">
                <a:sym typeface="+mn-ea"/>
              </a:rPr>
              <a:t>)</a:t>
            </a:r>
            <a:r>
              <a:rPr lang="en-US" altLang="zh-CN" i="1" dirty="0">
                <a:sym typeface="+mn-ea"/>
              </a:rPr>
              <a:t>=</a:t>
            </a:r>
            <a:r>
              <a:rPr lang="en-US" altLang="zh-CN" dirty="0">
                <a:sym typeface="+mn-ea"/>
              </a:rPr>
              <a:t>2&lt;5</a:t>
            </a:r>
            <a:r>
              <a:rPr lang="zh-CN" altLang="en-US">
                <a:solidFill>
                  <a:srgbClr val="000000"/>
                </a:solidFill>
                <a:latin typeface="宋体" panose="02010600030101010101" pitchFamily="2" charset="-122"/>
                <a:sym typeface="+mn-ea"/>
              </a:rPr>
              <a:t>，因此向量组</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en-US" altLang="zh-CN" dirty="0">
                <a:sym typeface="+mn-ea"/>
              </a:rPr>
              <a:t>, </a:t>
            </a:r>
            <a:r>
              <a:rPr lang="en-US" altLang="zh-CN" i="1" dirty="0">
                <a:sym typeface="+mn-ea"/>
              </a:rPr>
              <a:t>α</a:t>
            </a:r>
            <a:r>
              <a:rPr lang="en-US" altLang="zh-CN" baseline="-25000" dirty="0">
                <a:sym typeface="+mn-ea"/>
              </a:rPr>
              <a:t>5</a:t>
            </a:r>
            <a:r>
              <a:rPr lang="zh-CN" altLang="en-US">
                <a:solidFill>
                  <a:srgbClr val="000000"/>
                </a:solidFill>
                <a:latin typeface="宋体" panose="02010600030101010101" pitchFamily="2" charset="-122"/>
                <a:sym typeface="+mn-ea"/>
              </a:rPr>
              <a:t>线性相关</a:t>
            </a:r>
            <a:r>
              <a:rPr lang="en-US" altLang="zh-CN">
                <a:solidFill>
                  <a:srgbClr val="000000"/>
                </a:solidFill>
                <a:latin typeface="宋体" panose="02010600030101010101" pitchFamily="2" charset="-122"/>
                <a:sym typeface="+mn-ea"/>
              </a:rPr>
              <a:t>.</a:t>
            </a:r>
            <a:endParaRPr lang="en-US" altLang="zh-CN">
              <a:solidFill>
                <a:srgbClr val="000000"/>
              </a:solidFill>
              <a:latin typeface="宋体" panose="02010600030101010101" pitchFamily="2" charset="-122"/>
              <a:ea typeface="宋体" panose="02010600030101010101" pitchFamily="2" charset="-122"/>
              <a:sym typeface="+mn-ea"/>
            </a:endParaRPr>
          </a:p>
        </p:txBody>
      </p:sp>
      <p:graphicFrame>
        <p:nvGraphicFramePr>
          <p:cNvPr id="5" name="对象 4"/>
          <p:cNvGraphicFramePr/>
          <p:nvPr/>
        </p:nvGraphicFramePr>
        <p:xfrm>
          <a:off x="1619885" y="1988820"/>
          <a:ext cx="5427345" cy="1633855"/>
        </p:xfrm>
        <a:graphic>
          <a:graphicData uri="http://schemas.openxmlformats.org/presentationml/2006/ole">
            <mc:AlternateContent xmlns:mc="http://schemas.openxmlformats.org/markup-compatibility/2006">
              <mc:Choice xmlns:v="urn:schemas-microsoft-com:vml" Requires="v">
                <p:oleObj r:id="rId4" imgW="6022340" imgH="1914525" progId="Equation.DSMT4">
                  <p:embed/>
                </p:oleObj>
              </mc:Choice>
              <mc:Fallback>
                <p:oleObj r:id="rId4" imgW="6022340" imgH="1914525" progId="Equation.DSMT4">
                  <p:embed/>
                  <p:pic>
                    <p:nvPicPr>
                      <p:cNvPr id="0" name="图片 5"/>
                      <p:cNvPicPr/>
                      <p:nvPr/>
                    </p:nvPicPr>
                    <p:blipFill>
                      <a:blip r:embed="rId5"/>
                      <a:stretch>
                        <a:fillRect/>
                      </a:stretch>
                    </p:blipFill>
                    <p:spPr>
                      <a:xfrm>
                        <a:off x="1619885" y="1988820"/>
                        <a:ext cx="5427345" cy="1633855"/>
                      </a:xfrm>
                      <a:prstGeom prst="rect">
                        <a:avLst/>
                      </a:prstGeom>
                    </p:spPr>
                  </p:pic>
                </p:oleObj>
              </mc:Fallback>
            </mc:AlternateContent>
          </a:graphicData>
        </a:graphic>
      </p:graphicFrame>
      <p:sp>
        <p:nvSpPr>
          <p:cNvPr id="8" name="文本框 7"/>
          <p:cNvSpPr txBox="1"/>
          <p:nvPr/>
        </p:nvSpPr>
        <p:spPr>
          <a:xfrm>
            <a:off x="395605" y="4941570"/>
            <a:ext cx="8420100" cy="953135"/>
          </a:xfrm>
          <a:prstGeom prst="rect">
            <a:avLst/>
          </a:prstGeom>
        </p:spPr>
        <p:txBody>
          <a:bodyPr wrap="square">
            <a:spAutoFit/>
          </a:bodyPr>
          <a:lstStyle/>
          <a:p>
            <a:pPr marL="0" indent="0" algn="just" defTabSz="266700">
              <a:spcBef>
                <a:spcPct val="0"/>
              </a:spcBef>
              <a:spcAft>
                <a:spcPct val="0"/>
              </a:spcAft>
            </a:pPr>
            <a:r>
              <a:rPr lang="en-US" altLang="zh-CN" dirty="0">
                <a:sym typeface="+mn-ea"/>
              </a:rPr>
              <a:t>(2)</a:t>
            </a:r>
            <a:r>
              <a:rPr lang="zh-CN" altLang="en-US" dirty="0">
                <a:sym typeface="+mn-ea"/>
              </a:rPr>
              <a:t>因为</a:t>
            </a:r>
            <a:r>
              <a:rPr lang="en-US" altLang="zh-CN" i="1" dirty="0">
                <a:sym typeface="+mn-ea"/>
              </a:rPr>
              <a:t>R</a:t>
            </a:r>
            <a:r>
              <a:rPr lang="en-US" altLang="zh-CN" dirty="0">
                <a:sym typeface="+mn-ea"/>
              </a:rPr>
              <a:t>(</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a:t>
            </a:r>
            <a:r>
              <a:rPr lang="en-US" altLang="zh-CN" i="1" dirty="0">
                <a:sym typeface="+mn-ea"/>
              </a:rPr>
              <a:t>=</a:t>
            </a:r>
            <a:r>
              <a:rPr lang="en-US" altLang="zh-CN" dirty="0">
                <a:sym typeface="+mn-ea"/>
              </a:rPr>
              <a:t>2</a:t>
            </a:r>
            <a:r>
              <a:rPr lang="zh-CN" altLang="en-US">
                <a:solidFill>
                  <a:srgbClr val="000000"/>
                </a:solidFill>
                <a:latin typeface="宋体" panose="02010600030101010101" pitchFamily="2" charset="-122"/>
                <a:sym typeface="+mn-ea"/>
              </a:rPr>
              <a:t>，所以</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zh-CN" altLang="en-US">
                <a:solidFill>
                  <a:srgbClr val="000000"/>
                </a:solidFill>
                <a:latin typeface="宋体" panose="02010600030101010101" pitchFamily="2" charset="-122"/>
                <a:sym typeface="+mn-ea"/>
              </a:rPr>
              <a:t>是</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en-US" altLang="zh-CN" dirty="0">
                <a:sym typeface="+mn-ea"/>
              </a:rPr>
              <a:t>, </a:t>
            </a:r>
            <a:r>
              <a:rPr lang="en-US" altLang="zh-CN" i="1" dirty="0">
                <a:sym typeface="+mn-ea"/>
              </a:rPr>
              <a:t>α</a:t>
            </a:r>
            <a:r>
              <a:rPr lang="en-US" altLang="zh-CN" baseline="-25000" dirty="0">
                <a:sym typeface="+mn-ea"/>
              </a:rPr>
              <a:t>5</a:t>
            </a:r>
            <a:r>
              <a:rPr lang="zh-CN" altLang="en-US">
                <a:solidFill>
                  <a:srgbClr val="000000"/>
                </a:solidFill>
                <a:latin typeface="宋体" panose="02010600030101010101" pitchFamily="2" charset="-122"/>
                <a:sym typeface="+mn-ea"/>
              </a:rPr>
              <a:t>一个极大线性无关组，且有</a:t>
            </a:r>
            <a:r>
              <a:rPr lang="en-US" altLang="zh-CN" i="1" dirty="0">
                <a:sym typeface="+mn-ea"/>
              </a:rPr>
              <a:t>                 </a:t>
            </a:r>
            <a:endParaRPr lang="en-US" altLang="zh-CN" dirty="0">
              <a:solidFill>
                <a:srgbClr val="000000"/>
              </a:solidFill>
              <a:latin typeface="宋体" panose="02010600030101010101" pitchFamily="2" charset="-122"/>
              <a:ea typeface="宋体" panose="02010600030101010101" pitchFamily="2" charset="-122"/>
              <a:sym typeface="+mn-ea"/>
            </a:endParaRPr>
          </a:p>
        </p:txBody>
      </p:sp>
      <p:sp>
        <p:nvSpPr>
          <p:cNvPr id="9" name="文本框 8"/>
          <p:cNvSpPr txBox="1"/>
          <p:nvPr/>
        </p:nvSpPr>
        <p:spPr>
          <a:xfrm>
            <a:off x="1907540" y="5949315"/>
            <a:ext cx="6040120" cy="521970"/>
          </a:xfrm>
          <a:prstGeom prst="rect">
            <a:avLst/>
          </a:prstGeom>
          <a:noFill/>
        </p:spPr>
        <p:txBody>
          <a:bodyPr wrap="square" rtlCol="0" anchor="t">
            <a:spAutoFit/>
          </a:bodyPr>
          <a:lstStyle/>
          <a:p>
            <a:pPr marL="0" indent="0" algn="just" defTabSz="266700">
              <a:spcBef>
                <a:spcPct val="0"/>
              </a:spcBef>
              <a:spcAft>
                <a:spcPct val="0"/>
              </a:spcAft>
            </a:pPr>
            <a:r>
              <a:rPr lang="en-US" altLang="zh-CN" i="1" dirty="0">
                <a:sym typeface="+mn-ea"/>
              </a:rPr>
              <a:t>α</a:t>
            </a:r>
            <a:r>
              <a:rPr lang="en-US" altLang="zh-CN" baseline="-25000" dirty="0">
                <a:sym typeface="+mn-ea"/>
              </a:rPr>
              <a:t>3</a:t>
            </a:r>
            <a:r>
              <a:rPr lang="en-US" altLang="zh-CN" i="1" dirty="0">
                <a:sym typeface="+mn-ea"/>
              </a:rPr>
              <a:t>=</a:t>
            </a:r>
            <a:r>
              <a:rPr lang="en-US" altLang="zh-CN" dirty="0">
                <a:sym typeface="+mn-ea"/>
              </a:rPr>
              <a:t>2</a:t>
            </a:r>
            <a:r>
              <a:rPr lang="en-US" altLang="zh-CN" i="1" dirty="0">
                <a:sym typeface="+mn-ea"/>
              </a:rPr>
              <a:t>α</a:t>
            </a:r>
            <a:r>
              <a:rPr lang="en-US" altLang="zh-CN" baseline="-25000" dirty="0">
                <a:sym typeface="+mn-ea"/>
              </a:rPr>
              <a:t>1</a:t>
            </a:r>
            <a:r>
              <a:rPr lang="en-US" altLang="zh-CN" dirty="0">
                <a:sym typeface="+mn-ea"/>
              </a:rPr>
              <a:t>-</a:t>
            </a:r>
            <a:r>
              <a:rPr lang="en-US" altLang="zh-CN" i="1" dirty="0">
                <a:sym typeface="+mn-ea"/>
              </a:rPr>
              <a:t>α</a:t>
            </a:r>
            <a:r>
              <a:rPr lang="en-US" altLang="zh-CN" baseline="-25000" dirty="0">
                <a:sym typeface="+mn-ea"/>
              </a:rPr>
              <a:t>2</a:t>
            </a:r>
            <a:r>
              <a:rPr lang="zh-CN" altLang="en-US">
                <a:solidFill>
                  <a:srgbClr val="000000"/>
                </a:solidFill>
                <a:latin typeface="宋体" panose="02010600030101010101" pitchFamily="2" charset="-122"/>
                <a:sym typeface="+mn-ea"/>
              </a:rPr>
              <a:t>，</a:t>
            </a:r>
            <a:r>
              <a:rPr lang="en-US" altLang="zh-CN" i="1" dirty="0">
                <a:sym typeface="+mn-ea"/>
              </a:rPr>
              <a:t>α</a:t>
            </a:r>
            <a:r>
              <a:rPr lang="en-US" altLang="zh-CN" baseline="-25000" dirty="0">
                <a:sym typeface="+mn-ea"/>
              </a:rPr>
              <a:t>4</a:t>
            </a:r>
            <a:r>
              <a:rPr lang="en-US" altLang="zh-CN" i="1" dirty="0">
                <a:sym typeface="+mn-ea"/>
              </a:rPr>
              <a:t>=α</a:t>
            </a:r>
            <a:r>
              <a:rPr lang="en-US" altLang="zh-CN" baseline="-25000" dirty="0">
                <a:sym typeface="+mn-ea"/>
              </a:rPr>
              <a:t>1</a:t>
            </a:r>
            <a:r>
              <a:rPr lang="en-US" altLang="zh-CN" dirty="0">
                <a:sym typeface="+mn-ea"/>
              </a:rPr>
              <a:t>+2</a:t>
            </a:r>
            <a:r>
              <a:rPr lang="en-US" altLang="zh-CN" i="1" dirty="0">
                <a:sym typeface="+mn-ea"/>
              </a:rPr>
              <a:t>α</a:t>
            </a:r>
            <a:r>
              <a:rPr lang="en-US" altLang="zh-CN" baseline="-25000" dirty="0">
                <a:sym typeface="+mn-ea"/>
              </a:rPr>
              <a:t>2</a:t>
            </a:r>
            <a:r>
              <a:rPr lang="zh-CN" altLang="en-US">
                <a:solidFill>
                  <a:srgbClr val="000000"/>
                </a:solidFill>
                <a:latin typeface="宋体" panose="02010600030101010101" pitchFamily="2" charset="-122"/>
                <a:sym typeface="+mn-ea"/>
              </a:rPr>
              <a:t>，</a:t>
            </a:r>
            <a:r>
              <a:rPr lang="en-US" altLang="zh-CN" i="1" dirty="0">
                <a:sym typeface="+mn-ea"/>
              </a:rPr>
              <a:t>α</a:t>
            </a:r>
            <a:r>
              <a:rPr lang="en-US" altLang="zh-CN" baseline="-25000" dirty="0">
                <a:sym typeface="+mn-ea"/>
              </a:rPr>
              <a:t>5</a:t>
            </a:r>
            <a:r>
              <a:rPr lang="en-US" altLang="zh-CN" i="1" dirty="0">
                <a:sym typeface="+mn-ea"/>
              </a:rPr>
              <a:t>=-</a:t>
            </a:r>
            <a:r>
              <a:rPr lang="en-US" altLang="zh-CN" dirty="0">
                <a:sym typeface="+mn-ea"/>
              </a:rPr>
              <a:t>2</a:t>
            </a:r>
            <a:r>
              <a:rPr lang="en-US" altLang="zh-CN" i="1" dirty="0">
                <a:sym typeface="+mn-ea"/>
              </a:rPr>
              <a:t>α</a:t>
            </a:r>
            <a:r>
              <a:rPr lang="en-US" altLang="zh-CN" baseline="-25000" dirty="0">
                <a:sym typeface="+mn-ea"/>
              </a:rPr>
              <a:t>1</a:t>
            </a:r>
            <a:r>
              <a:rPr lang="en-US" altLang="zh-CN" dirty="0">
                <a:sym typeface="+mn-ea"/>
              </a:rPr>
              <a:t>.</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椭圆 58369">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58371" name="椭圆 58370">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58372" name="矩形 58371">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58376" name="对象 58375"/>
          <p:cNvGraphicFramePr/>
          <p:nvPr/>
        </p:nvGraphicFramePr>
        <p:xfrm>
          <a:off x="603250" y="2263458"/>
          <a:ext cx="8385175" cy="543560"/>
        </p:xfrm>
        <a:graphic>
          <a:graphicData uri="http://schemas.openxmlformats.org/presentationml/2006/ole">
            <mc:AlternateContent xmlns:mc="http://schemas.openxmlformats.org/markup-compatibility/2006">
              <mc:Choice xmlns:v="urn:schemas-microsoft-com:vml" Requires="v">
                <p:oleObj r:id="rId2" imgW="6229350" imgH="405130" progId="Word.Document.8">
                  <p:embed/>
                </p:oleObj>
              </mc:Choice>
              <mc:Fallback>
                <p:oleObj r:id="rId2" imgW="6229350" imgH="405130" progId="Word.Document.8">
                  <p:embed/>
                  <p:pic>
                    <p:nvPicPr>
                      <p:cNvPr id="0" name="图片 3084"/>
                      <p:cNvPicPr/>
                      <p:nvPr/>
                    </p:nvPicPr>
                    <p:blipFill>
                      <a:blip r:embed="rId3">
                        <a:clrChange>
                          <a:clrFrom>
                            <a:srgbClr val="000000"/>
                          </a:clrFrom>
                          <a:clrTo>
                            <a:srgbClr val="000000"/>
                          </a:clrTo>
                        </a:clrChange>
                      </a:blip>
                      <a:stretch>
                        <a:fillRect/>
                      </a:stretch>
                    </p:blipFill>
                    <p:spPr>
                      <a:xfrm>
                        <a:off x="603250" y="2263458"/>
                        <a:ext cx="8385175" cy="543560"/>
                      </a:xfrm>
                      <a:prstGeom prst="rect">
                        <a:avLst/>
                      </a:prstGeom>
                      <a:noFill/>
                      <a:ln w="38100">
                        <a:noFill/>
                        <a:miter/>
                      </a:ln>
                    </p:spPr>
                  </p:pic>
                </p:oleObj>
              </mc:Fallback>
            </mc:AlternateContent>
          </a:graphicData>
        </a:graphic>
      </p:graphicFrame>
      <p:graphicFrame>
        <p:nvGraphicFramePr>
          <p:cNvPr id="2" name="对象 -2147479436"/>
          <p:cNvGraphicFramePr>
            <a:graphicFrameLocks noChangeAspect="1"/>
          </p:cNvGraphicFramePr>
          <p:nvPr/>
        </p:nvGraphicFramePr>
        <p:xfrm>
          <a:off x="1680845" y="1052195"/>
          <a:ext cx="6497320" cy="1055370"/>
        </p:xfrm>
        <a:graphic>
          <a:graphicData uri="http://schemas.openxmlformats.org/presentationml/2006/ole">
            <mc:AlternateContent xmlns:mc="http://schemas.openxmlformats.org/markup-compatibility/2006">
              <mc:Choice xmlns:v="urn:schemas-microsoft-com:vml" Requires="v">
                <p:oleObj r:id="rId4" imgW="2971800" imgH="482600" progId="Equation.DSMT4">
                  <p:embed/>
                </p:oleObj>
              </mc:Choice>
              <mc:Fallback>
                <p:oleObj r:id="rId4" imgW="2971800" imgH="482600" progId="Equation.DSMT4">
                  <p:embed/>
                  <p:pic>
                    <p:nvPicPr>
                      <p:cNvPr id="0" name="图片 3075"/>
                      <p:cNvPicPr/>
                      <p:nvPr/>
                    </p:nvPicPr>
                    <p:blipFill>
                      <a:blip r:embed="rId5"/>
                      <a:stretch>
                        <a:fillRect/>
                      </a:stretch>
                    </p:blipFill>
                    <p:spPr>
                      <a:xfrm>
                        <a:off x="1680845" y="1052195"/>
                        <a:ext cx="6497320" cy="1055370"/>
                      </a:xfrm>
                      <a:prstGeom prst="rect">
                        <a:avLst/>
                      </a:prstGeom>
                      <a:noFill/>
                      <a:ln w="38100">
                        <a:noFill/>
                        <a:miter/>
                      </a:ln>
                    </p:spPr>
                  </p:pic>
                </p:oleObj>
              </mc:Fallback>
            </mc:AlternateContent>
          </a:graphicData>
        </a:graphic>
      </p:graphicFrame>
      <p:sp>
        <p:nvSpPr>
          <p:cNvPr id="76804" name="矩形 76803"/>
          <p:cNvSpPr/>
          <p:nvPr/>
        </p:nvSpPr>
        <p:spPr>
          <a:xfrm>
            <a:off x="395605" y="116523"/>
            <a:ext cx="8220710" cy="953135"/>
          </a:xfrm>
          <a:prstGeom prst="rect">
            <a:avLst/>
          </a:prstGeom>
          <a:noFill/>
          <a:ln w="9525">
            <a:noFill/>
          </a:ln>
        </p:spPr>
        <p:txBody>
          <a:bodyPr wrap="square" anchor="ctr" anchorCtr="0">
            <a:spAutoFit/>
          </a:bodyPr>
          <a:lstStyle/>
          <a:p>
            <a:pPr algn="l">
              <a:buNone/>
            </a:pPr>
            <a:r>
              <a:rPr lang="zh-CN" altLang="en-US" b="1" dirty="0">
                <a:solidFill>
                  <a:srgbClr val="FF3300"/>
                </a:solidFill>
                <a:latin typeface="楷体_GB2312" pitchFamily="49" charset="-122"/>
                <a:ea typeface="楷体_GB2312" pitchFamily="49" charset="-122"/>
              </a:rPr>
              <a:t>例</a:t>
            </a:r>
            <a:r>
              <a:rPr lang="en-US" altLang="zh-CN" b="1" dirty="0">
                <a:solidFill>
                  <a:srgbClr val="FF3300"/>
                </a:solidFill>
                <a:latin typeface="楷体_GB2312" pitchFamily="49" charset="-122"/>
                <a:ea typeface="楷体_GB2312" pitchFamily="49" charset="-122"/>
              </a:rPr>
              <a:t>3.4.2</a:t>
            </a:r>
            <a:r>
              <a:rPr lang="zh-CN" altLang="en-US" b="1" dirty="0">
                <a:solidFill>
                  <a:schemeClr val="tx1"/>
                </a:solidFill>
                <a:latin typeface="楷体_GB2312" pitchFamily="49" charset="-122"/>
                <a:ea typeface="楷体_GB2312" pitchFamily="49" charset="-122"/>
              </a:rPr>
              <a:t> 求下面向量组的秩及其极大线性无关组，并将其余向量用该极大线性无关组线性表示</a:t>
            </a:r>
            <a:r>
              <a:rPr lang="zh-CN" b="1" dirty="0">
                <a:solidFill>
                  <a:schemeClr val="tx1"/>
                </a:solidFill>
                <a:latin typeface="楷体_GB2312" pitchFamily="49" charset="-122"/>
                <a:ea typeface="楷体_GB2312" pitchFamily="49" charset="-122"/>
              </a:rPr>
              <a:t>。</a:t>
            </a:r>
            <a:endParaRPr lang="zh-CN" b="1" dirty="0">
              <a:solidFill>
                <a:schemeClr val="tx1"/>
              </a:solidFill>
              <a:latin typeface="Arial" panose="020B0604020202020204" pitchFamily="34" charset="0"/>
              <a:ea typeface="楷体_GB2312" pitchFamily="49" charset="-122"/>
            </a:endParaRPr>
          </a:p>
        </p:txBody>
      </p:sp>
      <p:graphicFrame>
        <p:nvGraphicFramePr>
          <p:cNvPr id="3" name="对象 -2147479433"/>
          <p:cNvGraphicFramePr>
            <a:graphicFrameLocks noChangeAspect="1"/>
          </p:cNvGraphicFramePr>
          <p:nvPr/>
        </p:nvGraphicFramePr>
        <p:xfrm>
          <a:off x="295275" y="3068955"/>
          <a:ext cx="8237855" cy="3080385"/>
        </p:xfrm>
        <a:graphic>
          <a:graphicData uri="http://schemas.openxmlformats.org/presentationml/2006/ole">
            <mc:AlternateContent xmlns:mc="http://schemas.openxmlformats.org/markup-compatibility/2006">
              <mc:Choice xmlns:v="urn:schemas-microsoft-com:vml" Requires="v">
                <p:oleObj r:id="rId6" imgW="4927600" imgH="1854200" progId="Equation.DSMT4">
                  <p:embed/>
                </p:oleObj>
              </mc:Choice>
              <mc:Fallback>
                <p:oleObj r:id="rId6" imgW="4927600" imgH="1854200" progId="Equation.DSMT4">
                  <p:embed/>
                  <p:pic>
                    <p:nvPicPr>
                      <p:cNvPr id="0" name="图片 1"/>
                      <p:cNvPicPr/>
                      <p:nvPr/>
                    </p:nvPicPr>
                    <p:blipFill>
                      <a:blip r:embed="rId7"/>
                      <a:stretch>
                        <a:fillRect/>
                      </a:stretch>
                    </p:blipFill>
                    <p:spPr>
                      <a:xfrm>
                        <a:off x="295275" y="3068955"/>
                        <a:ext cx="8237855" cy="3080385"/>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8376"/>
                                        </p:tgtEl>
                                        <p:attrNameLst>
                                          <p:attrName>style.visibility</p:attrName>
                                        </p:attrNameLst>
                                      </p:cBhvr>
                                      <p:to>
                                        <p:strVal val="visible"/>
                                      </p:to>
                                    </p:set>
                                    <p:animEffect transition="in" filter="blinds(horizontal)">
                                      <p:cBhvr>
                                        <p:cTn id="7" dur="500"/>
                                        <p:tgtEl>
                                          <p:spTgt spid="58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椭圆 53249">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53251" name="椭圆 53250">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53252" name="矩形 53251">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4" name="文本框 3"/>
          <p:cNvSpPr txBox="1"/>
          <p:nvPr/>
        </p:nvSpPr>
        <p:spPr>
          <a:xfrm>
            <a:off x="251460" y="404495"/>
            <a:ext cx="8420100" cy="953135"/>
          </a:xfrm>
          <a:prstGeom prst="rect">
            <a:avLst/>
          </a:prstGeom>
        </p:spPr>
        <p:txBody>
          <a:bodyPr wrap="square">
            <a:spAutoFit/>
          </a:bodyPr>
          <a:lstStyle/>
          <a:p>
            <a:pPr marL="0" indent="0" algn="just" defTabSz="266700">
              <a:spcBef>
                <a:spcPct val="0"/>
              </a:spcBef>
              <a:spcAft>
                <a:spcPct val="0"/>
              </a:spcAft>
            </a:pPr>
            <a:r>
              <a:rPr lang="zh-CN" altLang="en-US" dirty="0">
                <a:sym typeface="+mn-ea"/>
              </a:rPr>
              <a:t>则</a:t>
            </a:r>
            <a:r>
              <a:rPr lang="en-US" altLang="zh-CN" i="1" dirty="0">
                <a:sym typeface="+mn-ea"/>
              </a:rPr>
              <a:t>R</a:t>
            </a:r>
            <a:r>
              <a:rPr lang="en-US" altLang="zh-CN" dirty="0">
                <a:sym typeface="+mn-ea"/>
              </a:rPr>
              <a:t>(</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en-US" altLang="zh-CN" dirty="0">
                <a:sym typeface="+mn-ea"/>
              </a:rPr>
              <a:t>, </a:t>
            </a:r>
            <a:r>
              <a:rPr lang="en-US" altLang="zh-CN" i="1" dirty="0">
                <a:sym typeface="+mn-ea"/>
              </a:rPr>
              <a:t>α</a:t>
            </a:r>
            <a:r>
              <a:rPr lang="en-US" altLang="zh-CN" baseline="-25000" dirty="0">
                <a:sym typeface="+mn-ea"/>
              </a:rPr>
              <a:t>5</a:t>
            </a:r>
            <a:r>
              <a:rPr lang="en-US" altLang="zh-CN" dirty="0">
                <a:sym typeface="+mn-ea"/>
              </a:rPr>
              <a:t>)</a:t>
            </a:r>
            <a:r>
              <a:rPr lang="en-US" altLang="zh-CN" i="1" dirty="0">
                <a:sym typeface="+mn-ea"/>
              </a:rPr>
              <a:t>=R</a:t>
            </a:r>
            <a:r>
              <a:rPr lang="en-US" altLang="zh-CN" dirty="0">
                <a:sym typeface="+mn-ea"/>
              </a:rPr>
              <a:t>(</a:t>
            </a:r>
            <a:r>
              <a:rPr lang="en-US" altLang="zh-CN" i="1" dirty="0">
                <a:sym typeface="+mn-ea"/>
              </a:rPr>
              <a:t>A</a:t>
            </a:r>
            <a:r>
              <a:rPr lang="en-US" altLang="zh-CN" dirty="0">
                <a:sym typeface="+mn-ea"/>
              </a:rPr>
              <a:t>)</a:t>
            </a:r>
            <a:r>
              <a:rPr lang="en-US" altLang="zh-CN" i="1" dirty="0">
                <a:sym typeface="+mn-ea"/>
              </a:rPr>
              <a:t>=</a:t>
            </a:r>
            <a:r>
              <a:rPr lang="en-US" altLang="zh-CN" dirty="0">
                <a:sym typeface="+mn-ea"/>
              </a:rPr>
              <a:t>3</a:t>
            </a:r>
            <a:r>
              <a:rPr lang="zh-CN" altLang="en-US">
                <a:solidFill>
                  <a:srgbClr val="000000"/>
                </a:solidFill>
                <a:latin typeface="宋体" panose="02010600030101010101" pitchFamily="2" charset="-122"/>
                <a:sym typeface="+mn-ea"/>
              </a:rPr>
              <a:t>，从而向量组的极大线性无关组由</a:t>
            </a:r>
            <a:r>
              <a:rPr lang="en-US" altLang="zh-CN">
                <a:solidFill>
                  <a:srgbClr val="000000"/>
                </a:solidFill>
                <a:latin typeface="宋体" panose="02010600030101010101" pitchFamily="2" charset="-122"/>
                <a:sym typeface="+mn-ea"/>
              </a:rPr>
              <a:t>3</a:t>
            </a:r>
            <a:r>
              <a:rPr lang="zh-CN" altLang="en-US">
                <a:solidFill>
                  <a:srgbClr val="000000"/>
                </a:solidFill>
                <a:latin typeface="宋体" panose="02010600030101010101" pitchFamily="2" charset="-122"/>
                <a:sym typeface="+mn-ea"/>
              </a:rPr>
              <a:t>个向量构成</a:t>
            </a:r>
            <a:r>
              <a:rPr lang="en-US" altLang="zh-CN">
                <a:solidFill>
                  <a:srgbClr val="000000"/>
                </a:solidFill>
                <a:latin typeface="宋体" panose="02010600030101010101" pitchFamily="2" charset="-122"/>
                <a:sym typeface="+mn-ea"/>
              </a:rPr>
              <a:t>.</a:t>
            </a:r>
            <a:r>
              <a:rPr lang="zh-CN" altLang="en-US">
                <a:solidFill>
                  <a:srgbClr val="000000"/>
                </a:solidFill>
                <a:latin typeface="宋体" panose="02010600030101010101" pitchFamily="2" charset="-122"/>
                <a:sym typeface="+mn-ea"/>
              </a:rPr>
              <a:t>又因为</a:t>
            </a:r>
            <a:r>
              <a:rPr lang="en-US" altLang="zh-CN" i="1" dirty="0">
                <a:sym typeface="+mn-ea"/>
              </a:rPr>
              <a:t>R</a:t>
            </a:r>
            <a:r>
              <a:rPr lang="en-US" altLang="zh-CN" dirty="0">
                <a:sym typeface="+mn-ea"/>
              </a:rPr>
              <a:t>(</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a:t>
            </a:r>
            <a:r>
              <a:rPr lang="en-US" altLang="zh-CN" i="1" dirty="0">
                <a:sym typeface="+mn-ea"/>
              </a:rPr>
              <a:t>=</a:t>
            </a:r>
            <a:r>
              <a:rPr lang="en-US" altLang="zh-CN" dirty="0">
                <a:sym typeface="+mn-ea"/>
              </a:rPr>
              <a:t>3</a:t>
            </a:r>
            <a:r>
              <a:rPr lang="zh-CN" altLang="en-US">
                <a:solidFill>
                  <a:srgbClr val="000000"/>
                </a:solidFill>
                <a:latin typeface="宋体" panose="02010600030101010101" pitchFamily="2" charset="-122"/>
                <a:sym typeface="+mn-ea"/>
              </a:rPr>
              <a:t>，</a:t>
            </a:r>
            <a:endParaRPr lang="en-US" altLang="zh-CN">
              <a:solidFill>
                <a:srgbClr val="000000"/>
              </a:solidFill>
              <a:latin typeface="宋体" panose="02010600030101010101" pitchFamily="2" charset="-122"/>
              <a:ea typeface="宋体" panose="02010600030101010101" pitchFamily="2" charset="-122"/>
              <a:sym typeface="+mn-ea"/>
            </a:endParaRPr>
          </a:p>
        </p:txBody>
      </p:sp>
      <p:sp>
        <p:nvSpPr>
          <p:cNvPr id="8" name="文本框 7"/>
          <p:cNvSpPr txBox="1"/>
          <p:nvPr/>
        </p:nvSpPr>
        <p:spPr>
          <a:xfrm>
            <a:off x="395605" y="1484630"/>
            <a:ext cx="8420100" cy="953135"/>
          </a:xfrm>
          <a:prstGeom prst="rect">
            <a:avLst/>
          </a:prstGeom>
        </p:spPr>
        <p:txBody>
          <a:bodyPr wrap="square">
            <a:spAutoFit/>
          </a:bodyPr>
          <a:lstStyle/>
          <a:p>
            <a:pPr marL="0" indent="0" algn="just" defTabSz="266700">
              <a:spcBef>
                <a:spcPct val="0"/>
              </a:spcBef>
              <a:spcAft>
                <a:spcPct val="0"/>
              </a:spcAft>
            </a:pPr>
            <a:r>
              <a:rPr lang="zh-CN" altLang="en-US">
                <a:solidFill>
                  <a:srgbClr val="000000"/>
                </a:solidFill>
                <a:latin typeface="宋体" panose="02010600030101010101" pitchFamily="2" charset="-122"/>
                <a:sym typeface="+mn-ea"/>
              </a:rPr>
              <a:t>所以</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zh-CN" altLang="en-US">
                <a:solidFill>
                  <a:srgbClr val="000000"/>
                </a:solidFill>
                <a:latin typeface="宋体" panose="02010600030101010101" pitchFamily="2" charset="-122"/>
                <a:sym typeface="+mn-ea"/>
              </a:rPr>
              <a:t>是</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a:t>
            </a:r>
            <a:r>
              <a:rPr lang="en-US" altLang="zh-CN" i="1" dirty="0">
                <a:sym typeface="+mn-ea"/>
              </a:rPr>
              <a:t>α</a:t>
            </a:r>
            <a:r>
              <a:rPr lang="en-US" altLang="zh-CN" baseline="-25000" dirty="0">
                <a:sym typeface="+mn-ea"/>
              </a:rPr>
              <a:t>3</a:t>
            </a:r>
            <a:r>
              <a:rPr lang="en-US" altLang="zh-CN" dirty="0">
                <a:sym typeface="+mn-ea"/>
              </a:rPr>
              <a:t>, </a:t>
            </a:r>
            <a:r>
              <a:rPr lang="en-US" altLang="zh-CN" i="1" dirty="0">
                <a:sym typeface="+mn-ea"/>
              </a:rPr>
              <a:t>α</a:t>
            </a:r>
            <a:r>
              <a:rPr lang="en-US" altLang="zh-CN" baseline="-25000" dirty="0">
                <a:sym typeface="+mn-ea"/>
              </a:rPr>
              <a:t>4</a:t>
            </a:r>
            <a:r>
              <a:rPr lang="en-US" altLang="zh-CN" dirty="0">
                <a:sym typeface="+mn-ea"/>
              </a:rPr>
              <a:t>, </a:t>
            </a:r>
            <a:r>
              <a:rPr lang="en-US" altLang="zh-CN" i="1" dirty="0">
                <a:sym typeface="+mn-ea"/>
              </a:rPr>
              <a:t>α</a:t>
            </a:r>
            <a:r>
              <a:rPr lang="en-US" altLang="zh-CN" baseline="-25000" dirty="0">
                <a:sym typeface="+mn-ea"/>
              </a:rPr>
              <a:t>5</a:t>
            </a:r>
            <a:r>
              <a:rPr lang="zh-CN" altLang="en-US">
                <a:solidFill>
                  <a:srgbClr val="000000"/>
                </a:solidFill>
                <a:latin typeface="宋体" panose="02010600030101010101" pitchFamily="2" charset="-122"/>
                <a:sym typeface="+mn-ea"/>
              </a:rPr>
              <a:t>一个极大线性无关组，且有</a:t>
            </a:r>
            <a:r>
              <a:rPr lang="en-US" altLang="zh-CN" i="1" dirty="0">
                <a:sym typeface="+mn-ea"/>
              </a:rPr>
              <a:t>                 </a:t>
            </a:r>
            <a:endParaRPr lang="en-US" altLang="zh-CN" dirty="0">
              <a:solidFill>
                <a:srgbClr val="000000"/>
              </a:solidFill>
              <a:latin typeface="宋体" panose="02010600030101010101" pitchFamily="2" charset="-122"/>
              <a:ea typeface="宋体" panose="02010600030101010101" pitchFamily="2" charset="-122"/>
              <a:sym typeface="+mn-ea"/>
            </a:endParaRPr>
          </a:p>
        </p:txBody>
      </p:sp>
      <p:sp>
        <p:nvSpPr>
          <p:cNvPr id="9" name="文本框 8"/>
          <p:cNvSpPr txBox="1"/>
          <p:nvPr/>
        </p:nvSpPr>
        <p:spPr>
          <a:xfrm>
            <a:off x="1835785" y="2564765"/>
            <a:ext cx="3949065" cy="521970"/>
          </a:xfrm>
          <a:prstGeom prst="rect">
            <a:avLst/>
          </a:prstGeom>
          <a:noFill/>
        </p:spPr>
        <p:txBody>
          <a:bodyPr wrap="square" rtlCol="0" anchor="t">
            <a:spAutoFit/>
          </a:bodyPr>
          <a:lstStyle/>
          <a:p>
            <a:pPr marL="0" indent="0" algn="just" defTabSz="266700">
              <a:spcBef>
                <a:spcPct val="0"/>
              </a:spcBef>
              <a:spcAft>
                <a:spcPct val="0"/>
              </a:spcAft>
            </a:pPr>
            <a:r>
              <a:rPr lang="en-US" altLang="zh-CN" i="1" dirty="0">
                <a:sym typeface="+mn-ea"/>
              </a:rPr>
              <a:t>α</a:t>
            </a:r>
            <a:r>
              <a:rPr lang="en-US" altLang="zh-CN" baseline="-25000" dirty="0">
                <a:sym typeface="+mn-ea"/>
              </a:rPr>
              <a:t>4</a:t>
            </a:r>
            <a:r>
              <a:rPr lang="en-US" altLang="zh-CN" i="1" dirty="0">
                <a:sym typeface="+mn-ea"/>
              </a:rPr>
              <a:t>=3α</a:t>
            </a:r>
            <a:r>
              <a:rPr lang="en-US" altLang="zh-CN" baseline="-25000" dirty="0">
                <a:sym typeface="+mn-ea"/>
              </a:rPr>
              <a:t>1</a:t>
            </a:r>
            <a:r>
              <a:rPr lang="en-US" altLang="zh-CN" dirty="0">
                <a:sym typeface="+mn-ea"/>
              </a:rPr>
              <a:t>-</a:t>
            </a:r>
            <a:r>
              <a:rPr lang="en-US" altLang="zh-CN" i="1" dirty="0">
                <a:sym typeface="+mn-ea"/>
              </a:rPr>
              <a:t>α</a:t>
            </a:r>
            <a:r>
              <a:rPr lang="en-US" altLang="zh-CN" baseline="-25000" dirty="0">
                <a:sym typeface="+mn-ea"/>
              </a:rPr>
              <a:t>2</a:t>
            </a:r>
            <a:r>
              <a:rPr lang="zh-CN" altLang="en-US">
                <a:solidFill>
                  <a:srgbClr val="000000"/>
                </a:solidFill>
                <a:latin typeface="宋体" panose="02010600030101010101" pitchFamily="2" charset="-122"/>
                <a:sym typeface="+mn-ea"/>
              </a:rPr>
              <a:t>，</a:t>
            </a:r>
            <a:r>
              <a:rPr lang="en-US" altLang="zh-CN" i="1" dirty="0">
                <a:sym typeface="+mn-ea"/>
              </a:rPr>
              <a:t>α</a:t>
            </a:r>
            <a:r>
              <a:rPr lang="en-US" altLang="zh-CN" baseline="-25000" dirty="0">
                <a:sym typeface="+mn-ea"/>
              </a:rPr>
              <a:t>5</a:t>
            </a:r>
            <a:r>
              <a:rPr lang="en-US" altLang="zh-CN" i="1" dirty="0">
                <a:sym typeface="+mn-ea"/>
              </a:rPr>
              <a:t>=α</a:t>
            </a:r>
            <a:r>
              <a:rPr lang="en-US" altLang="zh-CN" baseline="-25000" dirty="0">
                <a:sym typeface="+mn-ea"/>
              </a:rPr>
              <a:t>2</a:t>
            </a:r>
            <a:r>
              <a:rPr lang="en-US" altLang="zh-CN" dirty="0">
                <a:sym typeface="+mn-ea"/>
              </a:rPr>
              <a:t>+</a:t>
            </a:r>
            <a:r>
              <a:rPr lang="en-US" altLang="zh-CN" i="1" dirty="0">
                <a:sym typeface="+mn-ea"/>
              </a:rPr>
              <a:t>α</a:t>
            </a:r>
            <a:r>
              <a:rPr lang="en-US" altLang="zh-CN" baseline="-25000" dirty="0">
                <a:sym typeface="+mn-ea"/>
              </a:rPr>
              <a:t>3</a:t>
            </a:r>
            <a:r>
              <a:rPr lang="en-US" altLang="zh-CN" dirty="0">
                <a:sym typeface="+mn-ea"/>
              </a:rPr>
              <a:t>.</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ea typeface="宋体" panose="02010600030101010101" pitchFamily="2" charset="-122"/>
              </a:rPr>
              <a:t>94</a:t>
            </a:fld>
            <a:endParaRPr lang="zh-CN" altLang="en-US" dirty="0">
              <a:latin typeface="Arial" panose="020B0604020202020204" pitchFamily="34" charset="0"/>
              <a:ea typeface="宋体" panose="02010600030101010101" pitchFamily="2" charset="-122"/>
            </a:endParaRPr>
          </a:p>
        </p:txBody>
      </p:sp>
      <p:graphicFrame>
        <p:nvGraphicFramePr>
          <p:cNvPr id="77826" name="对象 77825"/>
          <p:cNvGraphicFramePr/>
          <p:nvPr/>
        </p:nvGraphicFramePr>
        <p:xfrm>
          <a:off x="2843213" y="14446"/>
          <a:ext cx="4749165" cy="1242060"/>
        </p:xfrm>
        <a:graphic>
          <a:graphicData uri="http://schemas.openxmlformats.org/presentationml/2006/ole">
            <mc:AlternateContent xmlns:mc="http://schemas.openxmlformats.org/markup-compatibility/2006">
              <mc:Choice xmlns:v="urn:schemas-microsoft-com:vml" Requires="v">
                <p:oleObj r:id="rId2" imgW="2120900" imgH="558800" progId="Equation.DSMT4">
                  <p:embed/>
                </p:oleObj>
              </mc:Choice>
              <mc:Fallback>
                <p:oleObj r:id="rId2" imgW="2120900" imgH="558800" progId="Equation.DSMT4">
                  <p:embed/>
                  <p:pic>
                    <p:nvPicPr>
                      <p:cNvPr id="0" name="图片 3079"/>
                      <p:cNvPicPr/>
                      <p:nvPr/>
                    </p:nvPicPr>
                    <p:blipFill>
                      <a:blip r:embed="rId3"/>
                      <a:stretch>
                        <a:fillRect/>
                      </a:stretch>
                    </p:blipFill>
                    <p:spPr>
                      <a:xfrm>
                        <a:off x="2843213" y="14446"/>
                        <a:ext cx="4749165" cy="1242060"/>
                      </a:xfrm>
                      <a:prstGeom prst="rect">
                        <a:avLst/>
                      </a:prstGeom>
                      <a:noFill/>
                      <a:ln w="38100">
                        <a:noFill/>
                        <a:miter/>
                      </a:ln>
                    </p:spPr>
                  </p:pic>
                </p:oleObj>
              </mc:Fallback>
            </mc:AlternateContent>
          </a:graphicData>
        </a:graphic>
      </p:graphicFrame>
      <p:graphicFrame>
        <p:nvGraphicFramePr>
          <p:cNvPr id="77830" name="对象 77829"/>
          <p:cNvGraphicFramePr/>
          <p:nvPr/>
        </p:nvGraphicFramePr>
        <p:xfrm>
          <a:off x="106998" y="1188720"/>
          <a:ext cx="8764587" cy="1041400"/>
        </p:xfrm>
        <a:graphic>
          <a:graphicData uri="http://schemas.openxmlformats.org/presentationml/2006/ole">
            <mc:AlternateContent xmlns:mc="http://schemas.openxmlformats.org/markup-compatibility/2006">
              <mc:Choice xmlns:v="urn:schemas-microsoft-com:vml" Requires="v">
                <p:oleObj r:id="rId4" imgW="3835400" imgH="457200" progId="Equation.DSMT4">
                  <p:embed/>
                </p:oleObj>
              </mc:Choice>
              <mc:Fallback>
                <p:oleObj r:id="rId4" imgW="3835400" imgH="457200" progId="Equation.DSMT4">
                  <p:embed/>
                  <p:pic>
                    <p:nvPicPr>
                      <p:cNvPr id="0" name="图片 3083"/>
                      <p:cNvPicPr/>
                      <p:nvPr/>
                    </p:nvPicPr>
                    <p:blipFill>
                      <a:blip r:embed="rId5"/>
                      <a:stretch>
                        <a:fillRect/>
                      </a:stretch>
                    </p:blipFill>
                    <p:spPr>
                      <a:xfrm>
                        <a:off x="106998" y="1188720"/>
                        <a:ext cx="8764587" cy="1041400"/>
                      </a:xfrm>
                      <a:prstGeom prst="rect">
                        <a:avLst/>
                      </a:prstGeom>
                      <a:noFill/>
                      <a:ln w="38100">
                        <a:noFill/>
                        <a:miter/>
                      </a:ln>
                    </p:spPr>
                  </p:pic>
                </p:oleObj>
              </mc:Fallback>
            </mc:AlternateContent>
          </a:graphicData>
        </a:graphic>
      </p:graphicFrame>
      <p:sp>
        <p:nvSpPr>
          <p:cNvPr id="77831" name="矩形 77830"/>
          <p:cNvSpPr/>
          <p:nvPr/>
        </p:nvSpPr>
        <p:spPr>
          <a:xfrm>
            <a:off x="395288" y="188437"/>
            <a:ext cx="1792605" cy="521970"/>
          </a:xfrm>
          <a:prstGeom prst="rect">
            <a:avLst/>
          </a:prstGeom>
          <a:noFill/>
          <a:ln w="9525">
            <a:noFill/>
          </a:ln>
        </p:spPr>
        <p:txBody>
          <a:bodyPr wrap="none" anchor="ctr" anchorCtr="0">
            <a:spAutoFit/>
          </a:bodyPr>
          <a:lstStyle/>
          <a:p>
            <a:pPr algn="l">
              <a:buNone/>
            </a:pPr>
            <a:r>
              <a:rPr lang="zh-CN" altLang="en-US" b="1" dirty="0">
                <a:solidFill>
                  <a:srgbClr val="3333FF"/>
                </a:solidFill>
                <a:latin typeface="楷体_GB2312" pitchFamily="49" charset="-122"/>
                <a:ea typeface="楷体_GB2312" pitchFamily="49" charset="-122"/>
              </a:rPr>
              <a:t>练习</a:t>
            </a:r>
            <a:r>
              <a:rPr lang="zh-CN" altLang="en-US" b="1" dirty="0">
                <a:solidFill>
                  <a:schemeClr val="tx1"/>
                </a:solidFill>
                <a:latin typeface="楷体_GB2312" pitchFamily="49" charset="-122"/>
                <a:ea typeface="楷体_GB2312" pitchFamily="49" charset="-122"/>
              </a:rPr>
              <a:t> 已知</a:t>
            </a:r>
          </a:p>
        </p:txBody>
      </p:sp>
      <p:sp>
        <p:nvSpPr>
          <p:cNvPr id="77832" name="矩形 77831"/>
          <p:cNvSpPr/>
          <p:nvPr/>
        </p:nvSpPr>
        <p:spPr>
          <a:xfrm>
            <a:off x="0" y="4591050"/>
            <a:ext cx="9885363" cy="74613"/>
          </a:xfrm>
          <a:prstGeom prst="rect">
            <a:avLst/>
          </a:prstGeom>
          <a:noFill/>
          <a:ln w="9525">
            <a:noFill/>
          </a:ln>
        </p:spPr>
        <p:txBody>
          <a:bodyPr/>
          <a:lstStyle/>
          <a:p>
            <a:endParaRPr lang="zh-CN" altLang="en-US"/>
          </a:p>
        </p:txBody>
      </p:sp>
      <p:graphicFrame>
        <p:nvGraphicFramePr>
          <p:cNvPr id="77837" name="对象 77836"/>
          <p:cNvGraphicFramePr/>
          <p:nvPr/>
        </p:nvGraphicFramePr>
        <p:xfrm>
          <a:off x="4505325" y="2349500"/>
          <a:ext cx="2362200" cy="519113"/>
        </p:xfrm>
        <a:graphic>
          <a:graphicData uri="http://schemas.openxmlformats.org/presentationml/2006/ole">
            <mc:AlternateContent xmlns:mc="http://schemas.openxmlformats.org/markup-compatibility/2006">
              <mc:Choice xmlns:v="urn:schemas-microsoft-com:vml" Requires="v">
                <p:oleObj r:id="rId6" imgW="1167765" imgH="254000" progId="Equation.DSMT4">
                  <p:embed/>
                </p:oleObj>
              </mc:Choice>
              <mc:Fallback>
                <p:oleObj r:id="rId6" imgW="1167765" imgH="254000" progId="Equation.DSMT4">
                  <p:embed/>
                  <p:pic>
                    <p:nvPicPr>
                      <p:cNvPr id="0" name="图片 3085"/>
                      <p:cNvPicPr/>
                      <p:nvPr/>
                    </p:nvPicPr>
                    <p:blipFill>
                      <a:blip r:embed="rId7"/>
                      <a:stretch>
                        <a:fillRect/>
                      </a:stretch>
                    </p:blipFill>
                    <p:spPr>
                      <a:xfrm>
                        <a:off x="4505325" y="2349500"/>
                        <a:ext cx="2362200" cy="519113"/>
                      </a:xfrm>
                      <a:prstGeom prst="rect">
                        <a:avLst/>
                      </a:prstGeom>
                      <a:noFill/>
                      <a:ln w="38100">
                        <a:noFill/>
                        <a:miter/>
                      </a:ln>
                    </p:spPr>
                  </p:pic>
                </p:oleObj>
              </mc:Fallback>
            </mc:AlternateContent>
          </a:graphicData>
        </a:graphic>
      </p:graphicFrame>
      <p:sp>
        <p:nvSpPr>
          <p:cNvPr id="77840" name="矩形 77839"/>
          <p:cNvSpPr/>
          <p:nvPr/>
        </p:nvSpPr>
        <p:spPr>
          <a:xfrm>
            <a:off x="57150" y="2349500"/>
            <a:ext cx="3028950" cy="519113"/>
          </a:xfrm>
          <a:prstGeom prst="rect">
            <a:avLst/>
          </a:prstGeom>
          <a:noFill/>
          <a:ln w="9525">
            <a:noFill/>
          </a:ln>
        </p:spPr>
        <p:txBody>
          <a:bodyPr wrap="none" anchor="ctr" anchorCtr="0">
            <a:spAutoFit/>
          </a:bodyPr>
          <a:lstStyle/>
          <a:p>
            <a:pPr algn="l">
              <a:buNone/>
            </a:pPr>
            <a:r>
              <a:rPr lang="zh-CN" altLang="en-US" b="1" dirty="0">
                <a:solidFill>
                  <a:schemeClr val="tx1"/>
                </a:solidFill>
                <a:latin typeface="Times New Roman" panose="02020603050405020304" pitchFamily="18" charset="0"/>
                <a:ea typeface="楷体_GB2312" pitchFamily="49" charset="-122"/>
              </a:rPr>
              <a:t>解：仅用初等行变</a:t>
            </a:r>
            <a:endParaRPr lang="zh-CN" altLang="en-US" b="1" dirty="0">
              <a:solidFill>
                <a:schemeClr val="tx1"/>
              </a:solidFill>
              <a:latin typeface="Arial" panose="020B0604020202020204" pitchFamily="34" charset="0"/>
              <a:ea typeface="楷体_GB2312" pitchFamily="49" charset="-122"/>
            </a:endParaRPr>
          </a:p>
        </p:txBody>
      </p:sp>
      <p:sp>
        <p:nvSpPr>
          <p:cNvPr id="77841" name="矩形 77840"/>
          <p:cNvSpPr/>
          <p:nvPr/>
        </p:nvSpPr>
        <p:spPr>
          <a:xfrm>
            <a:off x="6791325" y="2349500"/>
            <a:ext cx="2317750" cy="519113"/>
          </a:xfrm>
          <a:prstGeom prst="rect">
            <a:avLst/>
          </a:prstGeom>
          <a:noFill/>
          <a:ln w="9525">
            <a:noFill/>
          </a:ln>
        </p:spPr>
        <p:txBody>
          <a:bodyPr wrap="none" anchor="ctr" anchorCtr="0">
            <a:spAutoFit/>
          </a:bodyPr>
          <a:lstStyle/>
          <a:p>
            <a:pPr algn="l">
              <a:buNone/>
            </a:pPr>
            <a:r>
              <a:rPr lang="zh-CN" altLang="en-US" b="1" dirty="0">
                <a:solidFill>
                  <a:schemeClr val="tx1"/>
                </a:solidFill>
                <a:latin typeface="Times New Roman" panose="02020603050405020304" pitchFamily="18" charset="0"/>
                <a:ea typeface="楷体_GB2312" pitchFamily="49" charset="-122"/>
              </a:rPr>
              <a:t>化为阶梯形。</a:t>
            </a:r>
            <a:endParaRPr lang="zh-CN" altLang="en-US" b="1" dirty="0">
              <a:solidFill>
                <a:schemeClr val="tx1"/>
              </a:solidFill>
              <a:latin typeface="Arial" panose="020B0604020202020204" pitchFamily="34" charset="0"/>
              <a:ea typeface="楷体_GB2312" pitchFamily="49" charset="-122"/>
            </a:endParaRPr>
          </a:p>
        </p:txBody>
      </p:sp>
      <p:sp>
        <p:nvSpPr>
          <p:cNvPr id="77842" name="文本框 77841"/>
          <p:cNvSpPr txBox="1"/>
          <p:nvPr/>
        </p:nvSpPr>
        <p:spPr>
          <a:xfrm>
            <a:off x="2905125" y="2363788"/>
            <a:ext cx="1676400" cy="519112"/>
          </a:xfrm>
          <a:prstGeom prst="rect">
            <a:avLst/>
          </a:prstGeom>
          <a:noFill/>
          <a:ln w="9525">
            <a:noFill/>
          </a:ln>
        </p:spPr>
        <p:txBody>
          <a:bodyPr>
            <a:spAutoFit/>
          </a:bodyPr>
          <a:lstStyle/>
          <a:p>
            <a:pPr algn="l"/>
            <a:r>
              <a:rPr lang="zh-CN" altLang="en-US" b="1" dirty="0">
                <a:solidFill>
                  <a:schemeClr val="tx1"/>
                </a:solidFill>
                <a:latin typeface="Arial" panose="020B0604020202020204" pitchFamily="34" charset="0"/>
                <a:ea typeface="楷体_GB2312" pitchFamily="49" charset="-122"/>
              </a:rPr>
              <a:t>换把矩阵</a:t>
            </a:r>
            <a:endParaRPr lang="zh-CN" altLang="en-US" dirty="0">
              <a:solidFill>
                <a:schemeClr val="tx1"/>
              </a:solidFill>
              <a:latin typeface="Arial" panose="020B0604020202020204" pitchFamily="34" charset="0"/>
              <a:ea typeface="楷体_GB2312" pitchFamily="49" charset="-122"/>
            </a:endParaRPr>
          </a:p>
        </p:txBody>
      </p:sp>
      <p:graphicFrame>
        <p:nvGraphicFramePr>
          <p:cNvPr id="77843" name="对象 77842"/>
          <p:cNvGraphicFramePr/>
          <p:nvPr/>
        </p:nvGraphicFramePr>
        <p:xfrm>
          <a:off x="0" y="3762375"/>
          <a:ext cx="3048000" cy="603250"/>
        </p:xfrm>
        <a:graphic>
          <a:graphicData uri="http://schemas.openxmlformats.org/presentationml/2006/ole">
            <mc:AlternateContent xmlns:mc="http://schemas.openxmlformats.org/markup-compatibility/2006">
              <mc:Choice xmlns:v="urn:schemas-microsoft-com:vml" Requires="v">
                <p:oleObj r:id="rId8" imgW="1294130" imgH="254000" progId="Equation.DSMT4">
                  <p:embed/>
                </p:oleObj>
              </mc:Choice>
              <mc:Fallback>
                <p:oleObj r:id="rId8" imgW="1294130" imgH="254000" progId="Equation.DSMT4">
                  <p:embed/>
                  <p:pic>
                    <p:nvPicPr>
                      <p:cNvPr id="0" name="图片 3090"/>
                      <p:cNvPicPr/>
                      <p:nvPr/>
                    </p:nvPicPr>
                    <p:blipFill>
                      <a:blip r:embed="rId9"/>
                      <a:stretch>
                        <a:fillRect/>
                      </a:stretch>
                    </p:blipFill>
                    <p:spPr>
                      <a:xfrm>
                        <a:off x="0" y="3762375"/>
                        <a:ext cx="3048000" cy="603250"/>
                      </a:xfrm>
                      <a:prstGeom prst="rect">
                        <a:avLst/>
                      </a:prstGeom>
                      <a:noFill/>
                      <a:ln w="38100">
                        <a:noFill/>
                        <a:miter/>
                      </a:ln>
                    </p:spPr>
                  </p:pic>
                </p:oleObj>
              </mc:Fallback>
            </mc:AlternateContent>
          </a:graphicData>
        </a:graphic>
      </p:graphicFrame>
      <p:graphicFrame>
        <p:nvGraphicFramePr>
          <p:cNvPr id="77844" name="对象 77843"/>
          <p:cNvGraphicFramePr/>
          <p:nvPr/>
        </p:nvGraphicFramePr>
        <p:xfrm>
          <a:off x="3139123" y="3067686"/>
          <a:ext cx="2094230" cy="1910080"/>
        </p:xfrm>
        <a:graphic>
          <a:graphicData uri="http://schemas.openxmlformats.org/presentationml/2006/ole">
            <mc:AlternateContent xmlns:mc="http://schemas.openxmlformats.org/markup-compatibility/2006">
              <mc:Choice xmlns:v="urn:schemas-microsoft-com:vml" Requires="v">
                <p:oleObj r:id="rId10" imgW="1002665" imgH="914400" progId="Equation.DSMT4">
                  <p:embed/>
                </p:oleObj>
              </mc:Choice>
              <mc:Fallback>
                <p:oleObj r:id="rId10" imgW="1002665" imgH="914400" progId="Equation.DSMT4">
                  <p:embed/>
                  <p:pic>
                    <p:nvPicPr>
                      <p:cNvPr id="0" name="图片 3091"/>
                      <p:cNvPicPr/>
                      <p:nvPr/>
                    </p:nvPicPr>
                    <p:blipFill>
                      <a:blip r:embed="rId11"/>
                      <a:stretch>
                        <a:fillRect/>
                      </a:stretch>
                    </p:blipFill>
                    <p:spPr>
                      <a:xfrm>
                        <a:off x="3139123" y="3067686"/>
                        <a:ext cx="2094230" cy="1910080"/>
                      </a:xfrm>
                      <a:prstGeom prst="rect">
                        <a:avLst/>
                      </a:prstGeom>
                      <a:noFill/>
                      <a:ln w="38100">
                        <a:noFill/>
                        <a:miter/>
                      </a:ln>
                    </p:spPr>
                  </p:pic>
                </p:oleObj>
              </mc:Fallback>
            </mc:AlternateContent>
          </a:graphicData>
        </a:graphic>
      </p:graphicFrame>
      <p:graphicFrame>
        <p:nvGraphicFramePr>
          <p:cNvPr id="77845" name="对象 77844"/>
          <p:cNvGraphicFramePr/>
          <p:nvPr/>
        </p:nvGraphicFramePr>
        <p:xfrm>
          <a:off x="5219700" y="3716338"/>
          <a:ext cx="944563" cy="576262"/>
        </p:xfrm>
        <a:graphic>
          <a:graphicData uri="http://schemas.openxmlformats.org/presentationml/2006/ole">
            <mc:AlternateContent xmlns:mc="http://schemas.openxmlformats.org/markup-compatibility/2006">
              <mc:Choice xmlns:v="urn:schemas-microsoft-com:vml" Requires="v">
                <p:oleObj r:id="rId12" imgW="393700" imgH="241300" progId="Equation.DSMT4">
                  <p:embed/>
                </p:oleObj>
              </mc:Choice>
              <mc:Fallback>
                <p:oleObj r:id="rId12" imgW="393700" imgH="241300" progId="Equation.DSMT4">
                  <p:embed/>
                  <p:pic>
                    <p:nvPicPr>
                      <p:cNvPr id="0" name="图片 3093"/>
                      <p:cNvPicPr/>
                      <p:nvPr/>
                    </p:nvPicPr>
                    <p:blipFill>
                      <a:blip r:embed="rId13"/>
                      <a:stretch>
                        <a:fillRect/>
                      </a:stretch>
                    </p:blipFill>
                    <p:spPr>
                      <a:xfrm>
                        <a:off x="5219700" y="3716338"/>
                        <a:ext cx="944563" cy="576262"/>
                      </a:xfrm>
                      <a:prstGeom prst="rect">
                        <a:avLst/>
                      </a:prstGeom>
                      <a:noFill/>
                      <a:ln w="38100">
                        <a:noFill/>
                        <a:miter/>
                      </a:ln>
                    </p:spPr>
                  </p:pic>
                </p:oleObj>
              </mc:Fallback>
            </mc:AlternateContent>
          </a:graphicData>
        </a:graphic>
      </p:graphicFrame>
      <p:graphicFrame>
        <p:nvGraphicFramePr>
          <p:cNvPr id="77848" name="对象 77847"/>
          <p:cNvGraphicFramePr/>
          <p:nvPr/>
        </p:nvGraphicFramePr>
        <p:xfrm>
          <a:off x="6141403" y="2708275"/>
          <a:ext cx="2153920" cy="2927350"/>
        </p:xfrm>
        <a:graphic>
          <a:graphicData uri="http://schemas.openxmlformats.org/presentationml/2006/ole">
            <mc:AlternateContent xmlns:mc="http://schemas.openxmlformats.org/markup-compatibility/2006">
              <mc:Choice xmlns:v="urn:schemas-microsoft-com:vml" Requires="v">
                <p:oleObj r:id="rId14" imgW="952500" imgH="1295400" progId="Equation.DSMT4">
                  <p:embed/>
                </p:oleObj>
              </mc:Choice>
              <mc:Fallback>
                <p:oleObj r:id="rId14" imgW="952500" imgH="1295400" progId="Equation.DSMT4">
                  <p:embed/>
                  <p:pic>
                    <p:nvPicPr>
                      <p:cNvPr id="0" name="图片 3130"/>
                      <p:cNvPicPr/>
                      <p:nvPr/>
                    </p:nvPicPr>
                    <p:blipFill>
                      <a:blip r:embed="rId15"/>
                      <a:stretch>
                        <a:fillRect/>
                      </a:stretch>
                    </p:blipFill>
                    <p:spPr>
                      <a:xfrm>
                        <a:off x="6141403" y="2708275"/>
                        <a:ext cx="2153920" cy="2927350"/>
                      </a:xfrm>
                      <a:prstGeom prst="rect">
                        <a:avLst/>
                      </a:prstGeom>
                      <a:noFill/>
                      <a:ln w="38100">
                        <a:noFill/>
                        <a:miter/>
                      </a:ln>
                    </p:spPr>
                  </p:pic>
                </p:oleObj>
              </mc:Fallback>
            </mc:AlternateContent>
          </a:graphicData>
        </a:graphic>
      </p:graphicFrame>
      <p:graphicFrame>
        <p:nvGraphicFramePr>
          <p:cNvPr id="77851" name="对象 77850"/>
          <p:cNvGraphicFramePr/>
          <p:nvPr/>
        </p:nvGraphicFramePr>
        <p:xfrm>
          <a:off x="611188" y="5548313"/>
          <a:ext cx="1676400" cy="585787"/>
        </p:xfrm>
        <a:graphic>
          <a:graphicData uri="http://schemas.openxmlformats.org/presentationml/2006/ole">
            <mc:AlternateContent xmlns:mc="http://schemas.openxmlformats.org/markup-compatibility/2006">
              <mc:Choice xmlns:v="urn:schemas-microsoft-com:vml" Requires="v">
                <p:oleObj r:id="rId16" imgW="596900" imgH="228600" progId="Equation.DSMT4">
                  <p:embed/>
                </p:oleObj>
              </mc:Choice>
              <mc:Fallback>
                <p:oleObj r:id="rId16" imgW="596900" imgH="228600" progId="Equation.DSMT4">
                  <p:embed/>
                  <p:pic>
                    <p:nvPicPr>
                      <p:cNvPr id="0" name="图片 3128"/>
                      <p:cNvPicPr/>
                      <p:nvPr/>
                    </p:nvPicPr>
                    <p:blipFill>
                      <a:blip r:embed="rId17"/>
                      <a:stretch>
                        <a:fillRect/>
                      </a:stretch>
                    </p:blipFill>
                    <p:spPr>
                      <a:xfrm>
                        <a:off x="611188" y="5548313"/>
                        <a:ext cx="1676400" cy="585787"/>
                      </a:xfrm>
                      <a:prstGeom prst="rect">
                        <a:avLst/>
                      </a:prstGeom>
                      <a:noFill/>
                      <a:ln w="38100">
                        <a:noFill/>
                        <a:miter/>
                      </a:ln>
                    </p:spPr>
                  </p:pic>
                </p:oleObj>
              </mc:Fallback>
            </mc:AlternateContent>
          </a:graphicData>
        </a:graphic>
      </p:graphicFrame>
      <p:graphicFrame>
        <p:nvGraphicFramePr>
          <p:cNvPr id="77852" name="对象 77851"/>
          <p:cNvGraphicFramePr/>
          <p:nvPr/>
        </p:nvGraphicFramePr>
        <p:xfrm>
          <a:off x="2627313" y="5621338"/>
          <a:ext cx="1905000" cy="544512"/>
        </p:xfrm>
        <a:graphic>
          <a:graphicData uri="http://schemas.openxmlformats.org/presentationml/2006/ole">
            <mc:AlternateContent xmlns:mc="http://schemas.openxmlformats.org/markup-compatibility/2006">
              <mc:Choice xmlns:v="urn:schemas-microsoft-com:vml" Requires="v">
                <p:oleObj r:id="rId18" imgW="800100" imgH="228600" progId="Equation.DSMT4">
                  <p:embed/>
                </p:oleObj>
              </mc:Choice>
              <mc:Fallback>
                <p:oleObj r:id="rId18" imgW="800100" imgH="228600" progId="Equation.DSMT4">
                  <p:embed/>
                  <p:pic>
                    <p:nvPicPr>
                      <p:cNvPr id="0" name="图片 3129"/>
                      <p:cNvPicPr/>
                      <p:nvPr/>
                    </p:nvPicPr>
                    <p:blipFill>
                      <a:blip r:embed="rId19"/>
                      <a:stretch>
                        <a:fillRect/>
                      </a:stretch>
                    </p:blipFill>
                    <p:spPr>
                      <a:xfrm>
                        <a:off x="2627313" y="5621338"/>
                        <a:ext cx="1905000" cy="544512"/>
                      </a:xfrm>
                      <a:prstGeom prst="rect">
                        <a:avLst/>
                      </a:prstGeom>
                      <a:noFill/>
                      <a:ln w="38100">
                        <a:noFill/>
                        <a:miter/>
                      </a:ln>
                    </p:spPr>
                  </p:pic>
                </p:oleObj>
              </mc:Fallback>
            </mc:AlternateContent>
          </a:graphicData>
        </a:graphic>
      </p:graphicFrame>
      <p:sp>
        <p:nvSpPr>
          <p:cNvPr id="77854" name="矩形 77853"/>
          <p:cNvSpPr/>
          <p:nvPr/>
        </p:nvSpPr>
        <p:spPr>
          <a:xfrm>
            <a:off x="2166938" y="5638800"/>
            <a:ext cx="539750" cy="519113"/>
          </a:xfrm>
          <a:prstGeom prst="rect">
            <a:avLst/>
          </a:prstGeom>
          <a:noFill/>
          <a:ln w="9525">
            <a:noFill/>
          </a:ln>
        </p:spPr>
        <p:txBody>
          <a:bodyPr wrap="none" anchor="ctr" anchorCtr="0">
            <a:spAutoFit/>
          </a:bodyPr>
          <a:lstStyle/>
          <a:p>
            <a:pPr algn="l">
              <a:buNone/>
            </a:pPr>
            <a:r>
              <a:rPr lang="zh-CN" altLang="en-US" b="1" dirty="0">
                <a:solidFill>
                  <a:schemeClr val="tx1"/>
                </a:solidFill>
                <a:latin typeface="Times New Roman" panose="02020603050405020304" pitchFamily="18" charset="0"/>
                <a:ea typeface="楷体_GB2312" pitchFamily="49" charset="-122"/>
              </a:rPr>
              <a:t>是</a:t>
            </a:r>
            <a:endParaRPr lang="zh-CN" altLang="en-US" b="1" dirty="0">
              <a:solidFill>
                <a:schemeClr val="tx1"/>
              </a:solidFill>
              <a:latin typeface="Arial" panose="020B0604020202020204" pitchFamily="34" charset="0"/>
              <a:ea typeface="楷体_GB2312" pitchFamily="49" charset="-122"/>
            </a:endParaRPr>
          </a:p>
        </p:txBody>
      </p:sp>
      <p:sp>
        <p:nvSpPr>
          <p:cNvPr id="77855" name="矩形 77854"/>
          <p:cNvSpPr/>
          <p:nvPr/>
        </p:nvSpPr>
        <p:spPr>
          <a:xfrm>
            <a:off x="4487863" y="5638800"/>
            <a:ext cx="3927475" cy="519113"/>
          </a:xfrm>
          <a:prstGeom prst="rect">
            <a:avLst/>
          </a:prstGeom>
          <a:noFill/>
          <a:ln w="9525">
            <a:noFill/>
          </a:ln>
        </p:spPr>
        <p:txBody>
          <a:bodyPr wrap="none" anchor="ctr" anchorCtr="0">
            <a:spAutoFit/>
          </a:bodyPr>
          <a:lstStyle/>
          <a:p>
            <a:pPr algn="l">
              <a:buNone/>
            </a:pPr>
            <a:r>
              <a:rPr lang="zh-CN" altLang="en-US" b="1" dirty="0">
                <a:solidFill>
                  <a:schemeClr val="tx1"/>
                </a:solidFill>
                <a:latin typeface="Times New Roman" panose="02020603050405020304" pitchFamily="18" charset="0"/>
                <a:ea typeface="楷体_GB2312" pitchFamily="49" charset="-122"/>
              </a:rPr>
              <a:t>的一个极大线性无关组</a:t>
            </a:r>
            <a:r>
              <a:rPr lang="en-US" altLang="zh-CN" b="1">
                <a:solidFill>
                  <a:schemeClr val="tx1"/>
                </a:solidFill>
                <a:latin typeface="Times New Roman" panose="02020603050405020304" pitchFamily="18" charset="0"/>
                <a:ea typeface="楷体_GB2312" pitchFamily="49" charset="-122"/>
              </a:rPr>
              <a:t>.</a:t>
            </a:r>
            <a:r>
              <a:rPr lang="en-US" altLang="zh-CN">
                <a:solidFill>
                  <a:schemeClr val="tx1"/>
                </a:solidFill>
                <a:latin typeface="Arial" panose="020B0604020202020204" pitchFamily="34" charset="0"/>
                <a:ea typeface="楷体_GB2312" pitchFamily="49" charset="-122"/>
              </a:rPr>
              <a:t> </a:t>
            </a:r>
          </a:p>
        </p:txBody>
      </p:sp>
      <p:graphicFrame>
        <p:nvGraphicFramePr>
          <p:cNvPr id="77857" name="对象 77856"/>
          <p:cNvGraphicFramePr/>
          <p:nvPr/>
        </p:nvGraphicFramePr>
        <p:xfrm>
          <a:off x="611188" y="5084763"/>
          <a:ext cx="3235325" cy="544512"/>
        </p:xfrm>
        <a:graphic>
          <a:graphicData uri="http://schemas.openxmlformats.org/presentationml/2006/ole">
            <mc:AlternateContent xmlns:mc="http://schemas.openxmlformats.org/markup-compatibility/2006">
              <mc:Choice xmlns:v="urn:schemas-microsoft-com:vml" Requires="v">
                <p:oleObj r:id="rId20" imgW="1358900" imgH="228600" progId="Equation.DSMT4">
                  <p:embed/>
                </p:oleObj>
              </mc:Choice>
              <mc:Fallback>
                <p:oleObj r:id="rId20" imgW="1358900" imgH="228600" progId="Equation.DSMT4">
                  <p:embed/>
                  <p:pic>
                    <p:nvPicPr>
                      <p:cNvPr id="0" name="图片 3131"/>
                      <p:cNvPicPr/>
                      <p:nvPr/>
                    </p:nvPicPr>
                    <p:blipFill>
                      <a:blip r:embed="rId21"/>
                      <a:stretch>
                        <a:fillRect/>
                      </a:stretch>
                    </p:blipFill>
                    <p:spPr>
                      <a:xfrm>
                        <a:off x="611188" y="5084763"/>
                        <a:ext cx="3235325" cy="544512"/>
                      </a:xfrm>
                      <a:prstGeom prst="rect">
                        <a:avLst/>
                      </a:prstGeom>
                      <a:noFill/>
                      <a:ln w="38100">
                        <a:noFill/>
                        <a:miter/>
                      </a:ln>
                    </p:spPr>
                  </p:pic>
                </p:oleObj>
              </mc:Fallback>
            </mc:AlternateContent>
          </a:graphicData>
        </a:graphic>
      </p:graphicFrame>
      <p:graphicFrame>
        <p:nvGraphicFramePr>
          <p:cNvPr id="77858" name="对象 77857"/>
          <p:cNvGraphicFramePr/>
          <p:nvPr/>
        </p:nvGraphicFramePr>
        <p:xfrm>
          <a:off x="631825" y="5949950"/>
          <a:ext cx="2873375" cy="936625"/>
        </p:xfrm>
        <a:graphic>
          <a:graphicData uri="http://schemas.openxmlformats.org/presentationml/2006/ole">
            <mc:AlternateContent xmlns:mc="http://schemas.openxmlformats.org/markup-compatibility/2006">
              <mc:Choice xmlns:v="urn:schemas-microsoft-com:vml" Requires="v">
                <p:oleObj r:id="rId22" imgW="1205865" imgH="393700" progId="Equation.DSMT4">
                  <p:embed/>
                </p:oleObj>
              </mc:Choice>
              <mc:Fallback>
                <p:oleObj r:id="rId22" imgW="1205865" imgH="393700" progId="Equation.DSMT4">
                  <p:embed/>
                  <p:pic>
                    <p:nvPicPr>
                      <p:cNvPr id="0" name="图片 3127"/>
                      <p:cNvPicPr/>
                      <p:nvPr/>
                    </p:nvPicPr>
                    <p:blipFill>
                      <a:blip r:embed="rId23"/>
                      <a:stretch>
                        <a:fillRect/>
                      </a:stretch>
                    </p:blipFill>
                    <p:spPr>
                      <a:xfrm>
                        <a:off x="631825" y="5949950"/>
                        <a:ext cx="2873375" cy="936625"/>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831"/>
                                        </p:tgtEl>
                                        <p:attrNameLst>
                                          <p:attrName>style.visibility</p:attrName>
                                        </p:attrNameLst>
                                      </p:cBhvr>
                                      <p:to>
                                        <p:strVal val="visible"/>
                                      </p:to>
                                    </p:set>
                                    <p:animEffect transition="in" filter="wipe(left)">
                                      <p:cBhvr>
                                        <p:cTn id="7" dur="500"/>
                                        <p:tgtEl>
                                          <p:spTgt spid="778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7826"/>
                                        </p:tgtEl>
                                        <p:attrNameLst>
                                          <p:attrName>style.visibility</p:attrName>
                                        </p:attrNameLst>
                                      </p:cBhvr>
                                      <p:to>
                                        <p:strVal val="visible"/>
                                      </p:to>
                                    </p:set>
                                    <p:animEffect transition="in" filter="wipe(left)">
                                      <p:cBhvr>
                                        <p:cTn id="12" dur="500"/>
                                        <p:tgtEl>
                                          <p:spTgt spid="778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7830"/>
                                        </p:tgtEl>
                                        <p:attrNameLst>
                                          <p:attrName>style.visibility</p:attrName>
                                        </p:attrNameLst>
                                      </p:cBhvr>
                                      <p:to>
                                        <p:strVal val="visible"/>
                                      </p:to>
                                    </p:set>
                                    <p:animEffect transition="in" filter="wipe(down)">
                                      <p:cBhvr>
                                        <p:cTn id="17" dur="500"/>
                                        <p:tgtEl>
                                          <p:spTgt spid="778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7840"/>
                                        </p:tgtEl>
                                        <p:attrNameLst>
                                          <p:attrName>style.visibility</p:attrName>
                                        </p:attrNameLst>
                                      </p:cBhvr>
                                      <p:to>
                                        <p:strVal val="visible"/>
                                      </p:to>
                                    </p:set>
                                    <p:animEffect transition="in" filter="wipe(down)">
                                      <p:cBhvr>
                                        <p:cTn id="22" dur="500"/>
                                        <p:tgtEl>
                                          <p:spTgt spid="778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7842"/>
                                        </p:tgtEl>
                                        <p:attrNameLst>
                                          <p:attrName>style.visibility</p:attrName>
                                        </p:attrNameLst>
                                      </p:cBhvr>
                                      <p:to>
                                        <p:strVal val="visible"/>
                                      </p:to>
                                    </p:set>
                                    <p:animEffect transition="in" filter="wipe(down)">
                                      <p:cBhvr>
                                        <p:cTn id="27" dur="500"/>
                                        <p:tgtEl>
                                          <p:spTgt spid="7784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77837"/>
                                        </p:tgtEl>
                                        <p:attrNameLst>
                                          <p:attrName>style.visibility</p:attrName>
                                        </p:attrNameLst>
                                      </p:cBhvr>
                                      <p:to>
                                        <p:strVal val="visible"/>
                                      </p:to>
                                    </p:set>
                                    <p:animEffect transition="in" filter="wipe(down)">
                                      <p:cBhvr>
                                        <p:cTn id="32" dur="500"/>
                                        <p:tgtEl>
                                          <p:spTgt spid="7783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784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7" presetClass="entr" presetSubtype="10" fill="hold" nodeType="clickEffect">
                                  <p:stCondLst>
                                    <p:cond delay="0"/>
                                  </p:stCondLst>
                                  <p:childTnLst>
                                    <p:set>
                                      <p:cBhvr>
                                        <p:cTn id="40" dur="1" fill="hold">
                                          <p:stCondLst>
                                            <p:cond delay="0"/>
                                          </p:stCondLst>
                                        </p:cTn>
                                        <p:tgtEl>
                                          <p:spTgt spid="77843"/>
                                        </p:tgtEl>
                                        <p:attrNameLst>
                                          <p:attrName>style.visibility</p:attrName>
                                        </p:attrNameLst>
                                      </p:cBhvr>
                                      <p:to>
                                        <p:strVal val="visible"/>
                                      </p:to>
                                    </p:set>
                                    <p:anim calcmode="lin" valueType="num">
                                      <p:cBhvr>
                                        <p:cTn id="41" dur="500" fill="hold"/>
                                        <p:tgtEl>
                                          <p:spTgt spid="77843"/>
                                        </p:tgtEl>
                                        <p:attrNameLst>
                                          <p:attrName>ppt_w</p:attrName>
                                        </p:attrNameLst>
                                      </p:cBhvr>
                                      <p:tavLst>
                                        <p:tav tm="0">
                                          <p:val>
                                            <p:fltVal val="0"/>
                                          </p:val>
                                        </p:tav>
                                        <p:tav tm="100000">
                                          <p:val>
                                            <p:strVal val="#ppt_w"/>
                                          </p:val>
                                        </p:tav>
                                      </p:tavLst>
                                    </p:anim>
                                    <p:anim calcmode="lin" valueType="num">
                                      <p:cBhvr>
                                        <p:cTn id="42" dur="500" fill="hold"/>
                                        <p:tgtEl>
                                          <p:spTgt spid="77843"/>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10" fill="hold" nodeType="clickEffect">
                                  <p:stCondLst>
                                    <p:cond delay="0"/>
                                  </p:stCondLst>
                                  <p:childTnLst>
                                    <p:set>
                                      <p:cBhvr>
                                        <p:cTn id="46" dur="1" fill="hold">
                                          <p:stCondLst>
                                            <p:cond delay="0"/>
                                          </p:stCondLst>
                                        </p:cTn>
                                        <p:tgtEl>
                                          <p:spTgt spid="77844"/>
                                        </p:tgtEl>
                                        <p:attrNameLst>
                                          <p:attrName>style.visibility</p:attrName>
                                        </p:attrNameLst>
                                      </p:cBhvr>
                                      <p:to>
                                        <p:strVal val="visible"/>
                                      </p:to>
                                    </p:set>
                                    <p:anim calcmode="lin" valueType="num">
                                      <p:cBhvr>
                                        <p:cTn id="47" dur="500" fill="hold"/>
                                        <p:tgtEl>
                                          <p:spTgt spid="77844"/>
                                        </p:tgtEl>
                                        <p:attrNameLst>
                                          <p:attrName>ppt_w</p:attrName>
                                        </p:attrNameLst>
                                      </p:cBhvr>
                                      <p:tavLst>
                                        <p:tav tm="0">
                                          <p:val>
                                            <p:fltVal val="0"/>
                                          </p:val>
                                        </p:tav>
                                        <p:tav tm="100000">
                                          <p:val>
                                            <p:strVal val="#ppt_w"/>
                                          </p:val>
                                        </p:tav>
                                      </p:tavLst>
                                    </p:anim>
                                    <p:anim calcmode="lin" valueType="num">
                                      <p:cBhvr>
                                        <p:cTn id="48" dur="500" fill="hold"/>
                                        <p:tgtEl>
                                          <p:spTgt spid="77844"/>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10" fill="hold" nodeType="clickEffect">
                                  <p:stCondLst>
                                    <p:cond delay="0"/>
                                  </p:stCondLst>
                                  <p:childTnLst>
                                    <p:set>
                                      <p:cBhvr>
                                        <p:cTn id="52" dur="1" fill="hold">
                                          <p:stCondLst>
                                            <p:cond delay="0"/>
                                          </p:stCondLst>
                                        </p:cTn>
                                        <p:tgtEl>
                                          <p:spTgt spid="77845"/>
                                        </p:tgtEl>
                                        <p:attrNameLst>
                                          <p:attrName>style.visibility</p:attrName>
                                        </p:attrNameLst>
                                      </p:cBhvr>
                                      <p:to>
                                        <p:strVal val="visible"/>
                                      </p:to>
                                    </p:set>
                                    <p:anim calcmode="lin" valueType="num">
                                      <p:cBhvr>
                                        <p:cTn id="53" dur="500" fill="hold"/>
                                        <p:tgtEl>
                                          <p:spTgt spid="77845"/>
                                        </p:tgtEl>
                                        <p:attrNameLst>
                                          <p:attrName>ppt_w</p:attrName>
                                        </p:attrNameLst>
                                      </p:cBhvr>
                                      <p:tavLst>
                                        <p:tav tm="0">
                                          <p:val>
                                            <p:fltVal val="0"/>
                                          </p:val>
                                        </p:tav>
                                        <p:tav tm="100000">
                                          <p:val>
                                            <p:strVal val="#ppt_w"/>
                                          </p:val>
                                        </p:tav>
                                      </p:tavLst>
                                    </p:anim>
                                    <p:anim calcmode="lin" valueType="num">
                                      <p:cBhvr>
                                        <p:cTn id="54" dur="500" fill="hold"/>
                                        <p:tgtEl>
                                          <p:spTgt spid="77845"/>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7" presetClass="entr" presetSubtype="10" fill="hold" nodeType="clickEffect">
                                  <p:stCondLst>
                                    <p:cond delay="0"/>
                                  </p:stCondLst>
                                  <p:childTnLst>
                                    <p:set>
                                      <p:cBhvr>
                                        <p:cTn id="58" dur="1" fill="hold">
                                          <p:stCondLst>
                                            <p:cond delay="0"/>
                                          </p:stCondLst>
                                        </p:cTn>
                                        <p:tgtEl>
                                          <p:spTgt spid="77848"/>
                                        </p:tgtEl>
                                        <p:attrNameLst>
                                          <p:attrName>style.visibility</p:attrName>
                                        </p:attrNameLst>
                                      </p:cBhvr>
                                      <p:to>
                                        <p:strVal val="visible"/>
                                      </p:to>
                                    </p:set>
                                    <p:anim calcmode="lin" valueType="num">
                                      <p:cBhvr>
                                        <p:cTn id="59" dur="500" fill="hold"/>
                                        <p:tgtEl>
                                          <p:spTgt spid="77848"/>
                                        </p:tgtEl>
                                        <p:attrNameLst>
                                          <p:attrName>ppt_w</p:attrName>
                                        </p:attrNameLst>
                                      </p:cBhvr>
                                      <p:tavLst>
                                        <p:tav tm="0">
                                          <p:val>
                                            <p:fltVal val="0"/>
                                          </p:val>
                                        </p:tav>
                                        <p:tav tm="100000">
                                          <p:val>
                                            <p:strVal val="#ppt_w"/>
                                          </p:val>
                                        </p:tav>
                                      </p:tavLst>
                                    </p:anim>
                                    <p:anim calcmode="lin" valueType="num">
                                      <p:cBhvr>
                                        <p:cTn id="60" dur="500" fill="hold"/>
                                        <p:tgtEl>
                                          <p:spTgt spid="77848"/>
                                        </p:tgtEl>
                                        <p:attrNameLst>
                                          <p:attrName>ppt_h</p:attrName>
                                        </p:attrNameLst>
                                      </p:cBhvr>
                                      <p:tavLst>
                                        <p:tav tm="0">
                                          <p:val>
                                            <p:strVal val="#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77857"/>
                                        </p:tgtEl>
                                        <p:attrNameLst>
                                          <p:attrName>style.visibility</p:attrName>
                                        </p:attrNameLst>
                                      </p:cBhvr>
                                      <p:to>
                                        <p:strVal val="visible"/>
                                      </p:to>
                                    </p:set>
                                    <p:animEffect transition="in" filter="wipe(left)">
                                      <p:cBhvr>
                                        <p:cTn id="65" dur="500"/>
                                        <p:tgtEl>
                                          <p:spTgt spid="77857"/>
                                        </p:tgtEl>
                                      </p:cBhvr>
                                    </p:animEffect>
                                  </p:childTnLst>
                                </p:cTn>
                              </p:par>
                            </p:childTnLst>
                          </p:cTn>
                        </p:par>
                      </p:childTnLst>
                    </p:cTn>
                  </p:par>
                  <p:par>
                    <p:cTn id="66" fill="hold">
                      <p:stCondLst>
                        <p:cond delay="indefinite"/>
                      </p:stCondLst>
                      <p:childTnLst>
                        <p:par>
                          <p:cTn id="67" fill="hold">
                            <p:stCondLst>
                              <p:cond delay="0"/>
                            </p:stCondLst>
                            <p:childTnLst>
                              <p:par>
                                <p:cTn id="68" presetID="26" presetClass="entr" presetSubtype="0" fill="hold" nodeType="clickEffect">
                                  <p:stCondLst>
                                    <p:cond delay="0"/>
                                  </p:stCondLst>
                                  <p:childTnLst>
                                    <p:set>
                                      <p:cBhvr>
                                        <p:cTn id="69" dur="1" fill="hold">
                                          <p:stCondLst>
                                            <p:cond delay="0"/>
                                          </p:stCondLst>
                                        </p:cTn>
                                        <p:tgtEl>
                                          <p:spTgt spid="77851"/>
                                        </p:tgtEl>
                                        <p:attrNameLst>
                                          <p:attrName>style.visibility</p:attrName>
                                        </p:attrNameLst>
                                      </p:cBhvr>
                                      <p:to>
                                        <p:strVal val="visible"/>
                                      </p:to>
                                    </p:set>
                                    <p:animEffect transition="in" filter="wipe(down)">
                                      <p:cBhvr>
                                        <p:cTn id="70" dur="580">
                                          <p:stCondLst>
                                            <p:cond delay="0"/>
                                          </p:stCondLst>
                                        </p:cTn>
                                        <p:tgtEl>
                                          <p:spTgt spid="77851"/>
                                        </p:tgtEl>
                                      </p:cBhvr>
                                    </p:animEffect>
                                    <p:anim calcmode="lin" valueType="num">
                                      <p:cBhvr>
                                        <p:cTn id="71" dur="1822" tmFilter="0,0; 0.14,0.36; 0.43,0.73; 0.71,0.91; 1.0,1.0">
                                          <p:stCondLst>
                                            <p:cond delay="0"/>
                                          </p:stCondLst>
                                        </p:cTn>
                                        <p:tgtEl>
                                          <p:spTgt spid="77851"/>
                                        </p:tgtEl>
                                        <p:attrNameLst>
                                          <p:attrName>ppt_x</p:attrName>
                                        </p:attrNameLst>
                                      </p:cBhvr>
                                      <p:tavLst>
                                        <p:tav tm="0">
                                          <p:val>
                                            <p:strVal val="#ppt_x-0.25"/>
                                          </p:val>
                                        </p:tav>
                                        <p:tav tm="100000">
                                          <p:val>
                                            <p:strVal val="#ppt_x"/>
                                          </p:val>
                                        </p:tav>
                                      </p:tavLst>
                                    </p:anim>
                                    <p:anim calcmode="lin" valueType="num">
                                      <p:cBhvr>
                                        <p:cTn id="72" dur="664" tmFilter="0.0,0.0; 0.25,0.07; 0.50,0.2; 0.75,0.467; 1.0,1.0">
                                          <p:stCondLst>
                                            <p:cond delay="0"/>
                                          </p:stCondLst>
                                        </p:cTn>
                                        <p:tgtEl>
                                          <p:spTgt spid="77851"/>
                                        </p:tgtEl>
                                        <p:attrNameLst>
                                          <p:attrName>ppt_y</p:attrName>
                                        </p:attrNameLst>
                                      </p:cBhvr>
                                      <p:tavLst>
                                        <p:tav tm="0" fmla="#ppt_y-sin(pi*$)/3">
                                          <p:val>
                                            <p:fltVal val="0.5"/>
                                          </p:val>
                                        </p:tav>
                                        <p:tav tm="100000">
                                          <p:val>
                                            <p:fltVal val="1"/>
                                          </p:val>
                                        </p:tav>
                                      </p:tavLst>
                                    </p:anim>
                                    <p:anim calcmode="lin" valueType="num">
                                      <p:cBhvr>
                                        <p:cTn id="73" dur="664" tmFilter="0, 0; 0.125,0.2665; 0.25,0.4; 0.375,0.465; 0.5,0.5;  0.625,0.535; 0.75,0.6; 0.875,0.7335; 1,1">
                                          <p:stCondLst>
                                            <p:cond delay="664"/>
                                          </p:stCondLst>
                                        </p:cTn>
                                        <p:tgtEl>
                                          <p:spTgt spid="77851"/>
                                        </p:tgtEl>
                                        <p:attrNameLst>
                                          <p:attrName>ppt_y</p:attrName>
                                        </p:attrNameLst>
                                      </p:cBhvr>
                                      <p:tavLst>
                                        <p:tav tm="0" fmla="#ppt_y-sin(pi*$)/9">
                                          <p:val>
                                            <p:fltVal val="0"/>
                                          </p:val>
                                        </p:tav>
                                        <p:tav tm="100000">
                                          <p:val>
                                            <p:fltVal val="1"/>
                                          </p:val>
                                        </p:tav>
                                      </p:tavLst>
                                    </p:anim>
                                    <p:anim calcmode="lin" valueType="num">
                                      <p:cBhvr>
                                        <p:cTn id="74" dur="332" tmFilter="0, 0; 0.125,0.2665; 0.25,0.4; 0.375,0.465; 0.5,0.5;  0.625,0.535; 0.75,0.6; 0.875,0.7335; 1,1">
                                          <p:stCondLst>
                                            <p:cond delay="1324"/>
                                          </p:stCondLst>
                                        </p:cTn>
                                        <p:tgtEl>
                                          <p:spTgt spid="77851"/>
                                        </p:tgtEl>
                                        <p:attrNameLst>
                                          <p:attrName>ppt_y</p:attrName>
                                        </p:attrNameLst>
                                      </p:cBhvr>
                                      <p:tavLst>
                                        <p:tav tm="0" fmla="#ppt_y-sin(pi*$)/27">
                                          <p:val>
                                            <p:fltVal val="0"/>
                                          </p:val>
                                        </p:tav>
                                        <p:tav tm="100000">
                                          <p:val>
                                            <p:fltVal val="1"/>
                                          </p:val>
                                        </p:tav>
                                      </p:tavLst>
                                    </p:anim>
                                    <p:anim calcmode="lin" valueType="num">
                                      <p:cBhvr>
                                        <p:cTn id="75" dur="164" tmFilter="0, 0; 0.125,0.2665; 0.25,0.4; 0.375,0.465; 0.5,0.5;  0.625,0.535; 0.75,0.6; 0.875,0.7335; 1,1">
                                          <p:stCondLst>
                                            <p:cond delay="1656"/>
                                          </p:stCondLst>
                                        </p:cTn>
                                        <p:tgtEl>
                                          <p:spTgt spid="77851"/>
                                        </p:tgtEl>
                                        <p:attrNameLst>
                                          <p:attrName>ppt_y</p:attrName>
                                        </p:attrNameLst>
                                      </p:cBhvr>
                                      <p:tavLst>
                                        <p:tav tm="0" fmla="#ppt_y-sin(pi*$)/81">
                                          <p:val>
                                            <p:fltVal val="0"/>
                                          </p:val>
                                        </p:tav>
                                        <p:tav tm="100000">
                                          <p:val>
                                            <p:fltVal val="1"/>
                                          </p:val>
                                        </p:tav>
                                      </p:tavLst>
                                    </p:anim>
                                    <p:animScale>
                                      <p:cBhvr>
                                        <p:cTn id="76" dur="26">
                                          <p:stCondLst>
                                            <p:cond delay="650"/>
                                          </p:stCondLst>
                                        </p:cTn>
                                        <p:tgtEl>
                                          <p:spTgt spid="77851"/>
                                        </p:tgtEl>
                                      </p:cBhvr>
                                      <p:to x="100000" y="60000"/>
                                    </p:animScale>
                                    <p:animScale>
                                      <p:cBhvr>
                                        <p:cTn id="77" dur="166" decel="50000">
                                          <p:stCondLst>
                                            <p:cond delay="676"/>
                                          </p:stCondLst>
                                        </p:cTn>
                                        <p:tgtEl>
                                          <p:spTgt spid="77851"/>
                                        </p:tgtEl>
                                      </p:cBhvr>
                                      <p:to x="100000" y="100000"/>
                                    </p:animScale>
                                    <p:animScale>
                                      <p:cBhvr>
                                        <p:cTn id="78" dur="26">
                                          <p:stCondLst>
                                            <p:cond delay="1312"/>
                                          </p:stCondLst>
                                        </p:cTn>
                                        <p:tgtEl>
                                          <p:spTgt spid="77851"/>
                                        </p:tgtEl>
                                      </p:cBhvr>
                                      <p:to x="100000" y="80000"/>
                                    </p:animScale>
                                    <p:animScale>
                                      <p:cBhvr>
                                        <p:cTn id="79" dur="166" decel="50000">
                                          <p:stCondLst>
                                            <p:cond delay="1338"/>
                                          </p:stCondLst>
                                        </p:cTn>
                                        <p:tgtEl>
                                          <p:spTgt spid="77851"/>
                                        </p:tgtEl>
                                      </p:cBhvr>
                                      <p:to x="100000" y="100000"/>
                                    </p:animScale>
                                    <p:animScale>
                                      <p:cBhvr>
                                        <p:cTn id="80" dur="26">
                                          <p:stCondLst>
                                            <p:cond delay="1642"/>
                                          </p:stCondLst>
                                        </p:cTn>
                                        <p:tgtEl>
                                          <p:spTgt spid="77851"/>
                                        </p:tgtEl>
                                      </p:cBhvr>
                                      <p:to x="100000" y="90000"/>
                                    </p:animScale>
                                    <p:animScale>
                                      <p:cBhvr>
                                        <p:cTn id="81" dur="166" decel="50000">
                                          <p:stCondLst>
                                            <p:cond delay="1668"/>
                                          </p:stCondLst>
                                        </p:cTn>
                                        <p:tgtEl>
                                          <p:spTgt spid="77851"/>
                                        </p:tgtEl>
                                      </p:cBhvr>
                                      <p:to x="100000" y="100000"/>
                                    </p:animScale>
                                    <p:animScale>
                                      <p:cBhvr>
                                        <p:cTn id="82" dur="26">
                                          <p:stCondLst>
                                            <p:cond delay="1808"/>
                                          </p:stCondLst>
                                        </p:cTn>
                                        <p:tgtEl>
                                          <p:spTgt spid="77851"/>
                                        </p:tgtEl>
                                      </p:cBhvr>
                                      <p:to x="100000" y="95000"/>
                                    </p:animScale>
                                    <p:animScale>
                                      <p:cBhvr>
                                        <p:cTn id="83" dur="166" decel="50000">
                                          <p:stCondLst>
                                            <p:cond delay="1834"/>
                                          </p:stCondLst>
                                        </p:cTn>
                                        <p:tgtEl>
                                          <p:spTgt spid="77851"/>
                                        </p:tgtEl>
                                      </p:cBhvr>
                                      <p:to x="100000" y="100000"/>
                                    </p:animScale>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77854"/>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77852"/>
                                        </p:tgtEl>
                                        <p:attrNameLst>
                                          <p:attrName>style.visibility</p:attrName>
                                        </p:attrNameLst>
                                      </p:cBhvr>
                                      <p:to>
                                        <p:strVal val="visible"/>
                                      </p:to>
                                    </p:set>
                                    <p:animEffect transition="in" filter="wipe(left)">
                                      <p:cBhvr>
                                        <p:cTn id="92" dur="500"/>
                                        <p:tgtEl>
                                          <p:spTgt spid="77852"/>
                                        </p:tgtEl>
                                      </p:cBhvr>
                                    </p:animEffect>
                                  </p:childTnLst>
                                </p:cTn>
                              </p:par>
                            </p:childTnLst>
                          </p:cTn>
                        </p:par>
                      </p:childTnLst>
                    </p:cTn>
                  </p:par>
                  <p:par>
                    <p:cTn id="93" fill="hold">
                      <p:stCondLst>
                        <p:cond delay="indefinite"/>
                      </p:stCondLst>
                      <p:childTnLst>
                        <p:par>
                          <p:cTn id="94" fill="hold">
                            <p:stCondLst>
                              <p:cond delay="0"/>
                            </p:stCondLst>
                            <p:childTnLst>
                              <p:par>
                                <p:cTn id="95" presetID="27" presetClass="entr" presetSubtype="0" fill="hold" grpId="0" nodeType="clickEffect">
                                  <p:stCondLst>
                                    <p:cond delay="0"/>
                                  </p:stCondLst>
                                  <p:iterate type="lt">
                                    <p:tmPct val="50000"/>
                                  </p:iterate>
                                  <p:childTnLst>
                                    <p:set>
                                      <p:cBhvr>
                                        <p:cTn id="96" dur="1" fill="hold">
                                          <p:stCondLst>
                                            <p:cond delay="0"/>
                                          </p:stCondLst>
                                        </p:cTn>
                                        <p:tgtEl>
                                          <p:spTgt spid="77855"/>
                                        </p:tgtEl>
                                        <p:attrNameLst>
                                          <p:attrName>style.visibility</p:attrName>
                                        </p:attrNameLst>
                                      </p:cBhvr>
                                      <p:to>
                                        <p:strVal val="visible"/>
                                      </p:to>
                                    </p:set>
                                    <p:anim calcmode="discrete" valueType="clr">
                                      <p:cBhvr override="childStyle">
                                        <p:cTn id="97" dur="80"/>
                                        <p:tgtEl>
                                          <p:spTgt spid="77855"/>
                                        </p:tgtEl>
                                        <p:attrNameLst>
                                          <p:attrName>style.color</p:attrName>
                                        </p:attrNameLst>
                                      </p:cBhvr>
                                      <p:tavLst>
                                        <p:tav tm="0">
                                          <p:val>
                                            <p:clrVal>
                                              <a:schemeClr val="accent2"/>
                                            </p:clrVal>
                                          </p:val>
                                        </p:tav>
                                        <p:tav tm="50000">
                                          <p:val>
                                            <p:clrVal>
                                              <a:schemeClr val="hlink"/>
                                            </p:clrVal>
                                          </p:val>
                                        </p:tav>
                                      </p:tavLst>
                                    </p:anim>
                                    <p:anim calcmode="discrete" valueType="clr">
                                      <p:cBhvr>
                                        <p:cTn id="98" dur="80"/>
                                        <p:tgtEl>
                                          <p:spTgt spid="77855"/>
                                        </p:tgtEl>
                                        <p:attrNameLst>
                                          <p:attrName>fillcolor</p:attrName>
                                        </p:attrNameLst>
                                      </p:cBhvr>
                                      <p:tavLst>
                                        <p:tav tm="0">
                                          <p:val>
                                            <p:clrVal>
                                              <a:schemeClr val="accent2"/>
                                            </p:clrVal>
                                          </p:val>
                                        </p:tav>
                                        <p:tav tm="50000">
                                          <p:val>
                                            <p:clrVal>
                                              <a:schemeClr val="hlink"/>
                                            </p:clrVal>
                                          </p:val>
                                        </p:tav>
                                      </p:tavLst>
                                    </p:anim>
                                    <p:set>
                                      <p:cBhvr>
                                        <p:cTn id="99" dur="80"/>
                                        <p:tgtEl>
                                          <p:spTgt spid="77855"/>
                                        </p:tgtEl>
                                        <p:attrNameLst>
                                          <p:attrName>fill.type</p:attrName>
                                        </p:attrNameLst>
                                      </p:cBhvr>
                                      <p:to>
                                        <p:strVal val="solid"/>
                                      </p:to>
                                    </p:se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77858"/>
                                        </p:tgtEl>
                                        <p:attrNameLst>
                                          <p:attrName>style.visibility</p:attrName>
                                        </p:attrNameLst>
                                      </p:cBhvr>
                                      <p:to>
                                        <p:strVal val="visible"/>
                                      </p:to>
                                    </p:set>
                                    <p:animEffect transition="in" filter="wipe(left)">
                                      <p:cBhvr>
                                        <p:cTn id="104" dur="500"/>
                                        <p:tgtEl>
                                          <p:spTgt spid="77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1" grpId="0"/>
      <p:bldP spid="77840" grpId="0"/>
      <p:bldP spid="77841" grpId="0"/>
      <p:bldP spid="77842" grpId="0"/>
      <p:bldP spid="77854" grpId="0"/>
      <p:bldP spid="77855"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ea typeface="宋体" panose="02010600030101010101" pitchFamily="2" charset="-122"/>
              </a:rPr>
              <a:t>95</a:t>
            </a:fld>
            <a:endParaRPr lang="zh-CN" altLang="en-US" dirty="0">
              <a:latin typeface="Arial" panose="020B0604020202020204" pitchFamily="34" charset="0"/>
              <a:ea typeface="宋体" panose="02010600030101010101" pitchFamily="2" charset="-122"/>
            </a:endParaRPr>
          </a:p>
        </p:txBody>
      </p:sp>
      <p:sp>
        <p:nvSpPr>
          <p:cNvPr id="76804" name="矩形 76803"/>
          <p:cNvSpPr/>
          <p:nvPr/>
        </p:nvSpPr>
        <p:spPr>
          <a:xfrm>
            <a:off x="395605" y="188278"/>
            <a:ext cx="5419725" cy="521970"/>
          </a:xfrm>
          <a:prstGeom prst="rect">
            <a:avLst/>
          </a:prstGeom>
          <a:noFill/>
          <a:ln w="9525">
            <a:noFill/>
          </a:ln>
        </p:spPr>
        <p:txBody>
          <a:bodyPr wrap="square" anchor="ctr" anchorCtr="0">
            <a:spAutoFit/>
          </a:bodyPr>
          <a:lstStyle/>
          <a:p>
            <a:pPr algn="l">
              <a:buNone/>
            </a:pPr>
            <a:r>
              <a:rPr lang="zh-CN" altLang="en-US" b="1" dirty="0">
                <a:solidFill>
                  <a:srgbClr val="FF3300"/>
                </a:solidFill>
                <a:latin typeface="楷体_GB2312" pitchFamily="49" charset="-122"/>
                <a:ea typeface="楷体_GB2312" pitchFamily="49" charset="-122"/>
              </a:rPr>
              <a:t>例</a:t>
            </a:r>
            <a:r>
              <a:rPr lang="en-US" altLang="zh-CN" b="1" dirty="0">
                <a:solidFill>
                  <a:srgbClr val="FF3300"/>
                </a:solidFill>
                <a:latin typeface="楷体_GB2312" pitchFamily="49" charset="-122"/>
                <a:ea typeface="楷体_GB2312" pitchFamily="49" charset="-122"/>
              </a:rPr>
              <a:t>3.4.3</a:t>
            </a:r>
            <a:r>
              <a:rPr lang="zh-CN" altLang="en-US" b="1" dirty="0">
                <a:solidFill>
                  <a:schemeClr val="tx1"/>
                </a:solidFill>
                <a:latin typeface="楷体_GB2312" pitchFamily="49" charset="-122"/>
                <a:ea typeface="楷体_GB2312" pitchFamily="49" charset="-122"/>
              </a:rPr>
              <a:t> </a:t>
            </a:r>
            <a:r>
              <a:rPr lang="en-US" altLang="zh-CN" i="1" dirty="0">
                <a:sym typeface="+mn-ea"/>
              </a:rPr>
              <a:t>A</a:t>
            </a:r>
            <a:r>
              <a:rPr lang="zh-CN" altLang="en-US" b="1" dirty="0">
                <a:solidFill>
                  <a:schemeClr val="tx1"/>
                </a:solidFill>
                <a:latin typeface="楷体_GB2312" pitchFamily="49" charset="-122"/>
                <a:ea typeface="楷体_GB2312" pitchFamily="49" charset="-122"/>
              </a:rPr>
              <a:t>是</a:t>
            </a:r>
            <a:r>
              <a:rPr lang="en-US" altLang="zh-CN" dirty="0">
                <a:sym typeface="+mn-ea"/>
              </a:rPr>
              <a:t>5</a:t>
            </a:r>
            <a:r>
              <a:rPr lang="zh-CN" altLang="en-US" sz="2000" dirty="0">
                <a:latin typeface="Arial" panose="020B0604020202020204" pitchFamily="34" charset="0"/>
                <a:ea typeface="楷体_GB2312" pitchFamily="49" charset="-122"/>
                <a:sym typeface="+mn-ea"/>
              </a:rPr>
              <a:t>×</a:t>
            </a:r>
            <a:r>
              <a:rPr lang="en-US" altLang="zh-CN" dirty="0">
                <a:sym typeface="+mn-ea"/>
              </a:rPr>
              <a:t>3</a:t>
            </a:r>
            <a:r>
              <a:rPr lang="en-US" altLang="zh-CN" dirty="0">
                <a:ea typeface="楷体_GB2312" pitchFamily="49" charset="-122"/>
                <a:sym typeface="+mn-ea"/>
              </a:rPr>
              <a:t> </a:t>
            </a:r>
            <a:r>
              <a:rPr lang="zh-CN" altLang="en-US" dirty="0">
                <a:ea typeface="楷体_GB2312" pitchFamily="49" charset="-122"/>
                <a:sym typeface="+mn-ea"/>
              </a:rPr>
              <a:t>矩阵，</a:t>
            </a:r>
            <a:r>
              <a:rPr lang="en-US" altLang="zh-CN" i="1" dirty="0">
                <a:sym typeface="+mn-ea"/>
              </a:rPr>
              <a:t>R</a:t>
            </a:r>
            <a:r>
              <a:rPr lang="en-US" altLang="zh-CN" dirty="0">
                <a:sym typeface="+mn-ea"/>
              </a:rPr>
              <a:t>(</a:t>
            </a:r>
            <a:r>
              <a:rPr lang="en-US" altLang="zh-CN" i="1" dirty="0">
                <a:sym typeface="+mn-ea"/>
              </a:rPr>
              <a:t>A</a:t>
            </a:r>
            <a:r>
              <a:rPr lang="en-US" altLang="zh-CN" dirty="0">
                <a:sym typeface="+mn-ea"/>
              </a:rPr>
              <a:t>)</a:t>
            </a:r>
            <a:r>
              <a:rPr lang="en-US" altLang="zh-CN" i="1" dirty="0">
                <a:sym typeface="+mn-ea"/>
              </a:rPr>
              <a:t>=</a:t>
            </a:r>
            <a:r>
              <a:rPr lang="en-US" altLang="zh-CN" dirty="0">
                <a:sym typeface="+mn-ea"/>
              </a:rPr>
              <a:t>3</a:t>
            </a:r>
            <a:endParaRPr lang="zh-CN" altLang="en-US" b="1" dirty="0">
              <a:solidFill>
                <a:schemeClr val="tx1"/>
              </a:solidFill>
              <a:latin typeface="Arial" panose="020B0604020202020204" pitchFamily="34" charset="0"/>
              <a:ea typeface="楷体_GB2312" pitchFamily="49" charset="-122"/>
            </a:endParaRPr>
          </a:p>
        </p:txBody>
      </p:sp>
      <p:sp>
        <p:nvSpPr>
          <p:cNvPr id="76806" name="矩形 76805"/>
          <p:cNvSpPr/>
          <p:nvPr/>
        </p:nvSpPr>
        <p:spPr>
          <a:xfrm>
            <a:off x="381000" y="1126173"/>
            <a:ext cx="8153400" cy="1986280"/>
          </a:xfrm>
          <a:prstGeom prst="rect">
            <a:avLst/>
          </a:prstGeom>
          <a:noFill/>
          <a:ln w="9525">
            <a:noFill/>
          </a:ln>
        </p:spPr>
        <p:txBody>
          <a:bodyPr wrap="square" anchor="ctr" anchorCtr="0">
            <a:spAutoFit/>
          </a:bodyPr>
          <a:lstStyle/>
          <a:p>
            <a:pPr algn="l">
              <a:lnSpc>
                <a:spcPct val="110000"/>
              </a:lnSpc>
              <a:buNone/>
            </a:pPr>
            <a:r>
              <a:rPr lang="zh-CN" altLang="en-US" b="1" dirty="0">
                <a:solidFill>
                  <a:schemeClr val="tx1"/>
                </a:solidFill>
                <a:latin typeface="楷体_GB2312" pitchFamily="49" charset="-122"/>
                <a:ea typeface="楷体_GB2312" pitchFamily="49" charset="-122"/>
              </a:rPr>
              <a:t>（</a:t>
            </a:r>
            <a:r>
              <a:rPr lang="en-US" altLang="zh-CN" b="1">
                <a:solidFill>
                  <a:schemeClr val="tx1"/>
                </a:solidFill>
                <a:latin typeface="楷体_GB2312" pitchFamily="49" charset="-122"/>
                <a:ea typeface="楷体_GB2312" pitchFamily="49" charset="-122"/>
              </a:rPr>
              <a:t>A</a:t>
            </a:r>
            <a:r>
              <a:rPr lang="zh-CN" altLang="en-US" b="1" dirty="0">
                <a:solidFill>
                  <a:schemeClr val="tx1"/>
                </a:solidFill>
                <a:latin typeface="楷体_GB2312" pitchFamily="49" charset="-122"/>
                <a:ea typeface="楷体_GB2312" pitchFamily="49" charset="-122"/>
              </a:rPr>
              <a:t>）</a:t>
            </a:r>
            <a:r>
              <a:rPr lang="en-US" altLang="zh-CN" i="1" dirty="0">
                <a:sym typeface="+mn-ea"/>
              </a:rPr>
              <a:t>A</a:t>
            </a:r>
            <a:r>
              <a:rPr lang="zh-CN" altLang="en-US" b="1" dirty="0">
                <a:solidFill>
                  <a:schemeClr val="tx1"/>
                </a:solidFill>
                <a:latin typeface="楷体_GB2312" pitchFamily="49" charset="-122"/>
                <a:ea typeface="楷体_GB2312" pitchFamily="49" charset="-122"/>
              </a:rPr>
              <a:t>的</a:t>
            </a:r>
            <a:r>
              <a:rPr lang="en-US" altLang="zh-CN" b="1">
                <a:solidFill>
                  <a:schemeClr val="tx1"/>
                </a:solidFill>
                <a:latin typeface="楷体_GB2312" pitchFamily="49" charset="-122"/>
                <a:ea typeface="楷体_GB2312" pitchFamily="49" charset="-122"/>
              </a:rPr>
              <a:t>3</a:t>
            </a:r>
            <a:r>
              <a:rPr lang="zh-CN" altLang="en-US" b="1" dirty="0">
                <a:solidFill>
                  <a:schemeClr val="tx1"/>
                </a:solidFill>
                <a:latin typeface="楷体_GB2312" pitchFamily="49" charset="-122"/>
                <a:ea typeface="楷体_GB2312" pitchFamily="49" charset="-122"/>
              </a:rPr>
              <a:t>个列向量必线性无关。</a:t>
            </a:r>
          </a:p>
          <a:p>
            <a:pPr algn="l" eaLnBrk="0" hangingPunct="0">
              <a:lnSpc>
                <a:spcPct val="110000"/>
              </a:lnSpc>
              <a:buNone/>
            </a:pPr>
            <a:r>
              <a:rPr lang="zh-CN" altLang="en-US" b="1" dirty="0">
                <a:solidFill>
                  <a:schemeClr val="tx1"/>
                </a:solidFill>
                <a:latin typeface="楷体_GB2312" pitchFamily="49" charset="-122"/>
                <a:ea typeface="楷体_GB2312" pitchFamily="49" charset="-122"/>
              </a:rPr>
              <a:t>（</a:t>
            </a:r>
            <a:r>
              <a:rPr lang="en-US" altLang="zh-CN" b="1">
                <a:solidFill>
                  <a:schemeClr val="tx1"/>
                </a:solidFill>
                <a:latin typeface="楷体_GB2312" pitchFamily="49" charset="-122"/>
                <a:ea typeface="楷体_GB2312" pitchFamily="49" charset="-122"/>
              </a:rPr>
              <a:t>B</a:t>
            </a:r>
            <a:r>
              <a:rPr lang="zh-CN" altLang="en-US" b="1" dirty="0">
                <a:solidFill>
                  <a:schemeClr val="tx1"/>
                </a:solidFill>
                <a:latin typeface="楷体_GB2312" pitchFamily="49" charset="-122"/>
                <a:ea typeface="楷体_GB2312" pitchFamily="49" charset="-122"/>
              </a:rPr>
              <a:t>）</a:t>
            </a:r>
            <a:r>
              <a:rPr lang="en-US" altLang="zh-CN" i="1" dirty="0">
                <a:sym typeface="+mn-ea"/>
              </a:rPr>
              <a:t>A</a:t>
            </a:r>
            <a:r>
              <a:rPr lang="zh-CN" altLang="en-US" b="1" dirty="0">
                <a:solidFill>
                  <a:schemeClr val="tx1"/>
                </a:solidFill>
                <a:latin typeface="楷体_GB2312" pitchFamily="49" charset="-122"/>
                <a:ea typeface="楷体_GB2312" pitchFamily="49" charset="-122"/>
              </a:rPr>
              <a:t>的</a:t>
            </a:r>
            <a:r>
              <a:rPr lang="en-US" altLang="zh-CN" b="1">
                <a:solidFill>
                  <a:schemeClr val="tx1"/>
                </a:solidFill>
                <a:latin typeface="楷体_GB2312" pitchFamily="49" charset="-122"/>
                <a:ea typeface="楷体_GB2312" pitchFamily="49" charset="-122"/>
              </a:rPr>
              <a:t>5</a:t>
            </a:r>
            <a:r>
              <a:rPr lang="zh-CN" altLang="en-US" b="1" dirty="0">
                <a:solidFill>
                  <a:schemeClr val="tx1"/>
                </a:solidFill>
                <a:latin typeface="楷体_GB2312" pitchFamily="49" charset="-122"/>
                <a:ea typeface="楷体_GB2312" pitchFamily="49" charset="-122"/>
              </a:rPr>
              <a:t>个行向量必线性相关。</a:t>
            </a:r>
          </a:p>
          <a:p>
            <a:pPr algn="l" eaLnBrk="0" hangingPunct="0">
              <a:lnSpc>
                <a:spcPct val="110000"/>
              </a:lnSpc>
              <a:buNone/>
            </a:pPr>
            <a:r>
              <a:rPr lang="zh-CN" altLang="en-US" b="1" dirty="0">
                <a:solidFill>
                  <a:schemeClr val="tx1"/>
                </a:solidFill>
                <a:latin typeface="楷体_GB2312" pitchFamily="49" charset="-122"/>
                <a:ea typeface="楷体_GB2312" pitchFamily="49" charset="-122"/>
              </a:rPr>
              <a:t>（</a:t>
            </a:r>
            <a:r>
              <a:rPr lang="en-US" altLang="zh-CN" b="1">
                <a:solidFill>
                  <a:schemeClr val="tx1"/>
                </a:solidFill>
                <a:latin typeface="楷体_GB2312" pitchFamily="49" charset="-122"/>
                <a:ea typeface="楷体_GB2312" pitchFamily="49" charset="-122"/>
              </a:rPr>
              <a:t>C</a:t>
            </a:r>
            <a:r>
              <a:rPr lang="zh-CN" altLang="en-US" b="1" dirty="0">
                <a:solidFill>
                  <a:schemeClr val="tx1"/>
                </a:solidFill>
                <a:latin typeface="楷体_GB2312" pitchFamily="49" charset="-122"/>
                <a:ea typeface="楷体_GB2312" pitchFamily="49" charset="-122"/>
              </a:rPr>
              <a:t>）</a:t>
            </a:r>
            <a:r>
              <a:rPr lang="en-US" altLang="zh-CN" i="1" dirty="0">
                <a:sym typeface="+mn-ea"/>
              </a:rPr>
              <a:t>A</a:t>
            </a:r>
            <a:r>
              <a:rPr lang="zh-CN" altLang="en-US" b="1" dirty="0">
                <a:solidFill>
                  <a:schemeClr val="tx1"/>
                </a:solidFill>
                <a:latin typeface="楷体_GB2312" pitchFamily="49" charset="-122"/>
                <a:ea typeface="楷体_GB2312" pitchFamily="49" charset="-122"/>
              </a:rPr>
              <a:t>的任意</a:t>
            </a:r>
            <a:r>
              <a:rPr lang="en-US" altLang="zh-CN" b="1">
                <a:solidFill>
                  <a:schemeClr val="tx1"/>
                </a:solidFill>
                <a:latin typeface="楷体_GB2312" pitchFamily="49" charset="-122"/>
                <a:ea typeface="楷体_GB2312" pitchFamily="49" charset="-122"/>
              </a:rPr>
              <a:t>3</a:t>
            </a:r>
            <a:r>
              <a:rPr lang="zh-CN" altLang="en-US" b="1" dirty="0">
                <a:solidFill>
                  <a:schemeClr val="tx1"/>
                </a:solidFill>
                <a:latin typeface="楷体_GB2312" pitchFamily="49" charset="-122"/>
                <a:ea typeface="楷体_GB2312" pitchFamily="49" charset="-122"/>
              </a:rPr>
              <a:t>个行向量必线性无关。</a:t>
            </a:r>
          </a:p>
          <a:p>
            <a:pPr algn="l" eaLnBrk="0" hangingPunct="0">
              <a:lnSpc>
                <a:spcPct val="110000"/>
              </a:lnSpc>
              <a:buNone/>
            </a:pPr>
            <a:r>
              <a:rPr lang="zh-CN" altLang="en-US" b="1" dirty="0">
                <a:solidFill>
                  <a:schemeClr val="tx1"/>
                </a:solidFill>
                <a:latin typeface="楷体_GB2312" pitchFamily="49" charset="-122"/>
                <a:ea typeface="楷体_GB2312" pitchFamily="49" charset="-122"/>
              </a:rPr>
              <a:t>（</a:t>
            </a:r>
            <a:r>
              <a:rPr lang="en-US" altLang="zh-CN" b="1">
                <a:solidFill>
                  <a:schemeClr val="tx1"/>
                </a:solidFill>
                <a:latin typeface="楷体_GB2312" pitchFamily="49" charset="-122"/>
                <a:ea typeface="楷体_GB2312" pitchFamily="49" charset="-122"/>
              </a:rPr>
              <a:t>D</a:t>
            </a:r>
            <a:r>
              <a:rPr lang="zh-CN" altLang="en-US" b="1" dirty="0">
                <a:solidFill>
                  <a:schemeClr val="tx1"/>
                </a:solidFill>
                <a:latin typeface="楷体_GB2312" pitchFamily="49" charset="-122"/>
                <a:ea typeface="楷体_GB2312" pitchFamily="49" charset="-122"/>
              </a:rPr>
              <a:t>）</a:t>
            </a:r>
            <a:r>
              <a:rPr lang="en-US" altLang="zh-CN" i="1" dirty="0">
                <a:sym typeface="+mn-ea"/>
              </a:rPr>
              <a:t>A</a:t>
            </a:r>
            <a:r>
              <a:rPr lang="zh-CN" altLang="en-US" b="1" dirty="0">
                <a:solidFill>
                  <a:schemeClr val="tx1"/>
                </a:solidFill>
                <a:latin typeface="楷体_GB2312" pitchFamily="49" charset="-122"/>
                <a:ea typeface="楷体_GB2312" pitchFamily="49" charset="-122"/>
              </a:rPr>
              <a:t>的行向量中有</a:t>
            </a:r>
            <a:r>
              <a:rPr lang="en-US" altLang="zh-CN" b="1">
                <a:solidFill>
                  <a:schemeClr val="tx1"/>
                </a:solidFill>
                <a:latin typeface="楷体_GB2312" pitchFamily="49" charset="-122"/>
                <a:ea typeface="楷体_GB2312" pitchFamily="49" charset="-122"/>
              </a:rPr>
              <a:t>3</a:t>
            </a:r>
            <a:r>
              <a:rPr lang="zh-CN" altLang="en-US" b="1" dirty="0">
                <a:solidFill>
                  <a:schemeClr val="tx1"/>
                </a:solidFill>
                <a:latin typeface="楷体_GB2312" pitchFamily="49" charset="-122"/>
                <a:ea typeface="楷体_GB2312" pitchFamily="49" charset="-122"/>
              </a:rPr>
              <a:t>个行向量是线性无关的。</a:t>
            </a:r>
          </a:p>
        </p:txBody>
      </p:sp>
      <p:sp>
        <p:nvSpPr>
          <p:cNvPr id="76807" name="文本框 76806"/>
          <p:cNvSpPr txBox="1"/>
          <p:nvPr/>
        </p:nvSpPr>
        <p:spPr>
          <a:xfrm>
            <a:off x="539750" y="671830"/>
            <a:ext cx="5638800" cy="519113"/>
          </a:xfrm>
          <a:prstGeom prst="rect">
            <a:avLst/>
          </a:prstGeom>
          <a:noFill/>
          <a:ln w="9525">
            <a:noFill/>
          </a:ln>
        </p:spPr>
        <p:txBody>
          <a:bodyPr>
            <a:spAutoFit/>
          </a:bodyPr>
          <a:lstStyle/>
          <a:p>
            <a:pPr algn="r" fontAlgn="ctr">
              <a:spcBef>
                <a:spcPct val="50000"/>
              </a:spcBef>
            </a:pPr>
            <a:r>
              <a:rPr lang="zh-CN" altLang="en-US" b="1" dirty="0">
                <a:solidFill>
                  <a:schemeClr val="tx1"/>
                </a:solidFill>
                <a:latin typeface="楷体_GB2312" pitchFamily="49" charset="-122"/>
                <a:ea typeface="楷体_GB2312" pitchFamily="49" charset="-122"/>
              </a:rPr>
              <a:t>下述</a:t>
            </a:r>
            <a:r>
              <a:rPr lang="en-US" altLang="zh-CN" b="1">
                <a:solidFill>
                  <a:schemeClr val="tx1"/>
                </a:solidFill>
                <a:latin typeface="楷体_GB2312" pitchFamily="49" charset="-122"/>
                <a:ea typeface="楷体_GB2312" pitchFamily="49" charset="-122"/>
              </a:rPr>
              <a:t>4</a:t>
            </a:r>
            <a:r>
              <a:rPr lang="zh-CN" altLang="en-US" b="1" dirty="0">
                <a:solidFill>
                  <a:schemeClr val="tx1"/>
                </a:solidFill>
                <a:latin typeface="楷体_GB2312" pitchFamily="49" charset="-122"/>
                <a:ea typeface="楷体_GB2312" pitchFamily="49" charset="-122"/>
              </a:rPr>
              <a:t>个命题中不正确的是（ </a:t>
            </a:r>
            <a:r>
              <a:rPr lang="zh-CN" altLang="en-US" b="1">
                <a:solidFill>
                  <a:schemeClr val="tx1"/>
                </a:solidFill>
                <a:latin typeface="楷体_GB2312" pitchFamily="49" charset="-122"/>
                <a:ea typeface="楷体_GB2312" pitchFamily="49" charset="-122"/>
              </a:rPr>
              <a:t>  </a:t>
            </a:r>
            <a:r>
              <a:rPr lang="zh-CN" altLang="en-US" b="1" dirty="0">
                <a:solidFill>
                  <a:schemeClr val="tx1"/>
                </a:solidFill>
                <a:latin typeface="楷体_GB2312" pitchFamily="49" charset="-122"/>
                <a:ea typeface="楷体_GB2312" pitchFamily="49" charset="-122"/>
              </a:rPr>
              <a:t>）</a:t>
            </a:r>
          </a:p>
        </p:txBody>
      </p:sp>
      <p:sp>
        <p:nvSpPr>
          <p:cNvPr id="76811" name="矩形 76810"/>
          <p:cNvSpPr/>
          <p:nvPr/>
        </p:nvSpPr>
        <p:spPr>
          <a:xfrm>
            <a:off x="323215" y="3163253"/>
            <a:ext cx="8636000" cy="521970"/>
          </a:xfrm>
          <a:prstGeom prst="rect">
            <a:avLst/>
          </a:prstGeom>
          <a:noFill/>
          <a:ln w="9525">
            <a:noFill/>
          </a:ln>
        </p:spPr>
        <p:txBody>
          <a:bodyPr wrap="square" anchor="ctr" anchorCtr="0">
            <a:spAutoFit/>
          </a:bodyPr>
          <a:lstStyle/>
          <a:p>
            <a:pPr algn="l">
              <a:buNone/>
            </a:pPr>
            <a:r>
              <a:rPr lang="zh-CN" altLang="en-US" dirty="0">
                <a:solidFill>
                  <a:srgbClr val="3333FF"/>
                </a:solidFill>
                <a:latin typeface="楷体_GB2312" pitchFamily="49" charset="-122"/>
                <a:ea typeface="楷体_GB2312" pitchFamily="49" charset="-122"/>
                <a:sym typeface="+mn-ea"/>
              </a:rPr>
              <a:t>解</a:t>
            </a:r>
            <a:r>
              <a:rPr lang="zh-CN" altLang="en-US" dirty="0">
                <a:latin typeface="楷体_GB2312" pitchFamily="49" charset="-122"/>
                <a:ea typeface="楷体_GB2312" pitchFamily="49" charset="-122"/>
                <a:sym typeface="+mn-ea"/>
              </a:rPr>
              <a:t> 由</a:t>
            </a:r>
            <a:r>
              <a:rPr lang="en-US" altLang="zh-CN" i="1" dirty="0">
                <a:sym typeface="+mn-ea"/>
              </a:rPr>
              <a:t>R</a:t>
            </a:r>
            <a:r>
              <a:rPr lang="en-US" altLang="zh-CN" dirty="0">
                <a:sym typeface="+mn-ea"/>
              </a:rPr>
              <a:t>(</a:t>
            </a:r>
            <a:r>
              <a:rPr lang="en-US" altLang="zh-CN" i="1" dirty="0">
                <a:sym typeface="+mn-ea"/>
              </a:rPr>
              <a:t>A</a:t>
            </a:r>
            <a:r>
              <a:rPr lang="en-US" altLang="zh-CN" dirty="0">
                <a:sym typeface="+mn-ea"/>
              </a:rPr>
              <a:t>)</a:t>
            </a:r>
            <a:r>
              <a:rPr lang="en-US" altLang="zh-CN" i="1" dirty="0">
                <a:sym typeface="+mn-ea"/>
              </a:rPr>
              <a:t>=</a:t>
            </a:r>
            <a:r>
              <a:rPr lang="en-US" altLang="zh-CN" dirty="0">
                <a:sym typeface="+mn-ea"/>
              </a:rPr>
              <a:t>3</a:t>
            </a:r>
            <a:r>
              <a:rPr lang="zh-CN" altLang="en-US" b="1" dirty="0">
                <a:solidFill>
                  <a:schemeClr val="tx1"/>
                </a:solidFill>
                <a:latin typeface="楷体_GB2312" pitchFamily="49" charset="-122"/>
                <a:ea typeface="楷体_GB2312" pitchFamily="49" charset="-122"/>
              </a:rPr>
              <a:t>知，</a:t>
            </a:r>
            <a:r>
              <a:rPr lang="en-US" altLang="zh-CN" i="1" dirty="0">
                <a:sym typeface="+mn-ea"/>
              </a:rPr>
              <a:t>A</a:t>
            </a:r>
            <a:r>
              <a:rPr lang="zh-CN" altLang="en-US" b="1" dirty="0">
                <a:solidFill>
                  <a:schemeClr val="tx1"/>
                </a:solidFill>
                <a:latin typeface="楷体_GB2312" pitchFamily="49" charset="-122"/>
                <a:ea typeface="楷体_GB2312" pitchFamily="49" charset="-122"/>
              </a:rPr>
              <a:t>的列秩为</a:t>
            </a:r>
            <a:r>
              <a:rPr lang="en-US" altLang="zh-CN" b="1">
                <a:solidFill>
                  <a:schemeClr val="tx1"/>
                </a:solidFill>
                <a:latin typeface="楷体_GB2312" pitchFamily="49" charset="-122"/>
                <a:ea typeface="楷体_GB2312" pitchFamily="49" charset="-122"/>
              </a:rPr>
              <a:t>3</a:t>
            </a:r>
            <a:r>
              <a:rPr lang="zh-CN" altLang="en-US" b="1" dirty="0">
                <a:solidFill>
                  <a:schemeClr val="tx1"/>
                </a:solidFill>
                <a:latin typeface="楷体_GB2312" pitchFamily="49" charset="-122"/>
                <a:ea typeface="楷体_GB2312" pitchFamily="49" charset="-122"/>
              </a:rPr>
              <a:t>，</a:t>
            </a:r>
            <a:r>
              <a:rPr lang="en-US" altLang="zh-CN" i="1" dirty="0">
                <a:sym typeface="+mn-ea"/>
              </a:rPr>
              <a:t>A</a:t>
            </a:r>
            <a:r>
              <a:rPr lang="zh-CN" altLang="en-US" b="1" dirty="0">
                <a:solidFill>
                  <a:schemeClr val="tx1"/>
                </a:solidFill>
                <a:latin typeface="楷体_GB2312" pitchFamily="49" charset="-122"/>
                <a:ea typeface="楷体_GB2312" pitchFamily="49" charset="-122"/>
              </a:rPr>
              <a:t>的列向量只有</a:t>
            </a:r>
            <a:r>
              <a:rPr lang="en-US" altLang="zh-CN" b="1">
                <a:solidFill>
                  <a:schemeClr val="tx1"/>
                </a:solidFill>
                <a:latin typeface="楷体_GB2312" pitchFamily="49" charset="-122"/>
                <a:ea typeface="楷体_GB2312" pitchFamily="49" charset="-122"/>
              </a:rPr>
              <a:t>3</a:t>
            </a:r>
            <a:r>
              <a:rPr lang="zh-CN" altLang="en-US" b="1" dirty="0">
                <a:solidFill>
                  <a:schemeClr val="tx1"/>
                </a:solidFill>
                <a:latin typeface="楷体_GB2312" pitchFamily="49" charset="-122"/>
                <a:ea typeface="楷体_GB2312" pitchFamily="49" charset="-122"/>
              </a:rPr>
              <a:t>个，</a:t>
            </a:r>
          </a:p>
        </p:txBody>
      </p:sp>
      <p:sp>
        <p:nvSpPr>
          <p:cNvPr id="76812" name="矩形 76811"/>
          <p:cNvSpPr/>
          <p:nvPr/>
        </p:nvSpPr>
        <p:spPr>
          <a:xfrm>
            <a:off x="251460" y="4868863"/>
            <a:ext cx="8646795" cy="953135"/>
          </a:xfrm>
          <a:prstGeom prst="rect">
            <a:avLst/>
          </a:prstGeom>
          <a:noFill/>
          <a:ln w="9525">
            <a:noFill/>
          </a:ln>
        </p:spPr>
        <p:txBody>
          <a:bodyPr wrap="none" anchor="ctr" anchorCtr="0">
            <a:spAutoFit/>
          </a:bodyPr>
          <a:lstStyle/>
          <a:p>
            <a:pPr algn="l">
              <a:buNone/>
            </a:pPr>
            <a:r>
              <a:rPr lang="zh-CN" altLang="en-US" b="1" dirty="0">
                <a:solidFill>
                  <a:schemeClr val="tx1"/>
                </a:solidFill>
                <a:latin typeface="楷体_GB2312" pitchFamily="49" charset="-122"/>
                <a:ea typeface="楷体_GB2312" pitchFamily="49" charset="-122"/>
              </a:rPr>
              <a:t>线性相关，故（</a:t>
            </a:r>
            <a:r>
              <a:rPr lang="en-US" altLang="zh-CN" b="1">
                <a:solidFill>
                  <a:schemeClr val="tx1"/>
                </a:solidFill>
                <a:latin typeface="楷体_GB2312" pitchFamily="49" charset="-122"/>
                <a:ea typeface="楷体_GB2312" pitchFamily="49" charset="-122"/>
              </a:rPr>
              <a:t>B</a:t>
            </a:r>
            <a:r>
              <a:rPr lang="zh-CN" altLang="en-US" b="1" dirty="0">
                <a:solidFill>
                  <a:schemeClr val="tx1"/>
                </a:solidFill>
                <a:latin typeface="楷体_GB2312" pitchFamily="49" charset="-122"/>
                <a:ea typeface="楷体_GB2312" pitchFamily="49" charset="-122"/>
              </a:rPr>
              <a:t>）正确。由</a:t>
            </a:r>
            <a:r>
              <a:rPr lang="en-US" altLang="zh-CN" i="1" dirty="0">
                <a:sym typeface="+mn-ea"/>
              </a:rPr>
              <a:t>A</a:t>
            </a:r>
            <a:r>
              <a:rPr lang="zh-CN" altLang="en-US" b="1" dirty="0">
                <a:solidFill>
                  <a:schemeClr val="tx1"/>
                </a:solidFill>
                <a:latin typeface="楷体_GB2312" pitchFamily="49" charset="-122"/>
                <a:ea typeface="楷体_GB2312" pitchFamily="49" charset="-122"/>
              </a:rPr>
              <a:t>的行秩为</a:t>
            </a:r>
            <a:r>
              <a:rPr lang="en-US" altLang="zh-CN" b="1">
                <a:solidFill>
                  <a:schemeClr val="tx1"/>
                </a:solidFill>
                <a:latin typeface="楷体_GB2312" pitchFamily="49" charset="-122"/>
                <a:ea typeface="楷体_GB2312" pitchFamily="49" charset="-122"/>
              </a:rPr>
              <a:t>3</a:t>
            </a:r>
            <a:r>
              <a:rPr lang="zh-CN" altLang="en-US" b="1" dirty="0">
                <a:solidFill>
                  <a:schemeClr val="tx1"/>
                </a:solidFill>
                <a:latin typeface="楷体_GB2312" pitchFamily="49" charset="-122"/>
                <a:ea typeface="楷体_GB2312" pitchFamily="49" charset="-122"/>
              </a:rPr>
              <a:t>知</a:t>
            </a:r>
            <a:r>
              <a:rPr lang="en-US" altLang="zh-CN" b="1">
                <a:solidFill>
                  <a:schemeClr val="tx1"/>
                </a:solidFill>
                <a:latin typeface="楷体_GB2312" pitchFamily="49" charset="-122"/>
                <a:ea typeface="楷体_GB2312" pitchFamily="49" charset="-122"/>
              </a:rPr>
              <a:t>,A</a:t>
            </a:r>
            <a:r>
              <a:rPr lang="zh-CN" altLang="en-US" b="1" dirty="0">
                <a:solidFill>
                  <a:schemeClr val="tx1"/>
                </a:solidFill>
                <a:latin typeface="楷体_GB2312" pitchFamily="49" charset="-122"/>
                <a:ea typeface="楷体_GB2312" pitchFamily="49" charset="-122"/>
              </a:rPr>
              <a:t>的行向量</a:t>
            </a:r>
          </a:p>
          <a:p>
            <a:pPr algn="l">
              <a:buNone/>
            </a:pPr>
            <a:r>
              <a:rPr lang="zh-CN" altLang="en-US" b="1" dirty="0">
                <a:solidFill>
                  <a:schemeClr val="tx1"/>
                </a:solidFill>
                <a:latin typeface="楷体_GB2312" pitchFamily="49" charset="-122"/>
                <a:ea typeface="楷体_GB2312" pitchFamily="49" charset="-122"/>
              </a:rPr>
              <a:t>中有</a:t>
            </a:r>
            <a:r>
              <a:rPr lang="en-US" altLang="zh-CN" b="1">
                <a:solidFill>
                  <a:schemeClr val="tx1"/>
                </a:solidFill>
                <a:latin typeface="楷体_GB2312" pitchFamily="49" charset="-122"/>
                <a:ea typeface="楷体_GB2312" pitchFamily="49" charset="-122"/>
              </a:rPr>
              <a:t>3</a:t>
            </a:r>
            <a:r>
              <a:rPr lang="zh-CN" altLang="en-US" b="1" dirty="0">
                <a:solidFill>
                  <a:schemeClr val="tx1"/>
                </a:solidFill>
                <a:latin typeface="楷体_GB2312" pitchFamily="49" charset="-122"/>
                <a:ea typeface="楷体_GB2312" pitchFamily="49" charset="-122"/>
              </a:rPr>
              <a:t>个行向量是线性无关的</a:t>
            </a:r>
            <a:r>
              <a:rPr lang="en-US" altLang="zh-CN" b="1">
                <a:solidFill>
                  <a:schemeClr val="tx1"/>
                </a:solidFill>
                <a:latin typeface="楷体_GB2312" pitchFamily="49" charset="-122"/>
                <a:ea typeface="楷体_GB2312" pitchFamily="49" charset="-122"/>
              </a:rPr>
              <a:t>,</a:t>
            </a:r>
            <a:r>
              <a:rPr lang="zh-CN" altLang="en-US" b="1" dirty="0">
                <a:solidFill>
                  <a:schemeClr val="tx1"/>
                </a:solidFill>
                <a:latin typeface="楷体_GB2312" pitchFamily="49" charset="-122"/>
                <a:ea typeface="楷体_GB2312" pitchFamily="49" charset="-122"/>
              </a:rPr>
              <a:t>故</a:t>
            </a:r>
            <a:r>
              <a:rPr lang="en-US" altLang="zh-CN" b="1">
                <a:solidFill>
                  <a:schemeClr val="tx1"/>
                </a:solidFill>
                <a:latin typeface="楷体_GB2312" pitchFamily="49" charset="-122"/>
                <a:ea typeface="楷体_GB2312" pitchFamily="49" charset="-122"/>
              </a:rPr>
              <a:t>(D)</a:t>
            </a:r>
            <a:r>
              <a:rPr lang="zh-CN" altLang="en-US" b="1" dirty="0">
                <a:solidFill>
                  <a:schemeClr val="tx1"/>
                </a:solidFill>
                <a:latin typeface="楷体_GB2312" pitchFamily="49" charset="-122"/>
                <a:ea typeface="楷体_GB2312" pitchFamily="49" charset="-122"/>
              </a:rPr>
              <a:t>正确</a:t>
            </a:r>
            <a:r>
              <a:rPr lang="en-US" altLang="zh-CN" b="1">
                <a:solidFill>
                  <a:schemeClr val="tx1"/>
                </a:solidFill>
                <a:latin typeface="楷体_GB2312" pitchFamily="49" charset="-122"/>
                <a:ea typeface="楷体_GB2312" pitchFamily="49" charset="-122"/>
              </a:rPr>
              <a:t>.</a:t>
            </a:r>
            <a:endParaRPr lang="en-US" altLang="zh-CN">
              <a:solidFill>
                <a:schemeClr val="tx1"/>
              </a:solidFill>
              <a:latin typeface="Arial" panose="020B0604020202020204" pitchFamily="34" charset="0"/>
              <a:ea typeface="楷体_GB2312" pitchFamily="49" charset="-122"/>
            </a:endParaRPr>
          </a:p>
        </p:txBody>
      </p:sp>
      <p:sp>
        <p:nvSpPr>
          <p:cNvPr id="76813" name="文本框 76812"/>
          <p:cNvSpPr txBox="1"/>
          <p:nvPr/>
        </p:nvSpPr>
        <p:spPr>
          <a:xfrm>
            <a:off x="228600" y="3761105"/>
            <a:ext cx="8305800" cy="521970"/>
          </a:xfrm>
          <a:prstGeom prst="rect">
            <a:avLst/>
          </a:prstGeom>
          <a:noFill/>
          <a:ln w="9525">
            <a:noFill/>
          </a:ln>
        </p:spPr>
        <p:txBody>
          <a:bodyPr>
            <a:spAutoFit/>
          </a:bodyPr>
          <a:lstStyle/>
          <a:p>
            <a:pPr algn="l" fontAlgn="ctr"/>
            <a:r>
              <a:rPr lang="zh-CN" altLang="en-US" b="1" dirty="0">
                <a:solidFill>
                  <a:schemeClr val="tx1"/>
                </a:solidFill>
                <a:latin typeface="Arial" panose="020B0604020202020204" pitchFamily="34" charset="0"/>
                <a:ea typeface="宋体" panose="02010600030101010101" pitchFamily="2" charset="-122"/>
              </a:rPr>
              <a:t>所以</a:t>
            </a:r>
            <a:r>
              <a:rPr lang="en-US" altLang="zh-CN" i="1" dirty="0">
                <a:sym typeface="+mn-ea"/>
              </a:rPr>
              <a:t>A</a:t>
            </a:r>
            <a:r>
              <a:rPr lang="zh-CN" altLang="en-US" b="1" dirty="0">
                <a:solidFill>
                  <a:schemeClr val="tx1"/>
                </a:solidFill>
                <a:latin typeface="Arial" panose="020B0604020202020204" pitchFamily="34" charset="0"/>
                <a:ea typeface="宋体" panose="02010600030101010101" pitchFamily="2" charset="-122"/>
              </a:rPr>
              <a:t>的</a:t>
            </a:r>
            <a:r>
              <a:rPr lang="en-US" altLang="zh-CN" b="1">
                <a:solidFill>
                  <a:schemeClr val="tx1"/>
                </a:solidFill>
                <a:latin typeface="Arial" panose="020B0604020202020204" pitchFamily="34" charset="0"/>
                <a:ea typeface="宋体" panose="02010600030101010101" pitchFamily="2" charset="-122"/>
              </a:rPr>
              <a:t>3</a:t>
            </a:r>
            <a:r>
              <a:rPr lang="zh-CN" altLang="en-US" b="1" dirty="0">
                <a:solidFill>
                  <a:schemeClr val="tx1"/>
                </a:solidFill>
                <a:latin typeface="Arial" panose="020B0604020202020204" pitchFamily="34" charset="0"/>
                <a:ea typeface="宋体" panose="02010600030101010101" pitchFamily="2" charset="-122"/>
              </a:rPr>
              <a:t>个</a:t>
            </a:r>
            <a:r>
              <a:rPr lang="zh-CN" altLang="en-US" b="1" dirty="0">
                <a:solidFill>
                  <a:schemeClr val="tx1"/>
                </a:solidFill>
                <a:latin typeface="楷体_GB2312" pitchFamily="49" charset="-122"/>
                <a:ea typeface="楷体_GB2312" pitchFamily="49" charset="-122"/>
              </a:rPr>
              <a:t>列向量必然线性无关，故（</a:t>
            </a:r>
            <a:r>
              <a:rPr lang="en-US" altLang="zh-CN" b="1">
                <a:solidFill>
                  <a:schemeClr val="tx1"/>
                </a:solidFill>
                <a:latin typeface="楷体_GB2312" pitchFamily="49" charset="-122"/>
                <a:ea typeface="楷体_GB2312" pitchFamily="49" charset="-122"/>
              </a:rPr>
              <a:t>A</a:t>
            </a:r>
            <a:r>
              <a:rPr lang="zh-CN" altLang="en-US" b="1" dirty="0">
                <a:solidFill>
                  <a:schemeClr val="tx1"/>
                </a:solidFill>
                <a:latin typeface="楷体_GB2312" pitchFamily="49" charset="-122"/>
                <a:ea typeface="楷体_GB2312" pitchFamily="49" charset="-122"/>
              </a:rPr>
              <a:t>）正确。</a:t>
            </a:r>
          </a:p>
        </p:txBody>
      </p:sp>
      <p:sp>
        <p:nvSpPr>
          <p:cNvPr id="76814" name="文本框 76813"/>
          <p:cNvSpPr txBox="1"/>
          <p:nvPr/>
        </p:nvSpPr>
        <p:spPr>
          <a:xfrm>
            <a:off x="107315" y="5876925"/>
            <a:ext cx="3581400" cy="521970"/>
          </a:xfrm>
          <a:prstGeom prst="rect">
            <a:avLst/>
          </a:prstGeom>
          <a:noFill/>
          <a:ln w="9525">
            <a:noFill/>
          </a:ln>
        </p:spPr>
        <p:txBody>
          <a:bodyPr>
            <a:spAutoFit/>
          </a:bodyPr>
          <a:lstStyle/>
          <a:p>
            <a:pPr algn="l" eaLnBrk="0" hangingPunct="0"/>
            <a:r>
              <a:rPr lang="zh-CN" altLang="en-US" b="1" dirty="0">
                <a:solidFill>
                  <a:schemeClr val="tx1"/>
                </a:solidFill>
                <a:latin typeface="楷体_GB2312" pitchFamily="49" charset="-122"/>
                <a:ea typeface="楷体_GB2312" pitchFamily="49" charset="-122"/>
              </a:rPr>
              <a:t>易知（</a:t>
            </a:r>
            <a:r>
              <a:rPr lang="en-US" altLang="zh-CN" b="1">
                <a:solidFill>
                  <a:schemeClr val="tx1"/>
                </a:solidFill>
                <a:latin typeface="楷体_GB2312" pitchFamily="49" charset="-122"/>
                <a:ea typeface="楷体_GB2312" pitchFamily="49" charset="-122"/>
              </a:rPr>
              <a:t>C</a:t>
            </a:r>
            <a:r>
              <a:rPr lang="zh-CN" altLang="en-US" b="1" dirty="0">
                <a:solidFill>
                  <a:schemeClr val="tx1"/>
                </a:solidFill>
                <a:latin typeface="楷体_GB2312" pitchFamily="49" charset="-122"/>
                <a:ea typeface="楷体_GB2312" pitchFamily="49" charset="-122"/>
              </a:rPr>
              <a:t>）不正确</a:t>
            </a:r>
            <a:r>
              <a:rPr lang="en-US" altLang="zh-CN" b="1">
                <a:solidFill>
                  <a:schemeClr val="tx1"/>
                </a:solidFill>
                <a:latin typeface="楷体_GB2312" pitchFamily="49" charset="-122"/>
                <a:ea typeface="楷体_GB2312" pitchFamily="49" charset="-122"/>
              </a:rPr>
              <a:t>.</a:t>
            </a:r>
            <a:endParaRPr lang="en-US" altLang="zh-CN">
              <a:solidFill>
                <a:schemeClr val="tx1"/>
              </a:solidFill>
              <a:latin typeface="楷体_GB2312" pitchFamily="49" charset="-122"/>
              <a:ea typeface="楷体_GB2312" pitchFamily="49" charset="-122"/>
            </a:endParaRPr>
          </a:p>
        </p:txBody>
      </p:sp>
      <p:graphicFrame>
        <p:nvGraphicFramePr>
          <p:cNvPr id="76815" name="对象 76814"/>
          <p:cNvGraphicFramePr/>
          <p:nvPr/>
        </p:nvGraphicFramePr>
        <p:xfrm>
          <a:off x="5181600" y="838200"/>
          <a:ext cx="392113" cy="457200"/>
        </p:xfrm>
        <a:graphic>
          <a:graphicData uri="http://schemas.openxmlformats.org/presentationml/2006/ole">
            <mc:AlternateContent xmlns:mc="http://schemas.openxmlformats.org/markup-compatibility/2006">
              <mc:Choice xmlns:v="urn:schemas-microsoft-com:vml" Requires="v">
                <p:oleObj r:id="rId2" imgW="152400" imgH="177800" progId="Equation.DSMT4">
                  <p:embed/>
                </p:oleObj>
              </mc:Choice>
              <mc:Fallback>
                <p:oleObj r:id="rId2" imgW="152400" imgH="177800" progId="Equation.DSMT4">
                  <p:embed/>
                  <p:pic>
                    <p:nvPicPr>
                      <p:cNvPr id="0" name="图片 3109"/>
                      <p:cNvPicPr/>
                      <p:nvPr/>
                    </p:nvPicPr>
                    <p:blipFill>
                      <a:blip r:embed="rId3"/>
                      <a:stretch>
                        <a:fillRect/>
                      </a:stretch>
                    </p:blipFill>
                    <p:spPr>
                      <a:xfrm>
                        <a:off x="5181600" y="838200"/>
                        <a:ext cx="392113" cy="457200"/>
                      </a:xfrm>
                      <a:prstGeom prst="rect">
                        <a:avLst/>
                      </a:prstGeom>
                      <a:noFill/>
                      <a:ln w="38100">
                        <a:noFill/>
                        <a:miter/>
                      </a:ln>
                    </p:spPr>
                  </p:pic>
                </p:oleObj>
              </mc:Fallback>
            </mc:AlternateContent>
          </a:graphicData>
        </a:graphic>
      </p:graphicFrame>
      <p:sp>
        <p:nvSpPr>
          <p:cNvPr id="76816" name="矩形 76815"/>
          <p:cNvSpPr/>
          <p:nvPr/>
        </p:nvSpPr>
        <p:spPr>
          <a:xfrm>
            <a:off x="251460" y="4292600"/>
            <a:ext cx="8181340" cy="521970"/>
          </a:xfrm>
          <a:prstGeom prst="rect">
            <a:avLst/>
          </a:prstGeom>
          <a:noFill/>
          <a:ln w="9525">
            <a:noFill/>
          </a:ln>
        </p:spPr>
        <p:txBody>
          <a:bodyPr wrap="square" anchor="t" anchorCtr="0">
            <a:spAutoFit/>
          </a:bodyPr>
          <a:lstStyle/>
          <a:p>
            <a:pPr algn="l"/>
            <a:r>
              <a:rPr lang="zh-CN" altLang="en-US" b="1" dirty="0">
                <a:solidFill>
                  <a:schemeClr val="tx1"/>
                </a:solidFill>
                <a:latin typeface="Arial" panose="020B0604020202020204" pitchFamily="34" charset="0"/>
                <a:ea typeface="宋体" panose="02010600030101010101" pitchFamily="2" charset="-122"/>
              </a:rPr>
              <a:t>同理知，</a:t>
            </a:r>
            <a:r>
              <a:rPr lang="en-US" altLang="zh-CN" i="1" dirty="0">
                <a:sym typeface="+mn-ea"/>
              </a:rPr>
              <a:t>A</a:t>
            </a:r>
            <a:r>
              <a:rPr lang="zh-CN" altLang="en-US" b="1" dirty="0">
                <a:solidFill>
                  <a:schemeClr val="tx1"/>
                </a:solidFill>
                <a:latin typeface="Arial" panose="020B0604020202020204" pitchFamily="34" charset="0"/>
                <a:ea typeface="宋体" panose="02010600030101010101" pitchFamily="2" charset="-122"/>
              </a:rPr>
              <a:t>的行秩为</a:t>
            </a:r>
            <a:r>
              <a:rPr lang="en-US" altLang="zh-CN" b="1">
                <a:solidFill>
                  <a:schemeClr val="tx1"/>
                </a:solidFill>
                <a:latin typeface="Arial" panose="020B0604020202020204" pitchFamily="34" charset="0"/>
                <a:ea typeface="宋体" panose="02010600030101010101" pitchFamily="2" charset="-122"/>
              </a:rPr>
              <a:t>3</a:t>
            </a:r>
            <a:r>
              <a:rPr lang="zh-CN" altLang="en-US" b="1" dirty="0">
                <a:solidFill>
                  <a:schemeClr val="tx1"/>
                </a:solidFill>
                <a:latin typeface="Arial" panose="020B0604020202020204" pitchFamily="34" charset="0"/>
                <a:ea typeface="宋体" panose="02010600030101010101" pitchFamily="2" charset="-122"/>
              </a:rPr>
              <a:t>，所以</a:t>
            </a:r>
            <a:r>
              <a:rPr lang="en-US" altLang="zh-CN" i="1" dirty="0">
                <a:sym typeface="+mn-ea"/>
              </a:rPr>
              <a:t>A</a:t>
            </a:r>
            <a:r>
              <a:rPr lang="zh-CN" altLang="en-US" b="1" dirty="0">
                <a:solidFill>
                  <a:schemeClr val="tx1"/>
                </a:solidFill>
                <a:latin typeface="Arial" panose="020B0604020202020204" pitchFamily="34" charset="0"/>
                <a:ea typeface="宋体" panose="02010600030101010101" pitchFamily="2" charset="-122"/>
              </a:rPr>
              <a:t>的</a:t>
            </a:r>
            <a:r>
              <a:rPr lang="en-US" altLang="zh-CN" b="1">
                <a:solidFill>
                  <a:schemeClr val="tx1"/>
                </a:solidFill>
                <a:latin typeface="Arial" panose="020B0604020202020204" pitchFamily="34" charset="0"/>
                <a:ea typeface="宋体" panose="02010600030101010101" pitchFamily="2" charset="-122"/>
              </a:rPr>
              <a:t>5</a:t>
            </a:r>
            <a:r>
              <a:rPr lang="zh-CN" altLang="en-US" b="1" dirty="0">
                <a:solidFill>
                  <a:schemeClr val="tx1"/>
                </a:solidFill>
                <a:latin typeface="Arial" panose="020B0604020202020204" pitchFamily="34" charset="0"/>
                <a:ea typeface="宋体" panose="02010600030101010101" pitchFamily="2" charset="-122"/>
              </a:rPr>
              <a:t>个行向量必然</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6804"/>
                                        </p:tgtEl>
                                        <p:attrNameLst>
                                          <p:attrName>style.visibility</p:attrName>
                                        </p:attrNameLst>
                                      </p:cBhvr>
                                      <p:to>
                                        <p:strVal val="visible"/>
                                      </p:to>
                                    </p:set>
                                    <p:animEffect transition="in" filter="wipe(down)">
                                      <p:cBhvr>
                                        <p:cTn id="7" dur="500"/>
                                        <p:tgtEl>
                                          <p:spTgt spid="76804"/>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76807"/>
                                        </p:tgtEl>
                                        <p:attrNameLst>
                                          <p:attrName>style.visibility</p:attrName>
                                        </p:attrNameLst>
                                      </p:cBhvr>
                                      <p:to>
                                        <p:strVal val="visible"/>
                                      </p:to>
                                    </p:set>
                                    <p:anim calcmode="lin" valueType="num">
                                      <p:cBhvr>
                                        <p:cTn id="12" dur="500" fill="hold"/>
                                        <p:tgtEl>
                                          <p:spTgt spid="76807"/>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76807"/>
                                        </p:tgtEl>
                                        <p:attrNameLst>
                                          <p:attrName>ppt_y</p:attrName>
                                        </p:attrNameLst>
                                      </p:cBhvr>
                                      <p:tavLst>
                                        <p:tav tm="0">
                                          <p:val>
                                            <p:strVal val="#ppt_y"/>
                                          </p:val>
                                        </p:tav>
                                        <p:tav tm="100000">
                                          <p:val>
                                            <p:strVal val="#ppt_y"/>
                                          </p:val>
                                        </p:tav>
                                      </p:tavLst>
                                    </p:anim>
                                    <p:anim calcmode="lin" valueType="num">
                                      <p:cBhvr>
                                        <p:cTn id="14" dur="500" fill="hold"/>
                                        <p:tgtEl>
                                          <p:spTgt spid="76807"/>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76807"/>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76807"/>
                                        </p:tgtEl>
                                      </p:cBhvr>
                                    </p:animEffect>
                                  </p:childTnLst>
                                </p:cTn>
                              </p:par>
                            </p:childTnLst>
                          </p:cTn>
                        </p:par>
                      </p:childTnLst>
                    </p:cTn>
                  </p:par>
                  <p:par>
                    <p:cTn id="17" fill="hold">
                      <p:stCondLst>
                        <p:cond delay="indefinite"/>
                      </p:stCondLst>
                      <p:childTnLst>
                        <p:par>
                          <p:cTn id="18" fill="hold">
                            <p:stCondLst>
                              <p:cond delay="0"/>
                            </p:stCondLst>
                            <p:childTnLst>
                              <p:par>
                                <p:cTn id="19" presetID="41" presetClass="entr" presetSubtype="0" fill="hold" grpId="0" nodeType="clickEffect">
                                  <p:stCondLst>
                                    <p:cond delay="0"/>
                                  </p:stCondLst>
                                  <p:iterate type="lt">
                                    <p:tmPct val="10000"/>
                                  </p:iterate>
                                  <p:childTnLst>
                                    <p:set>
                                      <p:cBhvr>
                                        <p:cTn id="20" dur="1" fill="hold">
                                          <p:stCondLst>
                                            <p:cond delay="0"/>
                                          </p:stCondLst>
                                        </p:cTn>
                                        <p:tgtEl>
                                          <p:spTgt spid="76806"/>
                                        </p:tgtEl>
                                        <p:attrNameLst>
                                          <p:attrName>style.visibility</p:attrName>
                                        </p:attrNameLst>
                                      </p:cBhvr>
                                      <p:to>
                                        <p:strVal val="visible"/>
                                      </p:to>
                                    </p:set>
                                    <p:anim calcmode="lin" valueType="num">
                                      <p:cBhvr>
                                        <p:cTn id="21" dur="2000" fill="hold"/>
                                        <p:tgtEl>
                                          <p:spTgt spid="76806"/>
                                        </p:tgtEl>
                                        <p:attrNameLst>
                                          <p:attrName>ppt_x</p:attrName>
                                        </p:attrNameLst>
                                      </p:cBhvr>
                                      <p:tavLst>
                                        <p:tav tm="0">
                                          <p:val>
                                            <p:strVal val="#ppt_x"/>
                                          </p:val>
                                        </p:tav>
                                        <p:tav tm="50000">
                                          <p:val>
                                            <p:strVal val="#ppt_x+.1"/>
                                          </p:val>
                                        </p:tav>
                                        <p:tav tm="100000">
                                          <p:val>
                                            <p:strVal val="#ppt_x"/>
                                          </p:val>
                                        </p:tav>
                                      </p:tavLst>
                                    </p:anim>
                                    <p:anim calcmode="lin" valueType="num">
                                      <p:cBhvr>
                                        <p:cTn id="22" dur="2000" fill="hold"/>
                                        <p:tgtEl>
                                          <p:spTgt spid="76806"/>
                                        </p:tgtEl>
                                        <p:attrNameLst>
                                          <p:attrName>ppt_y</p:attrName>
                                        </p:attrNameLst>
                                      </p:cBhvr>
                                      <p:tavLst>
                                        <p:tav tm="0">
                                          <p:val>
                                            <p:strVal val="#ppt_y"/>
                                          </p:val>
                                        </p:tav>
                                        <p:tav tm="100000">
                                          <p:val>
                                            <p:strVal val="#ppt_y"/>
                                          </p:val>
                                        </p:tav>
                                      </p:tavLst>
                                    </p:anim>
                                    <p:anim calcmode="lin" valueType="num">
                                      <p:cBhvr>
                                        <p:cTn id="23" dur="2000" fill="hold"/>
                                        <p:tgtEl>
                                          <p:spTgt spid="76806"/>
                                        </p:tgtEl>
                                        <p:attrNameLst>
                                          <p:attrName>ppt_h</p:attrName>
                                        </p:attrNameLst>
                                      </p:cBhvr>
                                      <p:tavLst>
                                        <p:tav tm="0">
                                          <p:val>
                                            <p:strVal val="#ppt_h/10"/>
                                          </p:val>
                                        </p:tav>
                                        <p:tav tm="50000">
                                          <p:val>
                                            <p:strVal val="#ppt_h+.01"/>
                                          </p:val>
                                        </p:tav>
                                        <p:tav tm="100000">
                                          <p:val>
                                            <p:strVal val="#ppt_h"/>
                                          </p:val>
                                        </p:tav>
                                      </p:tavLst>
                                    </p:anim>
                                    <p:anim calcmode="lin" valueType="num">
                                      <p:cBhvr>
                                        <p:cTn id="24" dur="2000" fill="hold"/>
                                        <p:tgtEl>
                                          <p:spTgt spid="76806"/>
                                        </p:tgtEl>
                                        <p:attrNameLst>
                                          <p:attrName>ppt_w</p:attrName>
                                        </p:attrNameLst>
                                      </p:cBhvr>
                                      <p:tavLst>
                                        <p:tav tm="0">
                                          <p:val>
                                            <p:strVal val="#ppt_w/10"/>
                                          </p:val>
                                        </p:tav>
                                        <p:tav tm="50000">
                                          <p:val>
                                            <p:strVal val="#ppt_w+.01"/>
                                          </p:val>
                                        </p:tav>
                                        <p:tav tm="100000">
                                          <p:val>
                                            <p:strVal val="#ppt_w"/>
                                          </p:val>
                                        </p:tav>
                                      </p:tavLst>
                                    </p:anim>
                                    <p:animEffect transition="in" filter="fade">
                                      <p:cBhvr>
                                        <p:cTn id="25" dur="2000" tmFilter="0,0; .5, 1; 1, 1"/>
                                        <p:tgtEl>
                                          <p:spTgt spid="76806"/>
                                        </p:tgtEl>
                                      </p:cBhvr>
                                    </p:animEffect>
                                  </p:childTnLst>
                                </p:cTn>
                              </p:par>
                            </p:childTnLst>
                          </p:cTn>
                        </p:par>
                      </p:childTnLst>
                    </p:cTn>
                  </p:par>
                  <p:par>
                    <p:cTn id="26" fill="hold">
                      <p:stCondLst>
                        <p:cond delay="indefinite"/>
                      </p:stCondLst>
                      <p:childTnLst>
                        <p:par>
                          <p:cTn id="27" fill="hold">
                            <p:stCondLst>
                              <p:cond delay="0"/>
                            </p:stCondLst>
                            <p:childTnLst>
                              <p:par>
                                <p:cTn id="28" presetID="27" presetClass="entr" presetSubtype="0" fill="hold" grpId="0" nodeType="clickEffect">
                                  <p:stCondLst>
                                    <p:cond delay="0"/>
                                  </p:stCondLst>
                                  <p:iterate type="lt">
                                    <p:tmPct val="50000"/>
                                  </p:iterate>
                                  <p:childTnLst>
                                    <p:set>
                                      <p:cBhvr>
                                        <p:cTn id="29" dur="1" fill="hold">
                                          <p:stCondLst>
                                            <p:cond delay="0"/>
                                          </p:stCondLst>
                                        </p:cTn>
                                        <p:tgtEl>
                                          <p:spTgt spid="76811"/>
                                        </p:tgtEl>
                                        <p:attrNameLst>
                                          <p:attrName>style.visibility</p:attrName>
                                        </p:attrNameLst>
                                      </p:cBhvr>
                                      <p:to>
                                        <p:strVal val="visible"/>
                                      </p:to>
                                    </p:set>
                                    <p:anim calcmode="discrete" valueType="clr">
                                      <p:cBhvr override="childStyle">
                                        <p:cTn id="30" dur="80"/>
                                        <p:tgtEl>
                                          <p:spTgt spid="76811"/>
                                        </p:tgtEl>
                                        <p:attrNameLst>
                                          <p:attrName>style.color</p:attrName>
                                        </p:attrNameLst>
                                      </p:cBhvr>
                                      <p:tavLst>
                                        <p:tav tm="0">
                                          <p:val>
                                            <p:clrVal>
                                              <a:schemeClr val="accent2"/>
                                            </p:clrVal>
                                          </p:val>
                                        </p:tav>
                                        <p:tav tm="50000">
                                          <p:val>
                                            <p:clrVal>
                                              <a:schemeClr val="hlink"/>
                                            </p:clrVal>
                                          </p:val>
                                        </p:tav>
                                      </p:tavLst>
                                    </p:anim>
                                    <p:anim calcmode="discrete" valueType="clr">
                                      <p:cBhvr>
                                        <p:cTn id="31" dur="80"/>
                                        <p:tgtEl>
                                          <p:spTgt spid="76811"/>
                                        </p:tgtEl>
                                        <p:attrNameLst>
                                          <p:attrName>fillcolor</p:attrName>
                                        </p:attrNameLst>
                                      </p:cBhvr>
                                      <p:tavLst>
                                        <p:tav tm="0">
                                          <p:val>
                                            <p:clrVal>
                                              <a:schemeClr val="accent2"/>
                                            </p:clrVal>
                                          </p:val>
                                        </p:tav>
                                        <p:tav tm="50000">
                                          <p:val>
                                            <p:clrVal>
                                              <a:schemeClr val="hlink"/>
                                            </p:clrVal>
                                          </p:val>
                                        </p:tav>
                                      </p:tavLst>
                                    </p:anim>
                                    <p:set>
                                      <p:cBhvr>
                                        <p:cTn id="32" dur="80"/>
                                        <p:tgtEl>
                                          <p:spTgt spid="76811"/>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39" presetClass="entr" presetSubtype="0" accel="100000" fill="hold" grpId="0" nodeType="clickEffect">
                                  <p:stCondLst>
                                    <p:cond delay="0"/>
                                  </p:stCondLst>
                                  <p:childTnLst>
                                    <p:set>
                                      <p:cBhvr>
                                        <p:cTn id="36" dur="1" fill="hold">
                                          <p:stCondLst>
                                            <p:cond delay="0"/>
                                          </p:stCondLst>
                                        </p:cTn>
                                        <p:tgtEl>
                                          <p:spTgt spid="76813"/>
                                        </p:tgtEl>
                                        <p:attrNameLst>
                                          <p:attrName>style.visibility</p:attrName>
                                        </p:attrNameLst>
                                      </p:cBhvr>
                                      <p:to>
                                        <p:strVal val="visible"/>
                                      </p:to>
                                    </p:set>
                                    <p:anim calcmode="lin" valueType="num">
                                      <p:cBhvr>
                                        <p:cTn id="37" dur="500" fill="hold"/>
                                        <p:tgtEl>
                                          <p:spTgt spid="76813"/>
                                        </p:tgtEl>
                                        <p:attrNameLst>
                                          <p:attrName>ppt_h</p:attrName>
                                        </p:attrNameLst>
                                      </p:cBhvr>
                                      <p:tavLst>
                                        <p:tav tm="0">
                                          <p:val>
                                            <p:strVal val="#ppt_h/20"/>
                                          </p:val>
                                        </p:tav>
                                        <p:tav tm="50000">
                                          <p:val>
                                            <p:strVal val="#ppt_h/20"/>
                                          </p:val>
                                        </p:tav>
                                        <p:tav tm="100000">
                                          <p:val>
                                            <p:strVal val="#ppt_h"/>
                                          </p:val>
                                        </p:tav>
                                      </p:tavLst>
                                    </p:anim>
                                    <p:anim calcmode="lin" valueType="num">
                                      <p:cBhvr>
                                        <p:cTn id="38" dur="500" fill="hold"/>
                                        <p:tgtEl>
                                          <p:spTgt spid="76813"/>
                                        </p:tgtEl>
                                        <p:attrNameLst>
                                          <p:attrName>ppt_w</p:attrName>
                                        </p:attrNameLst>
                                      </p:cBhvr>
                                      <p:tavLst>
                                        <p:tav tm="0">
                                          <p:val>
                                            <p:strVal val="#ppt_w+.3"/>
                                          </p:val>
                                        </p:tav>
                                        <p:tav tm="50000">
                                          <p:val>
                                            <p:strVal val="#ppt_w+.3"/>
                                          </p:val>
                                        </p:tav>
                                        <p:tav tm="100000">
                                          <p:val>
                                            <p:strVal val="#ppt_w"/>
                                          </p:val>
                                        </p:tav>
                                      </p:tavLst>
                                    </p:anim>
                                    <p:anim calcmode="lin" valueType="num">
                                      <p:cBhvr>
                                        <p:cTn id="39" dur="500" fill="hold"/>
                                        <p:tgtEl>
                                          <p:spTgt spid="76813"/>
                                        </p:tgtEl>
                                        <p:attrNameLst>
                                          <p:attrName>ppt_x</p:attrName>
                                        </p:attrNameLst>
                                      </p:cBhvr>
                                      <p:tavLst>
                                        <p:tav tm="0">
                                          <p:val>
                                            <p:strVal val="#ppt_x-.3"/>
                                          </p:val>
                                        </p:tav>
                                        <p:tav tm="50000">
                                          <p:val>
                                            <p:strVal val="#ppt_x"/>
                                          </p:val>
                                        </p:tav>
                                        <p:tav tm="100000">
                                          <p:val>
                                            <p:strVal val="#ppt_x"/>
                                          </p:val>
                                        </p:tav>
                                      </p:tavLst>
                                    </p:anim>
                                    <p:anim calcmode="lin" valueType="num">
                                      <p:cBhvr>
                                        <p:cTn id="40" dur="500" fill="hold"/>
                                        <p:tgtEl>
                                          <p:spTgt spid="76813"/>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76816"/>
                                        </p:tgtEl>
                                        <p:attrNameLst>
                                          <p:attrName>style.visibility</p:attrName>
                                        </p:attrNameLst>
                                      </p:cBhvr>
                                      <p:to>
                                        <p:strVal val="visible"/>
                                      </p:to>
                                    </p:set>
                                    <p:animEffect transition="in" filter="blinds(horizontal)">
                                      <p:cBhvr>
                                        <p:cTn id="45" dur="500"/>
                                        <p:tgtEl>
                                          <p:spTgt spid="76816"/>
                                        </p:tgtEl>
                                      </p:cBhvr>
                                    </p:animEffect>
                                  </p:childTnLst>
                                </p:cTn>
                              </p:par>
                            </p:childTnLst>
                          </p:cTn>
                        </p:par>
                      </p:childTnLst>
                    </p:cTn>
                  </p:par>
                  <p:par>
                    <p:cTn id="46" fill="hold">
                      <p:stCondLst>
                        <p:cond delay="indefinite"/>
                      </p:stCondLst>
                      <p:childTnLst>
                        <p:par>
                          <p:cTn id="47" fill="hold">
                            <p:stCondLst>
                              <p:cond delay="0"/>
                            </p:stCondLst>
                            <p:childTnLst>
                              <p:par>
                                <p:cTn id="48" presetID="27" presetClass="entr" presetSubtype="0" fill="hold" grpId="0" nodeType="clickEffect">
                                  <p:stCondLst>
                                    <p:cond delay="0"/>
                                  </p:stCondLst>
                                  <p:iterate type="lt">
                                    <p:tmPct val="50000"/>
                                  </p:iterate>
                                  <p:childTnLst>
                                    <p:set>
                                      <p:cBhvr>
                                        <p:cTn id="49" dur="1" fill="hold">
                                          <p:stCondLst>
                                            <p:cond delay="0"/>
                                          </p:stCondLst>
                                        </p:cTn>
                                        <p:tgtEl>
                                          <p:spTgt spid="76812"/>
                                        </p:tgtEl>
                                        <p:attrNameLst>
                                          <p:attrName>style.visibility</p:attrName>
                                        </p:attrNameLst>
                                      </p:cBhvr>
                                      <p:to>
                                        <p:strVal val="visible"/>
                                      </p:to>
                                    </p:set>
                                    <p:anim calcmode="discrete" valueType="clr">
                                      <p:cBhvr override="childStyle">
                                        <p:cTn id="50" dur="80"/>
                                        <p:tgtEl>
                                          <p:spTgt spid="76812"/>
                                        </p:tgtEl>
                                        <p:attrNameLst>
                                          <p:attrName>style.color</p:attrName>
                                        </p:attrNameLst>
                                      </p:cBhvr>
                                      <p:tavLst>
                                        <p:tav tm="0">
                                          <p:val>
                                            <p:clrVal>
                                              <a:schemeClr val="accent2"/>
                                            </p:clrVal>
                                          </p:val>
                                        </p:tav>
                                        <p:tav tm="50000">
                                          <p:val>
                                            <p:clrVal>
                                              <a:schemeClr val="hlink"/>
                                            </p:clrVal>
                                          </p:val>
                                        </p:tav>
                                      </p:tavLst>
                                    </p:anim>
                                    <p:anim calcmode="discrete" valueType="clr">
                                      <p:cBhvr>
                                        <p:cTn id="51" dur="80"/>
                                        <p:tgtEl>
                                          <p:spTgt spid="76812"/>
                                        </p:tgtEl>
                                        <p:attrNameLst>
                                          <p:attrName>fillcolor</p:attrName>
                                        </p:attrNameLst>
                                      </p:cBhvr>
                                      <p:tavLst>
                                        <p:tav tm="0">
                                          <p:val>
                                            <p:clrVal>
                                              <a:schemeClr val="accent2"/>
                                            </p:clrVal>
                                          </p:val>
                                        </p:tav>
                                        <p:tav tm="50000">
                                          <p:val>
                                            <p:clrVal>
                                              <a:schemeClr val="hlink"/>
                                            </p:clrVal>
                                          </p:val>
                                        </p:tav>
                                      </p:tavLst>
                                    </p:anim>
                                    <p:set>
                                      <p:cBhvr>
                                        <p:cTn id="52" dur="80"/>
                                        <p:tgtEl>
                                          <p:spTgt spid="76812"/>
                                        </p:tgtEl>
                                        <p:attrNameLst>
                                          <p:attrName>fill.type</p:attrName>
                                        </p:attrNameLst>
                                      </p:cBhvr>
                                      <p:to>
                                        <p:strVal val="solid"/>
                                      </p:to>
                                    </p:set>
                                  </p:childTnLst>
                                </p:cTn>
                              </p:par>
                            </p:childTnLst>
                          </p:cTn>
                        </p:par>
                      </p:childTnLst>
                    </p:cTn>
                  </p:par>
                  <p:par>
                    <p:cTn id="53" fill="hold">
                      <p:stCondLst>
                        <p:cond delay="indefinite"/>
                      </p:stCondLst>
                      <p:childTnLst>
                        <p:par>
                          <p:cTn id="54" fill="hold">
                            <p:stCondLst>
                              <p:cond delay="0"/>
                            </p:stCondLst>
                            <p:childTnLst>
                              <p:par>
                                <p:cTn id="55" presetID="34" presetClass="entr" presetSubtype="0" fill="hold" grpId="0" nodeType="clickEffect">
                                  <p:stCondLst>
                                    <p:cond delay="0"/>
                                  </p:stCondLst>
                                  <p:childTnLst>
                                    <p:set>
                                      <p:cBhvr>
                                        <p:cTn id="56" dur="1" fill="hold">
                                          <p:stCondLst>
                                            <p:cond delay="0"/>
                                          </p:stCondLst>
                                        </p:cTn>
                                        <p:tgtEl>
                                          <p:spTgt spid="76814"/>
                                        </p:tgtEl>
                                        <p:attrNameLst>
                                          <p:attrName>style.visibility</p:attrName>
                                        </p:attrNameLst>
                                      </p:cBhvr>
                                      <p:to>
                                        <p:strVal val="visible"/>
                                      </p:to>
                                    </p:set>
                                    <p:anim from="(-#ppt_w/2)" to="(#ppt_x)" calcmode="lin" valueType="num">
                                      <p:cBhvr>
                                        <p:cTn id="57" dur="600" fill="hold">
                                          <p:stCondLst>
                                            <p:cond delay="0"/>
                                          </p:stCondLst>
                                        </p:cTn>
                                        <p:tgtEl>
                                          <p:spTgt spid="76814"/>
                                        </p:tgtEl>
                                        <p:attrNameLst>
                                          <p:attrName>ppt_x</p:attrName>
                                        </p:attrNameLst>
                                      </p:cBhvr>
                                    </p:anim>
                                    <p:anim from="0" to="-1.0" calcmode="lin" valueType="num">
                                      <p:cBhvr>
                                        <p:cTn id="58" dur="200" decel="50000" autoRev="1" fill="hold">
                                          <p:stCondLst>
                                            <p:cond delay="600"/>
                                          </p:stCondLst>
                                        </p:cTn>
                                        <p:tgtEl>
                                          <p:spTgt spid="76814"/>
                                        </p:tgtEl>
                                        <p:attrNameLst>
                                          <p:attrName>xshear</p:attrName>
                                        </p:attrNameLst>
                                      </p:cBhvr>
                                    </p:anim>
                                    <p:animScale>
                                      <p:cBhvr>
                                        <p:cTn id="59" dur="200" decel="100000" autoRev="1" fill="hold">
                                          <p:stCondLst>
                                            <p:cond delay="600"/>
                                          </p:stCondLst>
                                        </p:cTn>
                                        <p:tgtEl>
                                          <p:spTgt spid="76814"/>
                                        </p:tgtEl>
                                      </p:cBhvr>
                                      <p:from x="100000" y="100000"/>
                                      <p:to x="80000" y="100000"/>
                                    </p:animScale>
                                    <p:anim by="(#ppt_h/3+#ppt_w*0.1)" calcmode="lin" valueType="num">
                                      <p:cBhvr additive="sum">
                                        <p:cTn id="60" dur="200" decel="100000" autoRev="1" fill="hold">
                                          <p:stCondLst>
                                            <p:cond delay="600"/>
                                          </p:stCondLst>
                                        </p:cTn>
                                        <p:tgtEl>
                                          <p:spTgt spid="76814"/>
                                        </p:tgtEl>
                                        <p:attrNameLst>
                                          <p:attrName>ppt_x</p:attrName>
                                        </p:attrNameLst>
                                      </p:cBhvr>
                                    </p:anim>
                                  </p:childTnLst>
                                </p:cTn>
                              </p:par>
                            </p:childTnLst>
                          </p:cTn>
                        </p:par>
                      </p:childTnLst>
                    </p:cTn>
                  </p:par>
                  <p:par>
                    <p:cTn id="61" fill="hold">
                      <p:stCondLst>
                        <p:cond delay="indefinite"/>
                      </p:stCondLst>
                      <p:childTnLst>
                        <p:par>
                          <p:cTn id="62" fill="hold">
                            <p:stCondLst>
                              <p:cond delay="0"/>
                            </p:stCondLst>
                            <p:childTnLst>
                              <p:par>
                                <p:cTn id="63" presetID="51" presetClass="entr" presetSubtype="0" fill="hold" nodeType="clickEffect">
                                  <p:stCondLst>
                                    <p:cond delay="0"/>
                                  </p:stCondLst>
                                  <p:childTnLst>
                                    <p:set>
                                      <p:cBhvr>
                                        <p:cTn id="64" dur="1" fill="hold">
                                          <p:stCondLst>
                                            <p:cond delay="0"/>
                                          </p:stCondLst>
                                        </p:cTn>
                                        <p:tgtEl>
                                          <p:spTgt spid="76815"/>
                                        </p:tgtEl>
                                        <p:attrNameLst>
                                          <p:attrName>style.visibility</p:attrName>
                                        </p:attrNameLst>
                                      </p:cBhvr>
                                      <p:to>
                                        <p:strVal val="visible"/>
                                      </p:to>
                                    </p:set>
                                    <p:animEffect transition="in" filter="fade">
                                      <p:cBhvr>
                                        <p:cTn id="65" dur="770" decel="100000"/>
                                        <p:tgtEl>
                                          <p:spTgt spid="76815"/>
                                        </p:tgtEl>
                                      </p:cBhvr>
                                    </p:animEffect>
                                    <p:animScale>
                                      <p:cBhvr>
                                        <p:cTn id="66" dur="770" decel="100000"/>
                                        <p:tgtEl>
                                          <p:spTgt spid="76815"/>
                                        </p:tgtEl>
                                      </p:cBhvr>
                                      <p:from x="10000" y="10000"/>
                                      <p:to x="200000" y="450000"/>
                                    </p:animScale>
                                    <p:animScale>
                                      <p:cBhvr>
                                        <p:cTn id="67" dur="1230" accel="100000" fill="hold">
                                          <p:stCondLst>
                                            <p:cond delay="770"/>
                                          </p:stCondLst>
                                        </p:cTn>
                                        <p:tgtEl>
                                          <p:spTgt spid="76815"/>
                                        </p:tgtEl>
                                      </p:cBhvr>
                                      <p:from x="200000" y="450000"/>
                                      <p:to x="100000" y="100000"/>
                                    </p:animScale>
                                    <p:set>
                                      <p:cBhvr>
                                        <p:cTn id="68" dur="770" fill="hold"/>
                                        <p:tgtEl>
                                          <p:spTgt spid="76815"/>
                                        </p:tgtEl>
                                        <p:attrNameLst>
                                          <p:attrName>ppt_x</p:attrName>
                                        </p:attrNameLst>
                                      </p:cBhvr>
                                      <p:to>
                                        <p:strVal val="(0.5)"/>
                                      </p:to>
                                    </p:set>
                                    <p:anim from="(0.5)" to="(#ppt_x)" calcmode="lin" valueType="num">
                                      <p:cBhvr>
                                        <p:cTn id="69" dur="1230" accel="100000" fill="hold">
                                          <p:stCondLst>
                                            <p:cond delay="770"/>
                                          </p:stCondLst>
                                        </p:cTn>
                                        <p:tgtEl>
                                          <p:spTgt spid="76815"/>
                                        </p:tgtEl>
                                        <p:attrNameLst>
                                          <p:attrName>ppt_x</p:attrName>
                                        </p:attrNameLst>
                                      </p:cBhvr>
                                    </p:anim>
                                    <p:set>
                                      <p:cBhvr>
                                        <p:cTn id="70" dur="770" fill="hold"/>
                                        <p:tgtEl>
                                          <p:spTgt spid="76815"/>
                                        </p:tgtEl>
                                        <p:attrNameLst>
                                          <p:attrName>ppt_y</p:attrName>
                                        </p:attrNameLst>
                                      </p:cBhvr>
                                      <p:to>
                                        <p:strVal val="(#ppt_y+0.4)"/>
                                      </p:to>
                                    </p:set>
                                    <p:anim from="(#ppt_y+0.4)" to="(#ppt_y)" calcmode="lin" valueType="num">
                                      <p:cBhvr>
                                        <p:cTn id="71" dur="1230" accel="100000" fill="hold">
                                          <p:stCondLst>
                                            <p:cond delay="770"/>
                                          </p:stCondLst>
                                        </p:cTn>
                                        <p:tgtEl>
                                          <p:spTgt spid="76815"/>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p:bldP spid="76806" grpId="0"/>
      <p:bldP spid="76807" grpId="0"/>
      <p:bldP spid="76811" grpId="0"/>
      <p:bldP spid="76812" grpId="0"/>
      <p:bldP spid="76813" grpId="0"/>
      <p:bldP spid="76814" grpId="0"/>
      <p:bldP spid="76816"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椭圆 12289">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12291" name="椭圆 12290">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12292" name="矩形 12291">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12293" name="矩形 12292"/>
          <p:cNvSpPr/>
          <p:nvPr/>
        </p:nvSpPr>
        <p:spPr>
          <a:xfrm>
            <a:off x="2086293" y="477044"/>
            <a:ext cx="5059680" cy="583565"/>
          </a:xfrm>
          <a:prstGeom prst="rect">
            <a:avLst/>
          </a:prstGeom>
          <a:noFill/>
          <a:ln w="9525">
            <a:noFill/>
          </a:ln>
        </p:spPr>
        <p:txBody>
          <a:bodyPr wrap="none" anchor="ctr" anchorCtr="0">
            <a:spAutoFit/>
          </a:bodyPr>
          <a:lstStyle/>
          <a:p>
            <a:r>
              <a:rPr lang="zh-CN" altLang="en-US" sz="3200" b="0">
                <a:solidFill>
                  <a:srgbClr val="FF0000"/>
                </a:solidFill>
                <a:latin typeface="黑体" panose="02010609060101010101" pitchFamily="2" charset="-122"/>
                <a:ea typeface="黑体" panose="02010609060101010101" pitchFamily="2" charset="-122"/>
              </a:rPr>
              <a:t>§</a:t>
            </a:r>
            <a:r>
              <a:rPr lang="en-US" altLang="zh-CN" sz="3200" b="0">
                <a:solidFill>
                  <a:srgbClr val="FF0000"/>
                </a:solidFill>
                <a:latin typeface="黑体" panose="02010609060101010101" pitchFamily="2" charset="-122"/>
                <a:ea typeface="黑体" panose="02010609060101010101" pitchFamily="2" charset="-122"/>
              </a:rPr>
              <a:t>3.5 </a:t>
            </a:r>
            <a:r>
              <a:rPr lang="zh-CN" altLang="en-US" sz="3200" b="0" dirty="0">
                <a:solidFill>
                  <a:srgbClr val="FF0000"/>
                </a:solidFill>
                <a:latin typeface="黑体" panose="02010609060101010101" pitchFamily="2" charset="-122"/>
                <a:ea typeface="黑体" panose="02010609060101010101" pitchFamily="2" charset="-122"/>
              </a:rPr>
              <a:t>向量空间与坐标变换</a:t>
            </a:r>
          </a:p>
        </p:txBody>
      </p:sp>
      <p:sp>
        <p:nvSpPr>
          <p:cNvPr id="12294" name="矩形 12293"/>
          <p:cNvSpPr/>
          <p:nvPr/>
        </p:nvSpPr>
        <p:spPr>
          <a:xfrm>
            <a:off x="468313" y="2478088"/>
            <a:ext cx="3740150" cy="519112"/>
          </a:xfrm>
          <a:prstGeom prst="rect">
            <a:avLst/>
          </a:prstGeom>
          <a:noFill/>
          <a:ln w="9525">
            <a:noFill/>
          </a:ln>
        </p:spPr>
        <p:txBody>
          <a:bodyPr wrap="none" anchor="ctr" anchorCtr="0">
            <a:spAutoFit/>
          </a:bodyPr>
          <a:lstStyle/>
          <a:p>
            <a:pPr algn="l"/>
            <a:r>
              <a:rPr lang="zh-CN" altLang="en-US" b="0" dirty="0">
                <a:solidFill>
                  <a:srgbClr val="CC3300"/>
                </a:solidFill>
                <a:latin typeface="Arial" panose="020B0604020202020204" pitchFamily="34" charset="0"/>
                <a:ea typeface="黑体" panose="02010609060101010101" pitchFamily="2" charset="-122"/>
              </a:rPr>
              <a:t>一、向量空间与子空间</a:t>
            </a:r>
          </a:p>
        </p:txBody>
      </p:sp>
      <p:graphicFrame>
        <p:nvGraphicFramePr>
          <p:cNvPr id="12734" name="对象 12733"/>
          <p:cNvGraphicFramePr/>
          <p:nvPr/>
        </p:nvGraphicFramePr>
        <p:xfrm>
          <a:off x="546100" y="2872423"/>
          <a:ext cx="8140700" cy="3739515"/>
        </p:xfrm>
        <a:graphic>
          <a:graphicData uri="http://schemas.openxmlformats.org/presentationml/2006/ole">
            <mc:AlternateContent xmlns:mc="http://schemas.openxmlformats.org/markup-compatibility/2006">
              <mc:Choice xmlns:v="urn:schemas-microsoft-com:vml" Requires="v">
                <p:oleObj r:id="rId2" imgW="6053455" imgH="2781300" progId="Word.Document.8">
                  <p:embed/>
                </p:oleObj>
              </mc:Choice>
              <mc:Fallback>
                <p:oleObj r:id="rId2" imgW="6053455" imgH="2781300" progId="Word.Document.8">
                  <p:embed/>
                  <p:pic>
                    <p:nvPicPr>
                      <p:cNvPr id="0" name="图片 3085"/>
                      <p:cNvPicPr/>
                      <p:nvPr/>
                    </p:nvPicPr>
                    <p:blipFill>
                      <a:blip r:embed="rId3"/>
                      <a:stretch>
                        <a:fillRect/>
                      </a:stretch>
                    </p:blipFill>
                    <p:spPr>
                      <a:xfrm>
                        <a:off x="546100" y="2872423"/>
                        <a:ext cx="8140700" cy="3739515"/>
                      </a:xfrm>
                      <a:prstGeom prst="rect">
                        <a:avLst/>
                      </a:prstGeom>
                      <a:noFill/>
                      <a:ln w="38100">
                        <a:noFill/>
                        <a:miter/>
                      </a:ln>
                    </p:spPr>
                  </p:pic>
                </p:oleObj>
              </mc:Fallback>
            </mc:AlternateContent>
          </a:graphicData>
        </a:graphic>
      </p:graphicFrame>
      <p:graphicFrame>
        <p:nvGraphicFramePr>
          <p:cNvPr id="12736" name="对象 12735"/>
          <p:cNvGraphicFramePr/>
          <p:nvPr/>
        </p:nvGraphicFramePr>
        <p:xfrm>
          <a:off x="546100" y="1266825"/>
          <a:ext cx="8140700" cy="1073150"/>
        </p:xfrm>
        <a:graphic>
          <a:graphicData uri="http://schemas.openxmlformats.org/presentationml/2006/ole">
            <mc:AlternateContent xmlns:mc="http://schemas.openxmlformats.org/markup-compatibility/2006">
              <mc:Choice xmlns:v="urn:schemas-microsoft-com:vml" Requires="v">
                <p:oleObj r:id="rId4" imgW="6053455" imgH="800100" progId="Word.Document.8">
                  <p:embed/>
                </p:oleObj>
              </mc:Choice>
              <mc:Fallback>
                <p:oleObj r:id="rId4" imgW="6053455" imgH="800100" progId="Word.Document.8">
                  <p:embed/>
                  <p:pic>
                    <p:nvPicPr>
                      <p:cNvPr id="0" name="图片 3086"/>
                      <p:cNvPicPr/>
                      <p:nvPr/>
                    </p:nvPicPr>
                    <p:blipFill>
                      <a:blip r:embed="rId5"/>
                      <a:stretch>
                        <a:fillRect/>
                      </a:stretch>
                    </p:blipFill>
                    <p:spPr>
                      <a:xfrm>
                        <a:off x="546100" y="1266825"/>
                        <a:ext cx="8140700" cy="1073150"/>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4"/>
                                        </p:tgtEl>
                                        <p:attrNameLst>
                                          <p:attrName>style.visibility</p:attrName>
                                        </p:attrNameLst>
                                      </p:cBhvr>
                                      <p:to>
                                        <p:strVal val="visible"/>
                                      </p:to>
                                    </p:set>
                                    <p:animEffect transition="in" filter="blinds(horizontal)">
                                      <p:cBhvr>
                                        <p:cTn id="7" dur="500"/>
                                        <p:tgtEl>
                                          <p:spTgt spid="1229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734"/>
                                        </p:tgtEl>
                                        <p:attrNameLst>
                                          <p:attrName>style.visibility</p:attrName>
                                        </p:attrNameLst>
                                      </p:cBhvr>
                                      <p:to>
                                        <p:strVal val="visible"/>
                                      </p:to>
                                    </p:set>
                                    <p:animEffect transition="in" filter="blinds(horizontal)">
                                      <p:cBhvr>
                                        <p:cTn id="12" dur="500"/>
                                        <p:tgtEl>
                                          <p:spTgt spid="12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ea typeface="宋体" panose="02010600030101010101" pitchFamily="2" charset="-122"/>
              </a:rPr>
              <a:t>97</a:t>
            </a:fld>
            <a:endParaRPr lang="zh-CN" altLang="en-US" dirty="0">
              <a:latin typeface="Arial" panose="020B0604020202020204" pitchFamily="34" charset="0"/>
              <a:ea typeface="宋体" panose="02010600030101010101" pitchFamily="2" charset="-122"/>
            </a:endParaRPr>
          </a:p>
        </p:txBody>
      </p:sp>
      <p:sp>
        <p:nvSpPr>
          <p:cNvPr id="66565" name="文本框 66564"/>
          <p:cNvSpPr txBox="1"/>
          <p:nvPr/>
        </p:nvSpPr>
        <p:spPr>
          <a:xfrm>
            <a:off x="400050" y="1051878"/>
            <a:ext cx="5410200" cy="519112"/>
          </a:xfrm>
          <a:prstGeom prst="rect">
            <a:avLst/>
          </a:prstGeom>
          <a:noFill/>
          <a:ln w="9525">
            <a:noFill/>
          </a:ln>
        </p:spPr>
        <p:txBody>
          <a:bodyPr>
            <a:spAutoFit/>
          </a:bodyPr>
          <a:lstStyle/>
          <a:p>
            <a:pPr>
              <a:spcBef>
                <a:spcPct val="50000"/>
              </a:spcBef>
            </a:pPr>
            <a:r>
              <a:rPr lang="en-US" altLang="zh-CN">
                <a:solidFill>
                  <a:schemeClr val="tx1"/>
                </a:solidFill>
                <a:latin typeface="楷体_GB2312" pitchFamily="49" charset="-122"/>
                <a:ea typeface="楷体_GB2312" pitchFamily="49" charset="-122"/>
              </a:rPr>
              <a:t>(1)</a:t>
            </a:r>
            <a:r>
              <a:rPr lang="zh-CN" altLang="en-US" dirty="0">
                <a:solidFill>
                  <a:schemeClr val="tx1"/>
                </a:solidFill>
                <a:latin typeface="楷体_GB2312" pitchFamily="49" charset="-122"/>
                <a:ea typeface="楷体_GB2312" pitchFamily="49" charset="-122"/>
              </a:rPr>
              <a:t>交换律 </a:t>
            </a:r>
            <a:r>
              <a:rPr lang="el-GR" altLang="zh-CN" i="1" dirty="0">
                <a:solidFill>
                  <a:schemeClr val="tx1"/>
                </a:solidFill>
                <a:latin typeface="Times New Roman" panose="02020603050405020304" pitchFamily="18" charset="0"/>
                <a:ea typeface="楷体_GB2312" pitchFamily="49" charset="-122"/>
              </a:rPr>
              <a:t>α</a:t>
            </a:r>
            <a:r>
              <a:rPr lang="zh-CN" altLang="en-US" dirty="0">
                <a:solidFill>
                  <a:schemeClr val="tx1"/>
                </a:solidFill>
                <a:latin typeface="Times New Roman" panose="02020603050405020304" pitchFamily="18" charset="0"/>
                <a:ea typeface="楷体_GB2312" pitchFamily="49" charset="-122"/>
              </a:rPr>
              <a:t>＋</a:t>
            </a:r>
            <a:r>
              <a:rPr lang="el-GR" altLang="zh-CN" i="1" dirty="0">
                <a:solidFill>
                  <a:schemeClr val="tx1"/>
                </a:solidFill>
                <a:latin typeface="Times New Roman" panose="02020603050405020304" pitchFamily="18" charset="0"/>
                <a:ea typeface="楷体_GB2312" pitchFamily="49" charset="-122"/>
              </a:rPr>
              <a:t>β</a:t>
            </a:r>
            <a:r>
              <a:rPr lang="zh-CN" altLang="en-US" dirty="0">
                <a:solidFill>
                  <a:schemeClr val="tx1"/>
                </a:solidFill>
                <a:latin typeface="Times New Roman" panose="02020603050405020304" pitchFamily="18" charset="0"/>
                <a:ea typeface="楷体_GB2312" pitchFamily="49" charset="-122"/>
              </a:rPr>
              <a:t>＝ </a:t>
            </a:r>
            <a:r>
              <a:rPr lang="el-GR" altLang="zh-CN" i="1" dirty="0">
                <a:solidFill>
                  <a:schemeClr val="tx1"/>
                </a:solidFill>
                <a:latin typeface="Times New Roman" panose="02020603050405020304" pitchFamily="18" charset="0"/>
                <a:ea typeface="楷体_GB2312" pitchFamily="49" charset="-122"/>
              </a:rPr>
              <a:t>β</a:t>
            </a:r>
            <a:r>
              <a:rPr lang="zh-CN" altLang="en-US" dirty="0">
                <a:solidFill>
                  <a:schemeClr val="tx1"/>
                </a:solidFill>
                <a:latin typeface="Times New Roman" panose="02020603050405020304" pitchFamily="18" charset="0"/>
                <a:ea typeface="楷体_GB2312" pitchFamily="49" charset="-122"/>
              </a:rPr>
              <a:t>＋</a:t>
            </a:r>
            <a:r>
              <a:rPr lang="zh-CN" altLang="en-US" i="1" dirty="0">
                <a:solidFill>
                  <a:schemeClr val="tx1"/>
                </a:solidFill>
                <a:latin typeface="Times New Roman" panose="02020603050405020304" pitchFamily="18" charset="0"/>
                <a:ea typeface="楷体_GB2312" pitchFamily="49" charset="-122"/>
              </a:rPr>
              <a:t> </a:t>
            </a:r>
            <a:r>
              <a:rPr lang="el-GR" altLang="zh-CN" i="1" dirty="0">
                <a:solidFill>
                  <a:schemeClr val="tx1"/>
                </a:solidFill>
                <a:latin typeface="Times New Roman" panose="02020603050405020304" pitchFamily="18" charset="0"/>
                <a:ea typeface="楷体_GB2312" pitchFamily="49" charset="-122"/>
              </a:rPr>
              <a:t>α</a:t>
            </a:r>
            <a:r>
              <a:rPr lang="zh-CN" altLang="en-US" dirty="0">
                <a:solidFill>
                  <a:schemeClr val="tx1"/>
                </a:solidFill>
                <a:latin typeface="楷体_GB2312" pitchFamily="49" charset="-122"/>
                <a:ea typeface="楷体_GB2312" pitchFamily="49" charset="-122"/>
              </a:rPr>
              <a:t>；</a:t>
            </a:r>
          </a:p>
        </p:txBody>
      </p:sp>
      <p:sp>
        <p:nvSpPr>
          <p:cNvPr id="66566" name="文本框 66565"/>
          <p:cNvSpPr txBox="1"/>
          <p:nvPr/>
        </p:nvSpPr>
        <p:spPr>
          <a:xfrm>
            <a:off x="323850" y="1737678"/>
            <a:ext cx="8229600" cy="519112"/>
          </a:xfrm>
          <a:prstGeom prst="rect">
            <a:avLst/>
          </a:prstGeom>
          <a:noFill/>
          <a:ln w="9525">
            <a:noFill/>
          </a:ln>
        </p:spPr>
        <p:txBody>
          <a:bodyPr>
            <a:spAutoFit/>
          </a:bodyPr>
          <a:lstStyle/>
          <a:p>
            <a:pPr>
              <a:spcBef>
                <a:spcPct val="50000"/>
              </a:spcBef>
              <a:buNone/>
            </a:pPr>
            <a:r>
              <a:rPr lang="zh-CN" altLang="en-US" dirty="0">
                <a:solidFill>
                  <a:schemeClr val="tx1"/>
                </a:solidFill>
                <a:latin typeface="楷体_GB2312" pitchFamily="49" charset="-122"/>
                <a:ea typeface="楷体_GB2312" pitchFamily="49" charset="-122"/>
              </a:rPr>
              <a:t>（</a:t>
            </a:r>
            <a:r>
              <a:rPr lang="en-US" altLang="zh-CN">
                <a:solidFill>
                  <a:schemeClr val="tx1"/>
                </a:solidFill>
                <a:latin typeface="楷体_GB2312" pitchFamily="49" charset="-122"/>
                <a:ea typeface="楷体_GB2312" pitchFamily="49" charset="-122"/>
              </a:rPr>
              <a:t>2</a:t>
            </a:r>
            <a:r>
              <a:rPr lang="zh-CN" altLang="en-US" dirty="0">
                <a:solidFill>
                  <a:schemeClr val="tx1"/>
                </a:solidFill>
                <a:latin typeface="楷体_GB2312" pitchFamily="49" charset="-122"/>
                <a:ea typeface="楷体_GB2312" pitchFamily="49" charset="-122"/>
              </a:rPr>
              <a:t>）结合律</a:t>
            </a:r>
            <a:r>
              <a:rPr lang="zh-CN" altLang="en-US" dirty="0">
                <a:solidFill>
                  <a:schemeClr val="tx1"/>
                </a:solidFill>
                <a:latin typeface="Times New Roman" panose="02020603050405020304" pitchFamily="18" charset="0"/>
                <a:ea typeface="楷体_GB2312" pitchFamily="49" charset="-122"/>
              </a:rPr>
              <a:t>（</a:t>
            </a:r>
            <a:r>
              <a:rPr lang="el-GR" altLang="zh-CN" i="1" dirty="0">
                <a:solidFill>
                  <a:schemeClr val="tx1"/>
                </a:solidFill>
                <a:latin typeface="Times New Roman" panose="02020603050405020304" pitchFamily="18" charset="0"/>
                <a:ea typeface="楷体_GB2312" pitchFamily="49" charset="-122"/>
              </a:rPr>
              <a:t>α</a:t>
            </a:r>
            <a:r>
              <a:rPr lang="zh-CN" altLang="en-US" dirty="0">
                <a:solidFill>
                  <a:schemeClr val="tx1"/>
                </a:solidFill>
                <a:latin typeface="Times New Roman" panose="02020603050405020304" pitchFamily="18" charset="0"/>
                <a:ea typeface="楷体_GB2312" pitchFamily="49" charset="-122"/>
              </a:rPr>
              <a:t>＋</a:t>
            </a:r>
            <a:r>
              <a:rPr lang="el-GR" altLang="zh-CN" i="1" dirty="0">
                <a:solidFill>
                  <a:schemeClr val="tx1"/>
                </a:solidFill>
                <a:latin typeface="Times New Roman" panose="02020603050405020304" pitchFamily="18" charset="0"/>
                <a:ea typeface="楷体_GB2312" pitchFamily="49" charset="-122"/>
              </a:rPr>
              <a:t>β</a:t>
            </a:r>
            <a:r>
              <a:rPr lang="zh-CN" altLang="en-US" dirty="0">
                <a:solidFill>
                  <a:schemeClr val="tx1"/>
                </a:solidFill>
                <a:latin typeface="Times New Roman" panose="02020603050405020304" pitchFamily="18" charset="0"/>
                <a:ea typeface="楷体_GB2312" pitchFamily="49" charset="-122"/>
              </a:rPr>
              <a:t>）＋</a:t>
            </a:r>
            <a:r>
              <a:rPr lang="el-GR" altLang="zh-CN" i="1" dirty="0">
                <a:solidFill>
                  <a:schemeClr val="tx1"/>
                </a:solidFill>
                <a:latin typeface="Times New Roman" panose="02020603050405020304" pitchFamily="18" charset="0"/>
                <a:ea typeface="楷体_GB2312" pitchFamily="49" charset="-122"/>
              </a:rPr>
              <a:t>γ</a:t>
            </a:r>
            <a:r>
              <a:rPr lang="zh-CN" altLang="en-US" dirty="0">
                <a:solidFill>
                  <a:schemeClr val="tx1"/>
                </a:solidFill>
                <a:latin typeface="Times New Roman" panose="02020603050405020304" pitchFamily="18" charset="0"/>
                <a:ea typeface="楷体_GB2312" pitchFamily="49" charset="-122"/>
              </a:rPr>
              <a:t>＝</a:t>
            </a:r>
            <a:r>
              <a:rPr lang="zh-CN" altLang="en-US" i="1" dirty="0">
                <a:solidFill>
                  <a:schemeClr val="tx1"/>
                </a:solidFill>
                <a:latin typeface="Times New Roman" panose="02020603050405020304" pitchFamily="18" charset="0"/>
                <a:ea typeface="楷体_GB2312" pitchFamily="49" charset="-122"/>
              </a:rPr>
              <a:t> </a:t>
            </a:r>
            <a:r>
              <a:rPr lang="el-GR" altLang="zh-CN" i="1" dirty="0">
                <a:solidFill>
                  <a:schemeClr val="tx1"/>
                </a:solidFill>
                <a:latin typeface="Times New Roman" panose="02020603050405020304" pitchFamily="18" charset="0"/>
                <a:ea typeface="楷体_GB2312" pitchFamily="49" charset="-122"/>
              </a:rPr>
              <a:t>α</a:t>
            </a:r>
            <a:r>
              <a:rPr lang="zh-CN" altLang="en-US" dirty="0">
                <a:solidFill>
                  <a:schemeClr val="tx1"/>
                </a:solidFill>
                <a:latin typeface="Times New Roman" panose="02020603050405020304" pitchFamily="18" charset="0"/>
                <a:ea typeface="楷体_GB2312" pitchFamily="49" charset="-122"/>
              </a:rPr>
              <a:t>＋（</a:t>
            </a:r>
            <a:r>
              <a:rPr lang="el-GR" altLang="zh-CN" i="1" dirty="0">
                <a:solidFill>
                  <a:schemeClr val="tx1"/>
                </a:solidFill>
                <a:latin typeface="Times New Roman" panose="02020603050405020304" pitchFamily="18" charset="0"/>
                <a:ea typeface="楷体_GB2312" pitchFamily="49" charset="-122"/>
              </a:rPr>
              <a:t>β</a:t>
            </a:r>
            <a:r>
              <a:rPr lang="zh-CN" altLang="en-US" dirty="0">
                <a:solidFill>
                  <a:schemeClr val="tx1"/>
                </a:solidFill>
                <a:latin typeface="Times New Roman" panose="02020603050405020304" pitchFamily="18" charset="0"/>
                <a:ea typeface="楷体_GB2312" pitchFamily="49" charset="-122"/>
              </a:rPr>
              <a:t>＋</a:t>
            </a:r>
            <a:r>
              <a:rPr lang="el-GR" altLang="zh-CN" i="1" dirty="0">
                <a:solidFill>
                  <a:schemeClr val="tx1"/>
                </a:solidFill>
                <a:latin typeface="Times New Roman" panose="02020603050405020304" pitchFamily="18" charset="0"/>
                <a:ea typeface="楷体_GB2312" pitchFamily="49" charset="-122"/>
              </a:rPr>
              <a:t>γ</a:t>
            </a:r>
            <a:r>
              <a:rPr lang="zh-CN" altLang="en-US" dirty="0">
                <a:solidFill>
                  <a:schemeClr val="tx1"/>
                </a:solidFill>
                <a:latin typeface="Times New Roman" panose="02020603050405020304" pitchFamily="18" charset="0"/>
                <a:ea typeface="楷体_GB2312" pitchFamily="49" charset="-122"/>
              </a:rPr>
              <a:t>）；</a:t>
            </a:r>
          </a:p>
        </p:txBody>
      </p:sp>
      <p:sp>
        <p:nvSpPr>
          <p:cNvPr id="66567" name="文本框 66566"/>
          <p:cNvSpPr txBox="1"/>
          <p:nvPr/>
        </p:nvSpPr>
        <p:spPr>
          <a:xfrm>
            <a:off x="395288" y="2423478"/>
            <a:ext cx="8229600" cy="519112"/>
          </a:xfrm>
          <a:prstGeom prst="rect">
            <a:avLst/>
          </a:prstGeom>
          <a:noFill/>
          <a:ln w="9525">
            <a:noFill/>
          </a:ln>
        </p:spPr>
        <p:txBody>
          <a:bodyPr>
            <a:spAutoFit/>
          </a:bodyPr>
          <a:lstStyle/>
          <a:p>
            <a:pPr>
              <a:spcBef>
                <a:spcPct val="50000"/>
              </a:spcBef>
            </a:pPr>
            <a:r>
              <a:rPr lang="zh-CN" altLang="en-US" dirty="0">
                <a:solidFill>
                  <a:schemeClr val="tx1"/>
                </a:solidFill>
                <a:latin typeface="楷体_GB2312" pitchFamily="49" charset="-122"/>
                <a:ea typeface="楷体_GB2312" pitchFamily="49" charset="-122"/>
              </a:rPr>
              <a:t>（</a:t>
            </a:r>
            <a:r>
              <a:rPr lang="en-US" altLang="zh-CN">
                <a:solidFill>
                  <a:schemeClr val="tx1"/>
                </a:solidFill>
                <a:latin typeface="楷体_GB2312" pitchFamily="49" charset="-122"/>
                <a:ea typeface="楷体_GB2312" pitchFamily="49" charset="-122"/>
              </a:rPr>
              <a:t>3</a:t>
            </a:r>
            <a:r>
              <a:rPr lang="zh-CN" altLang="en-US" dirty="0">
                <a:solidFill>
                  <a:schemeClr val="tx1"/>
                </a:solidFill>
                <a:latin typeface="楷体_GB2312" pitchFamily="49" charset="-122"/>
                <a:ea typeface="楷体_GB2312" pitchFamily="49" charset="-122"/>
              </a:rPr>
              <a:t>）</a:t>
            </a:r>
            <a:r>
              <a:rPr lang="en-US" altLang="zh-CN" i="1">
                <a:solidFill>
                  <a:schemeClr val="tx1"/>
                </a:solidFill>
                <a:latin typeface="Times New Roman" panose="02020603050405020304" pitchFamily="18" charset="0"/>
                <a:ea typeface="楷体_GB2312" pitchFamily="49" charset="-122"/>
              </a:rPr>
              <a:t>n</a:t>
            </a:r>
            <a:r>
              <a:rPr lang="zh-CN" altLang="en-US" dirty="0">
                <a:solidFill>
                  <a:schemeClr val="tx1"/>
                </a:solidFill>
                <a:latin typeface="Arial" panose="020B0604020202020204" pitchFamily="34" charset="0"/>
                <a:ea typeface="楷体_GB2312" pitchFamily="49" charset="-122"/>
              </a:rPr>
              <a:t>元向量中存在零向量</a:t>
            </a:r>
            <a:r>
              <a:rPr lang="en-US" altLang="zh-CN" i="1">
                <a:solidFill>
                  <a:schemeClr val="tx1"/>
                </a:solidFill>
                <a:latin typeface="Times New Roman" panose="02020603050405020304" pitchFamily="18" charset="0"/>
                <a:ea typeface="楷体_GB2312" pitchFamily="49" charset="-122"/>
              </a:rPr>
              <a:t>O</a:t>
            </a:r>
            <a:r>
              <a:rPr lang="zh-CN" altLang="en-US" dirty="0">
                <a:solidFill>
                  <a:schemeClr val="tx1"/>
                </a:solidFill>
                <a:latin typeface="Arial" panose="020B0604020202020204" pitchFamily="34" charset="0"/>
                <a:ea typeface="楷体_GB2312" pitchFamily="49" charset="-122"/>
              </a:rPr>
              <a:t>，适合</a:t>
            </a:r>
            <a:r>
              <a:rPr lang="en-US" altLang="zh-CN" i="1">
                <a:solidFill>
                  <a:schemeClr val="tx1"/>
                </a:solidFill>
                <a:latin typeface="Times New Roman" panose="02020603050405020304" pitchFamily="18" charset="0"/>
                <a:ea typeface="楷体_GB2312" pitchFamily="49" charset="-122"/>
              </a:rPr>
              <a:t>O</a:t>
            </a:r>
            <a:r>
              <a:rPr lang="zh-CN" altLang="en-US" dirty="0">
                <a:solidFill>
                  <a:schemeClr val="tx1"/>
                </a:solidFill>
                <a:latin typeface="Arial" panose="020B0604020202020204" pitchFamily="34" charset="0"/>
                <a:ea typeface="楷体_GB2312" pitchFamily="49" charset="-122"/>
              </a:rPr>
              <a:t>＋</a:t>
            </a:r>
            <a:r>
              <a:rPr lang="zh-CN" altLang="en-US" i="1" dirty="0">
                <a:solidFill>
                  <a:schemeClr val="tx1"/>
                </a:solidFill>
                <a:latin typeface="Times New Roman" panose="02020603050405020304" pitchFamily="18" charset="0"/>
                <a:ea typeface="楷体_GB2312" pitchFamily="49" charset="-122"/>
              </a:rPr>
              <a:t> </a:t>
            </a:r>
            <a:r>
              <a:rPr lang="el-GR" altLang="zh-CN" i="1" dirty="0">
                <a:solidFill>
                  <a:schemeClr val="tx1"/>
                </a:solidFill>
                <a:latin typeface="楷体_GB2312" pitchFamily="49" charset="-122"/>
                <a:ea typeface="楷体_GB2312" pitchFamily="49" charset="-122"/>
              </a:rPr>
              <a:t>α</a:t>
            </a:r>
            <a:r>
              <a:rPr lang="en-US" altLang="zh-CN">
                <a:solidFill>
                  <a:schemeClr val="tx1"/>
                </a:solidFill>
                <a:latin typeface="Arial" panose="020B0604020202020204" pitchFamily="34" charset="0"/>
                <a:ea typeface="楷体_GB2312" pitchFamily="49" charset="-122"/>
              </a:rPr>
              <a:t> </a:t>
            </a:r>
            <a:r>
              <a:rPr lang="zh-CN" altLang="en-US" dirty="0">
                <a:solidFill>
                  <a:schemeClr val="tx1"/>
                </a:solidFill>
                <a:latin typeface="Arial" panose="020B0604020202020204" pitchFamily="34" charset="0"/>
                <a:ea typeface="宋体" panose="02010600030101010101" pitchFamily="2" charset="-122"/>
              </a:rPr>
              <a:t>＝</a:t>
            </a:r>
            <a:r>
              <a:rPr lang="zh-CN" altLang="en-US" i="1" dirty="0">
                <a:solidFill>
                  <a:schemeClr val="tx1"/>
                </a:solidFill>
                <a:latin typeface="Arial" panose="020B0604020202020204" pitchFamily="34" charset="0"/>
                <a:ea typeface="宋体" panose="02010600030101010101" pitchFamily="2" charset="-122"/>
              </a:rPr>
              <a:t> </a:t>
            </a:r>
            <a:r>
              <a:rPr lang="el-GR" altLang="zh-CN" i="1" dirty="0">
                <a:solidFill>
                  <a:schemeClr val="tx1"/>
                </a:solidFill>
                <a:latin typeface="楷体_GB2312" pitchFamily="49" charset="-122"/>
                <a:ea typeface="楷体_GB2312" pitchFamily="49" charset="-122"/>
              </a:rPr>
              <a:t>α</a:t>
            </a:r>
            <a:r>
              <a:rPr lang="zh-CN" altLang="en-US" dirty="0">
                <a:solidFill>
                  <a:schemeClr val="tx1"/>
                </a:solidFill>
                <a:latin typeface="Arial" panose="020B0604020202020204" pitchFamily="34" charset="0"/>
                <a:ea typeface="宋体" panose="02010600030101010101" pitchFamily="2" charset="-122"/>
              </a:rPr>
              <a:t>；</a:t>
            </a:r>
          </a:p>
        </p:txBody>
      </p:sp>
      <p:sp>
        <p:nvSpPr>
          <p:cNvPr id="66568" name="文本框 66567"/>
          <p:cNvSpPr txBox="1"/>
          <p:nvPr/>
        </p:nvSpPr>
        <p:spPr>
          <a:xfrm>
            <a:off x="323850" y="3185478"/>
            <a:ext cx="8229600" cy="1160462"/>
          </a:xfrm>
          <a:prstGeom prst="rect">
            <a:avLst/>
          </a:prstGeom>
          <a:noFill/>
          <a:ln w="9525">
            <a:noFill/>
          </a:ln>
        </p:spPr>
        <p:txBody>
          <a:bodyPr>
            <a:spAutoFit/>
          </a:bodyPr>
          <a:lstStyle/>
          <a:p>
            <a:pPr>
              <a:spcBef>
                <a:spcPct val="50000"/>
              </a:spcBef>
            </a:pPr>
            <a:r>
              <a:rPr lang="zh-CN" altLang="en-US" dirty="0">
                <a:solidFill>
                  <a:schemeClr val="tx1"/>
                </a:solidFill>
                <a:latin typeface="楷体_GB2312" pitchFamily="49" charset="-122"/>
                <a:ea typeface="楷体_GB2312" pitchFamily="49" charset="-122"/>
              </a:rPr>
              <a:t>（</a:t>
            </a:r>
            <a:r>
              <a:rPr lang="en-US" altLang="zh-CN">
                <a:solidFill>
                  <a:schemeClr val="tx1"/>
                </a:solidFill>
                <a:latin typeface="楷体_GB2312" pitchFamily="49" charset="-122"/>
                <a:ea typeface="楷体_GB2312" pitchFamily="49" charset="-122"/>
              </a:rPr>
              <a:t>4</a:t>
            </a:r>
            <a:r>
              <a:rPr lang="zh-CN" altLang="en-US" dirty="0">
                <a:solidFill>
                  <a:schemeClr val="tx1"/>
                </a:solidFill>
                <a:latin typeface="楷体_GB2312" pitchFamily="49" charset="-122"/>
                <a:ea typeface="楷体_GB2312" pitchFamily="49" charset="-122"/>
              </a:rPr>
              <a:t>）</a:t>
            </a:r>
            <a:r>
              <a:rPr lang="en-US" altLang="zh-CN" i="1">
                <a:solidFill>
                  <a:schemeClr val="tx1"/>
                </a:solidFill>
                <a:latin typeface="Times New Roman" panose="02020603050405020304" pitchFamily="18" charset="0"/>
                <a:ea typeface="楷体_GB2312" pitchFamily="49" charset="-122"/>
              </a:rPr>
              <a:t>n</a:t>
            </a:r>
            <a:r>
              <a:rPr lang="zh-CN" altLang="en-US" dirty="0">
                <a:solidFill>
                  <a:schemeClr val="tx1"/>
                </a:solidFill>
                <a:latin typeface="Arial" panose="020B0604020202020204" pitchFamily="34" charset="0"/>
                <a:ea typeface="楷体_GB2312" pitchFamily="49" charset="-122"/>
              </a:rPr>
              <a:t>元向量中任意向量</a:t>
            </a:r>
            <a:r>
              <a:rPr lang="el-GR" altLang="zh-CN" i="1" dirty="0">
                <a:solidFill>
                  <a:schemeClr val="tx1"/>
                </a:solidFill>
                <a:latin typeface="楷体_GB2312" pitchFamily="49" charset="-122"/>
                <a:ea typeface="楷体_GB2312" pitchFamily="49" charset="-122"/>
              </a:rPr>
              <a:t>α</a:t>
            </a:r>
            <a:r>
              <a:rPr lang="zh-CN" altLang="en-US" dirty="0">
                <a:solidFill>
                  <a:schemeClr val="tx1"/>
                </a:solidFill>
                <a:latin typeface="楷体_GB2312" pitchFamily="49" charset="-122"/>
                <a:ea typeface="楷体_GB2312" pitchFamily="49" charset="-122"/>
              </a:rPr>
              <a:t>存在负向量－</a:t>
            </a:r>
            <a:r>
              <a:rPr lang="el-GR" altLang="zh-CN" i="1" dirty="0">
                <a:solidFill>
                  <a:schemeClr val="tx1"/>
                </a:solidFill>
                <a:latin typeface="楷体_GB2312" pitchFamily="49" charset="-122"/>
                <a:ea typeface="楷体_GB2312" pitchFamily="49" charset="-122"/>
              </a:rPr>
              <a:t>α</a:t>
            </a:r>
            <a:r>
              <a:rPr lang="zh-CN" altLang="en-US" dirty="0">
                <a:solidFill>
                  <a:schemeClr val="tx1"/>
                </a:solidFill>
                <a:latin typeface="Arial" panose="020B0604020202020204" pitchFamily="34" charset="0"/>
                <a:ea typeface="宋体" panose="02010600030101010101" pitchFamily="2" charset="-122"/>
              </a:rPr>
              <a:t>，</a:t>
            </a:r>
            <a:r>
              <a:rPr lang="zh-CN" altLang="en-US" dirty="0">
                <a:solidFill>
                  <a:schemeClr val="tx1"/>
                </a:solidFill>
                <a:latin typeface="楷体_GB2312" pitchFamily="49" charset="-122"/>
                <a:ea typeface="楷体_GB2312" pitchFamily="49" charset="-122"/>
              </a:rPr>
              <a:t>使得</a:t>
            </a:r>
          </a:p>
          <a:p>
            <a:pPr algn="l">
              <a:spcBef>
                <a:spcPct val="50000"/>
              </a:spcBef>
            </a:pPr>
            <a:r>
              <a:rPr lang="zh-CN" altLang="en-US" i="1">
                <a:solidFill>
                  <a:schemeClr val="tx1"/>
                </a:solidFill>
                <a:latin typeface="楷体_GB2312" pitchFamily="49" charset="-122"/>
                <a:ea typeface="楷体_GB2312" pitchFamily="49" charset="-122"/>
              </a:rPr>
              <a:t>    </a:t>
            </a:r>
            <a:r>
              <a:rPr lang="el-GR" altLang="zh-CN" i="1" dirty="0">
                <a:solidFill>
                  <a:schemeClr val="tx1"/>
                </a:solidFill>
                <a:latin typeface="楷体_GB2312" pitchFamily="49" charset="-122"/>
                <a:ea typeface="楷体_GB2312" pitchFamily="49" charset="-122"/>
              </a:rPr>
              <a:t>α</a:t>
            </a:r>
            <a:r>
              <a:rPr lang="zh-CN" altLang="en-US" dirty="0">
                <a:solidFill>
                  <a:schemeClr val="tx1"/>
                </a:solidFill>
                <a:latin typeface="Arial" panose="020B0604020202020204" pitchFamily="34" charset="0"/>
                <a:ea typeface="宋体" panose="02010600030101010101" pitchFamily="2" charset="-122"/>
              </a:rPr>
              <a:t>＋</a:t>
            </a:r>
            <a:r>
              <a:rPr lang="zh-CN" altLang="en-US" dirty="0">
                <a:solidFill>
                  <a:schemeClr val="tx1"/>
                </a:solidFill>
                <a:latin typeface="楷体_GB2312" pitchFamily="49" charset="-122"/>
                <a:ea typeface="楷体_GB2312" pitchFamily="49" charset="-122"/>
              </a:rPr>
              <a:t>（</a:t>
            </a:r>
            <a:r>
              <a:rPr lang="zh-CN" altLang="en-US" i="1" dirty="0">
                <a:solidFill>
                  <a:schemeClr val="tx1"/>
                </a:solidFill>
                <a:latin typeface="Arial" panose="020B0604020202020204" pitchFamily="34" charset="0"/>
                <a:ea typeface="宋体" panose="02010600030101010101" pitchFamily="2" charset="-122"/>
              </a:rPr>
              <a:t>－ </a:t>
            </a:r>
            <a:r>
              <a:rPr lang="el-GR" altLang="zh-CN" i="1" dirty="0">
                <a:solidFill>
                  <a:schemeClr val="tx1"/>
                </a:solidFill>
                <a:latin typeface="楷体_GB2312" pitchFamily="49" charset="-122"/>
                <a:ea typeface="楷体_GB2312" pitchFamily="49" charset="-122"/>
              </a:rPr>
              <a:t>α</a:t>
            </a:r>
            <a:r>
              <a:rPr lang="en-US" altLang="zh-CN">
                <a:solidFill>
                  <a:schemeClr val="tx1"/>
                </a:solidFill>
                <a:latin typeface="Arial" panose="020B0604020202020204" pitchFamily="34" charset="0"/>
                <a:ea typeface="楷体_GB2312" pitchFamily="49" charset="-122"/>
              </a:rPr>
              <a:t> </a:t>
            </a:r>
            <a:r>
              <a:rPr lang="zh-CN" altLang="en-US" dirty="0">
                <a:solidFill>
                  <a:schemeClr val="tx1"/>
                </a:solidFill>
                <a:latin typeface="楷体_GB2312" pitchFamily="49" charset="-122"/>
                <a:ea typeface="楷体_GB2312" pitchFamily="49" charset="-122"/>
              </a:rPr>
              <a:t>）</a:t>
            </a:r>
            <a:r>
              <a:rPr lang="zh-CN" altLang="en-US" dirty="0">
                <a:solidFill>
                  <a:schemeClr val="tx1"/>
                </a:solidFill>
                <a:latin typeface="Arial" panose="020B0604020202020204" pitchFamily="34" charset="0"/>
                <a:ea typeface="宋体" panose="02010600030101010101" pitchFamily="2" charset="-122"/>
              </a:rPr>
              <a:t>＝</a:t>
            </a:r>
            <a:r>
              <a:rPr lang="en-US" altLang="zh-CN" i="1">
                <a:solidFill>
                  <a:schemeClr val="tx1"/>
                </a:solidFill>
                <a:latin typeface="Times New Roman" panose="02020603050405020304" pitchFamily="18" charset="0"/>
                <a:ea typeface="楷体_GB2312" pitchFamily="49" charset="-122"/>
              </a:rPr>
              <a:t>O</a:t>
            </a:r>
            <a:r>
              <a:rPr lang="en-US" altLang="zh-CN" i="1">
                <a:solidFill>
                  <a:schemeClr val="tx1"/>
                </a:solidFill>
                <a:latin typeface="Arial" panose="020B0604020202020204" pitchFamily="34" charset="0"/>
                <a:ea typeface="宋体" panose="02010600030101010101" pitchFamily="2" charset="-122"/>
              </a:rPr>
              <a:t>;</a:t>
            </a:r>
          </a:p>
        </p:txBody>
      </p:sp>
      <p:sp>
        <p:nvSpPr>
          <p:cNvPr id="66569" name="文本框 66568"/>
          <p:cNvSpPr txBox="1"/>
          <p:nvPr/>
        </p:nvSpPr>
        <p:spPr>
          <a:xfrm>
            <a:off x="365125" y="4363403"/>
            <a:ext cx="5105400" cy="519112"/>
          </a:xfrm>
          <a:prstGeom prst="rect">
            <a:avLst/>
          </a:prstGeom>
          <a:noFill/>
          <a:ln w="9525">
            <a:noFill/>
          </a:ln>
        </p:spPr>
        <p:txBody>
          <a:bodyPr>
            <a:spAutoFit/>
          </a:bodyPr>
          <a:lstStyle/>
          <a:p>
            <a:pPr algn="l">
              <a:spcBef>
                <a:spcPct val="50000"/>
              </a:spcBef>
              <a:buNone/>
            </a:pPr>
            <a:r>
              <a:rPr lang="zh-CN" altLang="en-US" dirty="0">
                <a:solidFill>
                  <a:schemeClr val="tx1"/>
                </a:solidFill>
                <a:latin typeface="楷体_GB2312" pitchFamily="49" charset="-122"/>
                <a:ea typeface="楷体_GB2312" pitchFamily="49" charset="-122"/>
              </a:rPr>
              <a:t>（</a:t>
            </a:r>
            <a:r>
              <a:rPr lang="en-US" altLang="zh-CN">
                <a:solidFill>
                  <a:schemeClr val="tx1"/>
                </a:solidFill>
                <a:latin typeface="楷体_GB2312" pitchFamily="49" charset="-122"/>
                <a:ea typeface="楷体_GB2312" pitchFamily="49" charset="-122"/>
              </a:rPr>
              <a:t>5</a:t>
            </a:r>
            <a:r>
              <a:rPr lang="zh-CN" altLang="en-US" dirty="0">
                <a:solidFill>
                  <a:schemeClr val="tx1"/>
                </a:solidFill>
                <a:latin typeface="楷体_GB2312" pitchFamily="49" charset="-122"/>
                <a:ea typeface="楷体_GB2312" pitchFamily="49" charset="-122"/>
              </a:rPr>
              <a:t>）</a:t>
            </a:r>
            <a:r>
              <a:rPr lang="en-US" altLang="zh-CN" i="1">
                <a:solidFill>
                  <a:schemeClr val="tx1"/>
                </a:solidFill>
                <a:latin typeface="Times New Roman" panose="02020603050405020304" pitchFamily="18" charset="0"/>
                <a:ea typeface="楷体_GB2312" pitchFamily="49" charset="-122"/>
              </a:rPr>
              <a:t>k</a:t>
            </a:r>
            <a:r>
              <a:rPr lang="en-US" altLang="zh-CN">
                <a:solidFill>
                  <a:schemeClr val="tx1"/>
                </a:solidFill>
                <a:latin typeface="楷体_GB2312" pitchFamily="49" charset="-122"/>
                <a:ea typeface="楷体_GB2312" pitchFamily="49" charset="-122"/>
              </a:rPr>
              <a:t>(</a:t>
            </a:r>
            <a:r>
              <a:rPr lang="el-GR" altLang="zh-CN" i="1" dirty="0">
                <a:solidFill>
                  <a:schemeClr val="tx1"/>
                </a:solidFill>
                <a:latin typeface="Arial" panose="020B0604020202020204" pitchFamily="34" charset="0"/>
                <a:ea typeface="楷体_GB2312" pitchFamily="49" charset="-122"/>
              </a:rPr>
              <a:t>α</a:t>
            </a:r>
            <a:r>
              <a:rPr lang="en-US" altLang="zh-CN" b="0">
                <a:solidFill>
                  <a:schemeClr val="tx1"/>
                </a:solidFill>
                <a:latin typeface="楷体_GB2312" pitchFamily="49" charset="-122"/>
                <a:ea typeface="楷体_GB2312" pitchFamily="49" charset="-122"/>
              </a:rPr>
              <a:t>+ </a:t>
            </a:r>
            <a:r>
              <a:rPr lang="el-GR" altLang="zh-CN" i="1" dirty="0">
                <a:solidFill>
                  <a:schemeClr val="tx1"/>
                </a:solidFill>
                <a:latin typeface="楷体_GB2312" pitchFamily="49" charset="-122"/>
                <a:ea typeface="楷体_GB2312" pitchFamily="49" charset="-122"/>
              </a:rPr>
              <a:t>β</a:t>
            </a:r>
            <a:r>
              <a:rPr lang="en-US" altLang="zh-CN">
                <a:solidFill>
                  <a:schemeClr val="tx1"/>
                </a:solidFill>
                <a:latin typeface="楷体_GB2312" pitchFamily="49" charset="-122"/>
                <a:ea typeface="楷体_GB2312" pitchFamily="49" charset="-122"/>
              </a:rPr>
              <a:t>)</a:t>
            </a:r>
            <a:r>
              <a:rPr lang="en-US" altLang="zh-CN" b="0">
                <a:solidFill>
                  <a:schemeClr val="tx1"/>
                </a:solidFill>
                <a:latin typeface="楷体_GB2312" pitchFamily="49" charset="-122"/>
                <a:ea typeface="楷体_GB2312" pitchFamily="49" charset="-122"/>
              </a:rPr>
              <a:t>=</a:t>
            </a:r>
            <a:r>
              <a:rPr lang="en-US" altLang="zh-CN" i="1">
                <a:solidFill>
                  <a:schemeClr val="tx1"/>
                </a:solidFill>
                <a:latin typeface="Times New Roman" panose="02020603050405020304" pitchFamily="18" charset="0"/>
                <a:ea typeface="楷体_GB2312" pitchFamily="49" charset="-122"/>
              </a:rPr>
              <a:t>k</a:t>
            </a:r>
            <a:r>
              <a:rPr lang="el-GR" altLang="zh-CN" i="1" dirty="0">
                <a:solidFill>
                  <a:schemeClr val="tx1"/>
                </a:solidFill>
                <a:latin typeface="Arial" panose="020B0604020202020204" pitchFamily="34" charset="0"/>
                <a:ea typeface="楷体_GB2312" pitchFamily="49" charset="-122"/>
              </a:rPr>
              <a:t>α</a:t>
            </a:r>
            <a:r>
              <a:rPr lang="en-US" altLang="zh-CN" b="0">
                <a:solidFill>
                  <a:schemeClr val="tx1"/>
                </a:solidFill>
                <a:latin typeface="楷体_GB2312" pitchFamily="49" charset="-122"/>
                <a:ea typeface="楷体_GB2312" pitchFamily="49" charset="-122"/>
              </a:rPr>
              <a:t>+</a:t>
            </a:r>
            <a:r>
              <a:rPr lang="en-US" altLang="zh-CN" i="1">
                <a:solidFill>
                  <a:schemeClr val="tx1"/>
                </a:solidFill>
                <a:latin typeface="Times New Roman" panose="02020603050405020304" pitchFamily="18" charset="0"/>
                <a:ea typeface="楷体_GB2312" pitchFamily="49" charset="-122"/>
              </a:rPr>
              <a:t>k</a:t>
            </a:r>
            <a:r>
              <a:rPr lang="el-GR" altLang="zh-CN" i="1" dirty="0">
                <a:solidFill>
                  <a:schemeClr val="tx1"/>
                </a:solidFill>
                <a:latin typeface="Arial" panose="020B0604020202020204" pitchFamily="34" charset="0"/>
                <a:ea typeface="楷体_GB2312" pitchFamily="49" charset="-122"/>
              </a:rPr>
              <a:t>β</a:t>
            </a:r>
            <a:r>
              <a:rPr lang="en-US" altLang="zh-CN">
                <a:solidFill>
                  <a:schemeClr val="tx1"/>
                </a:solidFill>
                <a:latin typeface="楷体_GB2312" pitchFamily="49" charset="-122"/>
                <a:ea typeface="楷体_GB2312" pitchFamily="49" charset="-122"/>
              </a:rPr>
              <a:t>;</a:t>
            </a:r>
            <a:endParaRPr lang="el-GR" altLang="zh-CN" dirty="0">
              <a:solidFill>
                <a:schemeClr val="tx1"/>
              </a:solidFill>
              <a:latin typeface="楷体_GB2312" pitchFamily="49" charset="-122"/>
              <a:ea typeface="楷体_GB2312" pitchFamily="49" charset="-122"/>
            </a:endParaRPr>
          </a:p>
        </p:txBody>
      </p:sp>
      <p:sp>
        <p:nvSpPr>
          <p:cNvPr id="66570" name="文本框 66569"/>
          <p:cNvSpPr txBox="1"/>
          <p:nvPr/>
        </p:nvSpPr>
        <p:spPr>
          <a:xfrm>
            <a:off x="365125" y="4896803"/>
            <a:ext cx="5791200" cy="519112"/>
          </a:xfrm>
          <a:prstGeom prst="rect">
            <a:avLst/>
          </a:prstGeom>
          <a:noFill/>
          <a:ln w="9525">
            <a:noFill/>
          </a:ln>
        </p:spPr>
        <p:txBody>
          <a:bodyPr>
            <a:spAutoFit/>
          </a:bodyPr>
          <a:lstStyle/>
          <a:p>
            <a:pPr algn="l">
              <a:spcBef>
                <a:spcPct val="50000"/>
              </a:spcBef>
              <a:buNone/>
            </a:pPr>
            <a:r>
              <a:rPr lang="zh-CN" altLang="en-US" dirty="0">
                <a:solidFill>
                  <a:schemeClr val="tx1"/>
                </a:solidFill>
                <a:latin typeface="楷体_GB2312" pitchFamily="49" charset="-122"/>
                <a:ea typeface="楷体_GB2312" pitchFamily="49" charset="-122"/>
              </a:rPr>
              <a:t>（</a:t>
            </a:r>
            <a:r>
              <a:rPr lang="en-US" altLang="zh-CN">
                <a:solidFill>
                  <a:schemeClr val="tx1"/>
                </a:solidFill>
                <a:latin typeface="楷体_GB2312" pitchFamily="49" charset="-122"/>
                <a:ea typeface="楷体_GB2312" pitchFamily="49" charset="-122"/>
              </a:rPr>
              <a:t>6</a:t>
            </a:r>
            <a:r>
              <a:rPr lang="zh-CN" altLang="en-US" dirty="0">
                <a:solidFill>
                  <a:schemeClr val="tx1"/>
                </a:solidFill>
                <a:latin typeface="楷体_GB2312" pitchFamily="49" charset="-122"/>
                <a:ea typeface="楷体_GB2312" pitchFamily="49" charset="-122"/>
              </a:rPr>
              <a:t>）</a:t>
            </a:r>
            <a:r>
              <a:rPr lang="en-US" altLang="zh-CN" b="0">
                <a:solidFill>
                  <a:schemeClr val="tx1"/>
                </a:solidFill>
                <a:latin typeface="Times New Roman" panose="02020603050405020304" pitchFamily="18" charset="0"/>
                <a:ea typeface="楷体_GB2312" pitchFamily="49" charset="-122"/>
              </a:rPr>
              <a:t>(</a:t>
            </a:r>
            <a:r>
              <a:rPr lang="en-US" altLang="zh-CN" i="1">
                <a:solidFill>
                  <a:schemeClr val="tx1"/>
                </a:solidFill>
                <a:latin typeface="Times New Roman" panose="02020603050405020304" pitchFamily="18" charset="0"/>
                <a:ea typeface="楷体_GB2312" pitchFamily="49" charset="-122"/>
              </a:rPr>
              <a:t>k</a:t>
            </a:r>
            <a:r>
              <a:rPr lang="zh-CN" altLang="en-US" b="0" dirty="0">
                <a:solidFill>
                  <a:schemeClr val="tx1"/>
                </a:solidFill>
                <a:latin typeface="Times New Roman" panose="02020603050405020304" pitchFamily="18" charset="0"/>
                <a:ea typeface="楷体_GB2312" pitchFamily="49" charset="-122"/>
              </a:rPr>
              <a:t>＋</a:t>
            </a:r>
            <a:r>
              <a:rPr lang="en-US" altLang="zh-CN" i="1">
                <a:solidFill>
                  <a:schemeClr val="tx1"/>
                </a:solidFill>
                <a:latin typeface="Times New Roman" panose="02020603050405020304" pitchFamily="18" charset="0"/>
                <a:ea typeface="楷体_GB2312" pitchFamily="49" charset="-122"/>
              </a:rPr>
              <a:t>t</a:t>
            </a:r>
            <a:r>
              <a:rPr lang="en-US" altLang="zh-CN" b="0">
                <a:solidFill>
                  <a:schemeClr val="tx1"/>
                </a:solidFill>
                <a:latin typeface="Times New Roman" panose="02020603050405020304" pitchFamily="18" charset="0"/>
                <a:ea typeface="楷体_GB2312" pitchFamily="49" charset="-122"/>
              </a:rPr>
              <a:t>)</a:t>
            </a:r>
            <a:r>
              <a:rPr lang="el-GR" altLang="zh-CN" i="1" dirty="0">
                <a:solidFill>
                  <a:schemeClr val="tx1"/>
                </a:solidFill>
                <a:latin typeface="Arial" panose="020B0604020202020204" pitchFamily="34" charset="0"/>
                <a:ea typeface="楷体_GB2312" pitchFamily="49" charset="-122"/>
              </a:rPr>
              <a:t>α</a:t>
            </a:r>
            <a:r>
              <a:rPr lang="en-US" altLang="zh-CN" b="0">
                <a:solidFill>
                  <a:schemeClr val="tx1"/>
                </a:solidFill>
                <a:latin typeface="楷体_GB2312" pitchFamily="49" charset="-122"/>
                <a:ea typeface="楷体_GB2312" pitchFamily="49" charset="-122"/>
              </a:rPr>
              <a:t>=</a:t>
            </a:r>
            <a:r>
              <a:rPr lang="en-US" altLang="zh-CN" i="1">
                <a:solidFill>
                  <a:schemeClr val="tx1"/>
                </a:solidFill>
                <a:latin typeface="Times New Roman" panose="02020603050405020304" pitchFamily="18" charset="0"/>
                <a:ea typeface="楷体_GB2312" pitchFamily="49" charset="-122"/>
              </a:rPr>
              <a:t>k</a:t>
            </a:r>
            <a:r>
              <a:rPr lang="el-GR" altLang="zh-CN" i="1" dirty="0">
                <a:solidFill>
                  <a:schemeClr val="tx1"/>
                </a:solidFill>
                <a:latin typeface="Arial" panose="020B0604020202020204" pitchFamily="34" charset="0"/>
                <a:ea typeface="楷体_GB2312" pitchFamily="49" charset="-122"/>
              </a:rPr>
              <a:t>α</a:t>
            </a:r>
            <a:r>
              <a:rPr lang="en-US" altLang="zh-CN" b="0">
                <a:solidFill>
                  <a:schemeClr val="tx1"/>
                </a:solidFill>
                <a:latin typeface="楷体_GB2312" pitchFamily="49" charset="-122"/>
                <a:ea typeface="楷体_GB2312" pitchFamily="49" charset="-122"/>
              </a:rPr>
              <a:t>+</a:t>
            </a:r>
            <a:r>
              <a:rPr lang="en-US" altLang="zh-CN" i="1">
                <a:solidFill>
                  <a:schemeClr val="tx1"/>
                </a:solidFill>
                <a:latin typeface="楷体_GB2312" pitchFamily="49" charset="-122"/>
                <a:ea typeface="楷体_GB2312" pitchFamily="49" charset="-122"/>
              </a:rPr>
              <a:t>t</a:t>
            </a:r>
            <a:r>
              <a:rPr lang="el-GR" altLang="zh-CN" i="1" dirty="0">
                <a:solidFill>
                  <a:schemeClr val="tx1"/>
                </a:solidFill>
                <a:latin typeface="Arial" panose="020B0604020202020204" pitchFamily="34" charset="0"/>
                <a:ea typeface="楷体_GB2312" pitchFamily="49" charset="-122"/>
              </a:rPr>
              <a:t>α</a:t>
            </a:r>
            <a:r>
              <a:rPr lang="en-US" altLang="zh-CN">
                <a:solidFill>
                  <a:schemeClr val="tx1"/>
                </a:solidFill>
                <a:latin typeface="楷体_GB2312" pitchFamily="49" charset="-122"/>
                <a:ea typeface="楷体_GB2312" pitchFamily="49" charset="-122"/>
              </a:rPr>
              <a:t>;</a:t>
            </a:r>
            <a:endParaRPr lang="el-GR" altLang="zh-CN" dirty="0">
              <a:solidFill>
                <a:schemeClr val="tx1"/>
              </a:solidFill>
              <a:latin typeface="楷体_GB2312" pitchFamily="49" charset="-122"/>
              <a:ea typeface="楷体_GB2312" pitchFamily="49" charset="-122"/>
            </a:endParaRPr>
          </a:p>
        </p:txBody>
      </p:sp>
      <p:sp>
        <p:nvSpPr>
          <p:cNvPr id="66571" name="文本框 66570"/>
          <p:cNvSpPr txBox="1"/>
          <p:nvPr/>
        </p:nvSpPr>
        <p:spPr>
          <a:xfrm>
            <a:off x="365125" y="5444490"/>
            <a:ext cx="4724400" cy="519113"/>
          </a:xfrm>
          <a:prstGeom prst="rect">
            <a:avLst/>
          </a:prstGeom>
          <a:noFill/>
          <a:ln w="9525">
            <a:noFill/>
          </a:ln>
        </p:spPr>
        <p:txBody>
          <a:bodyPr>
            <a:spAutoFit/>
          </a:bodyPr>
          <a:lstStyle/>
          <a:p>
            <a:pPr algn="l">
              <a:spcBef>
                <a:spcPct val="50000"/>
              </a:spcBef>
              <a:buNone/>
            </a:pPr>
            <a:r>
              <a:rPr lang="zh-CN" altLang="en-US" dirty="0">
                <a:solidFill>
                  <a:schemeClr val="tx1"/>
                </a:solidFill>
                <a:latin typeface="楷体_GB2312" pitchFamily="49" charset="-122"/>
                <a:ea typeface="楷体_GB2312" pitchFamily="49" charset="-122"/>
              </a:rPr>
              <a:t>（</a:t>
            </a:r>
            <a:r>
              <a:rPr lang="en-US" altLang="zh-CN">
                <a:solidFill>
                  <a:schemeClr val="tx1"/>
                </a:solidFill>
                <a:latin typeface="楷体_GB2312" pitchFamily="49" charset="-122"/>
                <a:ea typeface="楷体_GB2312" pitchFamily="49" charset="-122"/>
              </a:rPr>
              <a:t>7</a:t>
            </a:r>
            <a:r>
              <a:rPr lang="zh-CN" altLang="en-US" dirty="0">
                <a:solidFill>
                  <a:schemeClr val="tx1"/>
                </a:solidFill>
                <a:latin typeface="楷体_GB2312" pitchFamily="49" charset="-122"/>
                <a:ea typeface="楷体_GB2312" pitchFamily="49" charset="-122"/>
              </a:rPr>
              <a:t>）（</a:t>
            </a:r>
            <a:r>
              <a:rPr lang="en-US" altLang="zh-CN" i="1" err="1">
                <a:solidFill>
                  <a:schemeClr val="tx1"/>
                </a:solidFill>
                <a:latin typeface="Times New Roman" panose="02020603050405020304" pitchFamily="18" charset="0"/>
                <a:ea typeface="楷体_GB2312" pitchFamily="49" charset="-122"/>
              </a:rPr>
              <a:t>kt</a:t>
            </a:r>
            <a:r>
              <a:rPr lang="zh-CN" altLang="en-US" dirty="0">
                <a:solidFill>
                  <a:schemeClr val="tx1"/>
                </a:solidFill>
                <a:latin typeface="Arial" panose="020B0604020202020204" pitchFamily="34" charset="0"/>
                <a:ea typeface="楷体_GB2312" pitchFamily="49" charset="-122"/>
              </a:rPr>
              <a:t>）</a:t>
            </a:r>
            <a:r>
              <a:rPr lang="el-GR" altLang="zh-CN" i="1" dirty="0">
                <a:solidFill>
                  <a:schemeClr val="tx1"/>
                </a:solidFill>
                <a:latin typeface="Arial" panose="020B0604020202020204" pitchFamily="34" charset="0"/>
                <a:ea typeface="楷体_GB2312" pitchFamily="49" charset="-122"/>
              </a:rPr>
              <a:t>α</a:t>
            </a:r>
            <a:r>
              <a:rPr lang="zh-CN" altLang="en-US" b="0" dirty="0">
                <a:solidFill>
                  <a:schemeClr val="tx1"/>
                </a:solidFill>
                <a:latin typeface="Arial" panose="020B0604020202020204" pitchFamily="34" charset="0"/>
                <a:ea typeface="楷体_GB2312" pitchFamily="49" charset="-122"/>
              </a:rPr>
              <a:t>＝</a:t>
            </a:r>
            <a:r>
              <a:rPr lang="en-US" altLang="zh-CN" i="1">
                <a:solidFill>
                  <a:schemeClr val="tx1"/>
                </a:solidFill>
                <a:latin typeface="楷体_GB2312" pitchFamily="49" charset="-122"/>
                <a:ea typeface="楷体_GB2312" pitchFamily="49" charset="-122"/>
              </a:rPr>
              <a:t>k</a:t>
            </a:r>
            <a:r>
              <a:rPr lang="zh-CN" altLang="en-US" dirty="0">
                <a:solidFill>
                  <a:schemeClr val="tx1"/>
                </a:solidFill>
                <a:latin typeface="Arial" panose="020B0604020202020204" pitchFamily="34" charset="0"/>
                <a:ea typeface="楷体_GB2312" pitchFamily="49" charset="-122"/>
              </a:rPr>
              <a:t>（</a:t>
            </a:r>
            <a:r>
              <a:rPr lang="en-US" altLang="zh-CN" i="1">
                <a:solidFill>
                  <a:schemeClr val="tx1"/>
                </a:solidFill>
                <a:latin typeface="楷体_GB2312" pitchFamily="49" charset="-122"/>
                <a:ea typeface="楷体_GB2312" pitchFamily="49" charset="-122"/>
              </a:rPr>
              <a:t>t</a:t>
            </a:r>
            <a:r>
              <a:rPr lang="el-GR" altLang="zh-CN" i="1" dirty="0">
                <a:solidFill>
                  <a:schemeClr val="tx1"/>
                </a:solidFill>
                <a:latin typeface="Arial" panose="020B0604020202020204" pitchFamily="34" charset="0"/>
                <a:ea typeface="楷体_GB2312" pitchFamily="49" charset="-122"/>
              </a:rPr>
              <a:t>α</a:t>
            </a:r>
            <a:r>
              <a:rPr lang="zh-CN" altLang="en-US" dirty="0">
                <a:solidFill>
                  <a:schemeClr val="tx1"/>
                </a:solidFill>
                <a:latin typeface="Arial" panose="020B0604020202020204" pitchFamily="34" charset="0"/>
                <a:ea typeface="楷体_GB2312" pitchFamily="49" charset="-122"/>
              </a:rPr>
              <a:t>）</a:t>
            </a:r>
            <a:r>
              <a:rPr lang="en-US" altLang="zh-CN">
                <a:solidFill>
                  <a:schemeClr val="tx1"/>
                </a:solidFill>
                <a:latin typeface="楷体_GB2312" pitchFamily="49" charset="-122"/>
                <a:ea typeface="楷体_GB2312" pitchFamily="49" charset="-122"/>
              </a:rPr>
              <a:t>;</a:t>
            </a:r>
            <a:endParaRPr lang="el-GR" altLang="zh-CN" dirty="0">
              <a:solidFill>
                <a:schemeClr val="tx1"/>
              </a:solidFill>
              <a:latin typeface="楷体_GB2312" pitchFamily="49" charset="-122"/>
              <a:ea typeface="楷体_GB2312" pitchFamily="49" charset="-122"/>
            </a:endParaRPr>
          </a:p>
        </p:txBody>
      </p:sp>
      <p:sp>
        <p:nvSpPr>
          <p:cNvPr id="66572" name="文本框 66571"/>
          <p:cNvSpPr txBox="1"/>
          <p:nvPr/>
        </p:nvSpPr>
        <p:spPr>
          <a:xfrm>
            <a:off x="365125" y="5963603"/>
            <a:ext cx="4495800" cy="519112"/>
          </a:xfrm>
          <a:prstGeom prst="rect">
            <a:avLst/>
          </a:prstGeom>
          <a:noFill/>
          <a:ln w="9525">
            <a:noFill/>
          </a:ln>
        </p:spPr>
        <p:txBody>
          <a:bodyPr>
            <a:spAutoFit/>
          </a:bodyPr>
          <a:lstStyle/>
          <a:p>
            <a:pPr algn="l">
              <a:spcBef>
                <a:spcPct val="50000"/>
              </a:spcBef>
            </a:pPr>
            <a:r>
              <a:rPr lang="zh-CN" altLang="en-US" dirty="0">
                <a:solidFill>
                  <a:schemeClr val="tx1"/>
                </a:solidFill>
                <a:latin typeface="楷体_GB2312" pitchFamily="49" charset="-122"/>
                <a:ea typeface="楷体_GB2312" pitchFamily="49" charset="-122"/>
              </a:rPr>
              <a:t>（</a:t>
            </a:r>
            <a:r>
              <a:rPr lang="en-US" altLang="zh-CN">
                <a:solidFill>
                  <a:schemeClr val="tx1"/>
                </a:solidFill>
                <a:latin typeface="楷体_GB2312" pitchFamily="49" charset="-122"/>
                <a:ea typeface="楷体_GB2312" pitchFamily="49" charset="-122"/>
              </a:rPr>
              <a:t>8</a:t>
            </a:r>
            <a:r>
              <a:rPr lang="zh-CN" altLang="en-US" dirty="0">
                <a:solidFill>
                  <a:schemeClr val="tx1"/>
                </a:solidFill>
                <a:latin typeface="楷体_GB2312" pitchFamily="49" charset="-122"/>
                <a:ea typeface="楷体_GB2312" pitchFamily="49" charset="-122"/>
              </a:rPr>
              <a:t>） </a:t>
            </a:r>
            <a:r>
              <a:rPr lang="en-US" altLang="zh-CN">
                <a:solidFill>
                  <a:schemeClr val="tx1"/>
                </a:solidFill>
                <a:latin typeface="Times New Roman" panose="02020603050405020304" pitchFamily="18" charset="0"/>
                <a:ea typeface="楷体_GB2312" pitchFamily="49" charset="-122"/>
              </a:rPr>
              <a:t>1</a:t>
            </a:r>
            <a:r>
              <a:rPr lang="en-US" altLang="zh-CN" b="0">
                <a:solidFill>
                  <a:schemeClr val="tx1"/>
                </a:solidFill>
                <a:latin typeface="Arial" panose="020B0604020202020204" pitchFamily="34" charset="0"/>
                <a:ea typeface="楷体_GB2312" pitchFamily="49" charset="-122"/>
              </a:rPr>
              <a:t> </a:t>
            </a:r>
            <a:r>
              <a:rPr lang="el-GR" altLang="zh-CN" i="1" dirty="0">
                <a:solidFill>
                  <a:schemeClr val="tx1"/>
                </a:solidFill>
                <a:latin typeface="楷体_GB2312" pitchFamily="49" charset="-122"/>
                <a:ea typeface="楷体_GB2312" pitchFamily="49" charset="-122"/>
              </a:rPr>
              <a:t>α</a:t>
            </a:r>
            <a:r>
              <a:rPr lang="zh-CN" altLang="en-US" dirty="0">
                <a:solidFill>
                  <a:schemeClr val="tx1"/>
                </a:solidFill>
                <a:latin typeface="楷体_GB2312" pitchFamily="49" charset="-122"/>
                <a:ea typeface="楷体_GB2312" pitchFamily="49" charset="-122"/>
              </a:rPr>
              <a:t>＝</a:t>
            </a:r>
            <a:r>
              <a:rPr lang="zh-CN" altLang="en-US" i="1" dirty="0">
                <a:solidFill>
                  <a:schemeClr val="tx1"/>
                </a:solidFill>
                <a:latin typeface="Arial" panose="020B0604020202020204" pitchFamily="34" charset="0"/>
                <a:ea typeface="宋体" panose="02010600030101010101" pitchFamily="2" charset="-122"/>
              </a:rPr>
              <a:t> </a:t>
            </a:r>
            <a:r>
              <a:rPr lang="el-GR" altLang="zh-CN" i="1" dirty="0">
                <a:solidFill>
                  <a:schemeClr val="tx1"/>
                </a:solidFill>
                <a:latin typeface="楷体_GB2312" pitchFamily="49" charset="-122"/>
                <a:ea typeface="楷体_GB2312" pitchFamily="49" charset="-122"/>
              </a:rPr>
              <a:t>α</a:t>
            </a:r>
            <a:r>
              <a:rPr lang="en-US" altLang="zh-CN" i="1">
                <a:solidFill>
                  <a:schemeClr val="tx1"/>
                </a:solidFill>
                <a:latin typeface="楷体_GB2312" pitchFamily="49" charset="-122"/>
                <a:ea typeface="楷体_GB2312" pitchFamily="49" charset="-122"/>
              </a:rPr>
              <a:t>.</a:t>
            </a:r>
          </a:p>
        </p:txBody>
      </p:sp>
      <p:sp>
        <p:nvSpPr>
          <p:cNvPr id="3" name="文本框 2"/>
          <p:cNvSpPr txBox="1"/>
          <p:nvPr/>
        </p:nvSpPr>
        <p:spPr>
          <a:xfrm>
            <a:off x="365125" y="332105"/>
            <a:ext cx="7226300" cy="521970"/>
          </a:xfrm>
          <a:prstGeom prst="rect">
            <a:avLst/>
          </a:prstGeom>
          <a:noFill/>
        </p:spPr>
        <p:txBody>
          <a:bodyPr wrap="square" rtlCol="0" anchor="t">
            <a:spAutoFit/>
          </a:bodyPr>
          <a:lstStyle/>
          <a:p>
            <a:r>
              <a:rPr lang="zh-CN" altLang="en-US" dirty="0">
                <a:solidFill>
                  <a:srgbClr val="FF0000"/>
                </a:solidFill>
                <a:latin typeface="楷体_GB2312" pitchFamily="49" charset="-122"/>
                <a:ea typeface="楷体_GB2312" pitchFamily="49" charset="-122"/>
                <a:sym typeface="+mn-ea"/>
              </a:rPr>
              <a:t>回顾：</a:t>
            </a:r>
            <a:r>
              <a:rPr lang="zh-CN" altLang="en-US" dirty="0">
                <a:latin typeface="楷体_GB2312" pitchFamily="49" charset="-122"/>
                <a:ea typeface="楷体_GB2312" pitchFamily="49" charset="-122"/>
                <a:sym typeface="+mn-ea"/>
              </a:rPr>
              <a:t>向量加法与数乘的</a:t>
            </a:r>
            <a:r>
              <a:rPr lang="en-US" altLang="zh-CN" dirty="0">
                <a:latin typeface="楷体_GB2312" pitchFamily="49" charset="-122"/>
                <a:ea typeface="楷体_GB2312" pitchFamily="49" charset="-122"/>
                <a:sym typeface="+mn-ea"/>
              </a:rPr>
              <a:t>8</a:t>
            </a:r>
            <a:r>
              <a:rPr lang="zh-CN" altLang="en-US" dirty="0">
                <a:latin typeface="楷体_GB2312" pitchFamily="49" charset="-122"/>
                <a:ea typeface="楷体_GB2312" pitchFamily="49" charset="-122"/>
                <a:sym typeface="+mn-ea"/>
              </a:rPr>
              <a:t>条运行规律</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565"/>
                                        </p:tgtEl>
                                        <p:attrNameLst>
                                          <p:attrName>style.visibility</p:attrName>
                                        </p:attrNameLst>
                                      </p:cBhvr>
                                      <p:to>
                                        <p:strVal val="visible"/>
                                      </p:to>
                                    </p:set>
                                    <p:anim calcmode="lin" valueType="num">
                                      <p:cBhvr additive="base">
                                        <p:cTn id="7" dur="500" fill="hold"/>
                                        <p:tgtEl>
                                          <p:spTgt spid="66565"/>
                                        </p:tgtEl>
                                        <p:attrNameLst>
                                          <p:attrName>ppt_x</p:attrName>
                                        </p:attrNameLst>
                                      </p:cBhvr>
                                      <p:tavLst>
                                        <p:tav tm="0">
                                          <p:val>
                                            <p:strVal val="0-#ppt_w/2"/>
                                          </p:val>
                                        </p:tav>
                                        <p:tav tm="100000">
                                          <p:val>
                                            <p:strVal val="#ppt_x"/>
                                          </p:val>
                                        </p:tav>
                                      </p:tavLst>
                                    </p:anim>
                                    <p:anim calcmode="lin" valueType="num">
                                      <p:cBhvr additive="base">
                                        <p:cTn id="8" dur="500" fill="hold"/>
                                        <p:tgtEl>
                                          <p:spTgt spid="665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6566"/>
                                        </p:tgtEl>
                                        <p:attrNameLst>
                                          <p:attrName>style.visibility</p:attrName>
                                        </p:attrNameLst>
                                      </p:cBhvr>
                                      <p:to>
                                        <p:strVal val="visible"/>
                                      </p:to>
                                    </p:set>
                                    <p:anim calcmode="lin" valueType="num">
                                      <p:cBhvr additive="base">
                                        <p:cTn id="13" dur="500" fill="hold"/>
                                        <p:tgtEl>
                                          <p:spTgt spid="66566"/>
                                        </p:tgtEl>
                                        <p:attrNameLst>
                                          <p:attrName>ppt_x</p:attrName>
                                        </p:attrNameLst>
                                      </p:cBhvr>
                                      <p:tavLst>
                                        <p:tav tm="0">
                                          <p:val>
                                            <p:strVal val="0-#ppt_w/2"/>
                                          </p:val>
                                        </p:tav>
                                        <p:tav tm="100000">
                                          <p:val>
                                            <p:strVal val="#ppt_x"/>
                                          </p:val>
                                        </p:tav>
                                      </p:tavLst>
                                    </p:anim>
                                    <p:anim calcmode="lin" valueType="num">
                                      <p:cBhvr additive="base">
                                        <p:cTn id="14" dur="500" fill="hold"/>
                                        <p:tgtEl>
                                          <p:spTgt spid="6656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6567"/>
                                        </p:tgtEl>
                                        <p:attrNameLst>
                                          <p:attrName>style.visibility</p:attrName>
                                        </p:attrNameLst>
                                      </p:cBhvr>
                                      <p:to>
                                        <p:strVal val="visible"/>
                                      </p:to>
                                    </p:set>
                                    <p:anim calcmode="lin" valueType="num">
                                      <p:cBhvr additive="base">
                                        <p:cTn id="19" dur="500" fill="hold"/>
                                        <p:tgtEl>
                                          <p:spTgt spid="66567"/>
                                        </p:tgtEl>
                                        <p:attrNameLst>
                                          <p:attrName>ppt_x</p:attrName>
                                        </p:attrNameLst>
                                      </p:cBhvr>
                                      <p:tavLst>
                                        <p:tav tm="0">
                                          <p:val>
                                            <p:strVal val="0-#ppt_w/2"/>
                                          </p:val>
                                        </p:tav>
                                        <p:tav tm="100000">
                                          <p:val>
                                            <p:strVal val="#ppt_x"/>
                                          </p:val>
                                        </p:tav>
                                      </p:tavLst>
                                    </p:anim>
                                    <p:anim calcmode="lin" valueType="num">
                                      <p:cBhvr additive="base">
                                        <p:cTn id="20" dur="500" fill="hold"/>
                                        <p:tgtEl>
                                          <p:spTgt spid="6656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6568"/>
                                        </p:tgtEl>
                                        <p:attrNameLst>
                                          <p:attrName>style.visibility</p:attrName>
                                        </p:attrNameLst>
                                      </p:cBhvr>
                                      <p:to>
                                        <p:strVal val="visible"/>
                                      </p:to>
                                    </p:set>
                                    <p:anim calcmode="lin" valueType="num">
                                      <p:cBhvr additive="base">
                                        <p:cTn id="25" dur="500" fill="hold"/>
                                        <p:tgtEl>
                                          <p:spTgt spid="66568"/>
                                        </p:tgtEl>
                                        <p:attrNameLst>
                                          <p:attrName>ppt_x</p:attrName>
                                        </p:attrNameLst>
                                      </p:cBhvr>
                                      <p:tavLst>
                                        <p:tav tm="0">
                                          <p:val>
                                            <p:strVal val="0-#ppt_w/2"/>
                                          </p:val>
                                        </p:tav>
                                        <p:tav tm="100000">
                                          <p:val>
                                            <p:strVal val="#ppt_x"/>
                                          </p:val>
                                        </p:tav>
                                      </p:tavLst>
                                    </p:anim>
                                    <p:anim calcmode="lin" valueType="num">
                                      <p:cBhvr additive="base">
                                        <p:cTn id="26" dur="500" fill="hold"/>
                                        <p:tgtEl>
                                          <p:spTgt spid="6656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6569"/>
                                        </p:tgtEl>
                                        <p:attrNameLst>
                                          <p:attrName>style.visibility</p:attrName>
                                        </p:attrNameLst>
                                      </p:cBhvr>
                                      <p:to>
                                        <p:strVal val="visible"/>
                                      </p:to>
                                    </p:set>
                                    <p:anim calcmode="lin" valueType="num">
                                      <p:cBhvr additive="base">
                                        <p:cTn id="31" dur="500" fill="hold"/>
                                        <p:tgtEl>
                                          <p:spTgt spid="66569"/>
                                        </p:tgtEl>
                                        <p:attrNameLst>
                                          <p:attrName>ppt_x</p:attrName>
                                        </p:attrNameLst>
                                      </p:cBhvr>
                                      <p:tavLst>
                                        <p:tav tm="0">
                                          <p:val>
                                            <p:strVal val="0-#ppt_w/2"/>
                                          </p:val>
                                        </p:tav>
                                        <p:tav tm="100000">
                                          <p:val>
                                            <p:strVal val="#ppt_x"/>
                                          </p:val>
                                        </p:tav>
                                      </p:tavLst>
                                    </p:anim>
                                    <p:anim calcmode="lin" valueType="num">
                                      <p:cBhvr additive="base">
                                        <p:cTn id="32" dur="500" fill="hold"/>
                                        <p:tgtEl>
                                          <p:spTgt spid="6656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6570"/>
                                        </p:tgtEl>
                                        <p:attrNameLst>
                                          <p:attrName>style.visibility</p:attrName>
                                        </p:attrNameLst>
                                      </p:cBhvr>
                                      <p:to>
                                        <p:strVal val="visible"/>
                                      </p:to>
                                    </p:set>
                                    <p:anim calcmode="lin" valueType="num">
                                      <p:cBhvr additive="base">
                                        <p:cTn id="37" dur="500" fill="hold"/>
                                        <p:tgtEl>
                                          <p:spTgt spid="66570"/>
                                        </p:tgtEl>
                                        <p:attrNameLst>
                                          <p:attrName>ppt_x</p:attrName>
                                        </p:attrNameLst>
                                      </p:cBhvr>
                                      <p:tavLst>
                                        <p:tav tm="0">
                                          <p:val>
                                            <p:strVal val="0-#ppt_w/2"/>
                                          </p:val>
                                        </p:tav>
                                        <p:tav tm="100000">
                                          <p:val>
                                            <p:strVal val="#ppt_x"/>
                                          </p:val>
                                        </p:tav>
                                      </p:tavLst>
                                    </p:anim>
                                    <p:anim calcmode="lin" valueType="num">
                                      <p:cBhvr additive="base">
                                        <p:cTn id="38" dur="500" fill="hold"/>
                                        <p:tgtEl>
                                          <p:spTgt spid="6657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6571"/>
                                        </p:tgtEl>
                                        <p:attrNameLst>
                                          <p:attrName>style.visibility</p:attrName>
                                        </p:attrNameLst>
                                      </p:cBhvr>
                                      <p:to>
                                        <p:strVal val="visible"/>
                                      </p:to>
                                    </p:set>
                                    <p:anim calcmode="lin" valueType="num">
                                      <p:cBhvr additive="base">
                                        <p:cTn id="43" dur="500" fill="hold"/>
                                        <p:tgtEl>
                                          <p:spTgt spid="66571"/>
                                        </p:tgtEl>
                                        <p:attrNameLst>
                                          <p:attrName>ppt_x</p:attrName>
                                        </p:attrNameLst>
                                      </p:cBhvr>
                                      <p:tavLst>
                                        <p:tav tm="0">
                                          <p:val>
                                            <p:strVal val="0-#ppt_w/2"/>
                                          </p:val>
                                        </p:tav>
                                        <p:tav tm="100000">
                                          <p:val>
                                            <p:strVal val="#ppt_x"/>
                                          </p:val>
                                        </p:tav>
                                      </p:tavLst>
                                    </p:anim>
                                    <p:anim calcmode="lin" valueType="num">
                                      <p:cBhvr additive="base">
                                        <p:cTn id="44" dur="500" fill="hold"/>
                                        <p:tgtEl>
                                          <p:spTgt spid="6657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6572"/>
                                        </p:tgtEl>
                                        <p:attrNameLst>
                                          <p:attrName>style.visibility</p:attrName>
                                        </p:attrNameLst>
                                      </p:cBhvr>
                                      <p:to>
                                        <p:strVal val="visible"/>
                                      </p:to>
                                    </p:set>
                                    <p:anim calcmode="lin" valueType="num">
                                      <p:cBhvr additive="base">
                                        <p:cTn id="49" dur="500" fill="hold"/>
                                        <p:tgtEl>
                                          <p:spTgt spid="66572"/>
                                        </p:tgtEl>
                                        <p:attrNameLst>
                                          <p:attrName>ppt_x</p:attrName>
                                        </p:attrNameLst>
                                      </p:cBhvr>
                                      <p:tavLst>
                                        <p:tav tm="0">
                                          <p:val>
                                            <p:strVal val="0-#ppt_w/2"/>
                                          </p:val>
                                        </p:tav>
                                        <p:tav tm="100000">
                                          <p:val>
                                            <p:strVal val="#ppt_x"/>
                                          </p:val>
                                        </p:tav>
                                      </p:tavLst>
                                    </p:anim>
                                    <p:anim calcmode="lin" valueType="num">
                                      <p:cBhvr additive="base">
                                        <p:cTn id="50" dur="500" fill="hold"/>
                                        <p:tgtEl>
                                          <p:spTgt spid="665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5" grpId="0"/>
      <p:bldP spid="66566" grpId="0"/>
      <p:bldP spid="66567" grpId="0"/>
      <p:bldP spid="66568" grpId="0"/>
      <p:bldP spid="66569" grpId="0"/>
      <p:bldP spid="66570" grpId="0"/>
      <p:bldP spid="66571" grpId="0"/>
      <p:bldP spid="66572"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p:nvPr/>
        </p:nvSpPr>
        <p:spPr>
          <a:xfrm>
            <a:off x="455930" y="455930"/>
            <a:ext cx="8509000" cy="5291455"/>
          </a:xfrm>
          <a:prstGeom prst="rect">
            <a:avLst/>
          </a:prstGeom>
          <a:noFill/>
          <a:ln w="9525">
            <a:noFill/>
          </a:ln>
        </p:spPr>
        <p:txBody>
          <a:bodyPr>
            <a:noAutofit/>
          </a:bodyPr>
          <a:lstStyle/>
          <a:p>
            <a:pPr marL="457200" indent="-457200">
              <a:lnSpc>
                <a:spcPct val="90000"/>
              </a:lnSpc>
              <a:spcBef>
                <a:spcPct val="50000"/>
              </a:spcBef>
              <a:buClr>
                <a:srgbClr val="9999CC"/>
              </a:buClr>
              <a:buSzPct val="80000"/>
              <a:buFont typeface="Wingdings" panose="05000000000000000000" pitchFamily="2" charset="2"/>
              <a:buNone/>
            </a:pPr>
            <a:r>
              <a:rPr lang="zh-CN" altLang="en-US" b="1" dirty="0">
                <a:solidFill>
                  <a:srgbClr val="FF0000"/>
                </a:solidFill>
                <a:latin typeface="Times New Roman" panose="02020603050405020304" pitchFamily="18" charset="0"/>
                <a:ea typeface="楷体_GB2312"/>
              </a:rPr>
              <a:t>例</a:t>
            </a:r>
            <a:r>
              <a:rPr lang="en-US" altLang="zh-CN" b="1" dirty="0">
                <a:solidFill>
                  <a:srgbClr val="FF0000"/>
                </a:solidFill>
                <a:latin typeface="Times New Roman" panose="02020603050405020304" pitchFamily="18" charset="0"/>
                <a:ea typeface="楷体_GB2312"/>
              </a:rPr>
              <a:t>3.5.1~2</a:t>
            </a:r>
            <a:r>
              <a:rPr lang="zh-CN" altLang="en-US" b="1" dirty="0">
                <a:solidFill>
                  <a:srgbClr val="FF0000"/>
                </a:solidFill>
                <a:latin typeface="Times New Roman" panose="02020603050405020304" pitchFamily="18" charset="0"/>
                <a:ea typeface="楷体_GB2312"/>
              </a:rPr>
              <a:t>：</a:t>
            </a:r>
            <a:r>
              <a:rPr lang="zh-CN" altLang="en-US" b="1" dirty="0">
                <a:solidFill>
                  <a:srgbClr val="000000"/>
                </a:solidFill>
                <a:latin typeface="Times New Roman" panose="02020603050405020304" pitchFamily="18" charset="0"/>
                <a:ea typeface="楷体_GB2312"/>
              </a:rPr>
              <a:t>下列哪些向量组构成向量空间？</a:t>
            </a:r>
          </a:p>
          <a:p>
            <a:pPr marL="457200" indent="-457200">
              <a:spcBef>
                <a:spcPct val="50000"/>
              </a:spcBef>
              <a:buClr>
                <a:srgbClr val="0000FF"/>
              </a:buClr>
              <a:buFont typeface="Wingdings" panose="05000000000000000000" pitchFamily="2" charset="2"/>
              <a:buAutoNum type="arabicPeriod"/>
            </a:pPr>
            <a:r>
              <a:rPr lang="zh-CN" altLang="en-US" b="1" baseline="30000"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n</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维向量的全体</a:t>
            </a:r>
            <a:r>
              <a:rPr lang="en-US" altLang="zh-CN" b="1" i="1" dirty="0">
                <a:solidFill>
                  <a:srgbClr val="000000"/>
                </a:solidFill>
                <a:latin typeface="Times New Roman" panose="02020603050405020304" pitchFamily="18" charset="0"/>
                <a:ea typeface="楷体_GB2312"/>
              </a:rPr>
              <a:t>R</a:t>
            </a:r>
            <a:r>
              <a:rPr lang="en-US" altLang="zh-CN" b="1" i="1" baseline="30000" dirty="0">
                <a:solidFill>
                  <a:srgbClr val="000000"/>
                </a:solidFill>
                <a:latin typeface="Times New Roman" panose="02020603050405020304" pitchFamily="18" charset="0"/>
                <a:ea typeface="楷体_GB2312"/>
              </a:rPr>
              <a:t>n</a:t>
            </a:r>
            <a:endParaRPr lang="en-US" altLang="zh-CN" b="1" baseline="30000" dirty="0">
              <a:solidFill>
                <a:srgbClr val="000000"/>
              </a:solidFill>
              <a:latin typeface="Times New Roman" panose="02020603050405020304" pitchFamily="18" charset="0"/>
              <a:ea typeface="楷体_GB2312"/>
            </a:endParaRPr>
          </a:p>
          <a:p>
            <a:pPr marL="457200" indent="-457200">
              <a:spcBef>
                <a:spcPct val="50000"/>
              </a:spcBef>
              <a:buClr>
                <a:srgbClr val="0000FF"/>
              </a:buClr>
              <a:buFont typeface="Wingdings" panose="05000000000000000000" pitchFamily="2" charset="2"/>
              <a:buAutoNum type="arabicPeriod"/>
            </a:pPr>
            <a:r>
              <a:rPr lang="zh-CN" altLang="en-US" b="1" dirty="0">
                <a:solidFill>
                  <a:srgbClr val="000000"/>
                </a:solidFill>
                <a:latin typeface="Times New Roman" panose="02020603050405020304" pitchFamily="18" charset="0"/>
                <a:ea typeface="楷体_GB2312"/>
              </a:rPr>
              <a:t>集合 </a:t>
            </a:r>
            <a:r>
              <a:rPr lang="en-US" altLang="zh-CN" b="1" i="1" dirty="0">
                <a:solidFill>
                  <a:srgbClr val="000000"/>
                </a:solidFill>
                <a:latin typeface="Times New Roman" panose="02020603050405020304" pitchFamily="18" charset="0"/>
                <a:ea typeface="楷体_GB2312"/>
              </a:rPr>
              <a:t>V</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Times New Roman" panose="02020603050405020304" pitchFamily="18" charset="0"/>
                <a:ea typeface="楷体_GB2312"/>
              </a:rPr>
              <a:t> = { (</a:t>
            </a:r>
            <a:r>
              <a:rPr lang="en-US" altLang="zh-CN" b="1" dirty="0">
                <a:solidFill>
                  <a:srgbClr val="FF0000"/>
                </a:solidFill>
                <a:latin typeface="Times New Roman" panose="02020603050405020304" pitchFamily="18" charset="0"/>
                <a:ea typeface="楷体_GB2312"/>
              </a:rPr>
              <a:t>0</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x</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Times New Roman" panose="02020603050405020304" pitchFamily="18" charset="0"/>
                <a:ea typeface="楷体_GB2312"/>
              </a:rPr>
              <a:t>x</a:t>
            </a:r>
            <a:r>
              <a:rPr lang="en-US" altLang="zh-CN" b="1" i="1" baseline="-25000" dirty="0">
                <a:solidFill>
                  <a:srgbClr val="000000"/>
                </a:solidFill>
                <a:latin typeface="Times New Roman" panose="02020603050405020304" pitchFamily="18" charset="0"/>
                <a:ea typeface="楷体_GB2312"/>
              </a:rPr>
              <a:t>n</a:t>
            </a:r>
            <a:r>
              <a:rPr lang="en-US" altLang="zh-CN" b="1" dirty="0">
                <a:solidFill>
                  <a:srgbClr val="000000"/>
                </a:solidFill>
                <a:latin typeface="Times New Roman" panose="02020603050405020304" pitchFamily="18" charset="0"/>
                <a:ea typeface="楷体_GB2312"/>
              </a:rPr>
              <a:t>)</a:t>
            </a:r>
            <a:r>
              <a:rPr lang="en-US" altLang="zh-CN" b="1" baseline="30000" dirty="0">
                <a:solidFill>
                  <a:srgbClr val="000000"/>
                </a:solidFill>
                <a:latin typeface="Times New Roman" panose="02020603050405020304" pitchFamily="18" charset="0"/>
                <a:ea typeface="楷体_GB2312"/>
              </a:rPr>
              <a:t>T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x</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Times New Roman" panose="02020603050405020304" pitchFamily="18" charset="0"/>
                <a:ea typeface="楷体_GB2312"/>
              </a:rPr>
              <a:t>x</a:t>
            </a:r>
            <a:r>
              <a:rPr lang="en-US" altLang="zh-CN" b="1" i="1" baseline="-25000" dirty="0">
                <a:solidFill>
                  <a:srgbClr val="000000"/>
                </a:solidFill>
                <a:latin typeface="Times New Roman" panose="02020603050405020304" pitchFamily="18" charset="0"/>
                <a:ea typeface="楷体_GB2312"/>
              </a:rPr>
              <a:t>n</a:t>
            </a:r>
            <a:r>
              <a:rPr lang="en-US" altLang="zh-CN" b="1" dirty="0">
                <a:solidFill>
                  <a:srgbClr val="000000"/>
                </a:solidFill>
                <a:latin typeface="Times New Roman" panose="02020603050405020304" pitchFamily="18" charset="0"/>
                <a:ea typeface="楷体_GB2312"/>
              </a:rPr>
              <a:t>∈</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p>
          <a:p>
            <a:pPr marL="457200" indent="-457200">
              <a:spcBef>
                <a:spcPct val="50000"/>
              </a:spcBef>
              <a:buClr>
                <a:srgbClr val="0000FF"/>
              </a:buClr>
              <a:buFont typeface="Wingdings" panose="05000000000000000000" pitchFamily="2" charset="2"/>
              <a:buAutoNum type="arabicPeriod"/>
            </a:pPr>
            <a:r>
              <a:rPr lang="zh-CN" altLang="en-US" b="1" dirty="0">
                <a:solidFill>
                  <a:srgbClr val="000000"/>
                </a:solidFill>
                <a:latin typeface="Times New Roman" panose="02020603050405020304" pitchFamily="18" charset="0"/>
                <a:ea typeface="楷体_GB2312"/>
              </a:rPr>
              <a:t>集合 </a:t>
            </a:r>
            <a:r>
              <a:rPr lang="en-US" altLang="zh-CN" b="1" i="1" dirty="0">
                <a:solidFill>
                  <a:srgbClr val="000000"/>
                </a:solidFill>
                <a:latin typeface="Times New Roman" panose="02020603050405020304" pitchFamily="18" charset="0"/>
                <a:ea typeface="楷体_GB2312"/>
              </a:rPr>
              <a:t>V</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 { (</a:t>
            </a:r>
            <a:r>
              <a:rPr lang="en-US" altLang="zh-CN" b="1" dirty="0">
                <a:solidFill>
                  <a:srgbClr val="FF0000"/>
                </a:solidFill>
                <a:latin typeface="Times New Roman" panose="02020603050405020304" pitchFamily="18" charset="0"/>
                <a:ea typeface="楷体_GB2312"/>
              </a:rPr>
              <a:t>1</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x</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Times New Roman" panose="02020603050405020304" pitchFamily="18" charset="0"/>
                <a:ea typeface="楷体_GB2312"/>
              </a:rPr>
              <a:t>x</a:t>
            </a:r>
            <a:r>
              <a:rPr lang="en-US" altLang="zh-CN" b="1" i="1" baseline="-25000" dirty="0">
                <a:solidFill>
                  <a:srgbClr val="000000"/>
                </a:solidFill>
                <a:latin typeface="Times New Roman" panose="02020603050405020304" pitchFamily="18" charset="0"/>
                <a:ea typeface="楷体_GB2312"/>
              </a:rPr>
              <a:t>n</a:t>
            </a:r>
            <a:r>
              <a:rPr lang="en-US" altLang="zh-CN" b="1" dirty="0">
                <a:solidFill>
                  <a:srgbClr val="000000"/>
                </a:solidFill>
                <a:latin typeface="Times New Roman" panose="02020603050405020304" pitchFamily="18" charset="0"/>
                <a:ea typeface="楷体_GB2312"/>
              </a:rPr>
              <a:t>)</a:t>
            </a:r>
            <a:r>
              <a:rPr lang="en-US" altLang="zh-CN" b="1" baseline="30000" dirty="0">
                <a:solidFill>
                  <a:srgbClr val="000000"/>
                </a:solidFill>
                <a:latin typeface="Times New Roman" panose="02020603050405020304" pitchFamily="18" charset="0"/>
                <a:ea typeface="楷体_GB2312"/>
              </a:rPr>
              <a:t>T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x</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Times New Roman" panose="02020603050405020304" pitchFamily="18" charset="0"/>
                <a:ea typeface="楷体_GB2312"/>
              </a:rPr>
              <a:t>x</a:t>
            </a:r>
            <a:r>
              <a:rPr lang="en-US" altLang="zh-CN" b="1" i="1" baseline="-25000" dirty="0">
                <a:solidFill>
                  <a:srgbClr val="000000"/>
                </a:solidFill>
                <a:latin typeface="Times New Roman" panose="02020603050405020304" pitchFamily="18" charset="0"/>
                <a:ea typeface="楷体_GB2312"/>
              </a:rPr>
              <a:t>n</a:t>
            </a:r>
            <a:r>
              <a:rPr lang="en-US" altLang="zh-CN" b="1" dirty="0">
                <a:solidFill>
                  <a:srgbClr val="000000"/>
                </a:solidFill>
                <a:latin typeface="Times New Roman" panose="02020603050405020304" pitchFamily="18" charset="0"/>
                <a:ea typeface="楷体_GB2312"/>
              </a:rPr>
              <a:t>∈</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p>
          <a:p>
            <a:pPr marL="457200" indent="-457200">
              <a:spcBef>
                <a:spcPct val="50000"/>
              </a:spcBef>
              <a:buClr>
                <a:srgbClr val="0000FF"/>
              </a:buClr>
              <a:buFont typeface="Wingdings" panose="05000000000000000000" pitchFamily="2" charset="2"/>
              <a:buAutoNum type="arabicPeriod"/>
            </a:pPr>
            <a:r>
              <a:rPr lang="en-US" altLang="zh-CN" b="1" dirty="0">
                <a:solidFill>
                  <a:srgbClr val="FF0000"/>
                </a:solidFill>
                <a:latin typeface="Times New Roman" panose="02020603050405020304" pitchFamily="18" charset="0"/>
                <a:ea typeface="楷体_GB2312"/>
              </a:rPr>
              <a:t>*</a:t>
            </a:r>
            <a:r>
              <a:rPr lang="zh-CN" altLang="en-US" b="1" dirty="0">
                <a:solidFill>
                  <a:srgbClr val="FF0000"/>
                </a:solidFill>
                <a:latin typeface="Times New Roman" panose="02020603050405020304" pitchFamily="18" charset="0"/>
                <a:ea typeface="楷体_GB2312"/>
              </a:rPr>
              <a:t>齐次线性方程组的解集 </a:t>
            </a:r>
            <a:r>
              <a:rPr lang="en-US" altLang="zh-CN" b="1" i="1" dirty="0">
                <a:solidFill>
                  <a:srgbClr val="FF0000"/>
                </a:solidFill>
                <a:latin typeface="Times New Roman" panose="02020603050405020304" pitchFamily="18" charset="0"/>
                <a:ea typeface="楷体_GB2312"/>
              </a:rPr>
              <a:t>S</a:t>
            </a:r>
            <a:r>
              <a:rPr lang="en-US" altLang="zh-CN" b="1" baseline="-25000" dirty="0">
                <a:solidFill>
                  <a:srgbClr val="FF0000"/>
                </a:solidFill>
                <a:latin typeface="Times New Roman" panose="02020603050405020304" pitchFamily="18" charset="0"/>
                <a:ea typeface="楷体_GB2312"/>
              </a:rPr>
              <a:t>1</a:t>
            </a:r>
            <a:r>
              <a:rPr lang="en-US" altLang="zh-CN" b="1" dirty="0">
                <a:solidFill>
                  <a:srgbClr val="FF0000"/>
                </a:solidFill>
                <a:latin typeface="Times New Roman" panose="02020603050405020304" pitchFamily="18" charset="0"/>
                <a:ea typeface="楷体_GB2312"/>
              </a:rPr>
              <a:t> = { </a:t>
            </a:r>
            <a:r>
              <a:rPr lang="en-US" altLang="zh-CN" b="1" i="1" dirty="0">
                <a:solidFill>
                  <a:srgbClr val="FF0000"/>
                </a:solidFill>
                <a:latin typeface="Times New Roman" panose="02020603050405020304" pitchFamily="18" charset="0"/>
                <a:ea typeface="楷体_GB2312"/>
              </a:rPr>
              <a:t>x</a:t>
            </a:r>
            <a:r>
              <a:rPr lang="en-US" altLang="zh-CN" b="1" dirty="0">
                <a:solidFill>
                  <a:srgbClr val="FF0000"/>
                </a:solidFill>
                <a:latin typeface="Times New Roman" panose="02020603050405020304" pitchFamily="18" charset="0"/>
                <a:ea typeface="楷体_GB2312"/>
              </a:rPr>
              <a:t> | </a:t>
            </a:r>
            <a:r>
              <a:rPr lang="en-US" altLang="zh-CN" b="1" i="1" dirty="0">
                <a:solidFill>
                  <a:srgbClr val="FF0000"/>
                </a:solidFill>
                <a:latin typeface="Times New Roman" panose="02020603050405020304" pitchFamily="18" charset="0"/>
                <a:ea typeface="楷体_GB2312"/>
              </a:rPr>
              <a:t>Ax</a:t>
            </a:r>
            <a:r>
              <a:rPr lang="en-US" altLang="zh-CN" b="1" dirty="0">
                <a:solidFill>
                  <a:srgbClr val="FF0000"/>
                </a:solidFill>
                <a:latin typeface="Times New Roman" panose="02020603050405020304" pitchFamily="18" charset="0"/>
                <a:ea typeface="楷体_GB2312"/>
              </a:rPr>
              <a:t> = 0 }</a:t>
            </a:r>
          </a:p>
          <a:p>
            <a:pPr marL="457200" indent="-457200">
              <a:spcBef>
                <a:spcPct val="50000"/>
              </a:spcBef>
              <a:buClr>
                <a:srgbClr val="0000FF"/>
              </a:buClr>
              <a:buFont typeface="Wingdings" panose="05000000000000000000" pitchFamily="2" charset="2"/>
              <a:buAutoNum type="arabicPeriod"/>
            </a:pPr>
            <a:r>
              <a:rPr lang="en-US" altLang="zh-CN" b="1" dirty="0">
                <a:solidFill>
                  <a:srgbClr val="FF0000"/>
                </a:solidFill>
                <a:latin typeface="Times New Roman" panose="02020603050405020304" pitchFamily="18" charset="0"/>
                <a:ea typeface="楷体_GB2312"/>
              </a:rPr>
              <a:t>*</a:t>
            </a:r>
            <a:r>
              <a:rPr lang="zh-CN" altLang="en-US" b="1" dirty="0">
                <a:solidFill>
                  <a:srgbClr val="FF0000"/>
                </a:solidFill>
                <a:latin typeface="Times New Roman" panose="02020603050405020304" pitchFamily="18" charset="0"/>
                <a:ea typeface="楷体_GB2312"/>
              </a:rPr>
              <a:t>非齐次线性方程组的解集 </a:t>
            </a:r>
            <a:r>
              <a:rPr lang="en-US" altLang="zh-CN" b="1" i="1" dirty="0">
                <a:solidFill>
                  <a:srgbClr val="FF0000"/>
                </a:solidFill>
                <a:latin typeface="Times New Roman" panose="02020603050405020304" pitchFamily="18" charset="0"/>
                <a:ea typeface="楷体_GB2312"/>
              </a:rPr>
              <a:t>S</a:t>
            </a:r>
            <a:r>
              <a:rPr lang="en-US" altLang="zh-CN" b="1" baseline="-25000" dirty="0">
                <a:solidFill>
                  <a:srgbClr val="FF0000"/>
                </a:solidFill>
                <a:latin typeface="Times New Roman" panose="02020603050405020304" pitchFamily="18" charset="0"/>
                <a:ea typeface="楷体_GB2312"/>
              </a:rPr>
              <a:t>2</a:t>
            </a:r>
            <a:r>
              <a:rPr lang="en-US" altLang="zh-CN" b="1" dirty="0">
                <a:solidFill>
                  <a:srgbClr val="FF0000"/>
                </a:solidFill>
                <a:latin typeface="Times New Roman" panose="02020603050405020304" pitchFamily="18" charset="0"/>
                <a:ea typeface="楷体_GB2312"/>
              </a:rPr>
              <a:t> = { </a:t>
            </a:r>
            <a:r>
              <a:rPr lang="en-US" altLang="zh-CN" b="1" i="1" dirty="0">
                <a:solidFill>
                  <a:srgbClr val="FF0000"/>
                </a:solidFill>
                <a:latin typeface="Times New Roman" panose="02020603050405020304" pitchFamily="18" charset="0"/>
                <a:ea typeface="楷体_GB2312"/>
              </a:rPr>
              <a:t>x</a:t>
            </a:r>
            <a:r>
              <a:rPr lang="en-US" altLang="zh-CN" b="1" dirty="0">
                <a:solidFill>
                  <a:srgbClr val="FF0000"/>
                </a:solidFill>
                <a:latin typeface="Times New Roman" panose="02020603050405020304" pitchFamily="18" charset="0"/>
                <a:ea typeface="楷体_GB2312"/>
              </a:rPr>
              <a:t> | </a:t>
            </a:r>
            <a:r>
              <a:rPr lang="en-US" altLang="zh-CN" b="1" i="1" dirty="0">
                <a:solidFill>
                  <a:srgbClr val="FF0000"/>
                </a:solidFill>
                <a:latin typeface="Times New Roman" panose="02020603050405020304" pitchFamily="18" charset="0"/>
                <a:ea typeface="楷体_GB2312"/>
              </a:rPr>
              <a:t>Ax</a:t>
            </a:r>
            <a:r>
              <a:rPr lang="en-US" altLang="zh-CN" b="1" dirty="0">
                <a:solidFill>
                  <a:srgbClr val="FF0000"/>
                </a:solidFill>
                <a:latin typeface="Times New Roman" panose="02020603050405020304" pitchFamily="18" charset="0"/>
                <a:ea typeface="楷体_GB2312"/>
              </a:rPr>
              <a:t> = </a:t>
            </a:r>
            <a:r>
              <a:rPr lang="en-US" altLang="zh-CN" b="1" i="1" dirty="0">
                <a:solidFill>
                  <a:srgbClr val="FF0000"/>
                </a:solidFill>
                <a:latin typeface="Times New Roman" panose="02020603050405020304" pitchFamily="18" charset="0"/>
                <a:ea typeface="楷体_GB2312"/>
              </a:rPr>
              <a:t>b </a:t>
            </a:r>
            <a:r>
              <a:rPr lang="en-US" altLang="zh-CN" b="1" dirty="0">
                <a:solidFill>
                  <a:srgbClr val="FF0000"/>
                </a:solidFill>
                <a:latin typeface="Times New Roman" panose="02020603050405020304" pitchFamily="18" charset="0"/>
                <a:ea typeface="楷体_GB2312"/>
              </a:rPr>
              <a:t>}</a:t>
            </a:r>
            <a:endParaRPr lang="en-US" altLang="zh-CN" b="1" dirty="0">
              <a:solidFill>
                <a:srgbClr val="0000FF"/>
              </a:solidFill>
              <a:latin typeface="Times New Roman" panose="02020603050405020304" pitchFamily="18" charset="0"/>
              <a:ea typeface="楷体_GB2312"/>
            </a:endParaRPr>
          </a:p>
          <a:p>
            <a:pPr marL="457200" indent="-457200">
              <a:spcBef>
                <a:spcPct val="50000"/>
              </a:spcBef>
              <a:buClr>
                <a:srgbClr val="9999CC"/>
              </a:buClr>
              <a:buSzPct val="80000"/>
              <a:buFont typeface="Wingdings" panose="05000000000000000000" pitchFamily="2" charset="2"/>
              <a:buNone/>
            </a:pPr>
            <a:r>
              <a:rPr lang="zh-CN" altLang="en-US" b="1" dirty="0">
                <a:solidFill>
                  <a:srgbClr val="0000FF"/>
                </a:solidFill>
                <a:latin typeface="Times New Roman" panose="02020603050405020304" pitchFamily="18" charset="0"/>
                <a:ea typeface="楷体_GB2312"/>
              </a:rPr>
              <a:t>解：</a:t>
            </a:r>
            <a:r>
              <a:rPr lang="zh-CN" altLang="en-US" b="1" dirty="0">
                <a:solidFill>
                  <a:srgbClr val="000000"/>
                </a:solidFill>
                <a:latin typeface="Times New Roman" panose="02020603050405020304" pitchFamily="18" charset="0"/>
                <a:ea typeface="楷体_GB2312"/>
              </a:rPr>
              <a:t>集合 </a:t>
            </a:r>
            <a:r>
              <a:rPr lang="en-US" altLang="zh-CN" b="1" i="1" dirty="0">
                <a:solidFill>
                  <a:srgbClr val="000000"/>
                </a:solidFill>
                <a:latin typeface="Times New Roman" panose="02020603050405020304" pitchFamily="18" charset="0"/>
                <a:ea typeface="楷体_GB2312"/>
              </a:rPr>
              <a:t>R</a:t>
            </a:r>
            <a:r>
              <a:rPr lang="en-US" altLang="zh-CN" b="1" i="1" baseline="30000" dirty="0">
                <a:solidFill>
                  <a:srgbClr val="000000"/>
                </a:solidFill>
                <a:latin typeface="Times New Roman" panose="02020603050405020304" pitchFamily="18" charset="0"/>
                <a:ea typeface="楷体_GB2312"/>
              </a:rPr>
              <a:t>n</a:t>
            </a:r>
            <a:r>
              <a:rPr lang="zh-CN" altLang="en-US" b="1" dirty="0">
                <a:solidFill>
                  <a:srgbClr val="000000"/>
                </a:solidFill>
                <a:latin typeface="Times New Roman" panose="02020603050405020304" pitchFamily="18" charset="0"/>
                <a:ea typeface="楷体_GB2312"/>
              </a:rPr>
              <a:t>，</a:t>
            </a:r>
            <a:r>
              <a:rPr lang="en-US" altLang="zh-CN" b="1" i="1" dirty="0">
                <a:solidFill>
                  <a:srgbClr val="000000"/>
                </a:solidFill>
                <a:latin typeface="Times New Roman" panose="02020603050405020304" pitchFamily="18" charset="0"/>
                <a:ea typeface="楷体_GB2312"/>
              </a:rPr>
              <a:t>V</a:t>
            </a:r>
            <a:r>
              <a:rPr lang="en-US" altLang="zh-CN" b="1" baseline="-25000" dirty="0">
                <a:solidFill>
                  <a:srgbClr val="000000"/>
                </a:solidFill>
                <a:latin typeface="Times New Roman" panose="02020603050405020304" pitchFamily="18" charset="0"/>
                <a:ea typeface="楷体_GB2312"/>
              </a:rPr>
              <a:t>1</a:t>
            </a:r>
            <a:r>
              <a:rPr lang="zh-CN" altLang="en-US" b="1" dirty="0">
                <a:solidFill>
                  <a:srgbClr val="000000"/>
                </a:solidFill>
                <a:latin typeface="Times New Roman" panose="02020603050405020304" pitchFamily="18" charset="0"/>
                <a:ea typeface="楷体_GB2312"/>
              </a:rPr>
              <a:t>，</a:t>
            </a:r>
            <a:r>
              <a:rPr lang="en-US" altLang="zh-CN" b="1" i="1" dirty="0">
                <a:solidFill>
                  <a:srgbClr val="FF0000"/>
                </a:solidFill>
                <a:latin typeface="Times New Roman" panose="02020603050405020304" pitchFamily="18" charset="0"/>
                <a:ea typeface="楷体_GB2312"/>
              </a:rPr>
              <a:t>S</a:t>
            </a:r>
            <a:r>
              <a:rPr lang="en-US" altLang="zh-CN" b="1" baseline="-25000" dirty="0">
                <a:solidFill>
                  <a:srgbClr val="FF0000"/>
                </a:solidFill>
                <a:latin typeface="Times New Roman" panose="02020603050405020304" pitchFamily="18" charset="0"/>
                <a:ea typeface="楷体_GB2312"/>
              </a:rPr>
              <a:t>1 </a:t>
            </a:r>
            <a:r>
              <a:rPr lang="zh-CN" altLang="en-US" b="1" dirty="0">
                <a:solidFill>
                  <a:srgbClr val="000000"/>
                </a:solidFill>
                <a:latin typeface="Times New Roman" panose="02020603050405020304" pitchFamily="18" charset="0"/>
                <a:ea typeface="楷体_GB2312"/>
              </a:rPr>
              <a:t>是向量空间，</a:t>
            </a:r>
          </a:p>
          <a:p>
            <a:pPr marL="457200" indent="-457200">
              <a:spcBef>
                <a:spcPct val="50000"/>
              </a:spcBef>
              <a:buClr>
                <a:srgbClr val="9999CC"/>
              </a:buClr>
              <a:buSzPct val="80000"/>
              <a:buFont typeface="Wingdings" panose="05000000000000000000" pitchFamily="2" charset="2"/>
              <a:buNone/>
            </a:pPr>
            <a:r>
              <a:rPr lang="zh-CN" altLang="en-US" b="1" dirty="0">
                <a:solidFill>
                  <a:srgbClr val="000000"/>
                </a:solidFill>
                <a:latin typeface="Times New Roman" panose="02020603050405020304" pitchFamily="18" charset="0"/>
                <a:ea typeface="楷体_GB2312"/>
              </a:rPr>
              <a:t>        集合 </a:t>
            </a:r>
            <a:r>
              <a:rPr lang="en-US" altLang="zh-CN" b="1" i="1" dirty="0">
                <a:solidFill>
                  <a:srgbClr val="000000"/>
                </a:solidFill>
                <a:latin typeface="Times New Roman" panose="02020603050405020304" pitchFamily="18" charset="0"/>
                <a:ea typeface="楷体_GB2312"/>
              </a:rPr>
              <a:t>V</a:t>
            </a:r>
            <a:r>
              <a:rPr lang="en-US" altLang="zh-CN" b="1" baseline="-25000" dirty="0">
                <a:solidFill>
                  <a:srgbClr val="000000"/>
                </a:solidFill>
                <a:latin typeface="Times New Roman" panose="02020603050405020304" pitchFamily="18" charset="0"/>
                <a:ea typeface="楷体_GB2312"/>
              </a:rPr>
              <a:t>2</a:t>
            </a:r>
            <a:r>
              <a:rPr lang="zh-CN" altLang="en-US" b="1" dirty="0">
                <a:solidFill>
                  <a:srgbClr val="000000"/>
                </a:solidFill>
                <a:latin typeface="Times New Roman" panose="02020603050405020304" pitchFamily="18" charset="0"/>
                <a:ea typeface="楷体_GB2312"/>
              </a:rPr>
              <a:t>，</a:t>
            </a:r>
            <a:r>
              <a:rPr lang="en-US" altLang="zh-CN" b="1" i="1" dirty="0">
                <a:solidFill>
                  <a:srgbClr val="FF0000"/>
                </a:solidFill>
                <a:latin typeface="Times New Roman" panose="02020603050405020304" pitchFamily="18" charset="0"/>
                <a:ea typeface="楷体_GB2312"/>
              </a:rPr>
              <a:t>S</a:t>
            </a:r>
            <a:r>
              <a:rPr lang="en-US" altLang="zh-CN" b="1" baseline="-25000" dirty="0">
                <a:solidFill>
                  <a:srgbClr val="FF0000"/>
                </a:solidFill>
                <a:latin typeface="Times New Roman" panose="02020603050405020304" pitchFamily="18" charset="0"/>
                <a:ea typeface="楷体_GB2312"/>
              </a:rPr>
              <a:t>2</a:t>
            </a:r>
            <a:r>
              <a:rPr lang="en-US" altLang="zh-CN" b="1" baseline="-25000"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不是向量空间．</a:t>
            </a:r>
          </a:p>
          <a:p>
            <a:pPr marL="457200" indent="-457200">
              <a:spcBef>
                <a:spcPct val="50000"/>
              </a:spcBef>
              <a:buClr>
                <a:srgbClr val="9999CC"/>
              </a:buClr>
              <a:buSzPct val="80000"/>
              <a:buFont typeface="Wingdings" panose="05000000000000000000" pitchFamily="2" charset="2"/>
              <a:buNone/>
            </a:pPr>
            <a:endParaRPr lang="en-US" altLang="zh-CN" b="1" dirty="0">
              <a:solidFill>
                <a:srgbClr val="000000"/>
              </a:solidFill>
              <a:latin typeface="楷体_GB2312"/>
              <a:ea typeface="楷体_GB2312"/>
            </a:endParaRPr>
          </a:p>
        </p:txBody>
      </p:sp>
      <p:sp>
        <p:nvSpPr>
          <p:cNvPr id="4" name="文本框 3"/>
          <p:cNvSpPr txBox="1"/>
          <p:nvPr/>
        </p:nvSpPr>
        <p:spPr>
          <a:xfrm>
            <a:off x="1115695" y="5661660"/>
            <a:ext cx="6459220" cy="460375"/>
          </a:xfrm>
          <a:prstGeom prst="rect">
            <a:avLst/>
          </a:prstGeom>
          <a:noFill/>
        </p:spPr>
        <p:txBody>
          <a:bodyPr wrap="square" rtlCol="0" anchor="t">
            <a:spAutoFit/>
          </a:bodyPr>
          <a:lstStyle/>
          <a:p>
            <a:pPr marL="457200" indent="-457200">
              <a:spcBef>
                <a:spcPct val="50000"/>
              </a:spcBef>
              <a:buClr>
                <a:srgbClr val="9999CC"/>
              </a:buClr>
              <a:buSzPct val="80000"/>
              <a:buFont typeface="Wingdings" panose="05000000000000000000" pitchFamily="2" charset="2"/>
              <a:buNone/>
            </a:pPr>
            <a:r>
              <a:rPr lang="en-US" altLang="zh-CN" sz="2400" i="1" dirty="0">
                <a:solidFill>
                  <a:srgbClr val="FF0000"/>
                </a:solidFill>
                <a:ea typeface="楷体_GB2312"/>
                <a:sym typeface="+mn-ea"/>
              </a:rPr>
              <a:t>S</a:t>
            </a:r>
            <a:r>
              <a:rPr lang="en-US" altLang="zh-CN" sz="2400" baseline="-25000" dirty="0">
                <a:solidFill>
                  <a:srgbClr val="FF0000"/>
                </a:solidFill>
                <a:ea typeface="楷体_GB2312"/>
                <a:sym typeface="+mn-ea"/>
              </a:rPr>
              <a:t>1 </a:t>
            </a:r>
            <a:r>
              <a:rPr lang="zh-CN" altLang="en-US" sz="2400" baseline="-25000" dirty="0">
                <a:solidFill>
                  <a:srgbClr val="FF0000"/>
                </a:solidFill>
                <a:ea typeface="楷体_GB2312"/>
                <a:sym typeface="+mn-ea"/>
              </a:rPr>
              <a:t>，</a:t>
            </a:r>
            <a:r>
              <a:rPr lang="en-US" altLang="zh-CN" sz="2400" i="1" dirty="0">
                <a:solidFill>
                  <a:srgbClr val="FF0000"/>
                </a:solidFill>
                <a:ea typeface="楷体_GB2312"/>
                <a:sym typeface="+mn-ea"/>
              </a:rPr>
              <a:t>S</a:t>
            </a:r>
            <a:r>
              <a:rPr lang="en-US" altLang="zh-CN" sz="2400" baseline="-25000" dirty="0">
                <a:solidFill>
                  <a:srgbClr val="FF0000"/>
                </a:solidFill>
                <a:ea typeface="楷体_GB2312"/>
                <a:sym typeface="+mn-ea"/>
              </a:rPr>
              <a:t>2</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是否为线性空间将在</a:t>
            </a:r>
            <a:r>
              <a:rPr lang="en-US" altLang="zh-CN" sz="2400" dirty="0">
                <a:solidFill>
                  <a:srgbClr val="000000"/>
                </a:solidFill>
                <a:ea typeface="楷体_GB2312"/>
                <a:sym typeface="+mn-ea"/>
              </a:rPr>
              <a:t>3.7</a:t>
            </a:r>
            <a:r>
              <a:rPr lang="zh-CN" altLang="en-US" sz="2400" dirty="0">
                <a:solidFill>
                  <a:srgbClr val="000000"/>
                </a:solidFill>
                <a:ea typeface="楷体_GB2312"/>
                <a:sym typeface="+mn-ea"/>
              </a:rPr>
              <a:t>节中详细讨论</a:t>
            </a:r>
            <a:r>
              <a:rPr lang="en-US" altLang="zh-CN" sz="2400" dirty="0">
                <a:solidFill>
                  <a:srgbClr val="000000"/>
                </a:solidFill>
                <a:latin typeface="楷体_GB2312"/>
                <a:ea typeface="楷体_GB2312"/>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7346">
                                            <p:txEl>
                                              <p:charRg st="177" end="198"/>
                                            </p:txEl>
                                          </p:spTgt>
                                        </p:tgtEl>
                                        <p:attrNameLst>
                                          <p:attrName>style.visibility</p:attrName>
                                        </p:attrNameLst>
                                      </p:cBhvr>
                                      <p:to>
                                        <p:strVal val="visible"/>
                                      </p:to>
                                    </p:set>
                                    <p:animEffect transition="in" filter="slide(fromBottom)">
                                      <p:cBhvr>
                                        <p:cTn id="7" dur="500"/>
                                        <p:tgtEl>
                                          <p:spTgt spid="57346">
                                            <p:txEl>
                                              <p:charRg st="177" end="19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57346">
                                            <p:txEl>
                                              <p:charRg st="198" end="223"/>
                                            </p:txEl>
                                          </p:spTgt>
                                        </p:tgtEl>
                                        <p:attrNameLst>
                                          <p:attrName>style.visibility</p:attrName>
                                        </p:attrNameLst>
                                      </p:cBhvr>
                                      <p:to>
                                        <p:strVal val="visible"/>
                                      </p:to>
                                    </p:set>
                                    <p:animEffect transition="in" filter="slide(fromBottom)">
                                      <p:cBhvr>
                                        <p:cTn id="12" dur="500"/>
                                        <p:tgtEl>
                                          <p:spTgt spid="57346">
                                            <p:txEl>
                                              <p:charRg st="198" end="22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椭圆 19457">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19459" name="椭圆 19458">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19460" name="矩形 19459">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19464" name="对象 19463"/>
          <p:cNvGraphicFramePr/>
          <p:nvPr/>
        </p:nvGraphicFramePr>
        <p:xfrm>
          <a:off x="392430" y="476250"/>
          <a:ext cx="8140700" cy="1551940"/>
        </p:xfrm>
        <a:graphic>
          <a:graphicData uri="http://schemas.openxmlformats.org/presentationml/2006/ole">
            <mc:AlternateContent xmlns:mc="http://schemas.openxmlformats.org/markup-compatibility/2006">
              <mc:Choice xmlns:v="urn:schemas-microsoft-com:vml" Requires="v">
                <p:oleObj r:id="rId2" imgW="6053455" imgH="1195705" progId="Word.Document.8">
                  <p:embed/>
                </p:oleObj>
              </mc:Choice>
              <mc:Fallback>
                <p:oleObj r:id="rId2" imgW="6053455" imgH="1195705" progId="Word.Document.8">
                  <p:embed/>
                  <p:pic>
                    <p:nvPicPr>
                      <p:cNvPr id="0" name="图片 3079"/>
                      <p:cNvPicPr/>
                      <p:nvPr/>
                    </p:nvPicPr>
                    <p:blipFill>
                      <a:blip r:embed="rId3"/>
                      <a:stretch>
                        <a:fillRect/>
                      </a:stretch>
                    </p:blipFill>
                    <p:spPr>
                      <a:xfrm>
                        <a:off x="392430" y="476250"/>
                        <a:ext cx="8140700" cy="1551940"/>
                      </a:xfrm>
                      <a:prstGeom prst="rect">
                        <a:avLst/>
                      </a:prstGeom>
                      <a:noFill/>
                      <a:ln w="38100">
                        <a:noFill/>
                        <a:miter/>
                      </a:ln>
                    </p:spPr>
                  </p:pic>
                </p:oleObj>
              </mc:Fallback>
            </mc:AlternateContent>
          </a:graphicData>
        </a:graphic>
      </p:graphicFrame>
      <p:graphicFrame>
        <p:nvGraphicFramePr>
          <p:cNvPr id="19465" name="对象 19464"/>
          <p:cNvGraphicFramePr/>
          <p:nvPr/>
        </p:nvGraphicFramePr>
        <p:xfrm>
          <a:off x="467360" y="2492375"/>
          <a:ext cx="8140700" cy="3324860"/>
        </p:xfrm>
        <a:graphic>
          <a:graphicData uri="http://schemas.openxmlformats.org/presentationml/2006/ole">
            <mc:AlternateContent xmlns:mc="http://schemas.openxmlformats.org/markup-compatibility/2006">
              <mc:Choice xmlns:v="urn:schemas-microsoft-com:vml" Requires="v">
                <p:oleObj r:id="rId4" imgW="6053455" imgH="2586355" progId="Word.Document.8">
                  <p:embed/>
                </p:oleObj>
              </mc:Choice>
              <mc:Fallback>
                <p:oleObj r:id="rId4" imgW="6053455" imgH="2586355" progId="Word.Document.8">
                  <p:embed/>
                  <p:pic>
                    <p:nvPicPr>
                      <p:cNvPr id="0" name="图片 3078"/>
                      <p:cNvPicPr/>
                      <p:nvPr/>
                    </p:nvPicPr>
                    <p:blipFill>
                      <a:blip r:embed="rId5"/>
                      <a:stretch>
                        <a:fillRect/>
                      </a:stretch>
                    </p:blipFill>
                    <p:spPr>
                      <a:xfrm>
                        <a:off x="467360" y="2492375"/>
                        <a:ext cx="8140700" cy="3324860"/>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65"/>
                                        </p:tgtEl>
                                        <p:attrNameLst>
                                          <p:attrName>style.visibility</p:attrName>
                                        </p:attrNameLst>
                                      </p:cBhvr>
                                      <p:to>
                                        <p:strVal val="visible"/>
                                      </p:to>
                                    </p:set>
                                    <p:animEffect transition="in" filter="blinds(horizontal)">
                                      <p:cBhvr>
                                        <p:cTn id="7" dur="500"/>
                                        <p:tgtEl>
                                          <p:spTgt spid="194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0" name="Text Box 4"/>
          <p:cNvSpPr txBox="1"/>
          <p:nvPr/>
        </p:nvSpPr>
        <p:spPr>
          <a:xfrm>
            <a:off x="455613" y="455613"/>
            <a:ext cx="8148637" cy="5692775"/>
          </a:xfrm>
          <a:prstGeom prst="rect">
            <a:avLst/>
          </a:prstGeom>
          <a:noFill/>
          <a:ln w="9525">
            <a:noFill/>
          </a:ln>
        </p:spPr>
        <p:txBody>
          <a:bodyPr>
            <a:spAutoFit/>
          </a:bodyPr>
          <a:lstStyle/>
          <a:p>
            <a:pPr marL="457200" indent="-457200">
              <a:spcBef>
                <a:spcPct val="50000"/>
              </a:spcBef>
              <a:buClr>
                <a:srgbClr val="9999CC"/>
              </a:buClr>
              <a:buSzPct val="80000"/>
              <a:buFont typeface="Wingdings" panose="05000000000000000000" pitchFamily="2" charset="2"/>
            </a:pPr>
            <a:r>
              <a:rPr lang="zh-CN" altLang="en-US" b="1" dirty="0">
                <a:solidFill>
                  <a:srgbClr val="0000FF"/>
                </a:solidFill>
                <a:latin typeface="Times New Roman" panose="02020603050405020304" pitchFamily="18" charset="0"/>
                <a:ea typeface="楷体_GB2312"/>
              </a:rPr>
              <a:t>例：</a:t>
            </a:r>
            <a:r>
              <a:rPr lang="zh-CN" altLang="en-US" b="1" dirty="0">
                <a:solidFill>
                  <a:srgbClr val="000000"/>
                </a:solidFill>
                <a:latin typeface="Times New Roman" panose="02020603050405020304" pitchFamily="18" charset="0"/>
                <a:ea typeface="楷体_GB2312"/>
              </a:rPr>
              <a:t>设 </a:t>
            </a:r>
            <a:r>
              <a:rPr lang="en-US" altLang="zh-CN" b="1" i="1" dirty="0">
                <a:solidFill>
                  <a:srgbClr val="000000"/>
                </a:solidFill>
                <a:latin typeface="Times New Roman" panose="02020603050405020304" pitchFamily="18" charset="0"/>
                <a:ea typeface="楷体_GB2312"/>
              </a:rPr>
              <a:t>a</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b </a:t>
            </a:r>
            <a:r>
              <a:rPr lang="zh-CN" altLang="en-US" b="1" dirty="0">
                <a:solidFill>
                  <a:srgbClr val="000000"/>
                </a:solidFill>
                <a:latin typeface="Times New Roman" panose="02020603050405020304" pitchFamily="18" charset="0"/>
                <a:ea typeface="楷体_GB2312"/>
              </a:rPr>
              <a:t>为两个已知的 </a:t>
            </a:r>
            <a:r>
              <a:rPr lang="en-US" altLang="zh-CN" b="1" i="1" dirty="0">
                <a:solidFill>
                  <a:srgbClr val="000000"/>
                </a:solidFill>
                <a:latin typeface="Times New Roman" panose="02020603050405020304" pitchFamily="18" charset="0"/>
                <a:ea typeface="楷体_GB2312"/>
              </a:rPr>
              <a:t>n </a:t>
            </a:r>
            <a:r>
              <a:rPr lang="zh-CN" altLang="en-US" b="1" dirty="0">
                <a:solidFill>
                  <a:srgbClr val="000000"/>
                </a:solidFill>
                <a:latin typeface="Times New Roman" panose="02020603050405020304" pitchFamily="18" charset="0"/>
                <a:ea typeface="楷体_GB2312"/>
              </a:rPr>
              <a:t>维向量，集合</a:t>
            </a:r>
          </a:p>
          <a:p>
            <a:pPr marL="457200" indent="-457200" algn="ctr">
              <a:spcBef>
                <a:spcPct val="50000"/>
              </a:spcBef>
              <a:buClr>
                <a:srgbClr val="9999CC"/>
              </a:buClr>
              <a:buSzPct val="80000"/>
              <a:buFont typeface="Wingdings" panose="05000000000000000000" pitchFamily="2" charset="2"/>
            </a:pPr>
            <a:r>
              <a:rPr lang="en-US" altLang="zh-CN" b="1" i="1" dirty="0">
                <a:solidFill>
                  <a:srgbClr val="000000"/>
                </a:solidFill>
                <a:latin typeface="Times New Roman" panose="02020603050405020304" pitchFamily="18" charset="0"/>
                <a:ea typeface="楷体_GB2312"/>
              </a:rPr>
              <a:t>L</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l </a:t>
            </a:r>
            <a:r>
              <a:rPr lang="en-US" altLang="zh-CN" b="1" i="1" dirty="0">
                <a:solidFill>
                  <a:srgbClr val="000000"/>
                </a:solidFill>
                <a:latin typeface="Times New Roman" panose="02020603050405020304" pitchFamily="18" charset="0"/>
                <a:ea typeface="楷体_GB2312"/>
              </a:rPr>
              <a:t>a</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m </a:t>
            </a:r>
            <a:r>
              <a:rPr lang="en-US" altLang="zh-CN" b="1" i="1" dirty="0">
                <a:solidFill>
                  <a:srgbClr val="000000"/>
                </a:solidFill>
                <a:latin typeface="Times New Roman" panose="02020603050405020304" pitchFamily="18" charset="0"/>
                <a:ea typeface="楷体_GB2312"/>
              </a:rPr>
              <a:t>b</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l</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Symbol" panose="05050102010706020507" pitchFamily="18" charset="2"/>
                <a:ea typeface="楷体_GB2312"/>
              </a:rPr>
              <a:t>m</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p>
          <a:p>
            <a:pPr marL="457200" indent="-457200">
              <a:spcBef>
                <a:spcPct val="50000"/>
              </a:spcBef>
              <a:buClr>
                <a:srgbClr val="9999CC"/>
              </a:buClr>
              <a:buSzPct val="80000"/>
              <a:buFont typeface="Wingdings" panose="05000000000000000000" pitchFamily="2" charset="2"/>
            </a:pPr>
            <a:r>
              <a:rPr lang="zh-CN" altLang="en-US" b="1" dirty="0">
                <a:solidFill>
                  <a:srgbClr val="000000"/>
                </a:solidFill>
                <a:latin typeface="Times New Roman" panose="02020603050405020304" pitchFamily="18" charset="0"/>
                <a:ea typeface="楷体_GB2312"/>
              </a:rPr>
              <a:t>是一个向量空间吗？</a:t>
            </a:r>
          </a:p>
          <a:p>
            <a:pPr marL="457200" indent="-457200">
              <a:spcBef>
                <a:spcPct val="50000"/>
              </a:spcBef>
              <a:buClr>
                <a:srgbClr val="9999CC"/>
              </a:buClr>
              <a:buSzPct val="80000"/>
              <a:buFont typeface="Wingdings" panose="05000000000000000000" pitchFamily="2" charset="2"/>
            </a:pPr>
            <a:endParaRPr lang="zh-CN" altLang="en-US" b="1" dirty="0">
              <a:solidFill>
                <a:srgbClr val="0000FF"/>
              </a:solidFill>
              <a:latin typeface="Times New Roman" panose="02020603050405020304" pitchFamily="18" charset="0"/>
              <a:ea typeface="楷体_GB2312"/>
            </a:endParaRPr>
          </a:p>
          <a:p>
            <a:pPr marL="457200" indent="-457200">
              <a:spcBef>
                <a:spcPct val="50000"/>
              </a:spcBef>
              <a:buClr>
                <a:srgbClr val="9999CC"/>
              </a:buClr>
              <a:buSzPct val="80000"/>
              <a:buFont typeface="Wingdings" panose="05000000000000000000" pitchFamily="2" charset="2"/>
            </a:pPr>
            <a:r>
              <a:rPr lang="zh-CN" altLang="en-US" b="1" dirty="0">
                <a:solidFill>
                  <a:srgbClr val="0000FF"/>
                </a:solidFill>
                <a:latin typeface="Times New Roman" panose="02020603050405020304" pitchFamily="18" charset="0"/>
                <a:ea typeface="楷体_GB2312"/>
              </a:rPr>
              <a:t>解：</a:t>
            </a:r>
            <a:r>
              <a:rPr lang="zh-CN" altLang="en-US" b="1" dirty="0">
                <a:solidFill>
                  <a:srgbClr val="000000"/>
                </a:solidFill>
                <a:latin typeface="Times New Roman" panose="02020603050405020304" pitchFamily="18" charset="0"/>
                <a:ea typeface="楷体_GB2312"/>
              </a:rPr>
              <a:t>设 </a:t>
            </a:r>
            <a:r>
              <a:rPr lang="en-US" altLang="zh-CN" b="1" i="1" dirty="0">
                <a:solidFill>
                  <a:srgbClr val="000000"/>
                </a:solidFill>
                <a:latin typeface="Times New Roman" panose="02020603050405020304" pitchFamily="18" charset="0"/>
                <a:ea typeface="楷体_GB2312"/>
              </a:rPr>
              <a:t>x</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x</a:t>
            </a:r>
            <a:r>
              <a:rPr lang="en-US" altLang="zh-CN" b="1" baseline="-25000" dirty="0">
                <a:solidFill>
                  <a:srgbClr val="000000"/>
                </a:solidFill>
                <a:latin typeface="Times New Roman" panose="02020603050405020304" pitchFamily="18" charset="0"/>
                <a:ea typeface="楷体_GB2312"/>
              </a:rPr>
              <a:t>2 </a:t>
            </a:r>
            <a:r>
              <a:rPr lang="en-US" altLang="zh-CN" b="1" dirty="0">
                <a:solidFill>
                  <a:srgbClr val="000000"/>
                </a:solidFill>
                <a:latin typeface="Times New Roman" panose="02020603050405020304" pitchFamily="18" charset="0"/>
                <a:ea typeface="楷体_GB2312"/>
              </a:rPr>
              <a:t>∈</a:t>
            </a:r>
            <a:r>
              <a:rPr lang="en-US" altLang="zh-CN" b="1" i="1" dirty="0">
                <a:solidFill>
                  <a:srgbClr val="000000"/>
                </a:solidFill>
                <a:latin typeface="Times New Roman" panose="02020603050405020304" pitchFamily="18" charset="0"/>
                <a:ea typeface="楷体_GB2312"/>
              </a:rPr>
              <a:t>L</a:t>
            </a:r>
            <a:r>
              <a:rPr lang="zh-CN" altLang="en-US"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k</a:t>
            </a:r>
            <a:r>
              <a:rPr lang="en-US" altLang="zh-CN" b="1" dirty="0">
                <a:solidFill>
                  <a:srgbClr val="000000"/>
                </a:solidFill>
                <a:latin typeface="Times New Roman" panose="02020603050405020304" pitchFamily="18" charset="0"/>
                <a:ea typeface="楷体_GB2312"/>
              </a:rPr>
              <a:t>∈</a:t>
            </a:r>
            <a:r>
              <a:rPr lang="en-US" altLang="zh-CN" b="1" i="1" dirty="0">
                <a:solidFill>
                  <a:srgbClr val="000000"/>
                </a:solidFill>
                <a:latin typeface="Times New Roman" panose="02020603050405020304" pitchFamily="18" charset="0"/>
                <a:ea typeface="楷体_GB2312"/>
              </a:rPr>
              <a:t>R</a:t>
            </a:r>
            <a:r>
              <a:rPr lang="zh-CN" altLang="en-US" b="1" dirty="0">
                <a:solidFill>
                  <a:srgbClr val="000000"/>
                </a:solidFill>
                <a:latin typeface="Times New Roman" panose="02020603050405020304" pitchFamily="18" charset="0"/>
                <a:ea typeface="楷体_GB2312"/>
              </a:rPr>
              <a:t>，因为</a:t>
            </a:r>
            <a:endParaRPr lang="zh-CN" altLang="en-US" b="1" dirty="0">
              <a:solidFill>
                <a:srgbClr val="000000"/>
              </a:solidFill>
              <a:latin typeface="Monotype Corsiva" panose="03010101010201010101" pitchFamily="66" charset="0"/>
              <a:ea typeface="楷体_GB2312"/>
            </a:endParaRPr>
          </a:p>
          <a:p>
            <a:pPr marL="457200" indent="-457200">
              <a:spcBef>
                <a:spcPct val="50000"/>
              </a:spcBef>
              <a:buClr>
                <a:srgbClr val="0000FF"/>
              </a:buClr>
              <a:buSzPct val="75000"/>
              <a:buFont typeface="Wingdings" panose="05000000000000000000" pitchFamily="2" charset="2"/>
              <a:buChar char="l"/>
            </a:pPr>
            <a:r>
              <a:rPr lang="en-US" altLang="zh-CN" b="1" i="1" dirty="0">
                <a:solidFill>
                  <a:srgbClr val="000000"/>
                </a:solidFill>
                <a:latin typeface="Times New Roman" panose="02020603050405020304" pitchFamily="18" charset="0"/>
                <a:ea typeface="楷体_GB2312"/>
              </a:rPr>
              <a:t>x</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Times New Roman" panose="02020603050405020304" pitchFamily="18" charset="0"/>
                <a:ea typeface="楷体_GB2312"/>
              </a:rPr>
              <a:t>x</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1</a:t>
            </a:r>
            <a:r>
              <a:rPr lang="en-US" altLang="zh-CN" b="1" i="1" dirty="0">
                <a:solidFill>
                  <a:srgbClr val="000000"/>
                </a:solidFill>
                <a:latin typeface="Times New Roman" panose="02020603050405020304" pitchFamily="18" charset="0"/>
                <a:ea typeface="楷体_GB2312"/>
              </a:rPr>
              <a:t>a</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m</a:t>
            </a:r>
            <a:r>
              <a:rPr lang="en-US" altLang="zh-CN" b="1" baseline="-25000" dirty="0">
                <a:solidFill>
                  <a:srgbClr val="000000"/>
                </a:solidFill>
                <a:latin typeface="Times New Roman" panose="02020603050405020304" pitchFamily="18" charset="0"/>
                <a:ea typeface="楷体_GB2312"/>
              </a:rPr>
              <a:t>1</a:t>
            </a:r>
            <a:r>
              <a:rPr lang="en-US" altLang="zh-CN" b="1" i="1" dirty="0">
                <a:solidFill>
                  <a:srgbClr val="000000"/>
                </a:solidFill>
                <a:latin typeface="Times New Roman" panose="02020603050405020304" pitchFamily="18" charset="0"/>
                <a:ea typeface="楷体_GB2312"/>
              </a:rPr>
              <a:t>b</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2</a:t>
            </a:r>
            <a:r>
              <a:rPr lang="en-US" altLang="zh-CN" b="1" i="1" dirty="0">
                <a:solidFill>
                  <a:srgbClr val="000000"/>
                </a:solidFill>
                <a:latin typeface="Times New Roman" panose="02020603050405020304" pitchFamily="18" charset="0"/>
                <a:ea typeface="楷体_GB2312"/>
              </a:rPr>
              <a:t>a</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m</a:t>
            </a:r>
            <a:r>
              <a:rPr lang="en-US" altLang="zh-CN" b="1" baseline="-25000" dirty="0">
                <a:solidFill>
                  <a:srgbClr val="000000"/>
                </a:solidFill>
                <a:latin typeface="Times New Roman" panose="02020603050405020304" pitchFamily="18" charset="0"/>
                <a:ea typeface="楷体_GB2312"/>
              </a:rPr>
              <a:t>2</a:t>
            </a:r>
            <a:r>
              <a:rPr lang="en-US" altLang="zh-CN" b="1" i="1" dirty="0">
                <a:solidFill>
                  <a:srgbClr val="000000"/>
                </a:solidFill>
                <a:latin typeface="Times New Roman" panose="02020603050405020304" pitchFamily="18" charset="0"/>
                <a:ea typeface="楷体_GB2312"/>
              </a:rPr>
              <a:t>b</a:t>
            </a:r>
            <a:r>
              <a:rPr lang="en-US" altLang="zh-CN" b="1" dirty="0">
                <a:solidFill>
                  <a:srgbClr val="000000"/>
                </a:solidFill>
                <a:latin typeface="Times New Roman" panose="02020603050405020304" pitchFamily="18" charset="0"/>
                <a:ea typeface="楷体_GB2312"/>
              </a:rPr>
              <a:t>)  </a:t>
            </a:r>
          </a:p>
          <a:p>
            <a:pPr marL="457200" indent="-457200">
              <a:spcBef>
                <a:spcPct val="50000"/>
              </a:spcBef>
              <a:buClr>
                <a:srgbClr val="0000FF"/>
              </a:buClr>
              <a:buSzPct val="75000"/>
              <a:buFont typeface="Wingdings" panose="05000000000000000000" pitchFamily="2" charset="2"/>
            </a:pP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1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Symbol" panose="05050102010706020507" pitchFamily="18" charset="2"/>
                <a:ea typeface="楷体_GB2312"/>
              </a:rPr>
              <a:t>) </a:t>
            </a:r>
            <a:r>
              <a:rPr lang="en-US" altLang="zh-CN" b="1" i="1" dirty="0">
                <a:solidFill>
                  <a:srgbClr val="000000"/>
                </a:solidFill>
                <a:latin typeface="Times New Roman" panose="02020603050405020304" pitchFamily="18" charset="0"/>
                <a:ea typeface="楷体_GB2312"/>
              </a:rPr>
              <a:t>a</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m</a:t>
            </a:r>
            <a:r>
              <a:rPr lang="en-US" altLang="zh-CN" b="1" baseline="-25000" dirty="0">
                <a:solidFill>
                  <a:srgbClr val="000000"/>
                </a:solidFill>
                <a:latin typeface="Times New Roman" panose="02020603050405020304" pitchFamily="18" charset="0"/>
                <a:ea typeface="楷体_GB2312"/>
              </a:rPr>
              <a:t>1</a:t>
            </a:r>
            <a:r>
              <a:rPr lang="en-US" altLang="zh-CN" b="1" i="1" dirty="0">
                <a:solidFill>
                  <a:srgbClr val="000000"/>
                </a:solidFill>
                <a:latin typeface="Symbol" panose="05050102010706020507" pitchFamily="18" charset="2"/>
                <a:ea typeface="楷体_GB2312"/>
              </a:rPr>
              <a:t>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Symbol" panose="05050102010706020507" pitchFamily="18" charset="2"/>
                <a:ea typeface="楷体_GB2312"/>
              </a:rPr>
              <a:t>m</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Symbol" panose="05050102010706020507" pitchFamily="18" charset="2"/>
                <a:ea typeface="楷体_GB2312"/>
              </a:rPr>
              <a:t>)</a:t>
            </a:r>
            <a:r>
              <a:rPr lang="en-US" altLang="zh-CN" b="1" i="1" dirty="0">
                <a:solidFill>
                  <a:srgbClr val="000000"/>
                </a:solidFill>
                <a:latin typeface="Symbol" panose="05050102010706020507" pitchFamily="18" charset="2"/>
                <a:ea typeface="楷体_GB2312"/>
              </a:rPr>
              <a:t> </a:t>
            </a:r>
            <a:r>
              <a:rPr lang="en-US" altLang="zh-CN" b="1" i="1" dirty="0">
                <a:solidFill>
                  <a:srgbClr val="000000"/>
                </a:solidFill>
                <a:latin typeface="Times New Roman" panose="02020603050405020304" pitchFamily="18" charset="0"/>
                <a:ea typeface="楷体_GB2312"/>
              </a:rPr>
              <a:t>b</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L</a:t>
            </a:r>
          </a:p>
          <a:p>
            <a:pPr marL="457200" indent="-457200">
              <a:spcBef>
                <a:spcPct val="50000"/>
              </a:spcBef>
              <a:buClr>
                <a:srgbClr val="0000FF"/>
              </a:buClr>
              <a:buSzPct val="75000"/>
              <a:buFont typeface="Wingdings" panose="05000000000000000000" pitchFamily="2" charset="2"/>
              <a:buChar char="l"/>
            </a:pPr>
            <a:r>
              <a:rPr lang="en-US" altLang="zh-CN" b="1" i="1" dirty="0">
                <a:solidFill>
                  <a:srgbClr val="000000"/>
                </a:solidFill>
                <a:latin typeface="Times New Roman" panose="02020603050405020304" pitchFamily="18" charset="0"/>
                <a:ea typeface="楷体_GB2312"/>
              </a:rPr>
              <a:t>k x</a:t>
            </a:r>
            <a:r>
              <a:rPr lang="en-US" altLang="zh-CN" b="1" baseline="-25000" dirty="0">
                <a:solidFill>
                  <a:srgbClr val="000000"/>
                </a:solidFill>
                <a:latin typeface="Times New Roman" panose="02020603050405020304" pitchFamily="18" charset="0"/>
                <a:ea typeface="楷体_GB2312"/>
              </a:rPr>
              <a:t>1</a:t>
            </a:r>
            <a:r>
              <a:rPr lang="en-US" altLang="zh-CN" b="1" i="1" dirty="0">
                <a:solidFill>
                  <a:srgbClr val="000000"/>
                </a:solidFill>
                <a:latin typeface="Times New Roman" panose="02020603050405020304" pitchFamily="18" charset="0"/>
                <a:ea typeface="楷体_GB2312"/>
              </a:rPr>
              <a:t> = k </a:t>
            </a:r>
            <a:r>
              <a:rPr lang="en-US" altLang="zh-CN" b="1" dirty="0">
                <a:solidFill>
                  <a:srgbClr val="000000"/>
                </a:solidFill>
                <a:latin typeface="Times New Roman" panose="02020603050405020304" pitchFamily="18" charset="0"/>
                <a:ea typeface="楷体_GB2312"/>
              </a:rPr>
              <a:t>(</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1</a:t>
            </a:r>
            <a:r>
              <a:rPr lang="en-US" altLang="zh-CN" b="1" i="1" dirty="0">
                <a:solidFill>
                  <a:srgbClr val="000000"/>
                </a:solidFill>
                <a:latin typeface="Times New Roman" panose="02020603050405020304" pitchFamily="18" charset="0"/>
                <a:ea typeface="楷体_GB2312"/>
              </a:rPr>
              <a:t>a</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m</a:t>
            </a:r>
            <a:r>
              <a:rPr lang="en-US" altLang="zh-CN" b="1" baseline="-25000" dirty="0">
                <a:solidFill>
                  <a:srgbClr val="000000"/>
                </a:solidFill>
                <a:latin typeface="Times New Roman" panose="02020603050405020304" pitchFamily="18" charset="0"/>
                <a:ea typeface="楷体_GB2312"/>
              </a:rPr>
              <a:t>1</a:t>
            </a:r>
            <a:r>
              <a:rPr lang="en-US" altLang="zh-CN" b="1" i="1" dirty="0">
                <a:solidFill>
                  <a:srgbClr val="000000"/>
                </a:solidFill>
                <a:latin typeface="Times New Roman" panose="02020603050405020304" pitchFamily="18" charset="0"/>
                <a:ea typeface="楷体_GB2312"/>
              </a:rPr>
              <a:t>b</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Times New Roman" panose="02020603050405020304" pitchFamily="18" charset="0"/>
                <a:ea typeface="楷体_GB2312"/>
              </a:rPr>
              <a:t>k</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Symbol" panose="05050102010706020507" pitchFamily="18" charset="2"/>
                <a:ea typeface="楷体_GB2312"/>
              </a:rPr>
              <a:t>) </a:t>
            </a:r>
            <a:r>
              <a:rPr lang="en-US" altLang="zh-CN" b="1" i="1" dirty="0">
                <a:solidFill>
                  <a:srgbClr val="000000"/>
                </a:solidFill>
                <a:latin typeface="Times New Roman" panose="02020603050405020304" pitchFamily="18" charset="0"/>
                <a:ea typeface="楷体_GB2312"/>
              </a:rPr>
              <a:t>a</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Times New Roman" panose="02020603050405020304" pitchFamily="18" charset="0"/>
                <a:ea typeface="楷体_GB2312"/>
              </a:rPr>
              <a:t>k</a:t>
            </a:r>
            <a:r>
              <a:rPr lang="en-US" altLang="zh-CN" b="1" i="1" dirty="0">
                <a:solidFill>
                  <a:srgbClr val="000000"/>
                </a:solidFill>
                <a:latin typeface="Symbol" panose="05050102010706020507" pitchFamily="18" charset="2"/>
                <a:ea typeface="楷体_GB2312"/>
              </a:rPr>
              <a:t>m</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Symbol" panose="05050102010706020507" pitchFamily="18" charset="2"/>
                <a:ea typeface="楷体_GB2312"/>
              </a:rPr>
              <a:t>) </a:t>
            </a:r>
            <a:r>
              <a:rPr lang="en-US" altLang="zh-CN" b="1" i="1" dirty="0">
                <a:solidFill>
                  <a:srgbClr val="000000"/>
                </a:solidFill>
                <a:latin typeface="Times New Roman" panose="02020603050405020304" pitchFamily="18" charset="0"/>
                <a:ea typeface="楷体_GB2312"/>
              </a:rPr>
              <a:t>b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L</a:t>
            </a:r>
            <a:r>
              <a:rPr lang="en-US" altLang="zh-CN" b="1" dirty="0">
                <a:solidFill>
                  <a:srgbClr val="000000"/>
                </a:solidFill>
                <a:latin typeface="Times New Roman" panose="02020603050405020304" pitchFamily="18" charset="0"/>
                <a:ea typeface="楷体_GB2312"/>
              </a:rPr>
              <a:t> </a:t>
            </a:r>
          </a:p>
          <a:p>
            <a:pPr marL="457200" indent="-457200">
              <a:spcBef>
                <a:spcPct val="50000"/>
              </a:spcBef>
              <a:buClr>
                <a:srgbClr val="CCCCE6"/>
              </a:buClr>
              <a:buSzPct val="80000"/>
              <a:buFont typeface="Wingdings" panose="05000000000000000000" pitchFamily="2" charset="2"/>
            </a:pPr>
            <a:r>
              <a:rPr lang="zh-CN" altLang="en-US" b="1" dirty="0">
                <a:solidFill>
                  <a:srgbClr val="000000"/>
                </a:solidFill>
                <a:latin typeface="Times New Roman" panose="02020603050405020304" pitchFamily="18" charset="0"/>
                <a:ea typeface="楷体_GB2312"/>
              </a:rPr>
              <a:t>所以，</a:t>
            </a:r>
            <a:r>
              <a:rPr lang="en-US" altLang="zh-CN" b="1" i="1" dirty="0">
                <a:solidFill>
                  <a:srgbClr val="000000"/>
                </a:solidFill>
                <a:latin typeface="Times New Roman" panose="02020603050405020304" pitchFamily="18" charset="0"/>
                <a:ea typeface="楷体_GB2312"/>
              </a:rPr>
              <a:t>L</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是一个向量空间．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21860">
                                            <p:txEl>
                                              <p:pRg st="4" end="4"/>
                                            </p:txEl>
                                          </p:spTgt>
                                        </p:tgtEl>
                                        <p:attrNameLst>
                                          <p:attrName>style.visibility</p:attrName>
                                        </p:attrNameLst>
                                      </p:cBhvr>
                                      <p:to>
                                        <p:strVal val="visible"/>
                                      </p:to>
                                    </p:set>
                                    <p:animEffect transition="in" filter="slide(fromBottom)">
                                      <p:cBhvr>
                                        <p:cTn id="7" dur="500"/>
                                        <p:tgtEl>
                                          <p:spTgt spid="121860">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21860">
                                            <p:txEl>
                                              <p:pRg st="5" end="5"/>
                                            </p:txEl>
                                          </p:spTgt>
                                        </p:tgtEl>
                                        <p:attrNameLst>
                                          <p:attrName>style.visibility</p:attrName>
                                        </p:attrNameLst>
                                      </p:cBhvr>
                                      <p:to>
                                        <p:strVal val="visible"/>
                                      </p:to>
                                    </p:set>
                                    <p:animEffect transition="in" filter="slide(fromBottom)">
                                      <p:cBhvr>
                                        <p:cTn id="12" dur="500"/>
                                        <p:tgtEl>
                                          <p:spTgt spid="121860">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21860">
                                            <p:txEl>
                                              <p:pRg st="6" end="6"/>
                                            </p:txEl>
                                          </p:spTgt>
                                        </p:tgtEl>
                                        <p:attrNameLst>
                                          <p:attrName>style.visibility</p:attrName>
                                        </p:attrNameLst>
                                      </p:cBhvr>
                                      <p:to>
                                        <p:strVal val="visible"/>
                                      </p:to>
                                    </p:set>
                                    <p:animEffect transition="in" filter="slide(fromBottom)">
                                      <p:cBhvr>
                                        <p:cTn id="17" dur="500"/>
                                        <p:tgtEl>
                                          <p:spTgt spid="121860">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21860">
                                            <p:txEl>
                                              <p:pRg st="7" end="7"/>
                                            </p:txEl>
                                          </p:spTgt>
                                        </p:tgtEl>
                                        <p:attrNameLst>
                                          <p:attrName>style.visibility</p:attrName>
                                        </p:attrNameLst>
                                      </p:cBhvr>
                                      <p:to>
                                        <p:strVal val="visible"/>
                                      </p:to>
                                    </p:set>
                                    <p:animEffect transition="in" filter="slide(fromBottom)">
                                      <p:cBhvr>
                                        <p:cTn id="22" dur="500"/>
                                        <p:tgtEl>
                                          <p:spTgt spid="121860">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121860">
                                            <p:txEl>
                                              <p:pRg st="8" end="8"/>
                                            </p:txEl>
                                          </p:spTgt>
                                        </p:tgtEl>
                                        <p:attrNameLst>
                                          <p:attrName>style.visibility</p:attrName>
                                        </p:attrNameLst>
                                      </p:cBhvr>
                                      <p:to>
                                        <p:strVal val="visible"/>
                                      </p:to>
                                    </p:set>
                                    <p:anim calcmode="lin" valueType="num">
                                      <p:cBhvr>
                                        <p:cTn id="27" dur="500" fill="hold"/>
                                        <p:tgtEl>
                                          <p:spTgt spid="121860">
                                            <p:txEl>
                                              <p:pRg st="8" end="8"/>
                                            </p:txEl>
                                          </p:spTgt>
                                        </p:tgtEl>
                                        <p:attrNameLst>
                                          <p:attrName>ppt_w</p:attrName>
                                        </p:attrNameLst>
                                      </p:cBhvr>
                                      <p:tavLst>
                                        <p:tav tm="0">
                                          <p:val>
                                            <p:fltVal val="0"/>
                                          </p:val>
                                        </p:tav>
                                        <p:tav tm="100000">
                                          <p:val>
                                            <p:strVal val="#ppt_w"/>
                                          </p:val>
                                        </p:tav>
                                      </p:tavLst>
                                    </p:anim>
                                    <p:anim calcmode="lin" valueType="num">
                                      <p:cBhvr>
                                        <p:cTn id="28" dur="500" fill="hold"/>
                                        <p:tgtEl>
                                          <p:spTgt spid="121860">
                                            <p:txEl>
                                              <p:pRg st="8" end="8"/>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2"/>
          <p:cNvSpPr txBox="1"/>
          <p:nvPr/>
        </p:nvSpPr>
        <p:spPr>
          <a:xfrm>
            <a:off x="322898" y="116523"/>
            <a:ext cx="8148637" cy="6892925"/>
          </a:xfrm>
          <a:prstGeom prst="rect">
            <a:avLst/>
          </a:prstGeom>
          <a:noFill/>
          <a:ln w="9525">
            <a:noFill/>
          </a:ln>
        </p:spPr>
        <p:txBody>
          <a:bodyPr>
            <a:spAutoFit/>
          </a:bodyPr>
          <a:lstStyle/>
          <a:p>
            <a:pPr marL="457200" indent="-457200">
              <a:lnSpc>
                <a:spcPct val="90000"/>
              </a:lnSpc>
              <a:spcBef>
                <a:spcPct val="50000"/>
              </a:spcBef>
              <a:buClr>
                <a:srgbClr val="9999CC"/>
              </a:buClr>
              <a:buSzPct val="80000"/>
              <a:buFont typeface="Wingdings" panose="05000000000000000000" pitchFamily="2" charset="2"/>
            </a:pPr>
            <a:r>
              <a:rPr lang="zh-CN" altLang="en-US" b="1" dirty="0">
                <a:solidFill>
                  <a:srgbClr val="FF0000"/>
                </a:solidFill>
                <a:latin typeface="Times New Roman" panose="02020603050405020304" pitchFamily="18" charset="0"/>
                <a:ea typeface="楷体_GB2312"/>
              </a:rPr>
              <a:t>定义</a:t>
            </a:r>
            <a:r>
              <a:rPr lang="en-US" altLang="zh-CN" b="1" dirty="0">
                <a:solidFill>
                  <a:srgbClr val="FF0000"/>
                </a:solidFill>
                <a:latin typeface="Times New Roman" panose="02020603050405020304" pitchFamily="18" charset="0"/>
                <a:ea typeface="楷体_GB2312"/>
              </a:rPr>
              <a:t>3.5.3</a:t>
            </a:r>
            <a:r>
              <a:rPr lang="zh-CN" altLang="en-US" b="1" dirty="0">
                <a:solidFill>
                  <a:srgbClr val="0000FF"/>
                </a:solidFill>
                <a:latin typeface="Times New Roman" panose="02020603050405020304" pitchFamily="18" charset="0"/>
                <a:ea typeface="楷体_GB2312"/>
              </a:rPr>
              <a:t>：</a:t>
            </a:r>
            <a:r>
              <a:rPr lang="zh-CN" altLang="en-US" b="1" dirty="0">
                <a:solidFill>
                  <a:srgbClr val="000000"/>
                </a:solidFill>
                <a:latin typeface="Times New Roman" panose="02020603050405020304" pitchFamily="18" charset="0"/>
                <a:ea typeface="楷体_GB2312"/>
              </a:rPr>
              <a:t>把集合</a:t>
            </a:r>
          </a:p>
          <a:p>
            <a:pPr marL="457200" indent="-457200" algn="ctr">
              <a:lnSpc>
                <a:spcPct val="90000"/>
              </a:lnSpc>
              <a:spcBef>
                <a:spcPct val="50000"/>
              </a:spcBef>
              <a:buClr>
                <a:srgbClr val="9999CC"/>
              </a:buClr>
              <a:buSzPct val="80000"/>
              <a:buFont typeface="Wingdings" panose="05000000000000000000" pitchFamily="2" charset="2"/>
            </a:pPr>
            <a:r>
              <a:rPr lang="en-US" altLang="zh-CN" b="1" i="1" dirty="0">
                <a:solidFill>
                  <a:srgbClr val="000000"/>
                </a:solidFill>
                <a:latin typeface="Times New Roman" panose="02020603050405020304" pitchFamily="18" charset="0"/>
                <a:ea typeface="楷体_GB2312"/>
              </a:rPr>
              <a:t>L</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l </a:t>
            </a:r>
            <a:r>
              <a:rPr lang="en-US" altLang="zh-CN" b="1" i="1" dirty="0">
                <a:solidFill>
                  <a:srgbClr val="000000"/>
                </a:solidFill>
                <a:latin typeface="Times New Roman" panose="02020603050405020304" pitchFamily="18" charset="0"/>
                <a:ea typeface="楷体_GB2312"/>
              </a:rPr>
              <a:t>a</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m </a:t>
            </a:r>
            <a:r>
              <a:rPr lang="en-US" altLang="zh-CN" b="1" i="1" dirty="0">
                <a:solidFill>
                  <a:srgbClr val="000000"/>
                </a:solidFill>
                <a:latin typeface="Times New Roman" panose="02020603050405020304" pitchFamily="18" charset="0"/>
                <a:ea typeface="楷体_GB2312"/>
              </a:rPr>
              <a:t>b</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l</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Symbol" panose="05050102010706020507" pitchFamily="18" charset="2"/>
                <a:ea typeface="楷体_GB2312"/>
              </a:rPr>
              <a:t>m </a:t>
            </a:r>
            <a:r>
              <a:rPr lang="en-US" altLang="zh-CN" b="1" dirty="0">
                <a:solidFill>
                  <a:srgbClr val="000000"/>
                </a:solidFill>
                <a:latin typeface="Times New Roman" panose="02020603050405020304" pitchFamily="18" charset="0"/>
                <a:ea typeface="楷体_GB2312"/>
              </a:rPr>
              <a:t>∈</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p>
          <a:p>
            <a:pPr marL="457200" indent="-457200">
              <a:lnSpc>
                <a:spcPct val="90000"/>
              </a:lnSpc>
              <a:spcBef>
                <a:spcPct val="50000"/>
              </a:spcBef>
              <a:buClr>
                <a:srgbClr val="9999CC"/>
              </a:buClr>
              <a:buSzPct val="80000"/>
              <a:buFont typeface="Wingdings" panose="05000000000000000000" pitchFamily="2" charset="2"/>
            </a:pPr>
            <a:r>
              <a:rPr lang="zh-CN" altLang="en-US" b="1" dirty="0">
                <a:solidFill>
                  <a:srgbClr val="000000"/>
                </a:solidFill>
                <a:latin typeface="Times New Roman" panose="02020603050405020304" pitchFamily="18" charset="0"/>
                <a:ea typeface="楷体_GB2312"/>
              </a:rPr>
              <a:t>称为</a:t>
            </a:r>
            <a:r>
              <a:rPr lang="zh-CN" altLang="en-US" dirty="0">
                <a:ea typeface="楷体_GB2312"/>
                <a:sym typeface="+mn-ea"/>
              </a:rPr>
              <a:t>向量组</a:t>
            </a:r>
            <a:r>
              <a:rPr lang="zh-CN" altLang="en-US" b="1" dirty="0">
                <a:solidFill>
                  <a:srgbClr val="FF0000"/>
                </a:solidFill>
                <a:latin typeface="Times New Roman" panose="02020603050405020304" pitchFamily="18" charset="0"/>
                <a:ea typeface="楷体_GB2312"/>
              </a:rPr>
              <a:t> </a:t>
            </a:r>
            <a:r>
              <a:rPr lang="en-US" altLang="zh-CN" b="1" i="1" dirty="0">
                <a:solidFill>
                  <a:srgbClr val="FF0000"/>
                </a:solidFill>
                <a:latin typeface="Times New Roman" panose="02020603050405020304" pitchFamily="18" charset="0"/>
                <a:ea typeface="楷体_GB2312"/>
              </a:rPr>
              <a:t>a</a:t>
            </a:r>
            <a:r>
              <a:rPr lang="en-US" altLang="zh-CN" b="1" dirty="0">
                <a:solidFill>
                  <a:srgbClr val="FF0000"/>
                </a:solidFill>
                <a:latin typeface="Times New Roman" panose="02020603050405020304" pitchFamily="18" charset="0"/>
                <a:ea typeface="楷体_GB2312"/>
              </a:rPr>
              <a:t>, </a:t>
            </a:r>
            <a:r>
              <a:rPr lang="en-US" altLang="zh-CN" b="1" i="1" dirty="0">
                <a:solidFill>
                  <a:srgbClr val="FF0000"/>
                </a:solidFill>
                <a:latin typeface="Times New Roman" panose="02020603050405020304" pitchFamily="18" charset="0"/>
                <a:ea typeface="楷体_GB2312"/>
              </a:rPr>
              <a:t>b </a:t>
            </a:r>
            <a:r>
              <a:rPr lang="zh-CN" altLang="en-US" dirty="0">
                <a:ea typeface="楷体_GB2312"/>
                <a:sym typeface="+mn-ea"/>
              </a:rPr>
              <a:t>的</a:t>
            </a:r>
            <a:r>
              <a:rPr lang="zh-CN" altLang="en-US" dirty="0">
                <a:solidFill>
                  <a:srgbClr val="FF0000"/>
                </a:solidFill>
                <a:ea typeface="楷体_GB2312"/>
                <a:sym typeface="+mn-ea"/>
              </a:rPr>
              <a:t>生成子空间</a:t>
            </a:r>
            <a:r>
              <a:rPr lang="zh-CN" altLang="en-US" b="1" dirty="0">
                <a:solidFill>
                  <a:srgbClr val="000000"/>
                </a:solidFill>
                <a:latin typeface="Times New Roman" panose="02020603050405020304" pitchFamily="18" charset="0"/>
                <a:ea typeface="楷体_GB2312"/>
              </a:rPr>
              <a:t>．</a:t>
            </a:r>
          </a:p>
          <a:p>
            <a:pPr marL="457200" indent="-457200">
              <a:lnSpc>
                <a:spcPct val="90000"/>
              </a:lnSpc>
              <a:spcBef>
                <a:spcPct val="50000"/>
              </a:spcBef>
              <a:buClr>
                <a:srgbClr val="9999CC"/>
              </a:buClr>
              <a:buSzPct val="80000"/>
              <a:buFont typeface="Wingdings" panose="05000000000000000000" pitchFamily="2" charset="2"/>
            </a:pPr>
            <a:r>
              <a:rPr lang="zh-CN" altLang="en-US" b="1" dirty="0">
                <a:solidFill>
                  <a:srgbClr val="000000"/>
                </a:solidFill>
                <a:latin typeface="Times New Roman" panose="02020603050405020304" pitchFamily="18" charset="0"/>
                <a:ea typeface="楷体_GB2312"/>
              </a:rPr>
              <a:t>一般地，把集合</a:t>
            </a:r>
          </a:p>
          <a:p>
            <a:pPr marL="457200" indent="-457200" algn="ctr">
              <a:lnSpc>
                <a:spcPct val="90000"/>
              </a:lnSpc>
              <a:spcBef>
                <a:spcPct val="50000"/>
              </a:spcBef>
              <a:buClr>
                <a:srgbClr val="9999CC"/>
              </a:buClr>
              <a:buSzPct val="80000"/>
              <a:buFont typeface="Wingdings" panose="05000000000000000000" pitchFamily="2" charset="2"/>
            </a:pPr>
            <a:r>
              <a:rPr lang="zh-CN" altLang="en-US"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L</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1</a:t>
            </a:r>
            <a:r>
              <a:rPr lang="en-US" altLang="zh-CN" b="1" i="1" dirty="0">
                <a:solidFill>
                  <a:srgbClr val="000000"/>
                </a:solidFill>
                <a:latin typeface="Times New Roman" panose="02020603050405020304" pitchFamily="18" charset="0"/>
                <a:ea typeface="楷体_GB2312"/>
              </a:rPr>
              <a:t>a</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2</a:t>
            </a:r>
            <a:r>
              <a:rPr lang="en-US" altLang="zh-CN" b="1" i="1" dirty="0">
                <a:solidFill>
                  <a:srgbClr val="000000"/>
                </a:solidFill>
                <a:latin typeface="Times New Roman" panose="02020603050405020304" pitchFamily="18" charset="0"/>
                <a:ea typeface="楷体_GB2312"/>
              </a:rPr>
              <a:t>a</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 …+ </a:t>
            </a:r>
            <a:r>
              <a:rPr lang="en-US" altLang="zh-CN" b="1" i="1" dirty="0">
                <a:solidFill>
                  <a:srgbClr val="000000"/>
                </a:solidFill>
                <a:latin typeface="Symbol" panose="05050102010706020507" pitchFamily="18" charset="2"/>
                <a:ea typeface="楷体_GB2312"/>
              </a:rPr>
              <a:t>l</a:t>
            </a:r>
            <a:r>
              <a:rPr lang="en-US" altLang="zh-CN" b="1" i="1" baseline="-25000" dirty="0">
                <a:solidFill>
                  <a:srgbClr val="000000"/>
                </a:solidFill>
                <a:latin typeface="Times New Roman" panose="02020603050405020304" pitchFamily="18" charset="0"/>
                <a:ea typeface="楷体_GB2312"/>
              </a:rPr>
              <a:t>m</a:t>
            </a:r>
            <a:r>
              <a:rPr lang="en-US" altLang="zh-CN" b="1" i="1" dirty="0">
                <a:solidFill>
                  <a:srgbClr val="000000"/>
                </a:solidFill>
                <a:latin typeface="Times New Roman" panose="02020603050405020304" pitchFamily="18" charset="0"/>
                <a:ea typeface="楷体_GB2312"/>
              </a:rPr>
              <a:t>a</a:t>
            </a:r>
            <a:r>
              <a:rPr lang="en-US" altLang="zh-CN" b="1" i="1" baseline="-25000" dirty="0">
                <a:solidFill>
                  <a:srgbClr val="000000"/>
                </a:solidFill>
                <a:latin typeface="Times New Roman" panose="02020603050405020304" pitchFamily="18" charset="0"/>
                <a:ea typeface="楷体_GB2312"/>
              </a:rPr>
              <a:t>m</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Symbol" panose="05050102010706020507" pitchFamily="18" charset="2"/>
                <a:ea typeface="楷体_GB2312"/>
              </a:rPr>
              <a:t> l</a:t>
            </a:r>
            <a:r>
              <a:rPr lang="en-US" altLang="zh-CN" b="1" i="1" baseline="-25000" dirty="0">
                <a:solidFill>
                  <a:srgbClr val="000000"/>
                </a:solidFill>
                <a:latin typeface="Times New Roman" panose="02020603050405020304" pitchFamily="18" charset="0"/>
                <a:ea typeface="楷体_GB2312"/>
              </a:rPr>
              <a:t>m </a:t>
            </a:r>
            <a:r>
              <a:rPr lang="en-US" altLang="zh-CN" b="1" dirty="0">
                <a:solidFill>
                  <a:srgbClr val="000000"/>
                </a:solidFill>
                <a:latin typeface="Times New Roman" panose="02020603050405020304" pitchFamily="18" charset="0"/>
                <a:ea typeface="楷体_GB2312"/>
              </a:rPr>
              <a:t>∈</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p>
          <a:p>
            <a:pPr marL="457200" indent="-457200">
              <a:lnSpc>
                <a:spcPct val="90000"/>
              </a:lnSpc>
              <a:spcBef>
                <a:spcPct val="50000"/>
              </a:spcBef>
              <a:buClr>
                <a:srgbClr val="9999CC"/>
              </a:buClr>
              <a:buSzPct val="80000"/>
              <a:buFont typeface="Wingdings" panose="05000000000000000000" pitchFamily="2" charset="2"/>
            </a:pPr>
            <a:r>
              <a:rPr lang="zh-CN" altLang="en-US" b="1" dirty="0">
                <a:solidFill>
                  <a:srgbClr val="000000"/>
                </a:solidFill>
                <a:latin typeface="Times New Roman" panose="02020603050405020304" pitchFamily="18" charset="0"/>
                <a:ea typeface="楷体_GB2312"/>
              </a:rPr>
              <a:t>称为</a:t>
            </a:r>
            <a:r>
              <a:rPr lang="zh-CN" altLang="en-US" b="1" dirty="0">
                <a:solidFill>
                  <a:schemeClr val="tx1"/>
                </a:solidFill>
                <a:latin typeface="Times New Roman" panose="02020603050405020304" pitchFamily="18" charset="0"/>
                <a:ea typeface="楷体_GB2312"/>
              </a:rPr>
              <a:t>向量组</a:t>
            </a:r>
            <a:r>
              <a:rPr lang="en-US" altLang="zh-CN" b="1" i="1" dirty="0">
                <a:solidFill>
                  <a:schemeClr val="tx1"/>
                </a:solidFill>
                <a:latin typeface="Times New Roman" panose="02020603050405020304" pitchFamily="18" charset="0"/>
                <a:ea typeface="楷体_GB2312"/>
              </a:rPr>
              <a:t>a</a:t>
            </a:r>
            <a:r>
              <a:rPr lang="en-US" altLang="zh-CN" b="1" baseline="-25000" dirty="0">
                <a:solidFill>
                  <a:schemeClr val="tx1"/>
                </a:solidFill>
                <a:latin typeface="Times New Roman" panose="02020603050405020304" pitchFamily="18" charset="0"/>
                <a:ea typeface="楷体_GB2312"/>
              </a:rPr>
              <a:t>1</a:t>
            </a:r>
            <a:r>
              <a:rPr lang="en-US" altLang="zh-CN" b="1" i="1" dirty="0">
                <a:solidFill>
                  <a:schemeClr val="tx1"/>
                </a:solidFill>
                <a:latin typeface="Times New Roman" panose="02020603050405020304" pitchFamily="18" charset="0"/>
                <a:ea typeface="楷体_GB2312"/>
              </a:rPr>
              <a:t> </a:t>
            </a:r>
            <a:r>
              <a:rPr lang="en-US" altLang="zh-CN" b="1" dirty="0">
                <a:solidFill>
                  <a:schemeClr val="tx1"/>
                </a:solidFill>
                <a:latin typeface="Times New Roman" panose="02020603050405020304" pitchFamily="18" charset="0"/>
                <a:ea typeface="楷体_GB2312"/>
              </a:rPr>
              <a:t>, </a:t>
            </a:r>
            <a:r>
              <a:rPr lang="en-US" altLang="zh-CN" b="1" i="1" dirty="0">
                <a:solidFill>
                  <a:schemeClr val="tx1"/>
                </a:solidFill>
                <a:latin typeface="Times New Roman" panose="02020603050405020304" pitchFamily="18" charset="0"/>
                <a:ea typeface="楷体_GB2312"/>
              </a:rPr>
              <a:t>a</a:t>
            </a:r>
            <a:r>
              <a:rPr lang="en-US" altLang="zh-CN" b="1" baseline="-25000" dirty="0">
                <a:solidFill>
                  <a:schemeClr val="tx1"/>
                </a:solidFill>
                <a:latin typeface="Times New Roman" panose="02020603050405020304" pitchFamily="18" charset="0"/>
                <a:ea typeface="楷体_GB2312"/>
              </a:rPr>
              <a:t>2</a:t>
            </a:r>
            <a:r>
              <a:rPr lang="en-US" altLang="zh-CN" b="1" i="1" dirty="0">
                <a:solidFill>
                  <a:schemeClr val="tx1"/>
                </a:solidFill>
                <a:latin typeface="Times New Roman" panose="02020603050405020304" pitchFamily="18" charset="0"/>
                <a:ea typeface="楷体_GB2312"/>
              </a:rPr>
              <a:t> </a:t>
            </a:r>
            <a:r>
              <a:rPr lang="en-US" altLang="zh-CN" b="1" dirty="0">
                <a:solidFill>
                  <a:schemeClr val="tx1"/>
                </a:solidFill>
                <a:latin typeface="Times New Roman" panose="02020603050405020304" pitchFamily="18" charset="0"/>
                <a:ea typeface="楷体_GB2312"/>
              </a:rPr>
              <a:t>, ...,</a:t>
            </a:r>
            <a:r>
              <a:rPr lang="en-US" altLang="zh-CN" b="1" i="1" dirty="0">
                <a:solidFill>
                  <a:schemeClr val="tx1"/>
                </a:solidFill>
                <a:latin typeface="Times New Roman" panose="02020603050405020304" pitchFamily="18" charset="0"/>
                <a:ea typeface="楷体_GB2312"/>
              </a:rPr>
              <a:t> a</a:t>
            </a:r>
            <a:r>
              <a:rPr lang="en-US" altLang="zh-CN" b="1" i="1" baseline="-25000" dirty="0">
                <a:solidFill>
                  <a:schemeClr val="tx1"/>
                </a:solidFill>
                <a:latin typeface="Times New Roman" panose="02020603050405020304" pitchFamily="18" charset="0"/>
                <a:ea typeface="楷体_GB2312"/>
              </a:rPr>
              <a:t>m </a:t>
            </a:r>
            <a:r>
              <a:rPr lang="zh-CN" altLang="en-US" b="1" dirty="0">
                <a:solidFill>
                  <a:schemeClr val="tx1"/>
                </a:solidFill>
                <a:latin typeface="Times New Roman" panose="02020603050405020304" pitchFamily="18" charset="0"/>
                <a:ea typeface="楷体_GB2312"/>
              </a:rPr>
              <a:t>的</a:t>
            </a:r>
            <a:r>
              <a:rPr lang="zh-CN" altLang="en-US" b="1" dirty="0">
                <a:solidFill>
                  <a:srgbClr val="FF0000"/>
                </a:solidFill>
                <a:latin typeface="Times New Roman" panose="02020603050405020304" pitchFamily="18" charset="0"/>
                <a:ea typeface="楷体_GB2312"/>
              </a:rPr>
              <a:t>生成子空间</a:t>
            </a:r>
            <a:r>
              <a:rPr lang="zh-CN" altLang="en-US" b="1" dirty="0">
                <a:solidFill>
                  <a:srgbClr val="000000"/>
                </a:solidFill>
                <a:latin typeface="Times New Roman" panose="02020603050405020304" pitchFamily="18" charset="0"/>
                <a:ea typeface="楷体_GB2312"/>
              </a:rPr>
              <a:t>．</a:t>
            </a:r>
          </a:p>
          <a:p>
            <a:pPr marL="457200" indent="-457200">
              <a:lnSpc>
                <a:spcPct val="90000"/>
              </a:lnSpc>
              <a:spcBef>
                <a:spcPct val="50000"/>
              </a:spcBef>
              <a:buClr>
                <a:srgbClr val="9999CC"/>
              </a:buClr>
              <a:buSzPct val="80000"/>
              <a:buFont typeface="Wingdings" panose="05000000000000000000" pitchFamily="2" charset="2"/>
            </a:pPr>
            <a:r>
              <a:rPr lang="zh-CN" altLang="en-US" b="1" dirty="0">
                <a:solidFill>
                  <a:srgbClr val="FF0000"/>
                </a:solidFill>
                <a:latin typeface="Times New Roman" panose="02020603050405020304" pitchFamily="18" charset="0"/>
                <a:ea typeface="楷体_GB2312"/>
              </a:rPr>
              <a:t>例</a:t>
            </a:r>
            <a:r>
              <a:rPr lang="en-US" altLang="zh-CN" b="1" dirty="0">
                <a:solidFill>
                  <a:srgbClr val="FF0000"/>
                </a:solidFill>
                <a:latin typeface="Times New Roman" panose="02020603050405020304" pitchFamily="18" charset="0"/>
                <a:ea typeface="楷体_GB2312"/>
              </a:rPr>
              <a:t>3.5.3</a:t>
            </a:r>
            <a:r>
              <a:rPr lang="zh-CN" altLang="en-US" b="1" dirty="0">
                <a:solidFill>
                  <a:srgbClr val="000000"/>
                </a:solidFill>
                <a:latin typeface="Times New Roman" panose="02020603050405020304" pitchFamily="18" charset="0"/>
                <a:ea typeface="楷体_GB2312"/>
              </a:rPr>
              <a:t>设向量组</a:t>
            </a:r>
            <a:r>
              <a:rPr lang="en-US" altLang="zh-CN" b="1" i="1" dirty="0">
                <a:solidFill>
                  <a:srgbClr val="000000"/>
                </a:solidFill>
                <a:latin typeface="Times New Roman" panose="02020603050405020304" pitchFamily="18" charset="0"/>
                <a:ea typeface="楷体_GB2312"/>
              </a:rPr>
              <a:t>a</a:t>
            </a:r>
            <a:r>
              <a:rPr lang="en-US" altLang="zh-CN" b="1" baseline="-25000" dirty="0">
                <a:solidFill>
                  <a:srgbClr val="000000"/>
                </a:solidFill>
                <a:latin typeface="Times New Roman" panose="02020603050405020304" pitchFamily="18" charset="0"/>
                <a:ea typeface="楷体_GB2312"/>
              </a:rPr>
              <a:t>1</a:t>
            </a:r>
            <a:r>
              <a:rPr lang="en-US" altLang="zh-CN" b="1" i="1" dirty="0">
                <a:solidFill>
                  <a:srgbClr val="000000"/>
                </a:solidFill>
                <a:latin typeface="Times New Roman" panose="02020603050405020304" pitchFamily="18" charset="0"/>
                <a:ea typeface="楷体_GB2312"/>
              </a:rPr>
              <a:t>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a</a:t>
            </a:r>
            <a:r>
              <a:rPr lang="en-US" altLang="zh-CN" b="1" baseline="-25000" dirty="0">
                <a:solidFill>
                  <a:srgbClr val="000000"/>
                </a:solidFill>
                <a:latin typeface="Times New Roman" panose="02020603050405020304" pitchFamily="18" charset="0"/>
                <a:ea typeface="楷体_GB2312"/>
              </a:rPr>
              <a:t>2</a:t>
            </a:r>
            <a:r>
              <a:rPr lang="en-US" altLang="zh-CN" b="1" i="1" dirty="0">
                <a:solidFill>
                  <a:srgbClr val="000000"/>
                </a:solidFill>
                <a:latin typeface="Times New Roman" panose="02020603050405020304" pitchFamily="18" charset="0"/>
                <a:ea typeface="楷体_GB2312"/>
              </a:rPr>
              <a:t>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 a</a:t>
            </a:r>
            <a:r>
              <a:rPr lang="en-US" altLang="zh-CN" b="1" i="1" baseline="-25000" dirty="0">
                <a:solidFill>
                  <a:srgbClr val="000000"/>
                </a:solidFill>
                <a:latin typeface="Times New Roman" panose="02020603050405020304" pitchFamily="18" charset="0"/>
                <a:ea typeface="楷体_GB2312"/>
              </a:rPr>
              <a:t>m </a:t>
            </a:r>
            <a:r>
              <a:rPr lang="zh-CN" altLang="en-US" b="1" dirty="0">
                <a:solidFill>
                  <a:srgbClr val="000000"/>
                </a:solidFill>
                <a:latin typeface="Times New Roman" panose="02020603050405020304" pitchFamily="18" charset="0"/>
                <a:ea typeface="楷体_GB2312"/>
              </a:rPr>
              <a:t>和 </a:t>
            </a:r>
            <a:r>
              <a:rPr lang="en-US" altLang="zh-CN" b="1" i="1" dirty="0">
                <a:solidFill>
                  <a:srgbClr val="000000"/>
                </a:solidFill>
                <a:latin typeface="Times New Roman" panose="02020603050405020304" pitchFamily="18" charset="0"/>
                <a:ea typeface="楷体_GB2312"/>
              </a:rPr>
              <a:t>b</a:t>
            </a:r>
            <a:r>
              <a:rPr lang="en-US" altLang="zh-CN" b="1" baseline="-25000" dirty="0">
                <a:solidFill>
                  <a:srgbClr val="000000"/>
                </a:solidFill>
                <a:latin typeface="Times New Roman" panose="02020603050405020304" pitchFamily="18" charset="0"/>
                <a:ea typeface="楷体_GB2312"/>
              </a:rPr>
              <a:t>1</a:t>
            </a:r>
            <a:r>
              <a:rPr lang="en-US" altLang="zh-CN" b="1" i="1" dirty="0">
                <a:solidFill>
                  <a:srgbClr val="000000"/>
                </a:solidFill>
                <a:latin typeface="Times New Roman" panose="02020603050405020304" pitchFamily="18" charset="0"/>
                <a:ea typeface="楷体_GB2312"/>
              </a:rPr>
              <a:t>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b</a:t>
            </a:r>
            <a:r>
              <a:rPr lang="en-US" altLang="zh-CN" b="1" baseline="-25000" dirty="0">
                <a:solidFill>
                  <a:srgbClr val="000000"/>
                </a:solidFill>
                <a:latin typeface="Times New Roman" panose="02020603050405020304" pitchFamily="18" charset="0"/>
                <a:ea typeface="楷体_GB2312"/>
              </a:rPr>
              <a:t>2</a:t>
            </a:r>
            <a:r>
              <a:rPr lang="en-US" altLang="zh-CN" b="1" i="1" dirty="0">
                <a:solidFill>
                  <a:srgbClr val="000000"/>
                </a:solidFill>
                <a:latin typeface="Times New Roman" panose="02020603050405020304" pitchFamily="18" charset="0"/>
                <a:ea typeface="楷体_GB2312"/>
              </a:rPr>
              <a:t>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 b</a:t>
            </a:r>
            <a:r>
              <a:rPr lang="en-US" altLang="zh-CN" b="1" i="1" baseline="-25000" dirty="0">
                <a:solidFill>
                  <a:srgbClr val="000000"/>
                </a:solidFill>
                <a:latin typeface="Times New Roman" panose="02020603050405020304" pitchFamily="18" charset="0"/>
                <a:ea typeface="楷体_GB2312"/>
              </a:rPr>
              <a:t>s </a:t>
            </a:r>
            <a:r>
              <a:rPr lang="zh-CN" altLang="en-US" b="1" dirty="0">
                <a:solidFill>
                  <a:srgbClr val="000000"/>
                </a:solidFill>
                <a:latin typeface="Times New Roman" panose="02020603050405020304" pitchFamily="18" charset="0"/>
                <a:ea typeface="楷体_GB2312"/>
              </a:rPr>
              <a:t>等价，记</a:t>
            </a:r>
          </a:p>
          <a:p>
            <a:pPr marL="457200" indent="-457200" algn="ctr">
              <a:lnSpc>
                <a:spcPct val="90000"/>
              </a:lnSpc>
              <a:spcBef>
                <a:spcPct val="50000"/>
              </a:spcBef>
              <a:buClr>
                <a:srgbClr val="9999CC"/>
              </a:buClr>
              <a:buSzPct val="80000"/>
              <a:buFont typeface="Wingdings" panose="05000000000000000000" pitchFamily="2" charset="2"/>
            </a:pPr>
            <a:r>
              <a:rPr lang="en-US" altLang="zh-CN" b="1" i="1" dirty="0">
                <a:solidFill>
                  <a:srgbClr val="000000"/>
                </a:solidFill>
                <a:latin typeface="Times New Roman" panose="02020603050405020304" pitchFamily="18" charset="0"/>
                <a:ea typeface="楷体_GB2312"/>
              </a:rPr>
              <a:t>L</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Times New Roman" panose="02020603050405020304" pitchFamily="18" charset="0"/>
                <a:ea typeface="楷体_GB2312"/>
              </a:rPr>
              <a:t> = { </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1</a:t>
            </a:r>
            <a:r>
              <a:rPr lang="en-US" altLang="zh-CN" b="1" i="1" dirty="0">
                <a:solidFill>
                  <a:srgbClr val="000000"/>
                </a:solidFill>
                <a:latin typeface="Times New Roman" panose="02020603050405020304" pitchFamily="18" charset="0"/>
                <a:ea typeface="楷体_GB2312"/>
              </a:rPr>
              <a:t>a</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2</a:t>
            </a:r>
            <a:r>
              <a:rPr lang="en-US" altLang="zh-CN" b="1" i="1" dirty="0">
                <a:solidFill>
                  <a:srgbClr val="000000"/>
                </a:solidFill>
                <a:latin typeface="Times New Roman" panose="02020603050405020304" pitchFamily="18" charset="0"/>
                <a:ea typeface="楷体_GB2312"/>
              </a:rPr>
              <a:t>a</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 …+ </a:t>
            </a:r>
            <a:r>
              <a:rPr lang="en-US" altLang="zh-CN" b="1" i="1" dirty="0">
                <a:solidFill>
                  <a:srgbClr val="000000"/>
                </a:solidFill>
                <a:latin typeface="Symbol" panose="05050102010706020507" pitchFamily="18" charset="2"/>
                <a:ea typeface="楷体_GB2312"/>
              </a:rPr>
              <a:t>l</a:t>
            </a:r>
            <a:r>
              <a:rPr lang="en-US" altLang="zh-CN" b="1" i="1" baseline="-25000" dirty="0">
                <a:solidFill>
                  <a:srgbClr val="000000"/>
                </a:solidFill>
                <a:latin typeface="Times New Roman" panose="02020603050405020304" pitchFamily="18" charset="0"/>
                <a:ea typeface="楷体_GB2312"/>
              </a:rPr>
              <a:t>m</a:t>
            </a:r>
            <a:r>
              <a:rPr lang="en-US" altLang="zh-CN" b="1" i="1" dirty="0">
                <a:solidFill>
                  <a:srgbClr val="000000"/>
                </a:solidFill>
                <a:latin typeface="Times New Roman" panose="02020603050405020304" pitchFamily="18" charset="0"/>
                <a:ea typeface="楷体_GB2312"/>
              </a:rPr>
              <a:t>a</a:t>
            </a:r>
            <a:r>
              <a:rPr lang="en-US" altLang="zh-CN" b="1" i="1" baseline="-25000" dirty="0">
                <a:solidFill>
                  <a:srgbClr val="000000"/>
                </a:solidFill>
                <a:latin typeface="Times New Roman" panose="02020603050405020304" pitchFamily="18" charset="0"/>
                <a:ea typeface="楷体_GB2312"/>
              </a:rPr>
              <a:t>m</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Symbol" panose="05050102010706020507" pitchFamily="18" charset="2"/>
                <a:ea typeface="楷体_GB2312"/>
              </a:rPr>
              <a:t>l</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Symbol" panose="05050102010706020507" pitchFamily="18" charset="2"/>
                <a:ea typeface="楷体_GB2312"/>
              </a:rPr>
              <a:t> l</a:t>
            </a:r>
            <a:r>
              <a:rPr lang="en-US" altLang="zh-CN" b="1" i="1" baseline="-25000" dirty="0">
                <a:solidFill>
                  <a:srgbClr val="000000"/>
                </a:solidFill>
                <a:latin typeface="Times New Roman" panose="02020603050405020304" pitchFamily="18" charset="0"/>
                <a:ea typeface="楷体_GB2312"/>
              </a:rPr>
              <a:t>m</a:t>
            </a:r>
            <a:r>
              <a:rPr lang="en-US" altLang="zh-CN" b="1" dirty="0">
                <a:solidFill>
                  <a:srgbClr val="000000"/>
                </a:solidFill>
                <a:latin typeface="Times New Roman" panose="02020603050405020304" pitchFamily="18" charset="0"/>
                <a:ea typeface="楷体_GB2312"/>
              </a:rPr>
              <a:t>∈</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a:t>
            </a:r>
          </a:p>
          <a:p>
            <a:pPr marL="457200" indent="-457200" algn="ctr">
              <a:lnSpc>
                <a:spcPct val="90000"/>
              </a:lnSpc>
              <a:spcBef>
                <a:spcPct val="50000"/>
              </a:spcBef>
              <a:buClr>
                <a:srgbClr val="9999CC"/>
              </a:buClr>
              <a:buSzPct val="80000"/>
              <a:buFont typeface="Wingdings" panose="05000000000000000000" pitchFamily="2" charset="2"/>
            </a:pPr>
            <a:r>
              <a:rPr lang="en-US" altLang="zh-CN" b="1" i="1" dirty="0">
                <a:solidFill>
                  <a:srgbClr val="000000"/>
                </a:solidFill>
                <a:latin typeface="Times New Roman" panose="02020603050405020304" pitchFamily="18" charset="0"/>
                <a:ea typeface="楷体_GB2312"/>
              </a:rPr>
              <a:t>L</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 { </a:t>
            </a:r>
            <a:r>
              <a:rPr lang="en-US" altLang="zh-CN" b="1" i="1" dirty="0">
                <a:solidFill>
                  <a:srgbClr val="000000"/>
                </a:solidFill>
                <a:latin typeface="Symbol" panose="05050102010706020507" pitchFamily="18" charset="2"/>
                <a:ea typeface="楷体_GB2312"/>
              </a:rPr>
              <a:t>m</a:t>
            </a:r>
            <a:r>
              <a:rPr lang="en-US" altLang="zh-CN" b="1" baseline="-25000" dirty="0">
                <a:solidFill>
                  <a:srgbClr val="000000"/>
                </a:solidFill>
                <a:latin typeface="Times New Roman" panose="02020603050405020304" pitchFamily="18" charset="0"/>
                <a:ea typeface="楷体_GB2312"/>
              </a:rPr>
              <a:t>1</a:t>
            </a:r>
            <a:r>
              <a:rPr lang="en-US" altLang="zh-CN" b="1" i="1" dirty="0">
                <a:solidFill>
                  <a:srgbClr val="000000"/>
                </a:solidFill>
                <a:latin typeface="Times New Roman" panose="02020603050405020304" pitchFamily="18" charset="0"/>
                <a:ea typeface="楷体_GB2312"/>
              </a:rPr>
              <a:t>b</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m</a:t>
            </a:r>
            <a:r>
              <a:rPr lang="en-US" altLang="zh-CN" b="1" baseline="-25000" dirty="0">
                <a:solidFill>
                  <a:srgbClr val="000000"/>
                </a:solidFill>
                <a:latin typeface="Times New Roman" panose="02020603050405020304" pitchFamily="18" charset="0"/>
                <a:ea typeface="楷体_GB2312"/>
              </a:rPr>
              <a:t>2</a:t>
            </a:r>
            <a:r>
              <a:rPr lang="en-US" altLang="zh-CN" b="1" i="1" dirty="0">
                <a:solidFill>
                  <a:srgbClr val="000000"/>
                </a:solidFill>
                <a:latin typeface="Times New Roman" panose="02020603050405020304" pitchFamily="18" charset="0"/>
                <a:ea typeface="楷体_GB2312"/>
              </a:rPr>
              <a:t>b</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 …+ </a:t>
            </a:r>
            <a:r>
              <a:rPr lang="en-US" altLang="zh-CN" b="1" i="1" dirty="0">
                <a:solidFill>
                  <a:srgbClr val="000000"/>
                </a:solidFill>
                <a:latin typeface="Symbol" panose="05050102010706020507" pitchFamily="18" charset="2"/>
                <a:ea typeface="楷体_GB2312"/>
              </a:rPr>
              <a:t>m</a:t>
            </a:r>
            <a:r>
              <a:rPr lang="en-US" altLang="zh-CN" b="1" i="1" baseline="-25000" dirty="0">
                <a:solidFill>
                  <a:srgbClr val="000000"/>
                </a:solidFill>
                <a:latin typeface="Times New Roman" panose="02020603050405020304" pitchFamily="18" charset="0"/>
                <a:ea typeface="楷体_GB2312"/>
              </a:rPr>
              <a:t>s </a:t>
            </a:r>
            <a:r>
              <a:rPr lang="en-US" altLang="zh-CN" b="1" i="1" dirty="0">
                <a:solidFill>
                  <a:srgbClr val="000000"/>
                </a:solidFill>
                <a:latin typeface="Times New Roman" panose="02020603050405020304" pitchFamily="18" charset="0"/>
                <a:ea typeface="楷体_GB2312"/>
              </a:rPr>
              <a:t>b</a:t>
            </a:r>
            <a:r>
              <a:rPr lang="en-US" altLang="zh-CN" b="1" i="1" baseline="-25000" dirty="0">
                <a:solidFill>
                  <a:srgbClr val="000000"/>
                </a:solidFill>
                <a:latin typeface="Times New Roman" panose="02020603050405020304" pitchFamily="18" charset="0"/>
                <a:ea typeface="楷体_GB2312"/>
              </a:rPr>
              <a:t>s</a:t>
            </a:r>
            <a:r>
              <a:rPr lang="en-US" altLang="zh-CN" b="1" dirty="0">
                <a:solidFill>
                  <a:srgbClr val="000000"/>
                </a:solidFill>
                <a:latin typeface="Times New Roman" panose="02020603050405020304" pitchFamily="18" charset="0"/>
                <a:ea typeface="楷体_GB2312"/>
              </a:rPr>
              <a:t>  | </a:t>
            </a:r>
            <a:r>
              <a:rPr lang="en-US" altLang="zh-CN" b="1" i="1" dirty="0">
                <a:solidFill>
                  <a:srgbClr val="000000"/>
                </a:solidFill>
                <a:latin typeface="Symbol" panose="05050102010706020507" pitchFamily="18" charset="2"/>
                <a:ea typeface="楷体_GB2312"/>
              </a:rPr>
              <a:t>m</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Symbol" panose="05050102010706020507" pitchFamily="18" charset="2"/>
                <a:ea typeface="楷体_GB2312"/>
              </a:rPr>
              <a:t>m</a:t>
            </a:r>
            <a:r>
              <a:rPr lang="en-US" altLang="zh-CN" b="1" baseline="-25000" dirty="0">
                <a:solidFill>
                  <a:srgbClr val="000000"/>
                </a:solidFill>
                <a:latin typeface="Times New Roman" panose="02020603050405020304" pitchFamily="18" charset="0"/>
                <a:ea typeface="楷体_GB2312"/>
              </a:rPr>
              <a:t>2</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Symbol" panose="05050102010706020507" pitchFamily="18" charset="2"/>
                <a:ea typeface="楷体_GB2312"/>
              </a:rPr>
              <a:t> m</a:t>
            </a:r>
            <a:r>
              <a:rPr lang="en-US" altLang="zh-CN" b="1" i="1" baseline="-25000" dirty="0">
                <a:solidFill>
                  <a:srgbClr val="000000"/>
                </a:solidFill>
                <a:latin typeface="Times New Roman" panose="02020603050405020304" pitchFamily="18" charset="0"/>
                <a:ea typeface="楷体_GB2312"/>
              </a:rPr>
              <a:t>s</a:t>
            </a:r>
            <a:r>
              <a:rPr lang="en-US" altLang="zh-CN" b="1" dirty="0">
                <a:solidFill>
                  <a:srgbClr val="000000"/>
                </a:solidFill>
                <a:latin typeface="Times New Roman" panose="02020603050405020304" pitchFamily="18" charset="0"/>
                <a:ea typeface="楷体_GB2312"/>
              </a:rPr>
              <a:t>∈</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a:t>
            </a:r>
          </a:p>
          <a:p>
            <a:pPr marL="457200" indent="-457200">
              <a:lnSpc>
                <a:spcPct val="90000"/>
              </a:lnSpc>
              <a:spcBef>
                <a:spcPct val="50000"/>
              </a:spcBef>
              <a:buClr>
                <a:srgbClr val="9999CC"/>
              </a:buClr>
              <a:buSzPct val="80000"/>
              <a:buFont typeface="Wingdings" panose="05000000000000000000" pitchFamily="2" charset="2"/>
            </a:pPr>
            <a:r>
              <a:rPr lang="zh-CN" altLang="en-US" b="1" dirty="0">
                <a:solidFill>
                  <a:srgbClr val="000000"/>
                </a:solidFill>
                <a:latin typeface="Times New Roman" panose="02020603050405020304" pitchFamily="18" charset="0"/>
                <a:ea typeface="楷体_GB2312"/>
              </a:rPr>
              <a:t>试证 </a:t>
            </a:r>
            <a:r>
              <a:rPr lang="en-US" altLang="zh-CN" b="1" i="1" dirty="0">
                <a:solidFill>
                  <a:srgbClr val="000000"/>
                </a:solidFill>
                <a:latin typeface="Times New Roman" panose="02020603050405020304" pitchFamily="18" charset="0"/>
                <a:ea typeface="楷体_GB2312"/>
              </a:rPr>
              <a:t>L</a:t>
            </a:r>
            <a:r>
              <a:rPr lang="en-US" altLang="zh-CN" b="1" baseline="-25000" dirty="0">
                <a:solidFill>
                  <a:srgbClr val="000000"/>
                </a:solidFill>
                <a:latin typeface="Times New Roman" panose="02020603050405020304" pitchFamily="18" charset="0"/>
                <a:ea typeface="楷体_GB2312"/>
              </a:rPr>
              <a:t>1</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 L</a:t>
            </a:r>
            <a:r>
              <a:rPr lang="en-US" altLang="zh-CN" b="1" baseline="-25000" dirty="0">
                <a:solidFill>
                  <a:srgbClr val="000000"/>
                </a:solidFill>
                <a:latin typeface="Times New Roman" panose="02020603050405020304" pitchFamily="18" charset="0"/>
                <a:ea typeface="楷体_GB2312"/>
              </a:rPr>
              <a:t>2 </a:t>
            </a:r>
            <a:r>
              <a:rPr lang="zh-CN" altLang="en-US" b="1" dirty="0">
                <a:solidFill>
                  <a:srgbClr val="000000"/>
                </a:solidFill>
                <a:latin typeface="Times New Roman" panose="02020603050405020304" pitchFamily="18" charset="0"/>
                <a:ea typeface="楷体_GB2312"/>
              </a:rPr>
              <a:t>．</a:t>
            </a:r>
          </a:p>
          <a:p>
            <a:pPr marL="457200" indent="-457200">
              <a:lnSpc>
                <a:spcPct val="90000"/>
              </a:lnSpc>
              <a:spcBef>
                <a:spcPct val="50000"/>
              </a:spcBef>
              <a:buClr>
                <a:srgbClr val="9999CC"/>
              </a:buClr>
              <a:buSzPct val="80000"/>
              <a:buFont typeface="Wingdings" panose="05000000000000000000" pitchFamily="2" charset="2"/>
            </a:pPr>
            <a:r>
              <a:rPr lang="zh-CN" altLang="en-US" b="1" dirty="0">
                <a:solidFill>
                  <a:srgbClr val="0000FF"/>
                </a:solidFill>
                <a:latin typeface="Times New Roman" panose="02020603050405020304" pitchFamily="18" charset="0"/>
                <a:ea typeface="楷体_GB2312"/>
              </a:rPr>
              <a:t>结论：</a:t>
            </a:r>
            <a:r>
              <a:rPr lang="zh-CN" altLang="en-US" b="1" dirty="0">
                <a:solidFill>
                  <a:srgbClr val="FF0000"/>
                </a:solidFill>
                <a:latin typeface="Times New Roman" panose="02020603050405020304" pitchFamily="18" charset="0"/>
                <a:ea typeface="楷体_GB2312"/>
              </a:rPr>
              <a:t>等价的向量组的生成子空间相等．</a:t>
            </a:r>
          </a:p>
        </p:txBody>
      </p:sp>
      <p:sp>
        <p:nvSpPr>
          <p:cNvPr id="125955" name="AutoShape 3">
            <a:hlinkClick r:id="rId2" action="ppaction://hlinksldjump"/>
          </p:cNvPr>
          <p:cNvSpPr/>
          <p:nvPr/>
        </p:nvSpPr>
        <p:spPr>
          <a:xfrm>
            <a:off x="8435975" y="6165850"/>
            <a:ext cx="457200" cy="457200"/>
          </a:xfrm>
          <a:prstGeom prst="actionButtonInformation">
            <a:avLst/>
          </a:prstGeom>
          <a:solidFill>
            <a:schemeClr val="accent1"/>
          </a:solidFill>
          <a:ln w="9525">
            <a:noFill/>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椭圆 18433">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18435" name="椭圆 18434">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18436" name="矩形 18435">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18451" name="对象 18450"/>
          <p:cNvGraphicFramePr/>
          <p:nvPr/>
        </p:nvGraphicFramePr>
        <p:xfrm>
          <a:off x="468313" y="765175"/>
          <a:ext cx="8147050" cy="531813"/>
        </p:xfrm>
        <a:graphic>
          <a:graphicData uri="http://schemas.openxmlformats.org/presentationml/2006/ole">
            <mc:AlternateContent xmlns:mc="http://schemas.openxmlformats.org/markup-compatibility/2006">
              <mc:Choice xmlns:v="urn:schemas-microsoft-com:vml" Requires="v">
                <p:oleObj r:id="rId2" imgW="6053455" imgH="402590" progId="Word.Document.8">
                  <p:embed/>
                </p:oleObj>
              </mc:Choice>
              <mc:Fallback>
                <p:oleObj r:id="rId2" imgW="6053455" imgH="402590" progId="Word.Document.8">
                  <p:embed/>
                  <p:pic>
                    <p:nvPicPr>
                      <p:cNvPr id="0" name="图片 3075"/>
                      <p:cNvPicPr/>
                      <p:nvPr/>
                    </p:nvPicPr>
                    <p:blipFill>
                      <a:blip r:embed="rId3">
                        <a:clrChange>
                          <a:clrFrom>
                            <a:srgbClr val="000000"/>
                          </a:clrFrom>
                          <a:clrTo>
                            <a:srgbClr val="FFFF00"/>
                          </a:clrTo>
                        </a:clrChange>
                      </a:blip>
                      <a:stretch>
                        <a:fillRect/>
                      </a:stretch>
                    </p:blipFill>
                    <p:spPr>
                      <a:xfrm>
                        <a:off x="468313" y="765175"/>
                        <a:ext cx="8147050" cy="531813"/>
                      </a:xfrm>
                      <a:prstGeom prst="rect">
                        <a:avLst/>
                      </a:prstGeom>
                      <a:noFill/>
                      <a:ln w="38100">
                        <a:noFill/>
                        <a:miter/>
                      </a:ln>
                    </p:spPr>
                  </p:pic>
                </p:oleObj>
              </mc:Fallback>
            </mc:AlternateContent>
          </a:graphicData>
        </a:graphic>
      </p:graphicFrame>
      <p:graphicFrame>
        <p:nvGraphicFramePr>
          <p:cNvPr id="18452" name="对象 18451"/>
          <p:cNvGraphicFramePr/>
          <p:nvPr/>
        </p:nvGraphicFramePr>
        <p:xfrm>
          <a:off x="469900" y="1616710"/>
          <a:ext cx="8140700" cy="3738880"/>
        </p:xfrm>
        <a:graphic>
          <a:graphicData uri="http://schemas.openxmlformats.org/presentationml/2006/ole">
            <mc:AlternateContent xmlns:mc="http://schemas.openxmlformats.org/markup-compatibility/2006">
              <mc:Choice xmlns:v="urn:schemas-microsoft-com:vml" Requires="v">
                <p:oleObj r:id="rId4" imgW="6053455" imgH="2781300" progId="Word.Document.8">
                  <p:embed/>
                </p:oleObj>
              </mc:Choice>
              <mc:Fallback>
                <p:oleObj r:id="rId4" imgW="6053455" imgH="2781300" progId="Word.Document.8">
                  <p:embed/>
                  <p:pic>
                    <p:nvPicPr>
                      <p:cNvPr id="0" name="图片 3076"/>
                      <p:cNvPicPr/>
                      <p:nvPr/>
                    </p:nvPicPr>
                    <p:blipFill>
                      <a:blip r:embed="rId5"/>
                      <a:stretch>
                        <a:fillRect/>
                      </a:stretch>
                    </p:blipFill>
                    <p:spPr>
                      <a:xfrm>
                        <a:off x="469900" y="1616710"/>
                        <a:ext cx="8140700" cy="3738880"/>
                      </a:xfrm>
                      <a:prstGeom prst="rect">
                        <a:avLst/>
                      </a:prstGeom>
                      <a:noFill/>
                      <a:ln w="38100">
                        <a:noFill/>
                        <a:miter/>
                      </a:ln>
                    </p:spPr>
                  </p:pic>
                </p:oleObj>
              </mc:Fallback>
            </mc:AlternateContent>
          </a:graphicData>
        </a:graphic>
      </p:graphicFrame>
      <p:sp>
        <p:nvSpPr>
          <p:cNvPr id="18453" name="矩形 18452"/>
          <p:cNvSpPr/>
          <p:nvPr/>
        </p:nvSpPr>
        <p:spPr>
          <a:xfrm>
            <a:off x="539750" y="5502275"/>
            <a:ext cx="4194175" cy="519113"/>
          </a:xfrm>
          <a:prstGeom prst="rect">
            <a:avLst/>
          </a:prstGeom>
          <a:noFill/>
          <a:ln w="9525">
            <a:noFill/>
          </a:ln>
        </p:spPr>
        <p:txBody>
          <a:bodyPr wrap="none" anchor="ctr" anchorCtr="0">
            <a:spAutoFit/>
          </a:bodyPr>
          <a:lstStyle/>
          <a:p>
            <a:pPr algn="l"/>
            <a:r>
              <a:rPr lang="zh-CN" altLang="en-US" dirty="0">
                <a:solidFill>
                  <a:schemeClr val="tx1"/>
                </a:solidFill>
                <a:latin typeface="Arial" panose="020B0604020202020204" pitchFamily="34" charset="0"/>
                <a:ea typeface="楷体_GB2312" pitchFamily="49" charset="-122"/>
              </a:rPr>
              <a:t>下面给出向量组基的定义</a:t>
            </a:r>
            <a:r>
              <a:rPr lang="en-US" altLang="zh-CN">
                <a:solidFill>
                  <a:schemeClr val="tx1"/>
                </a:solidFill>
                <a:latin typeface="Arial" panose="020B0604020202020204" pitchFamily="34" charset="0"/>
                <a:ea typeface="楷体_GB2312" pitchFamily="49" charset="-122"/>
              </a:rPr>
              <a:t>.</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52"/>
                                        </p:tgtEl>
                                        <p:attrNameLst>
                                          <p:attrName>style.visibility</p:attrName>
                                        </p:attrNameLst>
                                      </p:cBhvr>
                                      <p:to>
                                        <p:strVal val="visible"/>
                                      </p:to>
                                    </p:set>
                                    <p:animEffect transition="in" filter="blinds(horizontal)">
                                      <p:cBhvr>
                                        <p:cTn id="7" dur="500"/>
                                        <p:tgtEl>
                                          <p:spTgt spid="184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53"/>
                                        </p:tgtEl>
                                        <p:attrNameLst>
                                          <p:attrName>style.visibility</p:attrName>
                                        </p:attrNameLst>
                                      </p:cBhvr>
                                      <p:to>
                                        <p:strVal val="visible"/>
                                      </p:to>
                                    </p:set>
                                    <p:animEffect transition="in" filter="blinds(horizontal)">
                                      <p:cBhvr>
                                        <p:cTn id="12" dur="500"/>
                                        <p:tgtEl>
                                          <p:spTgt spid="18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5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椭圆 21505">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21507" name="椭圆 21506">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21508" name="矩形 21507">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21540" name="对象 21539"/>
          <p:cNvGraphicFramePr/>
          <p:nvPr/>
        </p:nvGraphicFramePr>
        <p:xfrm>
          <a:off x="322898" y="188278"/>
          <a:ext cx="8140700" cy="5061585"/>
        </p:xfrm>
        <a:graphic>
          <a:graphicData uri="http://schemas.openxmlformats.org/presentationml/2006/ole">
            <mc:AlternateContent xmlns:mc="http://schemas.openxmlformats.org/markup-compatibility/2006">
              <mc:Choice xmlns:v="urn:schemas-microsoft-com:vml" Requires="v">
                <p:oleObj r:id="rId2" imgW="6053455" imgH="3771900" progId="Word.Document.8">
                  <p:embed/>
                </p:oleObj>
              </mc:Choice>
              <mc:Fallback>
                <p:oleObj r:id="rId2" imgW="6053455" imgH="3771900" progId="Word.Document.8">
                  <p:embed/>
                  <p:pic>
                    <p:nvPicPr>
                      <p:cNvPr id="0" name="图片 3084"/>
                      <p:cNvPicPr/>
                      <p:nvPr/>
                    </p:nvPicPr>
                    <p:blipFill>
                      <a:blip r:embed="rId3"/>
                      <a:stretch>
                        <a:fillRect/>
                      </a:stretch>
                    </p:blipFill>
                    <p:spPr>
                      <a:xfrm>
                        <a:off x="322898" y="188278"/>
                        <a:ext cx="8140700" cy="5061585"/>
                      </a:xfrm>
                      <a:prstGeom prst="rect">
                        <a:avLst/>
                      </a:prstGeom>
                      <a:noFill/>
                      <a:ln w="38100">
                        <a:noFill/>
                        <a:miter/>
                      </a:ln>
                    </p:spPr>
                  </p:pic>
                </p:oleObj>
              </mc:Fallback>
            </mc:AlternateContent>
          </a:graphicData>
        </a:graphic>
      </p:graphicFrame>
      <p:graphicFrame>
        <p:nvGraphicFramePr>
          <p:cNvPr id="21542" name="对象 21541"/>
          <p:cNvGraphicFramePr/>
          <p:nvPr/>
        </p:nvGraphicFramePr>
        <p:xfrm>
          <a:off x="323215" y="4796473"/>
          <a:ext cx="8140700" cy="2132965"/>
        </p:xfrm>
        <a:graphic>
          <a:graphicData uri="http://schemas.openxmlformats.org/presentationml/2006/ole">
            <mc:AlternateContent xmlns:mc="http://schemas.openxmlformats.org/markup-compatibility/2006">
              <mc:Choice xmlns:v="urn:schemas-microsoft-com:vml" Requires="v">
                <p:oleObj r:id="rId4" imgW="6053455" imgH="1590675" progId="Word.Document.8">
                  <p:embed/>
                </p:oleObj>
              </mc:Choice>
              <mc:Fallback>
                <p:oleObj r:id="rId4" imgW="6053455" imgH="1590675" progId="Word.Document.8">
                  <p:embed/>
                  <p:pic>
                    <p:nvPicPr>
                      <p:cNvPr id="0" name="图片 3083"/>
                      <p:cNvPicPr/>
                      <p:nvPr/>
                    </p:nvPicPr>
                    <p:blipFill>
                      <a:blip r:embed="rId5"/>
                      <a:stretch>
                        <a:fillRect/>
                      </a:stretch>
                    </p:blipFill>
                    <p:spPr>
                      <a:xfrm>
                        <a:off x="323215" y="4796473"/>
                        <a:ext cx="8140700" cy="2132965"/>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42"/>
                                        </p:tgtEl>
                                        <p:attrNameLst>
                                          <p:attrName>style.visibility</p:attrName>
                                        </p:attrNameLst>
                                      </p:cBhvr>
                                      <p:to>
                                        <p:strVal val="visible"/>
                                      </p:to>
                                    </p:set>
                                    <p:animEffect transition="in" filter="blinds(horizontal)">
                                      <p:cBhvr>
                                        <p:cTn id="7" dur="500"/>
                                        <p:tgtEl>
                                          <p:spTgt spid="21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椭圆 47105">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47107" name="椭圆 47106">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47108" name="矩形 47107">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47113" name="对象 47112"/>
          <p:cNvGraphicFramePr/>
          <p:nvPr/>
        </p:nvGraphicFramePr>
        <p:xfrm>
          <a:off x="469900" y="44133"/>
          <a:ext cx="8140700" cy="4791075"/>
        </p:xfrm>
        <a:graphic>
          <a:graphicData uri="http://schemas.openxmlformats.org/presentationml/2006/ole">
            <mc:AlternateContent xmlns:mc="http://schemas.openxmlformats.org/markup-compatibility/2006">
              <mc:Choice xmlns:v="urn:schemas-microsoft-com:vml" Requires="v">
                <p:oleObj r:id="rId2" imgW="6053455" imgH="3571875" progId="Word.Document.8">
                  <p:embed/>
                </p:oleObj>
              </mc:Choice>
              <mc:Fallback>
                <p:oleObj r:id="rId2" imgW="6053455" imgH="3571875" progId="Word.Document.8">
                  <p:embed/>
                  <p:pic>
                    <p:nvPicPr>
                      <p:cNvPr id="0" name="图片 3104"/>
                      <p:cNvPicPr/>
                      <p:nvPr/>
                    </p:nvPicPr>
                    <p:blipFill>
                      <a:blip r:embed="rId3"/>
                      <a:stretch>
                        <a:fillRect/>
                      </a:stretch>
                    </p:blipFill>
                    <p:spPr>
                      <a:xfrm>
                        <a:off x="469900" y="44133"/>
                        <a:ext cx="8140700" cy="4791075"/>
                      </a:xfrm>
                      <a:prstGeom prst="rect">
                        <a:avLst/>
                      </a:prstGeom>
                      <a:noFill/>
                      <a:ln w="38100">
                        <a:noFill/>
                        <a:miter/>
                      </a:ln>
                    </p:spPr>
                  </p:pic>
                </p:oleObj>
              </mc:Fallback>
            </mc:AlternateContent>
          </a:graphicData>
        </a:graphic>
      </p:graphicFrame>
      <p:graphicFrame>
        <p:nvGraphicFramePr>
          <p:cNvPr id="47114" name="对象 47113"/>
          <p:cNvGraphicFramePr/>
          <p:nvPr/>
        </p:nvGraphicFramePr>
        <p:xfrm>
          <a:off x="395605" y="4580890"/>
          <a:ext cx="8140700" cy="2133600"/>
        </p:xfrm>
        <a:graphic>
          <a:graphicData uri="http://schemas.openxmlformats.org/presentationml/2006/ole">
            <mc:AlternateContent xmlns:mc="http://schemas.openxmlformats.org/markup-compatibility/2006">
              <mc:Choice xmlns:v="urn:schemas-microsoft-com:vml" Requires="v">
                <p:oleObj r:id="rId4" imgW="6053455" imgH="1591310" progId="Word.Document.8">
                  <p:embed/>
                </p:oleObj>
              </mc:Choice>
              <mc:Fallback>
                <p:oleObj r:id="rId4" imgW="6053455" imgH="1591310" progId="Word.Document.8">
                  <p:embed/>
                  <p:pic>
                    <p:nvPicPr>
                      <p:cNvPr id="0" name="图片 3100"/>
                      <p:cNvPicPr/>
                      <p:nvPr/>
                    </p:nvPicPr>
                    <p:blipFill>
                      <a:blip r:embed="rId5">
                        <a:clrChange>
                          <a:clrFrom>
                            <a:srgbClr val="000000"/>
                          </a:clrFrom>
                          <a:clrTo>
                            <a:srgbClr val="FFFFFF"/>
                          </a:clrTo>
                        </a:clrChange>
                      </a:blip>
                      <a:stretch>
                        <a:fillRect/>
                      </a:stretch>
                    </p:blipFill>
                    <p:spPr>
                      <a:xfrm>
                        <a:off x="395605" y="4580890"/>
                        <a:ext cx="8140700" cy="2133600"/>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114"/>
                                        </p:tgtEl>
                                        <p:attrNameLst>
                                          <p:attrName>style.visibility</p:attrName>
                                        </p:attrNameLst>
                                      </p:cBhvr>
                                      <p:to>
                                        <p:strVal val="visible"/>
                                      </p:to>
                                    </p:set>
                                    <p:animEffect transition="in" filter="blinds(horizontal)">
                                      <p:cBhvr>
                                        <p:cTn id="7" dur="500"/>
                                        <p:tgtEl>
                                          <p:spTgt spid="47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椭圆 53249">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53251" name="椭圆 53250">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53252" name="矩形 53251">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53253" name="对象 53252"/>
          <p:cNvGraphicFramePr/>
          <p:nvPr/>
        </p:nvGraphicFramePr>
        <p:xfrm>
          <a:off x="469900" y="850265"/>
          <a:ext cx="8140700" cy="1077595"/>
        </p:xfrm>
        <a:graphic>
          <a:graphicData uri="http://schemas.openxmlformats.org/presentationml/2006/ole">
            <mc:AlternateContent xmlns:mc="http://schemas.openxmlformats.org/markup-compatibility/2006">
              <mc:Choice xmlns:v="urn:schemas-microsoft-com:vml" Requires="v">
                <p:oleObj r:id="rId2" imgW="6053455" imgH="800100" progId="Word.Document.8">
                  <p:embed/>
                </p:oleObj>
              </mc:Choice>
              <mc:Fallback>
                <p:oleObj r:id="rId2" imgW="6053455" imgH="800100" progId="Word.Document.8">
                  <p:embed/>
                  <p:pic>
                    <p:nvPicPr>
                      <p:cNvPr id="0" name="图片 3103"/>
                      <p:cNvPicPr/>
                      <p:nvPr/>
                    </p:nvPicPr>
                    <p:blipFill>
                      <a:blip r:embed="rId3"/>
                      <a:stretch>
                        <a:fillRect/>
                      </a:stretch>
                    </p:blipFill>
                    <p:spPr>
                      <a:xfrm>
                        <a:off x="469900" y="850265"/>
                        <a:ext cx="8140700" cy="1077595"/>
                      </a:xfrm>
                      <a:prstGeom prst="rect">
                        <a:avLst/>
                      </a:prstGeom>
                      <a:noFill/>
                      <a:ln w="38100">
                        <a:noFill/>
                        <a:miter/>
                      </a:ln>
                    </p:spPr>
                  </p:pic>
                </p:oleObj>
              </mc:Fallback>
            </mc:AlternateContent>
          </a:graphicData>
        </a:graphic>
      </p:graphicFrame>
      <p:graphicFrame>
        <p:nvGraphicFramePr>
          <p:cNvPr id="53254" name="对象 53253"/>
          <p:cNvGraphicFramePr/>
          <p:nvPr/>
        </p:nvGraphicFramePr>
        <p:xfrm>
          <a:off x="323850" y="2674621"/>
          <a:ext cx="8140700" cy="1875155"/>
        </p:xfrm>
        <a:graphic>
          <a:graphicData uri="http://schemas.openxmlformats.org/presentationml/2006/ole">
            <mc:AlternateContent xmlns:mc="http://schemas.openxmlformats.org/markup-compatibility/2006">
              <mc:Choice xmlns:v="urn:schemas-microsoft-com:vml" Requires="v">
                <p:oleObj r:id="rId4" imgW="6053455" imgH="1395730" progId="Word.Document.8">
                  <p:embed/>
                </p:oleObj>
              </mc:Choice>
              <mc:Fallback>
                <p:oleObj r:id="rId4" imgW="6053455" imgH="1395730" progId="Word.Document.8">
                  <p:embed/>
                  <p:pic>
                    <p:nvPicPr>
                      <p:cNvPr id="0" name="图片 3102"/>
                      <p:cNvPicPr/>
                      <p:nvPr/>
                    </p:nvPicPr>
                    <p:blipFill>
                      <a:blip r:embed="rId5"/>
                      <a:stretch>
                        <a:fillRect/>
                      </a:stretch>
                    </p:blipFill>
                    <p:spPr>
                      <a:xfrm>
                        <a:off x="323850" y="2674621"/>
                        <a:ext cx="8140700" cy="1875155"/>
                      </a:xfrm>
                      <a:prstGeom prst="rect">
                        <a:avLst/>
                      </a:prstGeom>
                      <a:noFill/>
                      <a:ln w="38100">
                        <a:noFill/>
                        <a:miter/>
                      </a:ln>
                    </p:spPr>
                  </p:pic>
                </p:oleObj>
              </mc:Fallback>
            </mc:AlternateContent>
          </a:graphicData>
        </a:graphic>
      </p:graphicFrame>
      <p:graphicFrame>
        <p:nvGraphicFramePr>
          <p:cNvPr id="53255" name="对象 53254"/>
          <p:cNvGraphicFramePr/>
          <p:nvPr/>
        </p:nvGraphicFramePr>
        <p:xfrm>
          <a:off x="611505" y="4865688"/>
          <a:ext cx="8140700" cy="1073150"/>
        </p:xfrm>
        <a:graphic>
          <a:graphicData uri="http://schemas.openxmlformats.org/presentationml/2006/ole">
            <mc:AlternateContent xmlns:mc="http://schemas.openxmlformats.org/markup-compatibility/2006">
              <mc:Choice xmlns:v="urn:schemas-microsoft-com:vml" Requires="v">
                <p:oleObj r:id="rId6" imgW="6053455" imgH="800100" progId="Word.Document.8">
                  <p:embed/>
                </p:oleObj>
              </mc:Choice>
              <mc:Fallback>
                <p:oleObj r:id="rId6" imgW="6053455" imgH="800100" progId="Word.Document.8">
                  <p:embed/>
                  <p:pic>
                    <p:nvPicPr>
                      <p:cNvPr id="0" name="图片 3101"/>
                      <p:cNvPicPr/>
                      <p:nvPr/>
                    </p:nvPicPr>
                    <p:blipFill>
                      <a:blip r:embed="rId7"/>
                      <a:stretch>
                        <a:fillRect/>
                      </a:stretch>
                    </p:blipFill>
                    <p:spPr>
                      <a:xfrm>
                        <a:off x="611505" y="4865688"/>
                        <a:ext cx="8140700" cy="1073150"/>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3254"/>
                                        </p:tgtEl>
                                        <p:attrNameLst>
                                          <p:attrName>style.visibility</p:attrName>
                                        </p:attrNameLst>
                                      </p:cBhvr>
                                      <p:to>
                                        <p:strVal val="visible"/>
                                      </p:to>
                                    </p:set>
                                    <p:animEffect transition="in" filter="blinds(horizontal)">
                                      <p:cBhvr>
                                        <p:cTn id="7" dur="500"/>
                                        <p:tgtEl>
                                          <p:spTgt spid="5325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3255"/>
                                        </p:tgtEl>
                                        <p:attrNameLst>
                                          <p:attrName>style.visibility</p:attrName>
                                        </p:attrNameLst>
                                      </p:cBhvr>
                                      <p:to>
                                        <p:strVal val="visible"/>
                                      </p:to>
                                    </p:set>
                                    <p:animEffect transition="in" filter="blinds(horizontal)">
                                      <p:cBhvr>
                                        <p:cTn id="12" dur="500"/>
                                        <p:tgtEl>
                                          <p:spTgt spid="53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椭圆 54273">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54275" name="椭圆 54274">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54276" name="矩形 54275">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54280" name="矩形 54279"/>
          <p:cNvSpPr/>
          <p:nvPr/>
        </p:nvSpPr>
        <p:spPr>
          <a:xfrm>
            <a:off x="0" y="2490788"/>
            <a:ext cx="9144000" cy="0"/>
          </a:xfrm>
          <a:prstGeom prst="rect">
            <a:avLst/>
          </a:prstGeom>
          <a:noFill/>
          <a:ln w="9525">
            <a:noFill/>
          </a:ln>
        </p:spPr>
        <p:txBody>
          <a:bodyPr/>
          <a:lstStyle/>
          <a:p>
            <a:endParaRPr lang="zh-CN" altLang="en-US"/>
          </a:p>
        </p:txBody>
      </p:sp>
      <p:graphicFrame>
        <p:nvGraphicFramePr>
          <p:cNvPr id="53253" name="对象 53252"/>
          <p:cNvGraphicFramePr/>
          <p:nvPr/>
        </p:nvGraphicFramePr>
        <p:xfrm>
          <a:off x="467995" y="484823"/>
          <a:ext cx="8140700" cy="1348740"/>
        </p:xfrm>
        <a:graphic>
          <a:graphicData uri="http://schemas.openxmlformats.org/presentationml/2006/ole">
            <mc:AlternateContent xmlns:mc="http://schemas.openxmlformats.org/markup-compatibility/2006">
              <mc:Choice xmlns:v="urn:schemas-microsoft-com:vml" Requires="v">
                <p:oleObj r:id="rId2" imgW="6053455" imgH="1000125" progId="Word.Document.8">
                  <p:embed/>
                </p:oleObj>
              </mc:Choice>
              <mc:Fallback>
                <p:oleObj r:id="rId2" imgW="6053455" imgH="1000125" progId="Word.Document.8">
                  <p:embed/>
                  <p:pic>
                    <p:nvPicPr>
                      <p:cNvPr id="0" name="图片 3103"/>
                      <p:cNvPicPr/>
                      <p:nvPr/>
                    </p:nvPicPr>
                    <p:blipFill>
                      <a:blip r:embed="rId3"/>
                      <a:stretch>
                        <a:fillRect/>
                      </a:stretch>
                    </p:blipFill>
                    <p:spPr>
                      <a:xfrm>
                        <a:off x="467995" y="484823"/>
                        <a:ext cx="8140700" cy="1348740"/>
                      </a:xfrm>
                      <a:prstGeom prst="rect">
                        <a:avLst/>
                      </a:prstGeom>
                      <a:noFill/>
                      <a:ln w="38100">
                        <a:noFill/>
                        <a:miter/>
                      </a:ln>
                    </p:spPr>
                  </p:pic>
                </p:oleObj>
              </mc:Fallback>
            </mc:AlternateContent>
          </a:graphicData>
        </a:graphic>
      </p:graphicFrame>
      <p:graphicFrame>
        <p:nvGraphicFramePr>
          <p:cNvPr id="2" name="对象 1"/>
          <p:cNvGraphicFramePr/>
          <p:nvPr/>
        </p:nvGraphicFramePr>
        <p:xfrm>
          <a:off x="666750" y="4126866"/>
          <a:ext cx="8140700" cy="1080135"/>
        </p:xfrm>
        <a:graphic>
          <a:graphicData uri="http://schemas.openxmlformats.org/presentationml/2006/ole">
            <mc:AlternateContent xmlns:mc="http://schemas.openxmlformats.org/markup-compatibility/2006">
              <mc:Choice xmlns:v="urn:schemas-microsoft-com:vml" Requires="v">
                <p:oleObj r:id="rId4" imgW="6053455" imgH="800100" progId="Word.Document.8">
                  <p:embed/>
                </p:oleObj>
              </mc:Choice>
              <mc:Fallback>
                <p:oleObj r:id="rId4" imgW="6053455" imgH="800100" progId="Word.Document.8">
                  <p:embed/>
                  <p:pic>
                    <p:nvPicPr>
                      <p:cNvPr id="0" name="图片 3103"/>
                      <p:cNvPicPr/>
                      <p:nvPr/>
                    </p:nvPicPr>
                    <p:blipFill>
                      <a:blip r:embed="rId5"/>
                      <a:stretch>
                        <a:fillRect/>
                      </a:stretch>
                    </p:blipFill>
                    <p:spPr>
                      <a:xfrm>
                        <a:off x="666750" y="4126866"/>
                        <a:ext cx="8140700" cy="1080135"/>
                      </a:xfrm>
                      <a:prstGeom prst="rect">
                        <a:avLst/>
                      </a:prstGeom>
                      <a:noFill/>
                      <a:ln w="38100">
                        <a:noFill/>
                        <a:miter/>
                      </a:ln>
                    </p:spPr>
                  </p:pic>
                </p:oleObj>
              </mc:Fallback>
            </mc:AlternateContent>
          </a:graphicData>
        </a:graphic>
      </p:graphicFrame>
      <p:graphicFrame>
        <p:nvGraphicFramePr>
          <p:cNvPr id="4" name="对象 -2147479256"/>
          <p:cNvGraphicFramePr>
            <a:graphicFrameLocks noChangeAspect="1"/>
          </p:cNvGraphicFramePr>
          <p:nvPr/>
        </p:nvGraphicFramePr>
        <p:xfrm>
          <a:off x="3275965" y="3284855"/>
          <a:ext cx="2891155" cy="525780"/>
        </p:xfrm>
        <a:graphic>
          <a:graphicData uri="http://schemas.openxmlformats.org/presentationml/2006/ole">
            <mc:AlternateContent xmlns:mc="http://schemas.openxmlformats.org/markup-compatibility/2006">
              <mc:Choice xmlns:v="urn:schemas-microsoft-com:vml" Requires="v">
                <p:oleObj r:id="rId6" imgW="1257300" imgH="228600" progId="Equation.DSMT4">
                  <p:embed/>
                </p:oleObj>
              </mc:Choice>
              <mc:Fallback>
                <p:oleObj r:id="rId6" imgW="1257300" imgH="228600" progId="Equation.DSMT4">
                  <p:embed/>
                  <p:pic>
                    <p:nvPicPr>
                      <p:cNvPr id="0" name="图片 3"/>
                      <p:cNvPicPr/>
                      <p:nvPr/>
                    </p:nvPicPr>
                    <p:blipFill>
                      <a:blip r:embed="rId7"/>
                      <a:stretch>
                        <a:fillRect/>
                      </a:stretch>
                    </p:blipFill>
                    <p:spPr>
                      <a:xfrm>
                        <a:off x="3275965" y="3284855"/>
                        <a:ext cx="2891155" cy="525780"/>
                      </a:xfrm>
                      <a:prstGeom prst="rect">
                        <a:avLst/>
                      </a:prstGeom>
                      <a:noFill/>
                      <a:ln w="38100">
                        <a:noFill/>
                        <a:miter/>
                      </a:ln>
                    </p:spPr>
                  </p:pic>
                </p:oleObj>
              </mc:Fallback>
            </mc:AlternateContent>
          </a:graphicData>
        </a:graphic>
      </p:graphicFrame>
      <p:graphicFrame>
        <p:nvGraphicFramePr>
          <p:cNvPr id="6" name="对象 5"/>
          <p:cNvGraphicFramePr/>
          <p:nvPr/>
        </p:nvGraphicFramePr>
        <p:xfrm>
          <a:off x="683895" y="2038350"/>
          <a:ext cx="8140700" cy="1080135"/>
        </p:xfrm>
        <a:graphic>
          <a:graphicData uri="http://schemas.openxmlformats.org/presentationml/2006/ole">
            <mc:AlternateContent xmlns:mc="http://schemas.openxmlformats.org/markup-compatibility/2006">
              <mc:Choice xmlns:v="urn:schemas-microsoft-com:vml" Requires="v">
                <p:oleObj r:id="rId8" imgW="6053455" imgH="800100" progId="Word.Document.8">
                  <p:embed/>
                </p:oleObj>
              </mc:Choice>
              <mc:Fallback>
                <p:oleObj r:id="rId8" imgW="6053455" imgH="800100" progId="Word.Document.8">
                  <p:embed/>
                  <p:pic>
                    <p:nvPicPr>
                      <p:cNvPr id="0" name="图片 3103"/>
                      <p:cNvPicPr/>
                      <p:nvPr/>
                    </p:nvPicPr>
                    <p:blipFill>
                      <a:blip r:embed="rId9"/>
                      <a:stretch>
                        <a:fillRect/>
                      </a:stretch>
                    </p:blipFill>
                    <p:spPr>
                      <a:xfrm>
                        <a:off x="683895" y="2038350"/>
                        <a:ext cx="8140700" cy="1080135"/>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53" name="对象 53252"/>
          <p:cNvGraphicFramePr/>
          <p:nvPr/>
        </p:nvGraphicFramePr>
        <p:xfrm>
          <a:off x="467995" y="217806"/>
          <a:ext cx="8140700" cy="1882775"/>
        </p:xfrm>
        <a:graphic>
          <a:graphicData uri="http://schemas.openxmlformats.org/presentationml/2006/ole">
            <mc:AlternateContent xmlns:mc="http://schemas.openxmlformats.org/markup-compatibility/2006">
              <mc:Choice xmlns:v="urn:schemas-microsoft-com:vml" Requires="v">
                <p:oleObj r:id="rId2" imgW="6053455" imgH="1395730" progId="Word.Document.8">
                  <p:embed/>
                </p:oleObj>
              </mc:Choice>
              <mc:Fallback>
                <p:oleObj r:id="rId2" imgW="6053455" imgH="1395730" progId="Word.Document.8">
                  <p:embed/>
                  <p:pic>
                    <p:nvPicPr>
                      <p:cNvPr id="0" name="图片 3103"/>
                      <p:cNvPicPr/>
                      <p:nvPr/>
                    </p:nvPicPr>
                    <p:blipFill>
                      <a:blip r:embed="rId3"/>
                      <a:stretch>
                        <a:fillRect/>
                      </a:stretch>
                    </p:blipFill>
                    <p:spPr>
                      <a:xfrm>
                        <a:off x="467995" y="217806"/>
                        <a:ext cx="8140700" cy="1882775"/>
                      </a:xfrm>
                      <a:prstGeom prst="rect">
                        <a:avLst/>
                      </a:prstGeom>
                      <a:noFill/>
                      <a:ln w="38100">
                        <a:noFill/>
                        <a:miter/>
                      </a:ln>
                    </p:spPr>
                  </p:pic>
                </p:oleObj>
              </mc:Fallback>
            </mc:AlternateContent>
          </a:graphicData>
        </a:graphic>
      </p:graphicFrame>
      <p:graphicFrame>
        <p:nvGraphicFramePr>
          <p:cNvPr id="5" name="对象 4"/>
          <p:cNvGraphicFramePr/>
          <p:nvPr/>
        </p:nvGraphicFramePr>
        <p:xfrm>
          <a:off x="501650" y="2060575"/>
          <a:ext cx="8140700" cy="1350645"/>
        </p:xfrm>
        <a:graphic>
          <a:graphicData uri="http://schemas.openxmlformats.org/presentationml/2006/ole">
            <mc:AlternateContent xmlns:mc="http://schemas.openxmlformats.org/markup-compatibility/2006">
              <mc:Choice xmlns:v="urn:schemas-microsoft-com:vml" Requires="v">
                <p:oleObj r:id="rId4" imgW="6053455" imgH="1000125" progId="Word.Document.8">
                  <p:embed/>
                </p:oleObj>
              </mc:Choice>
              <mc:Fallback>
                <p:oleObj r:id="rId4" imgW="6053455" imgH="1000125" progId="Word.Document.8">
                  <p:embed/>
                  <p:pic>
                    <p:nvPicPr>
                      <p:cNvPr id="0" name="图片 3103"/>
                      <p:cNvPicPr/>
                      <p:nvPr/>
                    </p:nvPicPr>
                    <p:blipFill>
                      <a:blip r:embed="rId5"/>
                      <a:stretch>
                        <a:fillRect/>
                      </a:stretch>
                    </p:blipFill>
                    <p:spPr>
                      <a:xfrm>
                        <a:off x="501650" y="2060575"/>
                        <a:ext cx="8140700" cy="1350645"/>
                      </a:xfrm>
                      <a:prstGeom prst="rect">
                        <a:avLst/>
                      </a:prstGeom>
                      <a:noFill/>
                      <a:ln w="38100">
                        <a:noFill/>
                        <a:miter/>
                      </a:ln>
                    </p:spPr>
                  </p:pic>
                </p:oleObj>
              </mc:Fallback>
            </mc:AlternateContent>
          </a:graphicData>
        </a:graphic>
      </p:graphicFrame>
      <p:graphicFrame>
        <p:nvGraphicFramePr>
          <p:cNvPr id="2" name="对象 -2147479242"/>
          <p:cNvGraphicFramePr>
            <a:graphicFrameLocks noChangeAspect="1"/>
          </p:cNvGraphicFramePr>
          <p:nvPr/>
        </p:nvGraphicFramePr>
        <p:xfrm>
          <a:off x="1259840" y="2924810"/>
          <a:ext cx="7037070" cy="1947545"/>
        </p:xfrm>
        <a:graphic>
          <a:graphicData uri="http://schemas.openxmlformats.org/presentationml/2006/ole">
            <mc:AlternateContent xmlns:mc="http://schemas.openxmlformats.org/markup-compatibility/2006">
              <mc:Choice xmlns:v="urn:schemas-microsoft-com:vml" Requires="v">
                <p:oleObj r:id="rId6" imgW="3098800" imgH="939800" progId="Equation.DSMT4">
                  <p:embed/>
                </p:oleObj>
              </mc:Choice>
              <mc:Fallback>
                <p:oleObj r:id="rId6" imgW="3098800" imgH="939800" progId="Equation.DSMT4">
                  <p:embed/>
                  <p:pic>
                    <p:nvPicPr>
                      <p:cNvPr id="0" name="图片 3075"/>
                      <p:cNvPicPr/>
                      <p:nvPr/>
                    </p:nvPicPr>
                    <p:blipFill>
                      <a:blip r:embed="rId7"/>
                      <a:stretch>
                        <a:fillRect/>
                      </a:stretch>
                    </p:blipFill>
                    <p:spPr>
                      <a:xfrm>
                        <a:off x="1259840" y="2924810"/>
                        <a:ext cx="7037070" cy="1947545"/>
                      </a:xfrm>
                      <a:prstGeom prst="rect">
                        <a:avLst/>
                      </a:prstGeom>
                      <a:noFill/>
                      <a:ln w="38100">
                        <a:noFill/>
                        <a:miter/>
                      </a:ln>
                    </p:spPr>
                  </p:pic>
                </p:oleObj>
              </mc:Fallback>
            </mc:AlternateContent>
          </a:graphicData>
        </a:graphic>
      </p:graphicFrame>
      <p:sp>
        <p:nvSpPr>
          <p:cNvPr id="4" name="文本框 3"/>
          <p:cNvSpPr txBox="1"/>
          <p:nvPr/>
        </p:nvSpPr>
        <p:spPr>
          <a:xfrm>
            <a:off x="1115695" y="5614035"/>
            <a:ext cx="866140" cy="521970"/>
          </a:xfrm>
          <a:prstGeom prst="rect">
            <a:avLst/>
          </a:prstGeom>
          <a:noFill/>
        </p:spPr>
        <p:txBody>
          <a:bodyPr wrap="square" rtlCol="0" anchor="t">
            <a:spAutoFit/>
          </a:bodyPr>
          <a:lstStyle/>
          <a:p>
            <a:r>
              <a:rPr lang="zh-CN" altLang="en-US" dirty="0">
                <a:solidFill>
                  <a:srgbClr val="000000"/>
                </a:solidFill>
                <a:ea typeface="楷体_GB2312"/>
                <a:sym typeface="+mn-ea"/>
              </a:rPr>
              <a:t>即</a:t>
            </a:r>
          </a:p>
        </p:txBody>
      </p:sp>
      <p:graphicFrame>
        <p:nvGraphicFramePr>
          <p:cNvPr id="7" name="对象 -2147479241"/>
          <p:cNvGraphicFramePr>
            <a:graphicFrameLocks noChangeAspect="1"/>
          </p:cNvGraphicFramePr>
          <p:nvPr/>
        </p:nvGraphicFramePr>
        <p:xfrm>
          <a:off x="2411730" y="4821555"/>
          <a:ext cx="3717290" cy="2036445"/>
        </p:xfrm>
        <a:graphic>
          <a:graphicData uri="http://schemas.openxmlformats.org/presentationml/2006/ole">
            <mc:AlternateContent xmlns:mc="http://schemas.openxmlformats.org/markup-compatibility/2006">
              <mc:Choice xmlns:v="urn:schemas-microsoft-com:vml" Requires="v">
                <p:oleObj r:id="rId8" imgW="1727200" imgH="939800" progId="Equation.DSMT4">
                  <p:embed/>
                </p:oleObj>
              </mc:Choice>
              <mc:Fallback>
                <p:oleObj r:id="rId8" imgW="1727200" imgH="939800" progId="Equation.DSMT4">
                  <p:embed/>
                  <p:pic>
                    <p:nvPicPr>
                      <p:cNvPr id="0" name="图片 3"/>
                      <p:cNvPicPr/>
                      <p:nvPr/>
                    </p:nvPicPr>
                    <p:blipFill>
                      <a:blip r:embed="rId9"/>
                      <a:stretch>
                        <a:fillRect/>
                      </a:stretch>
                    </p:blipFill>
                    <p:spPr>
                      <a:xfrm>
                        <a:off x="2411730" y="4821555"/>
                        <a:ext cx="3717290" cy="203644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52095" y="188595"/>
            <a:ext cx="4834255" cy="521970"/>
          </a:xfrm>
          <a:prstGeom prst="rect">
            <a:avLst/>
          </a:prstGeom>
          <a:noFill/>
        </p:spPr>
        <p:txBody>
          <a:bodyPr wrap="square" rtlCol="0" anchor="t">
            <a:spAutoFit/>
          </a:bodyPr>
          <a:lstStyle/>
          <a:p>
            <a:r>
              <a:rPr lang="zh-CN" altLang="en-US" dirty="0">
                <a:solidFill>
                  <a:srgbClr val="000000"/>
                </a:solidFill>
                <a:ea typeface="楷体_GB2312"/>
                <a:sym typeface="+mn-ea"/>
              </a:rPr>
              <a:t>对增广矩阵施行初等行变换</a:t>
            </a:r>
          </a:p>
        </p:txBody>
      </p:sp>
      <p:graphicFrame>
        <p:nvGraphicFramePr>
          <p:cNvPr id="5" name="对象 -2147479240"/>
          <p:cNvGraphicFramePr/>
          <p:nvPr/>
        </p:nvGraphicFramePr>
        <p:xfrm>
          <a:off x="395605" y="908685"/>
          <a:ext cx="7979410" cy="3366135"/>
        </p:xfrm>
        <a:graphic>
          <a:graphicData uri="http://schemas.openxmlformats.org/presentationml/2006/ole">
            <mc:AlternateContent xmlns:mc="http://schemas.openxmlformats.org/markup-compatibility/2006">
              <mc:Choice xmlns:v="urn:schemas-microsoft-com:vml" Requires="v">
                <p:oleObj r:id="rId2" imgW="5156200" imgH="1854200" progId="Equation.DSMT4">
                  <p:embed/>
                </p:oleObj>
              </mc:Choice>
              <mc:Fallback>
                <p:oleObj r:id="rId2" imgW="5156200" imgH="1854200" progId="Equation.DSMT4">
                  <p:embed/>
                  <p:pic>
                    <p:nvPicPr>
                      <p:cNvPr id="0" name="图片 7"/>
                      <p:cNvPicPr/>
                      <p:nvPr/>
                    </p:nvPicPr>
                    <p:blipFill>
                      <a:blip r:embed="rId3"/>
                      <a:stretch>
                        <a:fillRect/>
                      </a:stretch>
                    </p:blipFill>
                    <p:spPr>
                      <a:xfrm>
                        <a:off x="395605" y="908685"/>
                        <a:ext cx="7979410" cy="3366135"/>
                      </a:xfrm>
                      <a:prstGeom prst="rect">
                        <a:avLst/>
                      </a:prstGeom>
                      <a:noFill/>
                      <a:ln w="38100">
                        <a:noFill/>
                        <a:miter/>
                      </a:ln>
                    </p:spPr>
                  </p:pic>
                </p:oleObj>
              </mc:Fallback>
            </mc:AlternateContent>
          </a:graphicData>
        </a:graphic>
      </p:graphicFrame>
      <p:sp>
        <p:nvSpPr>
          <p:cNvPr id="6" name="文本框 5"/>
          <p:cNvSpPr txBox="1"/>
          <p:nvPr/>
        </p:nvSpPr>
        <p:spPr>
          <a:xfrm>
            <a:off x="251460" y="4509135"/>
            <a:ext cx="8441055" cy="1076325"/>
          </a:xfrm>
          <a:prstGeom prst="rect">
            <a:avLst/>
          </a:prstGeom>
          <a:noFill/>
        </p:spPr>
        <p:txBody>
          <a:bodyPr wrap="square" rtlCol="0" anchor="t">
            <a:spAutoFit/>
          </a:bodyPr>
          <a:lstStyle/>
          <a:p>
            <a:r>
              <a:rPr lang="zh-CN" altLang="en-US" sz="3200" dirty="0">
                <a:solidFill>
                  <a:srgbClr val="000000"/>
                </a:solidFill>
                <a:ea typeface="楷体_GB2312"/>
                <a:sym typeface="+mn-ea"/>
              </a:rPr>
              <a:t>解得</a:t>
            </a:r>
            <a:r>
              <a:rPr lang="en-US" altLang="zh-CN" sz="3200" dirty="0">
                <a:solidFill>
                  <a:srgbClr val="000000"/>
                </a:solidFill>
                <a:ea typeface="楷体_GB2312"/>
                <a:sym typeface="+mn-ea"/>
              </a:rPr>
              <a:t>(</a:t>
            </a:r>
            <a:r>
              <a:rPr lang="en-US" altLang="zh-CN" sz="3200" i="1" dirty="0">
                <a:solidFill>
                  <a:srgbClr val="000000"/>
                </a:solidFill>
                <a:ea typeface="楷体_GB2312"/>
                <a:sym typeface="+mn-ea"/>
              </a:rPr>
              <a:t>x</a:t>
            </a:r>
            <a:r>
              <a:rPr lang="en-US" altLang="zh-CN" sz="3200" baseline="-25000" dirty="0">
                <a:solidFill>
                  <a:srgbClr val="000000"/>
                </a:solidFill>
                <a:ea typeface="楷体_GB2312"/>
                <a:sym typeface="+mn-ea"/>
              </a:rPr>
              <a:t>1</a:t>
            </a:r>
            <a:r>
              <a:rPr lang="en-US" altLang="zh-CN" sz="3200" i="1" dirty="0">
                <a:solidFill>
                  <a:srgbClr val="000000"/>
                </a:solidFill>
                <a:ea typeface="楷体_GB2312"/>
                <a:sym typeface="+mn-ea"/>
              </a:rPr>
              <a:t> </a:t>
            </a:r>
            <a:r>
              <a:rPr lang="en-US" altLang="zh-CN" sz="3200" dirty="0">
                <a:solidFill>
                  <a:srgbClr val="000000"/>
                </a:solidFill>
                <a:ea typeface="楷体_GB2312"/>
                <a:sym typeface="+mn-ea"/>
              </a:rPr>
              <a:t>, </a:t>
            </a:r>
            <a:r>
              <a:rPr lang="en-US" altLang="zh-CN" sz="3200" i="1" dirty="0">
                <a:solidFill>
                  <a:srgbClr val="000000"/>
                </a:solidFill>
                <a:ea typeface="楷体_GB2312"/>
                <a:sym typeface="+mn-ea"/>
              </a:rPr>
              <a:t>x</a:t>
            </a:r>
            <a:r>
              <a:rPr lang="en-US" altLang="zh-CN" sz="3200" baseline="-25000" dirty="0">
                <a:solidFill>
                  <a:srgbClr val="000000"/>
                </a:solidFill>
                <a:ea typeface="楷体_GB2312"/>
                <a:sym typeface="+mn-ea"/>
              </a:rPr>
              <a:t>2</a:t>
            </a:r>
            <a:r>
              <a:rPr lang="en-US" altLang="zh-CN" sz="3200" i="1" dirty="0">
                <a:solidFill>
                  <a:srgbClr val="000000"/>
                </a:solidFill>
                <a:ea typeface="楷体_GB2312"/>
                <a:sym typeface="+mn-ea"/>
              </a:rPr>
              <a:t> </a:t>
            </a:r>
            <a:r>
              <a:rPr lang="en-US" altLang="zh-CN" sz="3200" dirty="0">
                <a:solidFill>
                  <a:srgbClr val="000000"/>
                </a:solidFill>
                <a:ea typeface="楷体_GB2312"/>
                <a:sym typeface="+mn-ea"/>
              </a:rPr>
              <a:t>, </a:t>
            </a:r>
            <a:r>
              <a:rPr lang="en-US" altLang="zh-CN" sz="3200" i="1" dirty="0">
                <a:solidFill>
                  <a:srgbClr val="000000"/>
                </a:solidFill>
                <a:ea typeface="楷体_GB2312"/>
                <a:sym typeface="+mn-ea"/>
              </a:rPr>
              <a:t>x</a:t>
            </a:r>
            <a:r>
              <a:rPr lang="en-US" altLang="zh-CN" sz="3200" baseline="-25000" dirty="0">
                <a:solidFill>
                  <a:srgbClr val="000000"/>
                </a:solidFill>
                <a:ea typeface="楷体_GB2312"/>
                <a:sym typeface="+mn-ea"/>
              </a:rPr>
              <a:t>3</a:t>
            </a:r>
            <a:r>
              <a:rPr lang="en-US" altLang="zh-CN" sz="3200" i="1" dirty="0">
                <a:solidFill>
                  <a:srgbClr val="000000"/>
                </a:solidFill>
                <a:ea typeface="楷体_GB2312"/>
                <a:sym typeface="+mn-ea"/>
              </a:rPr>
              <a:t> </a:t>
            </a:r>
            <a:r>
              <a:rPr lang="en-US" altLang="zh-CN" sz="3200" dirty="0">
                <a:solidFill>
                  <a:srgbClr val="000000"/>
                </a:solidFill>
                <a:ea typeface="楷体_GB2312"/>
                <a:sym typeface="+mn-ea"/>
              </a:rPr>
              <a:t>, </a:t>
            </a:r>
            <a:r>
              <a:rPr lang="en-US" altLang="zh-CN" sz="3200" i="1" dirty="0">
                <a:solidFill>
                  <a:srgbClr val="000000"/>
                </a:solidFill>
                <a:ea typeface="楷体_GB2312"/>
                <a:sym typeface="+mn-ea"/>
              </a:rPr>
              <a:t>x</a:t>
            </a:r>
            <a:r>
              <a:rPr lang="en-US" altLang="zh-CN" sz="3200" baseline="-25000" dirty="0">
                <a:solidFill>
                  <a:srgbClr val="000000"/>
                </a:solidFill>
                <a:ea typeface="楷体_GB2312"/>
                <a:sym typeface="+mn-ea"/>
              </a:rPr>
              <a:t>4</a:t>
            </a:r>
            <a:r>
              <a:rPr lang="en-US" altLang="zh-CN" sz="3200" dirty="0">
                <a:solidFill>
                  <a:srgbClr val="000000"/>
                </a:solidFill>
                <a:ea typeface="楷体_GB2312"/>
                <a:sym typeface="+mn-ea"/>
              </a:rPr>
              <a:t> )= (3,1,-3,-2) </a:t>
            </a:r>
            <a:r>
              <a:rPr lang="zh-CN" altLang="en-US" sz="3200" dirty="0">
                <a:solidFill>
                  <a:srgbClr val="000000"/>
                </a:solidFill>
                <a:ea typeface="楷体_GB2312"/>
                <a:sym typeface="+mn-ea"/>
              </a:rPr>
              <a:t>，所以</a:t>
            </a:r>
            <a:r>
              <a:rPr lang="en-US" altLang="zh-CN" sz="3200" i="1" dirty="0">
                <a:solidFill>
                  <a:srgbClr val="000000"/>
                </a:solidFill>
                <a:ea typeface="楷体_GB2312"/>
                <a:sym typeface="+mn-ea"/>
              </a:rPr>
              <a:t>a</a:t>
            </a:r>
            <a:r>
              <a:rPr lang="zh-CN" altLang="en-US" sz="3200" dirty="0">
                <a:solidFill>
                  <a:srgbClr val="000000"/>
                </a:solidFill>
                <a:ea typeface="楷体_GB2312"/>
                <a:sym typeface="+mn-ea"/>
              </a:rPr>
              <a:t>在基</a:t>
            </a:r>
            <a:r>
              <a:rPr lang="en-US" altLang="zh-CN" sz="3200" i="1" dirty="0">
                <a:solidFill>
                  <a:srgbClr val="000000"/>
                </a:solidFill>
                <a:ea typeface="楷体_GB2312"/>
                <a:sym typeface="+mn-ea"/>
              </a:rPr>
              <a:t>a</a:t>
            </a:r>
            <a:r>
              <a:rPr lang="en-US" altLang="zh-CN" sz="3200" baseline="-25000" dirty="0">
                <a:solidFill>
                  <a:srgbClr val="000000"/>
                </a:solidFill>
                <a:ea typeface="楷体_GB2312"/>
                <a:sym typeface="+mn-ea"/>
              </a:rPr>
              <a:t>1</a:t>
            </a:r>
            <a:r>
              <a:rPr lang="en-US" altLang="zh-CN" sz="3200" i="1" dirty="0">
                <a:solidFill>
                  <a:srgbClr val="000000"/>
                </a:solidFill>
                <a:ea typeface="楷体_GB2312"/>
                <a:sym typeface="+mn-ea"/>
              </a:rPr>
              <a:t> </a:t>
            </a:r>
            <a:r>
              <a:rPr lang="en-US" altLang="zh-CN" sz="3200" dirty="0">
                <a:solidFill>
                  <a:srgbClr val="000000"/>
                </a:solidFill>
                <a:ea typeface="楷体_GB2312"/>
                <a:sym typeface="+mn-ea"/>
              </a:rPr>
              <a:t>, </a:t>
            </a:r>
            <a:r>
              <a:rPr lang="en-US" altLang="zh-CN" sz="3200" i="1" dirty="0">
                <a:solidFill>
                  <a:srgbClr val="000000"/>
                </a:solidFill>
                <a:ea typeface="楷体_GB2312"/>
                <a:sym typeface="+mn-ea"/>
              </a:rPr>
              <a:t>a</a:t>
            </a:r>
            <a:r>
              <a:rPr lang="en-US" altLang="zh-CN" sz="3200" baseline="-25000" dirty="0">
                <a:solidFill>
                  <a:srgbClr val="000000"/>
                </a:solidFill>
                <a:ea typeface="楷体_GB2312"/>
                <a:sym typeface="+mn-ea"/>
              </a:rPr>
              <a:t>2</a:t>
            </a:r>
            <a:r>
              <a:rPr lang="en-US" altLang="zh-CN" sz="3200" i="1" dirty="0">
                <a:solidFill>
                  <a:srgbClr val="000000"/>
                </a:solidFill>
                <a:ea typeface="楷体_GB2312"/>
                <a:sym typeface="+mn-ea"/>
              </a:rPr>
              <a:t> </a:t>
            </a:r>
            <a:r>
              <a:rPr lang="en-US" altLang="zh-CN" sz="3200" dirty="0">
                <a:solidFill>
                  <a:srgbClr val="000000"/>
                </a:solidFill>
                <a:ea typeface="楷体_GB2312"/>
                <a:sym typeface="+mn-ea"/>
              </a:rPr>
              <a:t>, </a:t>
            </a:r>
            <a:r>
              <a:rPr lang="en-US" altLang="zh-CN" sz="3200" i="1" dirty="0">
                <a:solidFill>
                  <a:srgbClr val="000000"/>
                </a:solidFill>
                <a:ea typeface="楷体_GB2312"/>
                <a:sym typeface="+mn-ea"/>
              </a:rPr>
              <a:t>a</a:t>
            </a:r>
            <a:r>
              <a:rPr lang="en-US" altLang="zh-CN" sz="3200" baseline="-25000" dirty="0">
                <a:solidFill>
                  <a:srgbClr val="000000"/>
                </a:solidFill>
                <a:ea typeface="楷体_GB2312"/>
                <a:sym typeface="+mn-ea"/>
              </a:rPr>
              <a:t>3</a:t>
            </a:r>
            <a:r>
              <a:rPr lang="en-US" altLang="zh-CN" sz="3200" i="1" dirty="0">
                <a:solidFill>
                  <a:srgbClr val="000000"/>
                </a:solidFill>
                <a:ea typeface="楷体_GB2312"/>
                <a:sym typeface="+mn-ea"/>
              </a:rPr>
              <a:t> </a:t>
            </a:r>
            <a:r>
              <a:rPr lang="en-US" altLang="zh-CN" sz="3200" dirty="0">
                <a:solidFill>
                  <a:srgbClr val="000000"/>
                </a:solidFill>
                <a:ea typeface="楷体_GB2312"/>
                <a:sym typeface="+mn-ea"/>
              </a:rPr>
              <a:t>, </a:t>
            </a:r>
            <a:r>
              <a:rPr lang="en-US" altLang="zh-CN" sz="3200" i="1" dirty="0">
                <a:solidFill>
                  <a:srgbClr val="000000"/>
                </a:solidFill>
                <a:ea typeface="楷体_GB2312"/>
                <a:sym typeface="+mn-ea"/>
              </a:rPr>
              <a:t>a</a:t>
            </a:r>
            <a:r>
              <a:rPr lang="en-US" altLang="zh-CN" sz="3200" baseline="-25000" dirty="0">
                <a:solidFill>
                  <a:srgbClr val="000000"/>
                </a:solidFill>
                <a:ea typeface="楷体_GB2312"/>
                <a:sym typeface="+mn-ea"/>
              </a:rPr>
              <a:t>4</a:t>
            </a:r>
            <a:r>
              <a:rPr lang="zh-CN" altLang="en-US" sz="3200" dirty="0">
                <a:solidFill>
                  <a:srgbClr val="000000"/>
                </a:solidFill>
                <a:ea typeface="楷体_GB2312"/>
                <a:sym typeface="+mn-ea"/>
              </a:rPr>
              <a:t>下的坐标为，</a:t>
            </a:r>
            <a:r>
              <a:rPr lang="en-US" altLang="zh-CN" sz="3200" dirty="0">
                <a:solidFill>
                  <a:srgbClr val="000000"/>
                </a:solidFill>
                <a:ea typeface="楷体_GB2312"/>
                <a:sym typeface="+mn-ea"/>
              </a:rPr>
              <a:t>(3,1,-3,-2).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51460" y="260350"/>
            <a:ext cx="8441055" cy="1568450"/>
          </a:xfrm>
          <a:prstGeom prst="rect">
            <a:avLst/>
          </a:prstGeom>
          <a:noFill/>
        </p:spPr>
        <p:txBody>
          <a:bodyPr wrap="square" rtlCol="0" anchor="t">
            <a:spAutoFit/>
          </a:bodyPr>
          <a:lstStyle/>
          <a:p>
            <a:r>
              <a:rPr lang="zh-CN" altLang="en-US" sz="3200" dirty="0">
                <a:solidFill>
                  <a:srgbClr val="FF0000"/>
                </a:solidFill>
                <a:ea typeface="楷体_GB2312"/>
                <a:sym typeface="+mn-ea"/>
              </a:rPr>
              <a:t>例</a:t>
            </a:r>
            <a:r>
              <a:rPr lang="en-US" altLang="zh-CN" sz="3200" dirty="0">
                <a:solidFill>
                  <a:srgbClr val="FF0000"/>
                </a:solidFill>
                <a:ea typeface="楷体_GB2312"/>
                <a:sym typeface="+mn-ea"/>
              </a:rPr>
              <a:t>3.5.7*  </a:t>
            </a:r>
            <a:r>
              <a:rPr lang="zh-CN" altLang="en-US" sz="3200" dirty="0">
                <a:solidFill>
                  <a:srgbClr val="000000"/>
                </a:solidFill>
                <a:ea typeface="楷体_GB2312"/>
                <a:sym typeface="+mn-ea"/>
              </a:rPr>
              <a:t>设向量组</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 </a:t>
            </a:r>
            <a:r>
              <a:rPr lang="en-US" altLang="zh-CN" sz="3200" i="1" dirty="0">
                <a:sym typeface="+mn-ea"/>
              </a:rPr>
              <a:t>α</a:t>
            </a:r>
            <a:r>
              <a:rPr lang="en-US" altLang="zh-CN" sz="3200" i="1" baseline="-25000" dirty="0">
                <a:sym typeface="+mn-ea"/>
              </a:rPr>
              <a:t>m</a:t>
            </a:r>
            <a:r>
              <a:rPr lang="zh-CN" altLang="en-US" sz="3200" dirty="0">
                <a:solidFill>
                  <a:srgbClr val="000000"/>
                </a:solidFill>
                <a:ea typeface="楷体_GB2312"/>
                <a:sym typeface="+mn-ea"/>
              </a:rPr>
              <a:t>的一个极大无关组为</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 </a:t>
            </a:r>
            <a:r>
              <a:rPr lang="en-US" altLang="zh-CN" sz="3200" i="1" dirty="0">
                <a:sym typeface="+mn-ea"/>
              </a:rPr>
              <a:t>α</a:t>
            </a:r>
            <a:r>
              <a:rPr lang="en-US" altLang="zh-CN" sz="3200" i="1" baseline="-25000" dirty="0">
                <a:sym typeface="+mn-ea"/>
              </a:rPr>
              <a:t>r</a:t>
            </a:r>
            <a:r>
              <a:rPr lang="zh-CN" altLang="en-US" sz="3200" dirty="0">
                <a:solidFill>
                  <a:srgbClr val="000000"/>
                </a:solidFill>
                <a:ea typeface="楷体_GB2312"/>
                <a:sym typeface="+mn-ea"/>
              </a:rPr>
              <a:t>求生成子空间</a:t>
            </a:r>
            <a:r>
              <a:rPr lang="en-US" altLang="zh-CN" sz="3200" i="1" dirty="0">
                <a:sym typeface="+mn-ea"/>
              </a:rPr>
              <a:t>L</a:t>
            </a:r>
            <a:r>
              <a:rPr lang="en-US" altLang="zh-CN" sz="3200" dirty="0">
                <a:solidFill>
                  <a:srgbClr val="000000"/>
                </a:solidFill>
                <a:ea typeface="楷体_GB2312"/>
                <a:sym typeface="+mn-ea"/>
              </a:rPr>
              <a:t>(</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 </a:t>
            </a:r>
            <a:r>
              <a:rPr lang="en-US" altLang="zh-CN" sz="3200" i="1" dirty="0">
                <a:sym typeface="+mn-ea"/>
              </a:rPr>
              <a:t>α</a:t>
            </a:r>
            <a:r>
              <a:rPr lang="en-US" altLang="zh-CN" sz="3200" i="1" baseline="-25000" dirty="0">
                <a:sym typeface="+mn-ea"/>
              </a:rPr>
              <a:t>m</a:t>
            </a:r>
            <a:r>
              <a:rPr lang="en-US" altLang="zh-CN" sz="3200" dirty="0">
                <a:solidFill>
                  <a:srgbClr val="000000"/>
                </a:solidFill>
                <a:ea typeface="楷体_GB2312"/>
                <a:sym typeface="+mn-ea"/>
              </a:rPr>
              <a:t> )</a:t>
            </a:r>
            <a:r>
              <a:rPr lang="zh-CN" altLang="en-US" sz="3200" dirty="0">
                <a:solidFill>
                  <a:srgbClr val="000000"/>
                </a:solidFill>
                <a:ea typeface="楷体_GB2312"/>
                <a:sym typeface="+mn-ea"/>
              </a:rPr>
              <a:t>的维数与一个基</a:t>
            </a:r>
            <a:r>
              <a:rPr lang="en-US" altLang="zh-CN" sz="3200" dirty="0">
                <a:solidFill>
                  <a:srgbClr val="000000"/>
                </a:solidFill>
                <a:ea typeface="楷体_GB2312"/>
                <a:sym typeface="+mn-ea"/>
              </a:rPr>
              <a:t>.</a:t>
            </a:r>
          </a:p>
        </p:txBody>
      </p:sp>
      <p:sp>
        <p:nvSpPr>
          <p:cNvPr id="11" name="文本框 10"/>
          <p:cNvSpPr txBox="1"/>
          <p:nvPr/>
        </p:nvSpPr>
        <p:spPr>
          <a:xfrm>
            <a:off x="395605" y="2276475"/>
            <a:ext cx="8099425" cy="2061210"/>
          </a:xfrm>
          <a:prstGeom prst="rect">
            <a:avLst/>
          </a:prstGeom>
          <a:noFill/>
        </p:spPr>
        <p:txBody>
          <a:bodyPr wrap="square" rtlCol="0" anchor="t">
            <a:spAutoFit/>
          </a:bodyPr>
          <a:lstStyle/>
          <a:p>
            <a:r>
              <a:rPr lang="zh-CN" altLang="en-US" sz="3200" dirty="0">
                <a:solidFill>
                  <a:srgbClr val="3333FF"/>
                </a:solidFill>
                <a:ea typeface="楷体_GB2312"/>
                <a:sym typeface="+mn-ea"/>
              </a:rPr>
              <a:t>解</a:t>
            </a:r>
            <a:r>
              <a:rPr lang="en-US" altLang="zh-CN" sz="3200" dirty="0">
                <a:solidFill>
                  <a:srgbClr val="000000"/>
                </a:solidFill>
                <a:ea typeface="楷体_GB2312"/>
                <a:sym typeface="+mn-ea"/>
              </a:rPr>
              <a:t> </a:t>
            </a:r>
            <a:r>
              <a:rPr lang="zh-CN" altLang="en-US" sz="3200" dirty="0">
                <a:solidFill>
                  <a:srgbClr val="000000"/>
                </a:solidFill>
                <a:ea typeface="楷体_GB2312"/>
                <a:sym typeface="+mn-ea"/>
              </a:rPr>
              <a:t>由例</a:t>
            </a:r>
            <a:r>
              <a:rPr lang="en-US" altLang="zh-CN" sz="3200" dirty="0">
                <a:solidFill>
                  <a:srgbClr val="000000"/>
                </a:solidFill>
                <a:ea typeface="楷体_GB2312"/>
                <a:sym typeface="+mn-ea"/>
              </a:rPr>
              <a:t>3.5.3</a:t>
            </a:r>
            <a:r>
              <a:rPr lang="zh-CN" altLang="en-US" sz="3200" dirty="0">
                <a:solidFill>
                  <a:srgbClr val="000000"/>
                </a:solidFill>
                <a:ea typeface="楷体_GB2312"/>
                <a:sym typeface="+mn-ea"/>
              </a:rPr>
              <a:t>知，生成子空间</a:t>
            </a:r>
            <a:r>
              <a:rPr lang="en-US" altLang="zh-CN" sz="3200" i="1" dirty="0">
                <a:sym typeface="+mn-ea"/>
              </a:rPr>
              <a:t>L</a:t>
            </a:r>
            <a:r>
              <a:rPr lang="en-US" altLang="zh-CN" sz="3200" dirty="0">
                <a:solidFill>
                  <a:srgbClr val="000000"/>
                </a:solidFill>
                <a:ea typeface="楷体_GB2312"/>
                <a:sym typeface="+mn-ea"/>
              </a:rPr>
              <a:t>(</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 </a:t>
            </a:r>
            <a:r>
              <a:rPr lang="en-US" altLang="zh-CN" sz="3200" i="1" dirty="0">
                <a:sym typeface="+mn-ea"/>
              </a:rPr>
              <a:t>α</a:t>
            </a:r>
            <a:r>
              <a:rPr lang="en-US" altLang="zh-CN" sz="3200" i="1" baseline="-25000" dirty="0">
                <a:sym typeface="+mn-ea"/>
              </a:rPr>
              <a:t>m</a:t>
            </a:r>
            <a:r>
              <a:rPr lang="en-US" altLang="zh-CN" sz="3200" dirty="0">
                <a:solidFill>
                  <a:srgbClr val="000000"/>
                </a:solidFill>
                <a:ea typeface="楷体_GB2312"/>
                <a:sym typeface="+mn-ea"/>
              </a:rPr>
              <a:t> )</a:t>
            </a:r>
            <a:r>
              <a:rPr lang="zh-CN" altLang="en-US" sz="3200" dirty="0">
                <a:solidFill>
                  <a:srgbClr val="000000"/>
                </a:solidFill>
                <a:ea typeface="楷体_GB2312"/>
                <a:sym typeface="+mn-ea"/>
              </a:rPr>
              <a:t>的任一向量可由极大线性无关组</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 </a:t>
            </a:r>
            <a:r>
              <a:rPr lang="en-US" altLang="zh-CN" sz="3200" i="1" dirty="0">
                <a:sym typeface="+mn-ea"/>
              </a:rPr>
              <a:t>α</a:t>
            </a:r>
            <a:r>
              <a:rPr lang="en-US" altLang="zh-CN" sz="3200" i="1" baseline="-25000" dirty="0">
                <a:sym typeface="+mn-ea"/>
              </a:rPr>
              <a:t>r</a:t>
            </a:r>
            <a:r>
              <a:rPr lang="zh-CN" altLang="en-US" sz="3200" dirty="0">
                <a:solidFill>
                  <a:srgbClr val="000000"/>
                </a:solidFill>
                <a:ea typeface="楷体_GB2312"/>
                <a:sym typeface="+mn-ea"/>
              </a:rPr>
              <a:t>线性表示，所以</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 </a:t>
            </a:r>
            <a:r>
              <a:rPr lang="en-US" altLang="zh-CN" sz="3200" i="1" dirty="0">
                <a:sym typeface="+mn-ea"/>
              </a:rPr>
              <a:t>α</a:t>
            </a:r>
            <a:r>
              <a:rPr lang="en-US" altLang="zh-CN" sz="3200" i="1" baseline="-25000" dirty="0">
                <a:sym typeface="+mn-ea"/>
              </a:rPr>
              <a:t>r</a:t>
            </a:r>
            <a:r>
              <a:rPr lang="zh-CN" altLang="en-US" sz="3200" dirty="0">
                <a:solidFill>
                  <a:srgbClr val="000000"/>
                </a:solidFill>
                <a:ea typeface="楷体_GB2312"/>
                <a:sym typeface="+mn-ea"/>
              </a:rPr>
              <a:t>为</a:t>
            </a:r>
            <a:r>
              <a:rPr lang="en-US" altLang="zh-CN" sz="3200" i="1" dirty="0">
                <a:solidFill>
                  <a:srgbClr val="FF3300"/>
                </a:solidFill>
                <a:sym typeface="+mn-ea"/>
              </a:rPr>
              <a:t>L</a:t>
            </a:r>
            <a:r>
              <a:rPr lang="en-US" altLang="zh-CN" sz="3200" dirty="0">
                <a:solidFill>
                  <a:srgbClr val="FF3300"/>
                </a:solidFill>
                <a:ea typeface="楷体_GB2312"/>
                <a:sym typeface="+mn-ea"/>
              </a:rPr>
              <a:t>(</a:t>
            </a:r>
            <a:r>
              <a:rPr lang="en-US" altLang="zh-CN" sz="3200" i="1" dirty="0">
                <a:solidFill>
                  <a:srgbClr val="FF3300"/>
                </a:solidFill>
                <a:sym typeface="+mn-ea"/>
              </a:rPr>
              <a:t>α</a:t>
            </a:r>
            <a:r>
              <a:rPr lang="en-US" altLang="zh-CN" sz="3200" baseline="-25000" dirty="0">
                <a:solidFill>
                  <a:srgbClr val="FF3300"/>
                </a:solidFill>
                <a:sym typeface="+mn-ea"/>
              </a:rPr>
              <a:t>1</a:t>
            </a:r>
            <a:r>
              <a:rPr lang="en-US" altLang="zh-CN" sz="3200" dirty="0">
                <a:solidFill>
                  <a:srgbClr val="FF3300"/>
                </a:solidFill>
                <a:sym typeface="+mn-ea"/>
              </a:rPr>
              <a:t>, </a:t>
            </a:r>
            <a:r>
              <a:rPr lang="en-US" altLang="zh-CN" sz="3200" i="1" dirty="0">
                <a:solidFill>
                  <a:srgbClr val="FF3300"/>
                </a:solidFill>
                <a:sym typeface="+mn-ea"/>
              </a:rPr>
              <a:t>α</a:t>
            </a:r>
            <a:r>
              <a:rPr lang="en-US" altLang="zh-CN" sz="3200" baseline="-25000" dirty="0">
                <a:solidFill>
                  <a:srgbClr val="FF3300"/>
                </a:solidFill>
                <a:sym typeface="+mn-ea"/>
              </a:rPr>
              <a:t>2</a:t>
            </a:r>
            <a:r>
              <a:rPr lang="en-US" altLang="zh-CN" sz="3200" dirty="0">
                <a:solidFill>
                  <a:srgbClr val="FF3300"/>
                </a:solidFill>
                <a:sym typeface="+mn-ea"/>
              </a:rPr>
              <a:t>, …, </a:t>
            </a:r>
            <a:r>
              <a:rPr lang="en-US" altLang="zh-CN" sz="3200" i="1" dirty="0">
                <a:solidFill>
                  <a:srgbClr val="FF3300"/>
                </a:solidFill>
                <a:sym typeface="+mn-ea"/>
              </a:rPr>
              <a:t>α</a:t>
            </a:r>
            <a:r>
              <a:rPr lang="en-US" altLang="zh-CN" sz="3200" i="1" baseline="-25000" dirty="0">
                <a:solidFill>
                  <a:srgbClr val="FF3300"/>
                </a:solidFill>
                <a:sym typeface="+mn-ea"/>
              </a:rPr>
              <a:t>m</a:t>
            </a:r>
            <a:r>
              <a:rPr lang="en-US" altLang="zh-CN" sz="3200" dirty="0">
                <a:solidFill>
                  <a:srgbClr val="FF3300"/>
                </a:solidFill>
                <a:ea typeface="楷体_GB2312"/>
                <a:sym typeface="+mn-ea"/>
              </a:rPr>
              <a:t> )</a:t>
            </a:r>
            <a:r>
              <a:rPr lang="zh-CN" altLang="en-US" sz="3200" dirty="0">
                <a:solidFill>
                  <a:srgbClr val="FF3300"/>
                </a:solidFill>
                <a:ea typeface="楷体_GB2312"/>
                <a:sym typeface="+mn-ea"/>
              </a:rPr>
              <a:t>的一个基</a:t>
            </a:r>
            <a:r>
              <a:rPr lang="zh-CN" altLang="en-US" sz="3200" dirty="0">
                <a:solidFill>
                  <a:srgbClr val="000000"/>
                </a:solidFill>
                <a:ea typeface="楷体_GB2312"/>
                <a:sym typeface="+mn-ea"/>
              </a:rPr>
              <a:t>，且</a:t>
            </a:r>
            <a:r>
              <a:rPr lang="en-US" altLang="zh-CN" sz="3200" i="1" dirty="0">
                <a:sym typeface="+mn-ea"/>
              </a:rPr>
              <a:t>L</a:t>
            </a:r>
            <a:r>
              <a:rPr lang="en-US" altLang="zh-CN" sz="3200" dirty="0">
                <a:solidFill>
                  <a:srgbClr val="000000"/>
                </a:solidFill>
                <a:ea typeface="楷体_GB2312"/>
                <a:sym typeface="+mn-ea"/>
              </a:rPr>
              <a:t>(</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 </a:t>
            </a:r>
            <a:r>
              <a:rPr lang="en-US" altLang="zh-CN" sz="3200" i="1" dirty="0">
                <a:sym typeface="+mn-ea"/>
              </a:rPr>
              <a:t>α</a:t>
            </a:r>
            <a:r>
              <a:rPr lang="en-US" altLang="zh-CN" sz="3200" i="1" baseline="-25000" dirty="0">
                <a:sym typeface="+mn-ea"/>
              </a:rPr>
              <a:t>m</a:t>
            </a:r>
            <a:r>
              <a:rPr lang="en-US" altLang="zh-CN" sz="3200" dirty="0">
                <a:solidFill>
                  <a:srgbClr val="000000"/>
                </a:solidFill>
                <a:ea typeface="楷体_GB2312"/>
                <a:sym typeface="+mn-ea"/>
              </a:rPr>
              <a:t> )</a:t>
            </a:r>
            <a:r>
              <a:rPr lang="zh-CN" altLang="en-US" sz="3200" dirty="0">
                <a:solidFill>
                  <a:srgbClr val="000000"/>
                </a:solidFill>
                <a:ea typeface="楷体_GB2312"/>
                <a:sym typeface="+mn-ea"/>
              </a:rPr>
              <a:t>的</a:t>
            </a:r>
            <a:r>
              <a:rPr lang="zh-CN" altLang="en-US" sz="3200" dirty="0">
                <a:solidFill>
                  <a:srgbClr val="FF3300"/>
                </a:solidFill>
                <a:ea typeface="楷体_GB2312"/>
                <a:sym typeface="+mn-ea"/>
              </a:rPr>
              <a:t>维数</a:t>
            </a:r>
            <a:r>
              <a:rPr lang="en-US" altLang="zh-CN" sz="3200" i="1" dirty="0">
                <a:solidFill>
                  <a:srgbClr val="FF3300"/>
                </a:solidFill>
                <a:sym typeface="+mn-ea"/>
              </a:rPr>
              <a:t>r</a:t>
            </a:r>
            <a:endParaRPr lang="en-US" altLang="zh-CN" sz="3200" i="1" dirty="0">
              <a:solidFill>
                <a:srgbClr val="FF3300"/>
              </a:solidFill>
              <a:ea typeface="楷体_GB231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ea typeface="宋体" panose="02010600030101010101" pitchFamily="2" charset="-122"/>
              </a:rPr>
              <a:t>110</a:t>
            </a:fld>
            <a:endParaRPr lang="zh-CN" altLang="en-US" dirty="0">
              <a:latin typeface="Arial" panose="020B0604020202020204" pitchFamily="34" charset="0"/>
              <a:ea typeface="宋体" panose="02010600030101010101" pitchFamily="2" charset="-122"/>
            </a:endParaRPr>
          </a:p>
        </p:txBody>
      </p:sp>
      <p:sp>
        <p:nvSpPr>
          <p:cNvPr id="68610" name="Oval 2">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wrap="none" anchor="ctr" anchorCtr="0"/>
          <a:lstStyle/>
          <a:p>
            <a:endParaRPr dirty="0">
              <a:latin typeface="Arial" panose="020B0604020202020204" pitchFamily="34" charset="0"/>
              <a:ea typeface="楷体_GB2312" pitchFamily="49" charset="-122"/>
            </a:endParaRPr>
          </a:p>
        </p:txBody>
      </p:sp>
      <p:sp>
        <p:nvSpPr>
          <p:cNvPr id="68611" name="Oval 3">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wrap="none" anchor="ctr" anchorCtr="0"/>
          <a:lstStyle/>
          <a:p>
            <a:endParaRPr dirty="0">
              <a:latin typeface="Arial" panose="020B0604020202020204" pitchFamily="34" charset="0"/>
              <a:ea typeface="楷体_GB2312" pitchFamily="49" charset="-122"/>
            </a:endParaRPr>
          </a:p>
        </p:txBody>
      </p:sp>
      <p:sp>
        <p:nvSpPr>
          <p:cNvPr id="68612" name="Rectangle 4">
            <a:hlinkClick r:id="" action="ppaction://hlinkshowjump?jump=firstslide"/>
          </p:cNvPr>
          <p:cNvSpPr/>
          <p:nvPr/>
        </p:nvSpPr>
        <p:spPr>
          <a:xfrm>
            <a:off x="8245475" y="44450"/>
            <a:ext cx="287338" cy="287338"/>
          </a:xfrm>
          <a:prstGeom prst="rect">
            <a:avLst/>
          </a:prstGeom>
          <a:noFill/>
          <a:ln w="9525">
            <a:noFill/>
          </a:ln>
        </p:spPr>
        <p:txBody>
          <a:bodyPr wrap="none" anchor="ctr" anchorCtr="0"/>
          <a:lstStyle/>
          <a:p>
            <a:endParaRPr dirty="0">
              <a:latin typeface="Arial" panose="020B0604020202020204" pitchFamily="34" charset="0"/>
              <a:ea typeface="楷体_GB2312" pitchFamily="49" charset="-122"/>
            </a:endParaRPr>
          </a:p>
        </p:txBody>
      </p:sp>
      <p:sp>
        <p:nvSpPr>
          <p:cNvPr id="68613" name="Rectangle 7"/>
          <p:cNvSpPr/>
          <p:nvPr/>
        </p:nvSpPr>
        <p:spPr>
          <a:xfrm>
            <a:off x="0" y="2665413"/>
            <a:ext cx="184150" cy="584200"/>
          </a:xfrm>
          <a:prstGeom prst="rect">
            <a:avLst/>
          </a:prstGeom>
          <a:noFill/>
          <a:ln w="9525">
            <a:noFill/>
          </a:ln>
        </p:spPr>
        <p:txBody>
          <a:bodyPr wrap="none" anchor="ctr" anchorCtr="0">
            <a:spAutoFit/>
          </a:bodyPr>
          <a:lstStyle/>
          <a:p>
            <a:endParaRPr sz="3200" dirty="0">
              <a:solidFill>
                <a:schemeClr val="tx1"/>
              </a:solidFill>
              <a:latin typeface="Arial" panose="020B0604020202020204" pitchFamily="34" charset="0"/>
              <a:ea typeface="楷体_GB2312" pitchFamily="49" charset="-122"/>
            </a:endParaRPr>
          </a:p>
        </p:txBody>
      </p:sp>
      <p:sp>
        <p:nvSpPr>
          <p:cNvPr id="68614" name="Rectangle 10"/>
          <p:cNvSpPr/>
          <p:nvPr/>
        </p:nvSpPr>
        <p:spPr>
          <a:xfrm>
            <a:off x="0" y="2665413"/>
            <a:ext cx="184150" cy="584200"/>
          </a:xfrm>
          <a:prstGeom prst="rect">
            <a:avLst/>
          </a:prstGeom>
          <a:noFill/>
          <a:ln w="9525">
            <a:noFill/>
          </a:ln>
        </p:spPr>
        <p:txBody>
          <a:bodyPr wrap="none" anchor="ctr" anchorCtr="0">
            <a:spAutoFit/>
          </a:bodyPr>
          <a:lstStyle/>
          <a:p>
            <a:endParaRPr sz="3200" dirty="0">
              <a:solidFill>
                <a:schemeClr val="tx1"/>
              </a:solidFill>
              <a:latin typeface="Arial" panose="020B0604020202020204" pitchFamily="34" charset="0"/>
              <a:ea typeface="楷体_GB2312" pitchFamily="49" charset="-122"/>
            </a:endParaRPr>
          </a:p>
        </p:txBody>
      </p:sp>
      <p:sp>
        <p:nvSpPr>
          <p:cNvPr id="68615" name="Rectangle 18"/>
          <p:cNvSpPr/>
          <p:nvPr/>
        </p:nvSpPr>
        <p:spPr>
          <a:xfrm>
            <a:off x="0" y="2665413"/>
            <a:ext cx="184150" cy="584200"/>
          </a:xfrm>
          <a:prstGeom prst="rect">
            <a:avLst/>
          </a:prstGeom>
          <a:noFill/>
          <a:ln w="9525">
            <a:noFill/>
          </a:ln>
        </p:spPr>
        <p:txBody>
          <a:bodyPr wrap="none" anchor="ctr" anchorCtr="0">
            <a:spAutoFit/>
          </a:bodyPr>
          <a:lstStyle/>
          <a:p>
            <a:endParaRPr sz="3200" dirty="0">
              <a:solidFill>
                <a:schemeClr val="tx1"/>
              </a:solidFill>
              <a:latin typeface="Arial" panose="020B0604020202020204" pitchFamily="34" charset="0"/>
              <a:ea typeface="楷体_GB2312" pitchFamily="49" charset="-122"/>
            </a:endParaRPr>
          </a:p>
        </p:txBody>
      </p:sp>
      <p:sp>
        <p:nvSpPr>
          <p:cNvPr id="68616" name="Rectangle 22"/>
          <p:cNvSpPr/>
          <p:nvPr/>
        </p:nvSpPr>
        <p:spPr>
          <a:xfrm>
            <a:off x="0" y="2773363"/>
            <a:ext cx="401638" cy="584200"/>
          </a:xfrm>
          <a:prstGeom prst="rect">
            <a:avLst/>
          </a:prstGeom>
          <a:noFill/>
          <a:ln w="9525">
            <a:noFill/>
          </a:ln>
        </p:spPr>
        <p:txBody>
          <a:bodyPr wrap="none" anchor="ctr" anchorCtr="0">
            <a:spAutoFit/>
          </a:bodyPr>
          <a:lstStyle/>
          <a:p>
            <a:r>
              <a:rPr lang="en-US" altLang="zh-CN" sz="3200" b="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0">
                <a:solidFill>
                  <a:schemeClr val="tx1"/>
                </a:solidFill>
                <a:latin typeface="Arial" panose="020B0604020202020204" pitchFamily="34" charset="0"/>
                <a:ea typeface="宋体" panose="02010600030101010101" pitchFamily="2" charset="-122"/>
                <a:cs typeface="Times New Roman" panose="02020603050405020304" pitchFamily="18" charset="0"/>
              </a:rPr>
              <a:t> </a:t>
            </a:r>
            <a:endParaRPr lang="en-US" altLang="zh-CN" sz="3200" b="0">
              <a:solidFill>
                <a:schemeClr val="tx1"/>
              </a:solidFill>
              <a:latin typeface="Arial" panose="020B0604020202020204" pitchFamily="34" charset="0"/>
              <a:ea typeface="Times New Roman" panose="02020603050405020304" pitchFamily="18" charset="0"/>
            </a:endParaRPr>
          </a:p>
        </p:txBody>
      </p:sp>
      <p:sp>
        <p:nvSpPr>
          <p:cNvPr id="68617" name="Rectangle 24"/>
          <p:cNvSpPr/>
          <p:nvPr/>
        </p:nvSpPr>
        <p:spPr>
          <a:xfrm>
            <a:off x="0" y="1382713"/>
            <a:ext cx="184150" cy="584200"/>
          </a:xfrm>
          <a:prstGeom prst="rect">
            <a:avLst/>
          </a:prstGeom>
          <a:noFill/>
          <a:ln w="9525">
            <a:noFill/>
          </a:ln>
        </p:spPr>
        <p:txBody>
          <a:bodyPr wrap="none" anchor="ctr" anchorCtr="0">
            <a:spAutoFit/>
          </a:bodyPr>
          <a:lstStyle/>
          <a:p>
            <a:endParaRPr sz="3200" dirty="0">
              <a:solidFill>
                <a:schemeClr val="tx1"/>
              </a:solidFill>
              <a:latin typeface="Arial" panose="020B0604020202020204" pitchFamily="34" charset="0"/>
              <a:ea typeface="楷体_GB2312" pitchFamily="49" charset="-122"/>
            </a:endParaRPr>
          </a:p>
        </p:txBody>
      </p:sp>
      <p:sp>
        <p:nvSpPr>
          <p:cNvPr id="68618" name="Rectangle 25"/>
          <p:cNvSpPr/>
          <p:nvPr/>
        </p:nvSpPr>
        <p:spPr>
          <a:xfrm>
            <a:off x="0" y="1382713"/>
            <a:ext cx="184150" cy="584200"/>
          </a:xfrm>
          <a:prstGeom prst="rect">
            <a:avLst/>
          </a:prstGeom>
          <a:noFill/>
          <a:ln w="9525">
            <a:noFill/>
          </a:ln>
        </p:spPr>
        <p:txBody>
          <a:bodyPr wrap="none" anchor="ctr" anchorCtr="0">
            <a:spAutoFit/>
          </a:bodyPr>
          <a:lstStyle/>
          <a:p>
            <a:endParaRPr sz="3200" dirty="0">
              <a:solidFill>
                <a:schemeClr val="tx1"/>
              </a:solidFill>
              <a:latin typeface="Arial" panose="020B0604020202020204" pitchFamily="34" charset="0"/>
              <a:ea typeface="楷体_GB2312" pitchFamily="49" charset="-122"/>
            </a:endParaRPr>
          </a:p>
        </p:txBody>
      </p:sp>
      <p:grpSp>
        <p:nvGrpSpPr>
          <p:cNvPr id="7" name="组合 6"/>
          <p:cNvGrpSpPr/>
          <p:nvPr/>
        </p:nvGrpSpPr>
        <p:grpSpPr>
          <a:xfrm>
            <a:off x="401955" y="1420495"/>
            <a:ext cx="6045835" cy="587375"/>
            <a:chOff x="633" y="2237"/>
            <a:chExt cx="9521" cy="925"/>
          </a:xfrm>
        </p:grpSpPr>
        <p:graphicFrame>
          <p:nvGraphicFramePr>
            <p:cNvPr id="68620" name="Object 3"/>
            <p:cNvGraphicFramePr/>
            <p:nvPr/>
          </p:nvGraphicFramePr>
          <p:xfrm>
            <a:off x="5334" y="2238"/>
            <a:ext cx="878" cy="877"/>
          </p:xfrm>
          <a:graphic>
            <a:graphicData uri="http://schemas.openxmlformats.org/presentationml/2006/ole">
              <mc:AlternateContent xmlns:mc="http://schemas.openxmlformats.org/markup-compatibility/2006">
                <mc:Choice xmlns:v="urn:schemas-microsoft-com:vml" Requires="v">
                  <p:oleObj r:id="rId2" imgW="190500" imgH="190500" progId="Equation.DSMT4">
                    <p:embed/>
                  </p:oleObj>
                </mc:Choice>
                <mc:Fallback>
                  <p:oleObj r:id="rId2" imgW="190500" imgH="190500" progId="Equation.DSMT4">
                    <p:embed/>
                    <p:pic>
                      <p:nvPicPr>
                        <p:cNvPr id="0" name="图片 3076"/>
                        <p:cNvPicPr/>
                        <p:nvPr/>
                      </p:nvPicPr>
                      <p:blipFill>
                        <a:blip r:embed="rId3"/>
                        <a:stretch>
                          <a:fillRect/>
                        </a:stretch>
                      </p:blipFill>
                      <p:spPr>
                        <a:xfrm>
                          <a:off x="5334" y="2238"/>
                          <a:ext cx="878" cy="877"/>
                        </a:xfrm>
                        <a:prstGeom prst="rect">
                          <a:avLst/>
                        </a:prstGeom>
                        <a:noFill/>
                        <a:ln w="38100">
                          <a:noFill/>
                          <a:miter/>
                        </a:ln>
                      </p:spPr>
                    </p:pic>
                  </p:oleObj>
                </mc:Fallback>
              </mc:AlternateContent>
            </a:graphicData>
          </a:graphic>
        </p:graphicFrame>
        <p:sp>
          <p:nvSpPr>
            <p:cNvPr id="68621" name="Rectangle 60"/>
            <p:cNvSpPr/>
            <p:nvPr/>
          </p:nvSpPr>
          <p:spPr>
            <a:xfrm>
              <a:off x="633" y="2237"/>
              <a:ext cx="5582" cy="919"/>
            </a:xfrm>
            <a:prstGeom prst="rect">
              <a:avLst/>
            </a:prstGeom>
            <a:noFill/>
            <a:ln w="9525">
              <a:noFill/>
            </a:ln>
          </p:spPr>
          <p:txBody>
            <a:bodyPr wrap="square" anchor="ctr" anchorCtr="0">
              <a:spAutoFit/>
            </a:bodyPr>
            <a:lstStyle/>
            <a:p>
              <a:r>
                <a:rPr lang="zh-CN" altLang="en-US" sz="3200" dirty="0">
                  <a:solidFill>
                    <a:srgbClr val="3333FF"/>
                  </a:solidFill>
                  <a:latin typeface="Arial" panose="020B0604020202020204" pitchFamily="34" charset="0"/>
                  <a:ea typeface="楷体_GB2312" pitchFamily="49" charset="-122"/>
                </a:rPr>
                <a:t>练习</a:t>
              </a:r>
              <a:r>
                <a:rPr lang="zh-CN" altLang="en-US" sz="3200" dirty="0">
                  <a:solidFill>
                    <a:schemeClr val="tx1"/>
                  </a:solidFill>
                  <a:latin typeface="Arial" panose="020B0604020202020204" pitchFamily="34" charset="0"/>
                  <a:ea typeface="楷体_GB2312" pitchFamily="49" charset="-122"/>
                </a:rPr>
                <a:t> 在向量空间</a:t>
              </a:r>
            </a:p>
          </p:txBody>
        </p:sp>
        <p:sp>
          <p:nvSpPr>
            <p:cNvPr id="68622" name="Rectangle 61"/>
            <p:cNvSpPr/>
            <p:nvPr/>
          </p:nvSpPr>
          <p:spPr>
            <a:xfrm>
              <a:off x="5046" y="2243"/>
              <a:ext cx="5108" cy="919"/>
            </a:xfrm>
            <a:prstGeom prst="rect">
              <a:avLst/>
            </a:prstGeom>
            <a:noFill/>
            <a:ln w="9525">
              <a:noFill/>
            </a:ln>
          </p:spPr>
          <p:txBody>
            <a:bodyPr anchor="ctr" anchorCtr="0">
              <a:spAutoFit/>
            </a:bodyPr>
            <a:lstStyle/>
            <a:p>
              <a:r>
                <a:rPr lang="en-US" altLang="zh-CN" sz="3200" dirty="0">
                  <a:solidFill>
                    <a:schemeClr val="tx1"/>
                  </a:solidFill>
                  <a:latin typeface="Times New Roman" panose="02020603050405020304" pitchFamily="18" charset="0"/>
                  <a:ea typeface="楷体_GB2312" pitchFamily="49" charset="-122"/>
                </a:rPr>
                <a:t>      </a:t>
              </a:r>
              <a:r>
                <a:rPr lang="zh-CN" altLang="en-US" sz="3200" dirty="0">
                  <a:solidFill>
                    <a:schemeClr val="tx1"/>
                  </a:solidFill>
                  <a:latin typeface="Times New Roman" panose="02020603050405020304" pitchFamily="18" charset="0"/>
                  <a:ea typeface="楷体_GB2312" pitchFamily="49" charset="-122"/>
                </a:rPr>
                <a:t>中，设向量</a:t>
              </a:r>
              <a:endParaRPr lang="zh-CN" altLang="en-US" sz="3200" dirty="0">
                <a:solidFill>
                  <a:schemeClr val="tx1"/>
                </a:solidFill>
                <a:latin typeface="Arial" panose="020B0604020202020204" pitchFamily="34" charset="0"/>
                <a:ea typeface="楷体_GB2312" pitchFamily="49" charset="-122"/>
              </a:endParaRPr>
            </a:p>
          </p:txBody>
        </p:sp>
      </p:grpSp>
      <p:sp>
        <p:nvSpPr>
          <p:cNvPr id="16" name="Rectangle 62"/>
          <p:cNvSpPr/>
          <p:nvPr/>
        </p:nvSpPr>
        <p:spPr>
          <a:xfrm>
            <a:off x="642938" y="2071688"/>
            <a:ext cx="1647825" cy="584200"/>
          </a:xfrm>
          <a:prstGeom prst="rect">
            <a:avLst/>
          </a:prstGeom>
          <a:noFill/>
          <a:ln w="9525">
            <a:noFill/>
          </a:ln>
        </p:spPr>
        <p:txBody>
          <a:bodyPr wrap="none" anchor="ctr" anchorCtr="0">
            <a:spAutoFit/>
          </a:bodyPr>
          <a:lstStyle/>
          <a:p>
            <a:r>
              <a:rPr lang="zh-CN" altLang="en-US" sz="3200" dirty="0">
                <a:solidFill>
                  <a:schemeClr val="tx1"/>
                </a:solidFill>
                <a:latin typeface="Arial" panose="020B0604020202020204" pitchFamily="34" charset="0"/>
                <a:ea typeface="楷体_GB2312" pitchFamily="49" charset="-122"/>
              </a:rPr>
              <a:t>（</a:t>
            </a:r>
            <a:r>
              <a:rPr lang="en-US" altLang="zh-CN" sz="3200">
                <a:solidFill>
                  <a:schemeClr val="tx1"/>
                </a:solidFill>
                <a:latin typeface="Arial" panose="020B0604020202020204" pitchFamily="34" charset="0"/>
                <a:ea typeface="楷体_GB2312" pitchFamily="49" charset="-122"/>
              </a:rPr>
              <a:t>1</a:t>
            </a:r>
            <a:r>
              <a:rPr lang="zh-CN" altLang="en-US" sz="3200" dirty="0">
                <a:solidFill>
                  <a:schemeClr val="tx1"/>
                </a:solidFill>
                <a:latin typeface="Arial" panose="020B0604020202020204" pitchFamily="34" charset="0"/>
                <a:ea typeface="楷体_GB2312" pitchFamily="49" charset="-122"/>
              </a:rPr>
              <a:t>）求</a:t>
            </a:r>
          </a:p>
        </p:txBody>
      </p:sp>
      <p:grpSp>
        <p:nvGrpSpPr>
          <p:cNvPr id="3" name="Group 88"/>
          <p:cNvGrpSpPr/>
          <p:nvPr/>
        </p:nvGrpSpPr>
        <p:grpSpPr>
          <a:xfrm>
            <a:off x="2214563" y="2000250"/>
            <a:ext cx="6183312" cy="715963"/>
            <a:chOff x="1137" y="2077"/>
            <a:chExt cx="3867" cy="451"/>
          </a:xfrm>
        </p:grpSpPr>
        <p:graphicFrame>
          <p:nvGraphicFramePr>
            <p:cNvPr id="68625" name="Object 4"/>
            <p:cNvGraphicFramePr/>
            <p:nvPr/>
          </p:nvGraphicFramePr>
          <p:xfrm>
            <a:off x="1137" y="2212"/>
            <a:ext cx="298" cy="279"/>
          </p:xfrm>
          <a:graphic>
            <a:graphicData uri="http://schemas.openxmlformats.org/presentationml/2006/ole">
              <mc:AlternateContent xmlns:mc="http://schemas.openxmlformats.org/markup-compatibility/2006">
                <mc:Choice xmlns:v="urn:schemas-microsoft-com:vml" Requires="v">
                  <p:oleObj r:id="rId4" imgW="152400" imgH="139700" progId="Equation.DSMT4">
                    <p:embed/>
                  </p:oleObj>
                </mc:Choice>
                <mc:Fallback>
                  <p:oleObj r:id="rId4" imgW="152400" imgH="139700" progId="Equation.DSMT4">
                    <p:embed/>
                    <p:pic>
                      <p:nvPicPr>
                        <p:cNvPr id="0" name="图片 3084"/>
                        <p:cNvPicPr/>
                        <p:nvPr/>
                      </p:nvPicPr>
                      <p:blipFill>
                        <a:blip r:embed="rId5"/>
                        <a:stretch>
                          <a:fillRect/>
                        </a:stretch>
                      </p:blipFill>
                      <p:spPr>
                        <a:xfrm>
                          <a:off x="1137" y="2212"/>
                          <a:ext cx="298" cy="279"/>
                        </a:xfrm>
                        <a:prstGeom prst="rect">
                          <a:avLst/>
                        </a:prstGeom>
                        <a:noFill/>
                        <a:ln w="38100">
                          <a:noFill/>
                          <a:miter/>
                        </a:ln>
                      </p:spPr>
                    </p:pic>
                  </p:oleObj>
                </mc:Fallback>
              </mc:AlternateContent>
            </a:graphicData>
          </a:graphic>
        </p:graphicFrame>
        <p:graphicFrame>
          <p:nvGraphicFramePr>
            <p:cNvPr id="68626" name="Object 5"/>
            <p:cNvGraphicFramePr/>
            <p:nvPr/>
          </p:nvGraphicFramePr>
          <p:xfrm>
            <a:off x="1560" y="2160"/>
            <a:ext cx="376" cy="322"/>
          </p:xfrm>
          <a:graphic>
            <a:graphicData uri="http://schemas.openxmlformats.org/presentationml/2006/ole">
              <mc:AlternateContent xmlns:mc="http://schemas.openxmlformats.org/markup-compatibility/2006">
                <mc:Choice xmlns:v="urn:schemas-microsoft-com:vml" Requires="v">
                  <p:oleObj r:id="rId6" imgW="190500" imgH="190500" progId="Equation.DSMT4">
                    <p:embed/>
                  </p:oleObj>
                </mc:Choice>
                <mc:Fallback>
                  <p:oleObj r:id="rId6" imgW="190500" imgH="190500" progId="Equation.DSMT4">
                    <p:embed/>
                    <p:pic>
                      <p:nvPicPr>
                        <p:cNvPr id="0" name="图片 3081"/>
                        <p:cNvPicPr/>
                        <p:nvPr/>
                      </p:nvPicPr>
                      <p:blipFill>
                        <a:blip r:embed="rId7"/>
                        <a:stretch>
                          <a:fillRect/>
                        </a:stretch>
                      </p:blipFill>
                      <p:spPr>
                        <a:xfrm>
                          <a:off x="1560" y="2160"/>
                          <a:ext cx="376" cy="322"/>
                        </a:xfrm>
                        <a:prstGeom prst="rect">
                          <a:avLst/>
                        </a:prstGeom>
                        <a:noFill/>
                        <a:ln w="38100">
                          <a:noFill/>
                          <a:miter/>
                        </a:ln>
                      </p:spPr>
                    </p:pic>
                  </p:oleObj>
                </mc:Fallback>
              </mc:AlternateContent>
            </a:graphicData>
          </a:graphic>
        </p:graphicFrame>
        <p:graphicFrame>
          <p:nvGraphicFramePr>
            <p:cNvPr id="68627" name="Object 6"/>
            <p:cNvGraphicFramePr/>
            <p:nvPr/>
          </p:nvGraphicFramePr>
          <p:xfrm>
            <a:off x="2875" y="2077"/>
            <a:ext cx="1032" cy="450"/>
          </p:xfrm>
          <a:graphic>
            <a:graphicData uri="http://schemas.openxmlformats.org/presentationml/2006/ole">
              <mc:AlternateContent xmlns:mc="http://schemas.openxmlformats.org/markup-compatibility/2006">
                <mc:Choice xmlns:v="urn:schemas-microsoft-com:vml" Requires="v">
                  <p:oleObj r:id="rId8" imgW="520700" imgH="228600" progId="Equation.DSMT4">
                    <p:embed/>
                  </p:oleObj>
                </mc:Choice>
                <mc:Fallback>
                  <p:oleObj r:id="rId8" imgW="520700" imgH="228600" progId="Equation.DSMT4">
                    <p:embed/>
                    <p:pic>
                      <p:nvPicPr>
                        <p:cNvPr id="0" name="图片 3083"/>
                        <p:cNvPicPr/>
                        <p:nvPr/>
                      </p:nvPicPr>
                      <p:blipFill>
                        <a:blip r:embed="rId9"/>
                        <a:stretch>
                          <a:fillRect/>
                        </a:stretch>
                      </p:blipFill>
                      <p:spPr>
                        <a:xfrm>
                          <a:off x="2875" y="2077"/>
                          <a:ext cx="1032" cy="450"/>
                        </a:xfrm>
                        <a:prstGeom prst="rect">
                          <a:avLst/>
                        </a:prstGeom>
                        <a:noFill/>
                        <a:ln w="38100">
                          <a:noFill/>
                          <a:miter/>
                        </a:ln>
                      </p:spPr>
                    </p:pic>
                  </p:oleObj>
                </mc:Fallback>
              </mc:AlternateContent>
            </a:graphicData>
          </a:graphic>
        </p:graphicFrame>
        <p:sp>
          <p:nvSpPr>
            <p:cNvPr id="68628" name="Rectangle 63"/>
            <p:cNvSpPr/>
            <p:nvPr/>
          </p:nvSpPr>
          <p:spPr>
            <a:xfrm>
              <a:off x="1296" y="2160"/>
              <a:ext cx="373" cy="368"/>
            </a:xfrm>
            <a:prstGeom prst="rect">
              <a:avLst/>
            </a:prstGeom>
            <a:noFill/>
            <a:ln w="9525">
              <a:noFill/>
            </a:ln>
          </p:spPr>
          <p:txBody>
            <a:bodyPr wrap="none" anchor="ctr" anchorCtr="0">
              <a:spAutoFit/>
            </a:bodyPr>
            <a:lstStyle/>
            <a:p>
              <a:r>
                <a:rPr lang="zh-CN" altLang="en-US" sz="3200" dirty="0">
                  <a:solidFill>
                    <a:schemeClr val="tx1"/>
                  </a:solidFill>
                  <a:latin typeface="Times New Roman" panose="02020603050405020304" pitchFamily="18" charset="0"/>
                  <a:ea typeface="楷体_GB2312" pitchFamily="49" charset="-122"/>
                </a:rPr>
                <a:t>在</a:t>
              </a:r>
              <a:endParaRPr lang="zh-CN" altLang="en-US" sz="3200" dirty="0">
                <a:solidFill>
                  <a:schemeClr val="tx1"/>
                </a:solidFill>
                <a:latin typeface="Arial" panose="020B0604020202020204" pitchFamily="34" charset="0"/>
                <a:ea typeface="楷体_GB2312" pitchFamily="49" charset="-122"/>
              </a:endParaRPr>
            </a:p>
          </p:txBody>
        </p:sp>
        <p:sp>
          <p:nvSpPr>
            <p:cNvPr id="68629" name="Rectangle 64"/>
            <p:cNvSpPr/>
            <p:nvPr/>
          </p:nvSpPr>
          <p:spPr>
            <a:xfrm>
              <a:off x="1824" y="2141"/>
              <a:ext cx="1145" cy="368"/>
            </a:xfrm>
            <a:prstGeom prst="rect">
              <a:avLst/>
            </a:prstGeom>
            <a:noFill/>
            <a:ln w="9525">
              <a:noFill/>
            </a:ln>
          </p:spPr>
          <p:txBody>
            <a:bodyPr anchor="ctr" anchorCtr="0">
              <a:spAutoFit/>
            </a:bodyPr>
            <a:lstStyle/>
            <a:p>
              <a:r>
                <a:rPr lang="zh-CN" altLang="en-US" sz="3200" dirty="0">
                  <a:solidFill>
                    <a:schemeClr val="tx1"/>
                  </a:solidFill>
                  <a:latin typeface="Times New Roman" panose="02020603050405020304" pitchFamily="18" charset="0"/>
                  <a:ea typeface="楷体_GB2312" pitchFamily="49" charset="-122"/>
                </a:rPr>
                <a:t>的自然基</a:t>
              </a:r>
              <a:endParaRPr lang="zh-CN" altLang="en-US" sz="3200" dirty="0">
                <a:solidFill>
                  <a:schemeClr val="tx1"/>
                </a:solidFill>
                <a:latin typeface="Arial" panose="020B0604020202020204" pitchFamily="34" charset="0"/>
                <a:ea typeface="楷体_GB2312" pitchFamily="49" charset="-122"/>
              </a:endParaRPr>
            </a:p>
          </p:txBody>
        </p:sp>
        <p:sp>
          <p:nvSpPr>
            <p:cNvPr id="68630" name="Rectangle 65"/>
            <p:cNvSpPr/>
            <p:nvPr/>
          </p:nvSpPr>
          <p:spPr>
            <a:xfrm>
              <a:off x="3360" y="2141"/>
              <a:ext cx="1644" cy="368"/>
            </a:xfrm>
            <a:prstGeom prst="rect">
              <a:avLst/>
            </a:prstGeom>
            <a:noFill/>
            <a:ln w="9525">
              <a:noFill/>
            </a:ln>
          </p:spPr>
          <p:txBody>
            <a:bodyPr wrap="none" anchor="ctr" anchorCtr="0">
              <a:spAutoFit/>
            </a:bodyPr>
            <a:lstStyle/>
            <a:p>
              <a:r>
                <a:rPr lang="en-US" altLang="zh-CN" sz="3200" dirty="0">
                  <a:solidFill>
                    <a:schemeClr val="tx1"/>
                  </a:solidFill>
                  <a:latin typeface="Arial" panose="020B0604020202020204" pitchFamily="34" charset="0"/>
                  <a:ea typeface="楷体_GB2312" pitchFamily="49" charset="-122"/>
                </a:rPr>
                <a:t>      </a:t>
              </a:r>
              <a:r>
                <a:rPr lang="zh-CN" altLang="en-US" sz="3200" dirty="0">
                  <a:solidFill>
                    <a:schemeClr val="tx1"/>
                  </a:solidFill>
                  <a:latin typeface="Arial" panose="020B0604020202020204" pitchFamily="34" charset="0"/>
                  <a:ea typeface="楷体_GB2312" pitchFamily="49" charset="-122"/>
                </a:rPr>
                <a:t>下的坐标</a:t>
              </a:r>
              <a:r>
                <a:rPr lang="en-US" altLang="zh-CN" sz="3200">
                  <a:solidFill>
                    <a:schemeClr val="tx1"/>
                  </a:solidFill>
                  <a:latin typeface="Arial" panose="020B0604020202020204" pitchFamily="34" charset="0"/>
                  <a:ea typeface="楷体_GB2312" pitchFamily="49" charset="-122"/>
                </a:rPr>
                <a:t>.</a:t>
              </a:r>
            </a:p>
          </p:txBody>
        </p:sp>
      </p:grpSp>
      <p:sp>
        <p:nvSpPr>
          <p:cNvPr id="24" name="Rectangle 71"/>
          <p:cNvSpPr/>
          <p:nvPr/>
        </p:nvSpPr>
        <p:spPr>
          <a:xfrm>
            <a:off x="642938" y="2724150"/>
            <a:ext cx="1647825" cy="584200"/>
          </a:xfrm>
          <a:prstGeom prst="rect">
            <a:avLst/>
          </a:prstGeom>
          <a:noFill/>
          <a:ln w="9525">
            <a:noFill/>
          </a:ln>
        </p:spPr>
        <p:txBody>
          <a:bodyPr wrap="none" anchor="ctr" anchorCtr="0">
            <a:spAutoFit/>
          </a:bodyPr>
          <a:lstStyle/>
          <a:p>
            <a:r>
              <a:rPr lang="zh-CN" altLang="en-US" sz="3200" dirty="0">
                <a:solidFill>
                  <a:schemeClr val="tx1"/>
                </a:solidFill>
                <a:latin typeface="Arial" panose="020B0604020202020204" pitchFamily="34" charset="0"/>
                <a:ea typeface="楷体_GB2312" pitchFamily="49" charset="-122"/>
              </a:rPr>
              <a:t>（</a:t>
            </a:r>
            <a:r>
              <a:rPr lang="en-US" altLang="zh-CN" sz="3200">
                <a:solidFill>
                  <a:schemeClr val="tx1"/>
                </a:solidFill>
                <a:latin typeface="Arial" panose="020B0604020202020204" pitchFamily="34" charset="0"/>
                <a:ea typeface="楷体_GB2312" pitchFamily="49" charset="-122"/>
              </a:rPr>
              <a:t>2</a:t>
            </a:r>
            <a:r>
              <a:rPr lang="zh-CN" altLang="en-US" sz="3200" dirty="0">
                <a:solidFill>
                  <a:schemeClr val="tx1"/>
                </a:solidFill>
                <a:latin typeface="Arial" panose="020B0604020202020204" pitchFamily="34" charset="0"/>
                <a:ea typeface="楷体_GB2312" pitchFamily="49" charset="-122"/>
              </a:rPr>
              <a:t>）设</a:t>
            </a:r>
          </a:p>
        </p:txBody>
      </p:sp>
      <p:sp>
        <p:nvSpPr>
          <p:cNvPr id="25" name="Rectangle 72"/>
          <p:cNvSpPr/>
          <p:nvPr/>
        </p:nvSpPr>
        <p:spPr>
          <a:xfrm>
            <a:off x="985838" y="3273425"/>
            <a:ext cx="1420812" cy="584200"/>
          </a:xfrm>
          <a:prstGeom prst="rect">
            <a:avLst/>
          </a:prstGeom>
          <a:noFill/>
          <a:ln w="9525">
            <a:noFill/>
          </a:ln>
        </p:spPr>
        <p:txBody>
          <a:bodyPr wrap="none" anchor="ctr" anchorCtr="0">
            <a:spAutoFit/>
          </a:bodyPr>
          <a:lstStyle/>
          <a:p>
            <a:r>
              <a:rPr lang="zh-CN" altLang="en-US" sz="3200" dirty="0">
                <a:solidFill>
                  <a:schemeClr val="tx1"/>
                </a:solidFill>
                <a:latin typeface="Times New Roman" panose="02020603050405020304" pitchFamily="18" charset="0"/>
                <a:ea typeface="楷体_GB2312" pitchFamily="49" charset="-122"/>
              </a:rPr>
              <a:t>证明：</a:t>
            </a:r>
            <a:endParaRPr lang="zh-CN" altLang="en-US" sz="3200" dirty="0">
              <a:solidFill>
                <a:schemeClr val="tx1"/>
              </a:solidFill>
              <a:latin typeface="Arial" panose="020B0604020202020204" pitchFamily="34" charset="0"/>
              <a:ea typeface="楷体_GB2312" pitchFamily="49" charset="-122"/>
            </a:endParaRPr>
          </a:p>
        </p:txBody>
      </p:sp>
      <p:grpSp>
        <p:nvGrpSpPr>
          <p:cNvPr id="4" name="Group 89"/>
          <p:cNvGrpSpPr/>
          <p:nvPr/>
        </p:nvGrpSpPr>
        <p:grpSpPr>
          <a:xfrm>
            <a:off x="2182813" y="3267075"/>
            <a:ext cx="5797550" cy="684213"/>
            <a:chOff x="1152" y="2721"/>
            <a:chExt cx="3652" cy="431"/>
          </a:xfrm>
        </p:grpSpPr>
        <p:graphicFrame>
          <p:nvGraphicFramePr>
            <p:cNvPr id="68634" name="Object 7"/>
            <p:cNvGraphicFramePr/>
            <p:nvPr/>
          </p:nvGraphicFramePr>
          <p:xfrm>
            <a:off x="1152" y="2721"/>
            <a:ext cx="1010" cy="399"/>
          </p:xfrm>
          <a:graphic>
            <a:graphicData uri="http://schemas.openxmlformats.org/presentationml/2006/ole">
              <mc:AlternateContent xmlns:mc="http://schemas.openxmlformats.org/markup-compatibility/2006">
                <mc:Choice xmlns:v="urn:schemas-microsoft-com:vml" Requires="v">
                  <p:oleObj r:id="rId10" imgW="584200" imgH="228600" progId="Equation.DSMT4">
                    <p:embed/>
                  </p:oleObj>
                </mc:Choice>
                <mc:Fallback>
                  <p:oleObj r:id="rId10" imgW="584200" imgH="228600" progId="Equation.DSMT4">
                    <p:embed/>
                    <p:pic>
                      <p:nvPicPr>
                        <p:cNvPr id="0" name="图片 3085"/>
                        <p:cNvPicPr/>
                        <p:nvPr/>
                      </p:nvPicPr>
                      <p:blipFill>
                        <a:blip r:embed="rId11"/>
                        <a:stretch>
                          <a:fillRect/>
                        </a:stretch>
                      </p:blipFill>
                      <p:spPr>
                        <a:xfrm>
                          <a:off x="1152" y="2721"/>
                          <a:ext cx="1010" cy="399"/>
                        </a:xfrm>
                        <a:prstGeom prst="rect">
                          <a:avLst/>
                        </a:prstGeom>
                        <a:noFill/>
                        <a:ln w="38100">
                          <a:noFill/>
                          <a:miter/>
                        </a:ln>
                      </p:spPr>
                    </p:pic>
                  </p:oleObj>
                </mc:Fallback>
              </mc:AlternateContent>
            </a:graphicData>
          </a:graphic>
        </p:graphicFrame>
        <p:graphicFrame>
          <p:nvGraphicFramePr>
            <p:cNvPr id="68635" name="Object 8"/>
            <p:cNvGraphicFramePr/>
            <p:nvPr/>
          </p:nvGraphicFramePr>
          <p:xfrm>
            <a:off x="2366" y="2784"/>
            <a:ext cx="336" cy="288"/>
          </p:xfrm>
          <a:graphic>
            <a:graphicData uri="http://schemas.openxmlformats.org/presentationml/2006/ole">
              <mc:AlternateContent xmlns:mc="http://schemas.openxmlformats.org/markup-compatibility/2006">
                <mc:Choice xmlns:v="urn:schemas-microsoft-com:vml" Requires="v">
                  <p:oleObj r:id="rId12" imgW="190500" imgH="190500" progId="Equation.DSMT4">
                    <p:embed/>
                  </p:oleObj>
                </mc:Choice>
                <mc:Fallback>
                  <p:oleObj r:id="rId12" imgW="190500" imgH="190500" progId="Equation.DSMT4">
                    <p:embed/>
                    <p:pic>
                      <p:nvPicPr>
                        <p:cNvPr id="0" name="图片 3082"/>
                        <p:cNvPicPr/>
                        <p:nvPr/>
                      </p:nvPicPr>
                      <p:blipFill>
                        <a:blip r:embed="rId13"/>
                        <a:stretch>
                          <a:fillRect/>
                        </a:stretch>
                      </p:blipFill>
                      <p:spPr>
                        <a:xfrm>
                          <a:off x="2366" y="2784"/>
                          <a:ext cx="336" cy="288"/>
                        </a:xfrm>
                        <a:prstGeom prst="rect">
                          <a:avLst/>
                        </a:prstGeom>
                        <a:noFill/>
                        <a:ln w="38100">
                          <a:noFill/>
                          <a:miter/>
                        </a:ln>
                      </p:spPr>
                    </p:pic>
                  </p:oleObj>
                </mc:Fallback>
              </mc:AlternateContent>
            </a:graphicData>
          </a:graphic>
        </p:graphicFrame>
        <p:sp>
          <p:nvSpPr>
            <p:cNvPr id="68636" name="Rectangle 73"/>
            <p:cNvSpPr/>
            <p:nvPr/>
          </p:nvSpPr>
          <p:spPr>
            <a:xfrm>
              <a:off x="2056" y="2765"/>
              <a:ext cx="376" cy="368"/>
            </a:xfrm>
            <a:prstGeom prst="rect">
              <a:avLst/>
            </a:prstGeom>
            <a:noFill/>
            <a:ln w="9525">
              <a:noFill/>
            </a:ln>
          </p:spPr>
          <p:txBody>
            <a:bodyPr wrap="none" anchor="ctr" anchorCtr="0">
              <a:spAutoFit/>
            </a:bodyPr>
            <a:lstStyle/>
            <a:p>
              <a:r>
                <a:rPr lang="zh-CN" altLang="en-US" sz="3200" dirty="0">
                  <a:solidFill>
                    <a:schemeClr val="tx1"/>
                  </a:solidFill>
                  <a:latin typeface="Times New Roman" panose="02020603050405020304" pitchFamily="18" charset="0"/>
                  <a:ea typeface="楷体_GB2312" pitchFamily="49" charset="-122"/>
                </a:rPr>
                <a:t>是</a:t>
              </a:r>
              <a:endParaRPr lang="zh-CN" altLang="en-US" sz="3200" dirty="0">
                <a:solidFill>
                  <a:schemeClr val="tx1"/>
                </a:solidFill>
                <a:latin typeface="Arial" panose="020B0604020202020204" pitchFamily="34" charset="0"/>
                <a:ea typeface="楷体_GB2312" pitchFamily="49" charset="-122"/>
              </a:endParaRPr>
            </a:p>
          </p:txBody>
        </p:sp>
        <p:sp>
          <p:nvSpPr>
            <p:cNvPr id="68637" name="Rectangle 74"/>
            <p:cNvSpPr/>
            <p:nvPr/>
          </p:nvSpPr>
          <p:spPr>
            <a:xfrm>
              <a:off x="2612" y="2784"/>
              <a:ext cx="2192" cy="368"/>
            </a:xfrm>
            <a:prstGeom prst="rect">
              <a:avLst/>
            </a:prstGeom>
            <a:noFill/>
            <a:ln w="9525">
              <a:noFill/>
            </a:ln>
          </p:spPr>
          <p:txBody>
            <a:bodyPr wrap="none" anchor="ctr" anchorCtr="0">
              <a:spAutoFit/>
            </a:bodyPr>
            <a:lstStyle/>
            <a:p>
              <a:r>
                <a:rPr lang="zh-CN" altLang="en-US" sz="3200" dirty="0">
                  <a:solidFill>
                    <a:schemeClr val="tx1"/>
                  </a:solidFill>
                  <a:latin typeface="Times New Roman" panose="02020603050405020304" pitchFamily="18" charset="0"/>
                  <a:ea typeface="楷体_GB2312" pitchFamily="49" charset="-122"/>
                </a:rPr>
                <a:t>的一组基，且求出</a:t>
              </a:r>
              <a:endParaRPr lang="zh-CN" altLang="en-US" sz="3200" dirty="0">
                <a:solidFill>
                  <a:schemeClr val="tx1"/>
                </a:solidFill>
                <a:latin typeface="Arial" panose="020B0604020202020204" pitchFamily="34" charset="0"/>
                <a:ea typeface="楷体_GB2312" pitchFamily="49" charset="-122"/>
              </a:endParaRPr>
            </a:p>
          </p:txBody>
        </p:sp>
      </p:grpSp>
      <p:grpSp>
        <p:nvGrpSpPr>
          <p:cNvPr id="5" name="Group 90"/>
          <p:cNvGrpSpPr/>
          <p:nvPr/>
        </p:nvGrpSpPr>
        <p:grpSpPr>
          <a:xfrm>
            <a:off x="2259013" y="3824288"/>
            <a:ext cx="2455862" cy="676275"/>
            <a:chOff x="3868" y="2726"/>
            <a:chExt cx="1547" cy="426"/>
          </a:xfrm>
        </p:grpSpPr>
        <p:graphicFrame>
          <p:nvGraphicFramePr>
            <p:cNvPr id="68639" name="Object 9"/>
            <p:cNvGraphicFramePr/>
            <p:nvPr/>
          </p:nvGraphicFramePr>
          <p:xfrm>
            <a:off x="3868" y="2838"/>
            <a:ext cx="240" cy="225"/>
          </p:xfrm>
          <a:graphic>
            <a:graphicData uri="http://schemas.openxmlformats.org/presentationml/2006/ole">
              <mc:AlternateContent xmlns:mc="http://schemas.openxmlformats.org/markup-compatibility/2006">
                <mc:Choice xmlns:v="urn:schemas-microsoft-com:vml" Requires="v">
                  <p:oleObj r:id="rId14" imgW="152400" imgH="139700" progId="Equation.DSMT4">
                    <p:embed/>
                  </p:oleObj>
                </mc:Choice>
                <mc:Fallback>
                  <p:oleObj r:id="rId14" imgW="152400" imgH="139700" progId="Equation.DSMT4">
                    <p:embed/>
                    <p:pic>
                      <p:nvPicPr>
                        <p:cNvPr id="0" name="图片 3086"/>
                        <p:cNvPicPr/>
                        <p:nvPr/>
                      </p:nvPicPr>
                      <p:blipFill>
                        <a:blip r:embed="rId15"/>
                        <a:stretch>
                          <a:fillRect/>
                        </a:stretch>
                      </p:blipFill>
                      <p:spPr>
                        <a:xfrm>
                          <a:off x="3868" y="2838"/>
                          <a:ext cx="240" cy="225"/>
                        </a:xfrm>
                        <a:prstGeom prst="rect">
                          <a:avLst/>
                        </a:prstGeom>
                        <a:noFill/>
                        <a:ln w="38100">
                          <a:noFill/>
                          <a:miter/>
                        </a:ln>
                      </p:spPr>
                    </p:pic>
                  </p:oleObj>
                </mc:Fallback>
              </mc:AlternateContent>
            </a:graphicData>
          </a:graphic>
        </p:graphicFrame>
        <p:graphicFrame>
          <p:nvGraphicFramePr>
            <p:cNvPr id="68640" name="Object 10"/>
            <p:cNvGraphicFramePr/>
            <p:nvPr/>
          </p:nvGraphicFramePr>
          <p:xfrm>
            <a:off x="4368" y="2726"/>
            <a:ext cx="1047" cy="412"/>
          </p:xfrm>
          <a:graphic>
            <a:graphicData uri="http://schemas.openxmlformats.org/presentationml/2006/ole">
              <mc:AlternateContent xmlns:mc="http://schemas.openxmlformats.org/markup-compatibility/2006">
                <mc:Choice xmlns:v="urn:schemas-microsoft-com:vml" Requires="v">
                  <p:oleObj r:id="rId16" imgW="584200" imgH="228600" progId="Equation.DSMT4">
                    <p:embed/>
                  </p:oleObj>
                </mc:Choice>
                <mc:Fallback>
                  <p:oleObj r:id="rId16" imgW="584200" imgH="228600" progId="Equation.DSMT4">
                    <p:embed/>
                    <p:pic>
                      <p:nvPicPr>
                        <p:cNvPr id="0" name="图片 3087"/>
                        <p:cNvPicPr/>
                        <p:nvPr/>
                      </p:nvPicPr>
                      <p:blipFill>
                        <a:blip r:embed="rId11"/>
                        <a:stretch>
                          <a:fillRect/>
                        </a:stretch>
                      </p:blipFill>
                      <p:spPr>
                        <a:xfrm>
                          <a:off x="4368" y="2726"/>
                          <a:ext cx="1047" cy="412"/>
                        </a:xfrm>
                        <a:prstGeom prst="rect">
                          <a:avLst/>
                        </a:prstGeom>
                        <a:noFill/>
                        <a:ln w="38100">
                          <a:noFill/>
                          <a:miter/>
                        </a:ln>
                      </p:spPr>
                    </p:pic>
                  </p:oleObj>
                </mc:Fallback>
              </mc:AlternateContent>
            </a:graphicData>
          </a:graphic>
        </p:graphicFrame>
        <p:sp>
          <p:nvSpPr>
            <p:cNvPr id="68641" name="Rectangle 75"/>
            <p:cNvSpPr/>
            <p:nvPr/>
          </p:nvSpPr>
          <p:spPr>
            <a:xfrm>
              <a:off x="4108" y="2784"/>
              <a:ext cx="376" cy="368"/>
            </a:xfrm>
            <a:prstGeom prst="rect">
              <a:avLst/>
            </a:prstGeom>
            <a:noFill/>
            <a:ln w="9525">
              <a:noFill/>
            </a:ln>
          </p:spPr>
          <p:txBody>
            <a:bodyPr wrap="none" anchor="ctr" anchorCtr="0">
              <a:spAutoFit/>
            </a:bodyPr>
            <a:lstStyle/>
            <a:p>
              <a:r>
                <a:rPr lang="zh-CN" altLang="en-US" sz="3200" dirty="0">
                  <a:solidFill>
                    <a:schemeClr val="tx1"/>
                  </a:solidFill>
                  <a:latin typeface="Times New Roman" panose="02020603050405020304" pitchFamily="18" charset="0"/>
                  <a:ea typeface="楷体_GB2312" pitchFamily="49" charset="-122"/>
                </a:rPr>
                <a:t>在</a:t>
              </a:r>
              <a:endParaRPr lang="zh-CN" altLang="en-US" sz="3200" dirty="0">
                <a:solidFill>
                  <a:schemeClr val="tx1"/>
                </a:solidFill>
                <a:latin typeface="Arial" panose="020B0604020202020204" pitchFamily="34" charset="0"/>
                <a:ea typeface="楷体_GB2312" pitchFamily="49" charset="-122"/>
              </a:endParaRPr>
            </a:p>
          </p:txBody>
        </p:sp>
      </p:grpSp>
      <p:sp>
        <p:nvSpPr>
          <p:cNvPr id="35" name="Rectangle 76"/>
          <p:cNvSpPr/>
          <p:nvPr/>
        </p:nvSpPr>
        <p:spPr>
          <a:xfrm>
            <a:off x="4572000" y="3879850"/>
            <a:ext cx="1946275" cy="584200"/>
          </a:xfrm>
          <a:prstGeom prst="rect">
            <a:avLst/>
          </a:prstGeom>
          <a:noFill/>
          <a:ln w="9525">
            <a:noFill/>
          </a:ln>
        </p:spPr>
        <p:txBody>
          <a:bodyPr wrap="none" anchor="ctr" anchorCtr="0">
            <a:spAutoFit/>
          </a:bodyPr>
          <a:lstStyle/>
          <a:p>
            <a:r>
              <a:rPr lang="zh-CN" altLang="en-US" sz="3200" dirty="0">
                <a:solidFill>
                  <a:schemeClr val="tx1"/>
                </a:solidFill>
                <a:latin typeface="Arial" panose="020B0604020202020204" pitchFamily="34" charset="0"/>
                <a:ea typeface="楷体_GB2312" pitchFamily="49" charset="-122"/>
              </a:rPr>
              <a:t>下的坐标</a:t>
            </a:r>
            <a:r>
              <a:rPr lang="en-US" altLang="zh-CN" sz="3200">
                <a:solidFill>
                  <a:schemeClr val="tx1"/>
                </a:solidFill>
                <a:latin typeface="Arial" panose="020B0604020202020204" pitchFamily="34" charset="0"/>
                <a:ea typeface="楷体_GB2312" pitchFamily="49" charset="-122"/>
              </a:rPr>
              <a:t>.</a:t>
            </a:r>
          </a:p>
        </p:txBody>
      </p:sp>
      <p:graphicFrame>
        <p:nvGraphicFramePr>
          <p:cNvPr id="68643" name="Object 11"/>
          <p:cNvGraphicFramePr/>
          <p:nvPr/>
        </p:nvGraphicFramePr>
        <p:xfrm>
          <a:off x="5937250" y="1357313"/>
          <a:ext cx="2384425" cy="644525"/>
        </p:xfrm>
        <a:graphic>
          <a:graphicData uri="http://schemas.openxmlformats.org/presentationml/2006/ole">
            <mc:AlternateContent xmlns:mc="http://schemas.openxmlformats.org/markup-compatibility/2006">
              <mc:Choice xmlns:v="urn:schemas-microsoft-com:vml" Requires="v">
                <p:oleObj r:id="rId17" imgW="889000" imgH="241300" progId="Equation.3">
                  <p:embed/>
                </p:oleObj>
              </mc:Choice>
              <mc:Fallback>
                <p:oleObj r:id="rId17" imgW="889000" imgH="241300" progId="Equation.3">
                  <p:embed/>
                  <p:pic>
                    <p:nvPicPr>
                      <p:cNvPr id="0" name="图片 3088"/>
                      <p:cNvPicPr/>
                      <p:nvPr/>
                    </p:nvPicPr>
                    <p:blipFill>
                      <a:blip r:embed="rId18"/>
                      <a:stretch>
                        <a:fillRect/>
                      </a:stretch>
                    </p:blipFill>
                    <p:spPr>
                      <a:xfrm>
                        <a:off x="5937250" y="1357313"/>
                        <a:ext cx="2384425" cy="644525"/>
                      </a:xfrm>
                      <a:prstGeom prst="rect">
                        <a:avLst/>
                      </a:prstGeom>
                      <a:noFill/>
                      <a:ln w="38100">
                        <a:noFill/>
                        <a:miter/>
                      </a:ln>
                    </p:spPr>
                  </p:pic>
                </p:oleObj>
              </mc:Fallback>
            </mc:AlternateContent>
          </a:graphicData>
        </a:graphic>
      </p:graphicFrame>
      <p:graphicFrame>
        <p:nvGraphicFramePr>
          <p:cNvPr id="2" name="对象 -2147479269"/>
          <p:cNvGraphicFramePr>
            <a:graphicFrameLocks noChangeAspect="1"/>
          </p:cNvGraphicFramePr>
          <p:nvPr/>
        </p:nvGraphicFramePr>
        <p:xfrm>
          <a:off x="2406333" y="2717483"/>
          <a:ext cx="5542915" cy="518160"/>
        </p:xfrm>
        <a:graphic>
          <a:graphicData uri="http://schemas.openxmlformats.org/presentationml/2006/ole">
            <mc:AlternateContent xmlns:mc="http://schemas.openxmlformats.org/markup-compatibility/2006">
              <mc:Choice xmlns:v="urn:schemas-microsoft-com:vml" Requires="v">
                <p:oleObj r:id="rId19" imgW="2565400" imgH="241300" progId="Equation.DSMT4">
                  <p:embed/>
                </p:oleObj>
              </mc:Choice>
              <mc:Fallback>
                <p:oleObj r:id="rId19" imgW="2565400" imgH="241300" progId="Equation.DSMT4">
                  <p:embed/>
                  <p:pic>
                    <p:nvPicPr>
                      <p:cNvPr id="0" name="图片 3075"/>
                      <p:cNvPicPr/>
                      <p:nvPr/>
                    </p:nvPicPr>
                    <p:blipFill>
                      <a:blip r:embed="rId20"/>
                      <a:stretch>
                        <a:fillRect/>
                      </a:stretch>
                    </p:blipFill>
                    <p:spPr>
                      <a:xfrm>
                        <a:off x="2406333" y="2717483"/>
                        <a:ext cx="5542915" cy="518160"/>
                      </a:xfrm>
                      <a:prstGeom prst="rect">
                        <a:avLst/>
                      </a:prstGeom>
                      <a:noFill/>
                      <a:ln w="38100">
                        <a:noFill/>
                        <a:miter/>
                      </a:ln>
                    </p:spPr>
                  </p:pic>
                </p:oleObj>
              </mc:Fallback>
            </mc:AlternateContent>
          </a:graphicData>
        </a:graphic>
      </p:graphicFrame>
    </p:spTree>
  </p:cSld>
  <p:clrMapOvr>
    <a:masterClrMapping/>
  </p:clrMapOvr>
  <p:transition spd="med">
    <p:cover dir="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椭圆 58369">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58371" name="椭圆 58370">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58372" name="矩形 58371">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58373" name="对象 58372"/>
          <p:cNvGraphicFramePr/>
          <p:nvPr/>
        </p:nvGraphicFramePr>
        <p:xfrm>
          <a:off x="539750" y="1989138"/>
          <a:ext cx="8140700" cy="2667000"/>
        </p:xfrm>
        <a:graphic>
          <a:graphicData uri="http://schemas.openxmlformats.org/presentationml/2006/ole">
            <mc:AlternateContent xmlns:mc="http://schemas.openxmlformats.org/markup-compatibility/2006">
              <mc:Choice xmlns:v="urn:schemas-microsoft-com:vml" Requires="v">
                <p:oleObj r:id="rId2" imgW="6053455" imgH="1984375" progId="Word.Document.8">
                  <p:embed/>
                </p:oleObj>
              </mc:Choice>
              <mc:Fallback>
                <p:oleObj r:id="rId2" imgW="6053455" imgH="1984375" progId="Word.Document.8">
                  <p:embed/>
                  <p:pic>
                    <p:nvPicPr>
                      <p:cNvPr id="0" name="图片 3080"/>
                      <p:cNvPicPr/>
                      <p:nvPr/>
                    </p:nvPicPr>
                    <p:blipFill>
                      <a:blip r:embed="rId3">
                        <a:clrChange>
                          <a:clrFrom>
                            <a:srgbClr val="000000"/>
                          </a:clrFrom>
                          <a:clrTo>
                            <a:srgbClr val="FFFF00"/>
                          </a:clrTo>
                        </a:clrChange>
                        <a:clrChange>
                          <a:clrFrom>
                            <a:srgbClr val="FFFFFF"/>
                          </a:clrFrom>
                          <a:clrTo>
                            <a:srgbClr val="FFFF00"/>
                          </a:clrTo>
                        </a:clrChange>
                      </a:blip>
                      <a:stretch>
                        <a:fillRect/>
                      </a:stretch>
                    </p:blipFill>
                    <p:spPr>
                      <a:xfrm>
                        <a:off x="539750" y="1989138"/>
                        <a:ext cx="8140700" cy="2667000"/>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8373"/>
                                        </p:tgtEl>
                                        <p:attrNameLst>
                                          <p:attrName>style.visibility</p:attrName>
                                        </p:attrNameLst>
                                      </p:cBhvr>
                                      <p:to>
                                        <p:strVal val="visible"/>
                                      </p:to>
                                    </p:set>
                                    <p:anim calcmode="lin" valueType="num">
                                      <p:cBhvr additive="base">
                                        <p:cTn id="7" dur="500" fill="hold"/>
                                        <p:tgtEl>
                                          <p:spTgt spid="58373"/>
                                        </p:tgtEl>
                                        <p:attrNameLst>
                                          <p:attrName>ppt_x</p:attrName>
                                        </p:attrNameLst>
                                      </p:cBhvr>
                                      <p:tavLst>
                                        <p:tav tm="0">
                                          <p:val>
                                            <p:strVal val="0-#ppt_w/2"/>
                                          </p:val>
                                        </p:tav>
                                        <p:tav tm="100000">
                                          <p:val>
                                            <p:strVal val="#ppt_x"/>
                                          </p:val>
                                        </p:tav>
                                      </p:tavLst>
                                    </p:anim>
                                    <p:anim calcmode="lin" valueType="num">
                                      <p:cBhvr additive="base">
                                        <p:cTn id="8" dur="500" fill="hold"/>
                                        <p:tgtEl>
                                          <p:spTgt spid="583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椭圆 55297">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55299" name="椭圆 55298">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55300" name="矩形 55299">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55301" name="对象 55300"/>
          <p:cNvGraphicFramePr/>
          <p:nvPr/>
        </p:nvGraphicFramePr>
        <p:xfrm>
          <a:off x="611505" y="116205"/>
          <a:ext cx="8140700" cy="533400"/>
        </p:xfrm>
        <a:graphic>
          <a:graphicData uri="http://schemas.openxmlformats.org/presentationml/2006/ole">
            <mc:AlternateContent xmlns:mc="http://schemas.openxmlformats.org/markup-compatibility/2006">
              <mc:Choice xmlns:v="urn:schemas-microsoft-com:vml" Requires="v">
                <p:oleObj r:id="rId2" imgW="6053455" imgH="402590" progId="Word.Document.8">
                  <p:embed/>
                </p:oleObj>
              </mc:Choice>
              <mc:Fallback>
                <p:oleObj r:id="rId2" imgW="6053455" imgH="402590" progId="Word.Document.8">
                  <p:embed/>
                  <p:pic>
                    <p:nvPicPr>
                      <p:cNvPr id="0" name="图片 3098"/>
                      <p:cNvPicPr/>
                      <p:nvPr/>
                    </p:nvPicPr>
                    <p:blipFill>
                      <a:blip r:embed="rId3">
                        <a:clrChange>
                          <a:clrFrom>
                            <a:srgbClr val="000000"/>
                          </a:clrFrom>
                          <a:clrTo>
                            <a:srgbClr val="FFFF00"/>
                          </a:clrTo>
                        </a:clrChange>
                      </a:blip>
                      <a:stretch>
                        <a:fillRect/>
                      </a:stretch>
                    </p:blipFill>
                    <p:spPr>
                      <a:xfrm>
                        <a:off x="611505" y="116205"/>
                        <a:ext cx="8140700" cy="533400"/>
                      </a:xfrm>
                      <a:prstGeom prst="rect">
                        <a:avLst/>
                      </a:prstGeom>
                      <a:noFill/>
                      <a:ln w="38100">
                        <a:noFill/>
                        <a:miter/>
                      </a:ln>
                    </p:spPr>
                  </p:pic>
                </p:oleObj>
              </mc:Fallback>
            </mc:AlternateContent>
          </a:graphicData>
        </a:graphic>
      </p:graphicFrame>
      <p:sp>
        <p:nvSpPr>
          <p:cNvPr id="55305" name="矩形 55304"/>
          <p:cNvSpPr/>
          <p:nvPr/>
        </p:nvSpPr>
        <p:spPr>
          <a:xfrm>
            <a:off x="0" y="2676525"/>
            <a:ext cx="9144000" cy="0"/>
          </a:xfrm>
          <a:prstGeom prst="rect">
            <a:avLst/>
          </a:prstGeom>
          <a:noFill/>
          <a:ln w="9525">
            <a:noFill/>
          </a:ln>
        </p:spPr>
        <p:txBody>
          <a:bodyPr/>
          <a:lstStyle/>
          <a:p>
            <a:endParaRPr lang="zh-CN" altLang="en-US"/>
          </a:p>
        </p:txBody>
      </p:sp>
      <p:graphicFrame>
        <p:nvGraphicFramePr>
          <p:cNvPr id="55304" name="对象 55303"/>
          <p:cNvGraphicFramePr/>
          <p:nvPr/>
        </p:nvGraphicFramePr>
        <p:xfrm>
          <a:off x="2628265" y="2204720"/>
          <a:ext cx="4369435" cy="1685290"/>
        </p:xfrm>
        <a:graphic>
          <a:graphicData uri="http://schemas.openxmlformats.org/presentationml/2006/ole">
            <mc:AlternateContent xmlns:mc="http://schemas.openxmlformats.org/markup-compatibility/2006">
              <mc:Choice xmlns:v="urn:schemas-microsoft-com:vml" Requires="v">
                <p:oleObj r:id="rId4" imgW="2336800" imgH="939800" progId="Equation.DSMT4">
                  <p:embed/>
                </p:oleObj>
              </mc:Choice>
              <mc:Fallback>
                <p:oleObj r:id="rId4" imgW="2336800" imgH="939800" progId="Equation.DSMT4">
                  <p:embed/>
                  <p:pic>
                    <p:nvPicPr>
                      <p:cNvPr id="0" name="图片 3099"/>
                      <p:cNvPicPr/>
                      <p:nvPr/>
                    </p:nvPicPr>
                    <p:blipFill>
                      <a:blip r:embed="rId5">
                        <a:clrChange>
                          <a:clrFrom>
                            <a:srgbClr val="000000"/>
                          </a:clrFrom>
                          <a:clrTo>
                            <a:srgbClr val="FFFF00"/>
                          </a:clrTo>
                        </a:clrChange>
                      </a:blip>
                      <a:stretch>
                        <a:fillRect/>
                      </a:stretch>
                    </p:blipFill>
                    <p:spPr>
                      <a:xfrm>
                        <a:off x="2628265" y="2204720"/>
                        <a:ext cx="4369435" cy="1685290"/>
                      </a:xfrm>
                      <a:prstGeom prst="rect">
                        <a:avLst/>
                      </a:prstGeom>
                      <a:noFill/>
                      <a:ln w="38100">
                        <a:noFill/>
                        <a:miter/>
                      </a:ln>
                    </p:spPr>
                  </p:pic>
                </p:oleObj>
              </mc:Fallback>
            </mc:AlternateContent>
          </a:graphicData>
        </a:graphic>
      </p:graphicFrame>
      <p:sp>
        <p:nvSpPr>
          <p:cNvPr id="10" name="文本框 9"/>
          <p:cNvSpPr txBox="1"/>
          <p:nvPr/>
        </p:nvSpPr>
        <p:spPr>
          <a:xfrm>
            <a:off x="251460" y="764540"/>
            <a:ext cx="8441055" cy="1568450"/>
          </a:xfrm>
          <a:prstGeom prst="rect">
            <a:avLst/>
          </a:prstGeom>
          <a:noFill/>
        </p:spPr>
        <p:txBody>
          <a:bodyPr wrap="square" rtlCol="0" anchor="t">
            <a:spAutoFit/>
          </a:bodyPr>
          <a:lstStyle/>
          <a:p>
            <a:r>
              <a:rPr lang="en-US" altLang="zh-CN" sz="3200" dirty="0">
                <a:solidFill>
                  <a:srgbClr val="FF0000"/>
                </a:solidFill>
                <a:ea typeface="楷体_GB2312"/>
                <a:sym typeface="+mn-ea"/>
              </a:rPr>
              <a:t> </a:t>
            </a:r>
            <a:r>
              <a:rPr lang="zh-CN" altLang="en-US" sz="3200" dirty="0">
                <a:solidFill>
                  <a:srgbClr val="000000"/>
                </a:solidFill>
                <a:ea typeface="楷体_GB2312"/>
                <a:sym typeface="+mn-ea"/>
              </a:rPr>
              <a:t>设向量组</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 </a:t>
            </a:r>
            <a:r>
              <a:rPr lang="en-US" altLang="zh-CN" sz="3200" i="1" dirty="0">
                <a:sym typeface="+mn-ea"/>
              </a:rPr>
              <a:t>α</a:t>
            </a:r>
            <a:r>
              <a:rPr lang="en-US" altLang="zh-CN" sz="3200" i="1" baseline="-25000" dirty="0">
                <a:sym typeface="+mn-ea"/>
              </a:rPr>
              <a:t>n</a:t>
            </a:r>
            <a:r>
              <a:rPr lang="zh-CN" altLang="en-US" sz="3200" dirty="0">
                <a:solidFill>
                  <a:srgbClr val="000000"/>
                </a:solidFill>
                <a:ea typeface="楷体_GB2312"/>
                <a:sym typeface="+mn-ea"/>
              </a:rPr>
              <a:t>及</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 </a:t>
            </a:r>
            <a:r>
              <a:rPr lang="en-US" altLang="zh-CN" sz="3200" i="1" dirty="0">
                <a:sym typeface="+mn-ea"/>
              </a:rPr>
              <a:t>β</a:t>
            </a:r>
            <a:r>
              <a:rPr lang="en-US" altLang="zh-CN" sz="3200" i="1" baseline="-25000" dirty="0">
                <a:sym typeface="+mn-ea"/>
              </a:rPr>
              <a:t>n</a:t>
            </a:r>
            <a:r>
              <a:rPr lang="zh-CN" altLang="en-US" sz="3200" dirty="0">
                <a:solidFill>
                  <a:srgbClr val="000000"/>
                </a:solidFill>
                <a:ea typeface="楷体_GB2312"/>
                <a:sym typeface="+mn-ea"/>
              </a:rPr>
              <a:t>为</a:t>
            </a:r>
            <a:r>
              <a:rPr lang="en-US" altLang="zh-CN" sz="3200" i="1" dirty="0">
                <a:sym typeface="+mn-ea"/>
              </a:rPr>
              <a:t>n</a:t>
            </a:r>
            <a:r>
              <a:rPr lang="zh-CN" altLang="en-US" sz="3200" dirty="0">
                <a:solidFill>
                  <a:srgbClr val="000000"/>
                </a:solidFill>
                <a:ea typeface="楷体_GB2312"/>
                <a:sym typeface="+mn-ea"/>
              </a:rPr>
              <a:t>维向量空间</a:t>
            </a:r>
            <a:r>
              <a:rPr lang="en-US" altLang="zh-CN" sz="3200" i="1" dirty="0">
                <a:sym typeface="+mn-ea"/>
              </a:rPr>
              <a:t>V</a:t>
            </a:r>
            <a:r>
              <a:rPr lang="zh-CN" altLang="en-US" sz="3200" dirty="0">
                <a:sym typeface="+mn-ea"/>
              </a:rPr>
              <a:t>的两</a:t>
            </a:r>
            <a:r>
              <a:rPr lang="zh-CN" altLang="en-US" sz="3200" dirty="0">
                <a:solidFill>
                  <a:srgbClr val="000000"/>
                </a:solidFill>
                <a:ea typeface="楷体_GB2312"/>
                <a:sym typeface="+mn-ea"/>
              </a:rPr>
              <a:t>个基，易知每个</a:t>
            </a:r>
            <a:r>
              <a:rPr lang="en-US" altLang="zh-CN" sz="3200" i="1" dirty="0">
                <a:sym typeface="+mn-ea"/>
              </a:rPr>
              <a:t>β</a:t>
            </a:r>
            <a:r>
              <a:rPr lang="en-US" altLang="zh-CN" sz="3200" i="1" baseline="-25000" dirty="0">
                <a:sym typeface="+mn-ea"/>
              </a:rPr>
              <a:t>i</a:t>
            </a:r>
            <a:r>
              <a:rPr lang="zh-CN" altLang="en-US" sz="3200" dirty="0">
                <a:solidFill>
                  <a:srgbClr val="000000"/>
                </a:solidFill>
                <a:ea typeface="楷体_GB2312"/>
                <a:sym typeface="+mn-ea"/>
              </a:rPr>
              <a:t>可由</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 </a:t>
            </a:r>
            <a:r>
              <a:rPr lang="en-US" altLang="zh-CN" sz="3200" i="1" dirty="0">
                <a:sym typeface="+mn-ea"/>
              </a:rPr>
              <a:t>α</a:t>
            </a:r>
            <a:r>
              <a:rPr lang="en-US" altLang="zh-CN" sz="3200" i="1" baseline="-25000" dirty="0">
                <a:sym typeface="+mn-ea"/>
              </a:rPr>
              <a:t>n</a:t>
            </a:r>
            <a:r>
              <a:rPr lang="zh-CN" altLang="en-US" sz="3200" dirty="0">
                <a:solidFill>
                  <a:srgbClr val="000000"/>
                </a:solidFill>
                <a:ea typeface="楷体_GB2312"/>
                <a:sym typeface="+mn-ea"/>
              </a:rPr>
              <a:t>线性表示，即有</a:t>
            </a:r>
            <a:endParaRPr lang="en-US" altLang="zh-CN" sz="3200" dirty="0">
              <a:solidFill>
                <a:srgbClr val="000000"/>
              </a:solidFill>
              <a:ea typeface="楷体_GB2312"/>
              <a:sym typeface="+mn-ea"/>
            </a:endParaRPr>
          </a:p>
        </p:txBody>
      </p:sp>
      <p:sp>
        <p:nvSpPr>
          <p:cNvPr id="2" name="文本框 1"/>
          <p:cNvSpPr txBox="1"/>
          <p:nvPr/>
        </p:nvSpPr>
        <p:spPr>
          <a:xfrm>
            <a:off x="467995" y="4524375"/>
            <a:ext cx="664845" cy="583565"/>
          </a:xfrm>
          <a:prstGeom prst="rect">
            <a:avLst/>
          </a:prstGeom>
          <a:noFill/>
        </p:spPr>
        <p:txBody>
          <a:bodyPr wrap="square" rtlCol="0" anchor="t">
            <a:spAutoFit/>
          </a:bodyPr>
          <a:lstStyle/>
          <a:p>
            <a:r>
              <a:rPr lang="zh-CN" altLang="en-US" sz="3200" dirty="0">
                <a:solidFill>
                  <a:srgbClr val="000000"/>
                </a:solidFill>
                <a:ea typeface="楷体_GB2312"/>
                <a:sym typeface="+mn-ea"/>
              </a:rPr>
              <a:t>记</a:t>
            </a:r>
          </a:p>
        </p:txBody>
      </p:sp>
      <p:graphicFrame>
        <p:nvGraphicFramePr>
          <p:cNvPr id="3" name="对象 -2147479229"/>
          <p:cNvGraphicFramePr>
            <a:graphicFrameLocks noChangeAspect="1"/>
          </p:cNvGraphicFramePr>
          <p:nvPr/>
        </p:nvGraphicFramePr>
        <p:xfrm>
          <a:off x="827405" y="4221480"/>
          <a:ext cx="7632700" cy="1787525"/>
        </p:xfrm>
        <a:graphic>
          <a:graphicData uri="http://schemas.openxmlformats.org/presentationml/2006/ole">
            <mc:AlternateContent xmlns:mc="http://schemas.openxmlformats.org/markup-compatibility/2006">
              <mc:Choice xmlns:v="urn:schemas-microsoft-com:vml" Requires="v">
                <p:oleObj r:id="rId6" imgW="4013200" imgH="939800" progId="Equation.DSMT4">
                  <p:embed/>
                </p:oleObj>
              </mc:Choice>
              <mc:Fallback>
                <p:oleObj r:id="rId6" imgW="4013200" imgH="939800" progId="Equation.DSMT4">
                  <p:embed/>
                  <p:pic>
                    <p:nvPicPr>
                      <p:cNvPr id="0" name="图片 3075"/>
                      <p:cNvPicPr/>
                      <p:nvPr/>
                    </p:nvPicPr>
                    <p:blipFill>
                      <a:blip r:embed="rId7"/>
                      <a:stretch>
                        <a:fillRect/>
                      </a:stretch>
                    </p:blipFill>
                    <p:spPr>
                      <a:xfrm>
                        <a:off x="827405" y="4221480"/>
                        <a:ext cx="7632700" cy="1787525"/>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5304"/>
                                        </p:tgtEl>
                                        <p:attrNameLst>
                                          <p:attrName>style.visibility</p:attrName>
                                        </p:attrNameLst>
                                      </p:cBhvr>
                                      <p:to>
                                        <p:strVal val="visible"/>
                                      </p:to>
                                    </p:set>
                                    <p:animEffect transition="in" filter="blinds(horizontal)">
                                      <p:cBhvr>
                                        <p:cTn id="12" dur="500"/>
                                        <p:tgtEl>
                                          <p:spTgt spid="553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39750" y="260350"/>
            <a:ext cx="3014980" cy="583565"/>
          </a:xfrm>
          <a:prstGeom prst="rect">
            <a:avLst/>
          </a:prstGeom>
          <a:noFill/>
        </p:spPr>
        <p:txBody>
          <a:bodyPr wrap="square" rtlCol="0" anchor="t">
            <a:spAutoFit/>
          </a:bodyPr>
          <a:lstStyle/>
          <a:p>
            <a:r>
              <a:rPr lang="zh-CN" altLang="en-US" sz="3200" dirty="0">
                <a:solidFill>
                  <a:srgbClr val="000000"/>
                </a:solidFill>
                <a:ea typeface="楷体_GB2312"/>
                <a:sym typeface="+mn-ea"/>
              </a:rPr>
              <a:t>则</a:t>
            </a:r>
            <a:r>
              <a:rPr lang="en-US" altLang="zh-CN" sz="3200" dirty="0">
                <a:solidFill>
                  <a:srgbClr val="000000"/>
                </a:solidFill>
                <a:ea typeface="楷体_GB2312"/>
                <a:sym typeface="+mn-ea"/>
              </a:rPr>
              <a:t>(1)</a:t>
            </a:r>
            <a:r>
              <a:rPr lang="zh-CN" altLang="en-US" sz="3200" dirty="0">
                <a:solidFill>
                  <a:srgbClr val="000000"/>
                </a:solidFill>
                <a:ea typeface="楷体_GB2312"/>
                <a:sym typeface="+mn-ea"/>
              </a:rPr>
              <a:t>可写成</a:t>
            </a:r>
          </a:p>
        </p:txBody>
      </p:sp>
      <p:graphicFrame>
        <p:nvGraphicFramePr>
          <p:cNvPr id="2" name="对象 -2147479225"/>
          <p:cNvGraphicFramePr>
            <a:graphicFrameLocks noChangeAspect="1"/>
          </p:cNvGraphicFramePr>
          <p:nvPr/>
        </p:nvGraphicFramePr>
        <p:xfrm>
          <a:off x="971550" y="908685"/>
          <a:ext cx="6809740" cy="552450"/>
        </p:xfrm>
        <a:graphic>
          <a:graphicData uri="http://schemas.openxmlformats.org/presentationml/2006/ole">
            <mc:AlternateContent xmlns:mc="http://schemas.openxmlformats.org/markup-compatibility/2006">
              <mc:Choice xmlns:v="urn:schemas-microsoft-com:vml" Requires="v">
                <p:oleObj r:id="rId2" imgW="2819400" imgH="228600" progId="Equation.DSMT4">
                  <p:embed/>
                </p:oleObj>
              </mc:Choice>
              <mc:Fallback>
                <p:oleObj r:id="rId2" imgW="2819400" imgH="228600" progId="Equation.DSMT4">
                  <p:embed/>
                  <p:pic>
                    <p:nvPicPr>
                      <p:cNvPr id="0" name="图片 3075"/>
                      <p:cNvPicPr/>
                      <p:nvPr/>
                    </p:nvPicPr>
                    <p:blipFill>
                      <a:blip r:embed="rId3"/>
                      <a:stretch>
                        <a:fillRect/>
                      </a:stretch>
                    </p:blipFill>
                    <p:spPr>
                      <a:xfrm>
                        <a:off x="971550" y="908685"/>
                        <a:ext cx="6809740" cy="552450"/>
                      </a:xfrm>
                      <a:prstGeom prst="rect">
                        <a:avLst/>
                      </a:prstGeom>
                      <a:noFill/>
                      <a:ln w="38100">
                        <a:noFill/>
                        <a:miter/>
                      </a:ln>
                    </p:spPr>
                  </p:pic>
                </p:oleObj>
              </mc:Fallback>
            </mc:AlternateContent>
          </a:graphicData>
        </a:graphic>
      </p:graphicFrame>
      <p:sp>
        <p:nvSpPr>
          <p:cNvPr id="5" name="文本框 4"/>
          <p:cNvSpPr txBox="1"/>
          <p:nvPr/>
        </p:nvSpPr>
        <p:spPr>
          <a:xfrm>
            <a:off x="323850" y="1844675"/>
            <a:ext cx="8474075" cy="2651125"/>
          </a:xfrm>
          <a:prstGeom prst="rect">
            <a:avLst/>
          </a:prstGeom>
          <a:noFill/>
        </p:spPr>
        <p:txBody>
          <a:bodyPr wrap="square" rtlCol="0" anchor="t">
            <a:spAutoFit/>
          </a:bodyPr>
          <a:lstStyle/>
          <a:p>
            <a:pPr>
              <a:lnSpc>
                <a:spcPct val="130000"/>
              </a:lnSpc>
            </a:pPr>
            <a:r>
              <a:rPr lang="zh-CN" altLang="en-US" sz="3200" dirty="0">
                <a:solidFill>
                  <a:srgbClr val="000000"/>
                </a:solidFill>
                <a:ea typeface="楷体_GB2312"/>
                <a:sym typeface="+mn-ea"/>
              </a:rPr>
              <a:t>上式称为</a:t>
            </a:r>
            <a:r>
              <a:rPr lang="zh-CN" altLang="en-US" sz="3200" dirty="0">
                <a:solidFill>
                  <a:srgbClr val="FF3300"/>
                </a:solidFill>
                <a:ea typeface="楷体_GB2312"/>
                <a:sym typeface="+mn-ea"/>
              </a:rPr>
              <a:t>基变换公式，</a:t>
            </a:r>
            <a:r>
              <a:rPr lang="en-US" altLang="zh-CN" sz="3200" dirty="0">
                <a:ea typeface="楷体_GB2312"/>
                <a:sym typeface="+mn-ea"/>
              </a:rPr>
              <a:t>P</a:t>
            </a:r>
            <a:r>
              <a:rPr lang="zh-CN" altLang="en-US" sz="3200" dirty="0">
                <a:ea typeface="楷体_GB2312"/>
                <a:sym typeface="+mn-ea"/>
              </a:rPr>
              <a:t>称为从基</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 </a:t>
            </a:r>
            <a:r>
              <a:rPr lang="en-US" altLang="zh-CN" sz="3200" i="1" dirty="0">
                <a:sym typeface="+mn-ea"/>
              </a:rPr>
              <a:t>α</a:t>
            </a:r>
            <a:r>
              <a:rPr lang="en-US" altLang="zh-CN" sz="3200" i="1" baseline="-25000" dirty="0">
                <a:sym typeface="+mn-ea"/>
              </a:rPr>
              <a:t>n</a:t>
            </a:r>
            <a:r>
              <a:rPr lang="zh-CN" altLang="en-US" sz="3200" dirty="0">
                <a:solidFill>
                  <a:srgbClr val="000000"/>
                </a:solidFill>
                <a:ea typeface="楷体_GB2312"/>
                <a:sym typeface="+mn-ea"/>
              </a:rPr>
              <a:t>到基</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 </a:t>
            </a:r>
            <a:r>
              <a:rPr lang="en-US" altLang="zh-CN" sz="3200" i="1" dirty="0">
                <a:sym typeface="+mn-ea"/>
              </a:rPr>
              <a:t>β</a:t>
            </a:r>
            <a:r>
              <a:rPr lang="en-US" altLang="zh-CN" sz="3200" i="1" baseline="-25000" dirty="0">
                <a:sym typeface="+mn-ea"/>
              </a:rPr>
              <a:t>n</a:t>
            </a:r>
            <a:r>
              <a:rPr lang="zh-CN" altLang="en-US" sz="3200" dirty="0">
                <a:ea typeface="楷体_GB2312"/>
                <a:sym typeface="+mn-ea"/>
              </a:rPr>
              <a:t>的</a:t>
            </a:r>
            <a:r>
              <a:rPr lang="zh-CN" altLang="en-US" sz="3200" dirty="0">
                <a:solidFill>
                  <a:srgbClr val="FF3300"/>
                </a:solidFill>
                <a:ea typeface="楷体_GB2312"/>
                <a:sym typeface="+mn-ea"/>
              </a:rPr>
              <a:t>过渡矩阵</a:t>
            </a:r>
            <a:r>
              <a:rPr lang="en-US" altLang="zh-CN" sz="3200" dirty="0">
                <a:ea typeface="楷体_GB2312"/>
                <a:sym typeface="+mn-ea"/>
              </a:rPr>
              <a:t>. </a:t>
            </a:r>
            <a:r>
              <a:rPr lang="zh-CN" altLang="en-US" sz="3200" dirty="0">
                <a:ea typeface="楷体_GB2312"/>
                <a:sym typeface="+mn-ea"/>
              </a:rPr>
              <a:t>由于</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 </a:t>
            </a:r>
            <a:r>
              <a:rPr lang="en-US" altLang="zh-CN" sz="3200" i="1" dirty="0">
                <a:sym typeface="+mn-ea"/>
              </a:rPr>
              <a:t>α</a:t>
            </a:r>
            <a:r>
              <a:rPr lang="en-US" altLang="zh-CN" sz="3200" i="1" baseline="-25000" dirty="0">
                <a:sym typeface="+mn-ea"/>
              </a:rPr>
              <a:t>n</a:t>
            </a:r>
            <a:r>
              <a:rPr lang="zh-CN" altLang="en-US" sz="3200" dirty="0">
                <a:ea typeface="楷体_GB2312"/>
                <a:sym typeface="+mn-ea"/>
              </a:rPr>
              <a:t>及</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 </a:t>
            </a:r>
            <a:r>
              <a:rPr lang="en-US" altLang="zh-CN" sz="3200" i="1" dirty="0">
                <a:sym typeface="+mn-ea"/>
              </a:rPr>
              <a:t>β</a:t>
            </a:r>
            <a:r>
              <a:rPr lang="en-US" altLang="zh-CN" sz="3200" i="1" baseline="-25000" dirty="0">
                <a:sym typeface="+mn-ea"/>
              </a:rPr>
              <a:t>n</a:t>
            </a:r>
            <a:r>
              <a:rPr lang="zh-CN" altLang="en-US" sz="3200" dirty="0">
                <a:ea typeface="楷体_GB2312"/>
                <a:sym typeface="+mn-ea"/>
              </a:rPr>
              <a:t>均为线性无关的向量组，从而过渡矩阵</a:t>
            </a:r>
          </a:p>
        </p:txBody>
      </p:sp>
      <p:graphicFrame>
        <p:nvGraphicFramePr>
          <p:cNvPr id="3" name="对象 -2147474272"/>
          <p:cNvGraphicFramePr/>
          <p:nvPr/>
        </p:nvGraphicFramePr>
        <p:xfrm>
          <a:off x="1763395" y="3860800"/>
          <a:ext cx="1511300" cy="502285"/>
        </p:xfrm>
        <a:graphic>
          <a:graphicData uri="http://schemas.openxmlformats.org/presentationml/2006/ole">
            <mc:AlternateContent xmlns:mc="http://schemas.openxmlformats.org/markup-compatibility/2006">
              <mc:Choice xmlns:v="urn:schemas-microsoft-com:vml" Requires="v">
                <p:oleObj r:id="rId4" imgW="634365" imgH="190500" progId="Equation.DSMT4">
                  <p:embed/>
                </p:oleObj>
              </mc:Choice>
              <mc:Fallback>
                <p:oleObj r:id="rId4" imgW="634365" imgH="190500" progId="Equation.DSMT4">
                  <p:embed/>
                  <p:pic>
                    <p:nvPicPr>
                      <p:cNvPr id="0" name="图片 5"/>
                      <p:cNvPicPr/>
                      <p:nvPr/>
                    </p:nvPicPr>
                    <p:blipFill>
                      <a:blip r:embed="rId5"/>
                      <a:stretch>
                        <a:fillRect/>
                      </a:stretch>
                    </p:blipFill>
                    <p:spPr>
                      <a:xfrm>
                        <a:off x="1763395" y="3860800"/>
                        <a:ext cx="1511300" cy="50228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椭圆 60417">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60419" name="椭圆 60418">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60420" name="矩形 60419">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60421" name="对象 60420"/>
          <p:cNvGraphicFramePr/>
          <p:nvPr/>
        </p:nvGraphicFramePr>
        <p:xfrm>
          <a:off x="546100" y="785495"/>
          <a:ext cx="8140700" cy="4804410"/>
        </p:xfrm>
        <a:graphic>
          <a:graphicData uri="http://schemas.openxmlformats.org/presentationml/2006/ole">
            <mc:AlternateContent xmlns:mc="http://schemas.openxmlformats.org/markup-compatibility/2006">
              <mc:Choice xmlns:v="urn:schemas-microsoft-com:vml" Requires="v">
                <p:oleObj r:id="rId2" imgW="6053455" imgH="3571875" progId="Word.Document.8">
                  <p:embed/>
                </p:oleObj>
              </mc:Choice>
              <mc:Fallback>
                <p:oleObj r:id="rId2" imgW="6053455" imgH="3571875" progId="Word.Document.8">
                  <p:embed/>
                  <p:pic>
                    <p:nvPicPr>
                      <p:cNvPr id="0" name="图片 3090"/>
                      <p:cNvPicPr/>
                      <p:nvPr/>
                    </p:nvPicPr>
                    <p:blipFill>
                      <a:blip r:embed="rId3"/>
                      <a:stretch>
                        <a:fillRect/>
                      </a:stretch>
                    </p:blipFill>
                    <p:spPr>
                      <a:xfrm>
                        <a:off x="546100" y="785495"/>
                        <a:ext cx="8140700" cy="4804410"/>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421"/>
                                        </p:tgtEl>
                                        <p:attrNameLst>
                                          <p:attrName>style.visibility</p:attrName>
                                        </p:attrNameLst>
                                      </p:cBhvr>
                                      <p:to>
                                        <p:strVal val="visible"/>
                                      </p:to>
                                    </p:set>
                                    <p:animEffect transition="in" filter="blinds(horizontal)">
                                      <p:cBhvr>
                                        <p:cTn id="7" dur="500"/>
                                        <p:tgtEl>
                                          <p:spTgt spid="60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椭圆 61441">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61443" name="椭圆 61442">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61444" name="矩形 61443">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61445" name="对象 61444"/>
          <p:cNvGraphicFramePr/>
          <p:nvPr/>
        </p:nvGraphicFramePr>
        <p:xfrm>
          <a:off x="322898" y="44133"/>
          <a:ext cx="8140700" cy="1073150"/>
        </p:xfrm>
        <a:graphic>
          <a:graphicData uri="http://schemas.openxmlformats.org/presentationml/2006/ole">
            <mc:AlternateContent xmlns:mc="http://schemas.openxmlformats.org/markup-compatibility/2006">
              <mc:Choice xmlns:v="urn:schemas-microsoft-com:vml" Requires="v">
                <p:oleObj r:id="rId2" imgW="6053455" imgH="800100" progId="Word.Document.8">
                  <p:embed/>
                </p:oleObj>
              </mc:Choice>
              <mc:Fallback>
                <p:oleObj r:id="rId2" imgW="6053455" imgH="800100" progId="Word.Document.8">
                  <p:embed/>
                  <p:pic>
                    <p:nvPicPr>
                      <p:cNvPr id="0" name="图片 3123"/>
                      <p:cNvPicPr/>
                      <p:nvPr/>
                    </p:nvPicPr>
                    <p:blipFill>
                      <a:blip r:embed="rId3"/>
                      <a:stretch>
                        <a:fillRect/>
                      </a:stretch>
                    </p:blipFill>
                    <p:spPr>
                      <a:xfrm>
                        <a:off x="322898" y="44133"/>
                        <a:ext cx="8140700" cy="1073150"/>
                      </a:xfrm>
                      <a:prstGeom prst="rect">
                        <a:avLst/>
                      </a:prstGeom>
                      <a:noFill/>
                      <a:ln w="38100">
                        <a:noFill/>
                        <a:miter/>
                      </a:ln>
                    </p:spPr>
                  </p:pic>
                </p:oleObj>
              </mc:Fallback>
            </mc:AlternateContent>
          </a:graphicData>
        </a:graphic>
      </p:graphicFrame>
      <p:sp>
        <p:nvSpPr>
          <p:cNvPr id="61446" name="矩形 61445"/>
          <p:cNvSpPr/>
          <p:nvPr/>
        </p:nvSpPr>
        <p:spPr>
          <a:xfrm>
            <a:off x="322898" y="1196023"/>
            <a:ext cx="5162550" cy="519112"/>
          </a:xfrm>
          <a:prstGeom prst="rect">
            <a:avLst/>
          </a:prstGeom>
          <a:noFill/>
          <a:ln w="9525">
            <a:noFill/>
          </a:ln>
        </p:spPr>
        <p:txBody>
          <a:bodyPr wrap="none" anchor="ctr" anchorCtr="0">
            <a:spAutoFit/>
          </a:bodyPr>
          <a:lstStyle/>
          <a:p>
            <a:pPr algn="l"/>
            <a:r>
              <a:rPr lang="zh-CN" altLang="en-US" dirty="0">
                <a:solidFill>
                  <a:schemeClr val="tx1"/>
                </a:solidFill>
                <a:latin typeface="Arial" panose="020B0604020202020204" pitchFamily="34" charset="0"/>
                <a:ea typeface="楷体_GB2312" pitchFamily="49" charset="-122"/>
              </a:rPr>
              <a:t>将上式写成矩阵乘积的形式，有</a:t>
            </a:r>
          </a:p>
        </p:txBody>
      </p:sp>
      <p:sp>
        <p:nvSpPr>
          <p:cNvPr id="61451" name="矩形 61450"/>
          <p:cNvSpPr/>
          <p:nvPr/>
        </p:nvSpPr>
        <p:spPr>
          <a:xfrm>
            <a:off x="403225" y="3429000"/>
            <a:ext cx="6806565" cy="953135"/>
          </a:xfrm>
          <a:prstGeom prst="rect">
            <a:avLst/>
          </a:prstGeom>
          <a:noFill/>
          <a:ln w="9525">
            <a:noFill/>
          </a:ln>
        </p:spPr>
        <p:txBody>
          <a:bodyPr wrap="square" anchor="ctr" anchorCtr="0">
            <a:spAutoFit/>
          </a:bodyPr>
          <a:lstStyle/>
          <a:p>
            <a:pPr algn="l"/>
            <a:r>
              <a:rPr lang="zh-CN" altLang="en-US" dirty="0">
                <a:solidFill>
                  <a:schemeClr val="tx1"/>
                </a:solidFill>
                <a:latin typeface="Arial" panose="020B0604020202020204" pitchFamily="34" charset="0"/>
                <a:ea typeface="楷体_GB2312" pitchFamily="49" charset="-122"/>
              </a:rPr>
              <a:t>因为</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n</a:t>
            </a:r>
            <a:r>
              <a:rPr lang="zh-CN" altLang="en-US" dirty="0">
                <a:solidFill>
                  <a:schemeClr val="tx1"/>
                </a:solidFill>
                <a:latin typeface="Arial" panose="020B0604020202020204" pitchFamily="34" charset="0"/>
                <a:ea typeface="楷体_GB2312" pitchFamily="49" charset="-122"/>
              </a:rPr>
              <a:t>线性无关，方程两边左乘</a:t>
            </a:r>
            <a:r>
              <a:rPr lang="en-US" altLang="zh-CN" dirty="0">
                <a:solidFill>
                  <a:schemeClr val="tx1"/>
                </a:solidFill>
                <a:latin typeface="Arial" panose="020B0604020202020204" pitchFamily="34" charset="0"/>
                <a:ea typeface="楷体_GB2312" pitchFamily="49" charset="-122"/>
              </a:rPr>
              <a:t>(</a:t>
            </a:r>
            <a:r>
              <a:rPr lang="en-US" altLang="zh-CN" i="1" dirty="0">
                <a:sym typeface="+mn-ea"/>
              </a:rPr>
              <a:t>α</a:t>
            </a:r>
            <a:r>
              <a:rPr lang="en-US" altLang="zh-CN" baseline="-25000" dirty="0">
                <a:sym typeface="+mn-ea"/>
              </a:rPr>
              <a:t>1</a:t>
            </a:r>
            <a:r>
              <a:rPr lang="en-US" altLang="zh-CN" dirty="0">
                <a:sym typeface="+mn-ea"/>
              </a:rPr>
              <a:t>, </a:t>
            </a:r>
            <a:r>
              <a:rPr lang="en-US" altLang="zh-CN" i="1" dirty="0">
                <a:sym typeface="+mn-ea"/>
              </a:rPr>
              <a:t>α</a:t>
            </a:r>
            <a:r>
              <a:rPr lang="en-US" altLang="zh-CN" baseline="-25000" dirty="0">
                <a:sym typeface="+mn-ea"/>
              </a:rPr>
              <a:t>2</a:t>
            </a:r>
            <a:r>
              <a:rPr lang="en-US" altLang="zh-CN" dirty="0">
                <a:sym typeface="+mn-ea"/>
              </a:rPr>
              <a:t>, …, </a:t>
            </a:r>
            <a:r>
              <a:rPr lang="en-US" altLang="zh-CN" i="1" dirty="0">
                <a:sym typeface="+mn-ea"/>
              </a:rPr>
              <a:t>α</a:t>
            </a:r>
            <a:r>
              <a:rPr lang="en-US" altLang="zh-CN" i="1" baseline="-25000" dirty="0">
                <a:sym typeface="+mn-ea"/>
              </a:rPr>
              <a:t>n</a:t>
            </a:r>
            <a:r>
              <a:rPr lang="en-US" altLang="zh-CN" dirty="0">
                <a:solidFill>
                  <a:schemeClr val="tx1"/>
                </a:solidFill>
                <a:latin typeface="Arial" panose="020B0604020202020204" pitchFamily="34" charset="0"/>
                <a:ea typeface="楷体_GB2312" pitchFamily="49" charset="-122"/>
              </a:rPr>
              <a:t>)</a:t>
            </a:r>
            <a:r>
              <a:rPr lang="en-US" altLang="zh-CN" baseline="30000" dirty="0">
                <a:solidFill>
                  <a:schemeClr val="tx1"/>
                </a:solidFill>
                <a:latin typeface="Arial" panose="020B0604020202020204" pitchFamily="34" charset="0"/>
                <a:ea typeface="楷体_GB2312" pitchFamily="49" charset="-122"/>
              </a:rPr>
              <a:t>-1</a:t>
            </a:r>
            <a:r>
              <a:rPr lang="zh-CN" altLang="en-US" dirty="0">
                <a:latin typeface="Arial" panose="020B0604020202020204" pitchFamily="34" charset="0"/>
                <a:ea typeface="楷体_GB2312" pitchFamily="49" charset="-122"/>
                <a:sym typeface="+mn-ea"/>
              </a:rPr>
              <a:t>得</a:t>
            </a:r>
            <a:endParaRPr lang="zh-CN" altLang="en-US" baseline="30000" dirty="0">
              <a:solidFill>
                <a:schemeClr val="tx1"/>
              </a:solidFill>
              <a:latin typeface="Arial" panose="020B0604020202020204" pitchFamily="34" charset="0"/>
              <a:ea typeface="楷体_GB2312" pitchFamily="49" charset="-122"/>
              <a:sym typeface="+mn-ea"/>
            </a:endParaRPr>
          </a:p>
        </p:txBody>
      </p:sp>
      <p:sp>
        <p:nvSpPr>
          <p:cNvPr id="61453" name="矩形 61452"/>
          <p:cNvSpPr/>
          <p:nvPr/>
        </p:nvSpPr>
        <p:spPr>
          <a:xfrm>
            <a:off x="0" y="2676525"/>
            <a:ext cx="9144000" cy="0"/>
          </a:xfrm>
          <a:prstGeom prst="rect">
            <a:avLst/>
          </a:prstGeom>
          <a:noFill/>
          <a:ln w="9525">
            <a:noFill/>
          </a:ln>
        </p:spPr>
        <p:txBody>
          <a:bodyPr/>
          <a:lstStyle/>
          <a:p>
            <a:endParaRPr lang="zh-CN" altLang="en-US"/>
          </a:p>
        </p:txBody>
      </p:sp>
      <p:graphicFrame>
        <p:nvGraphicFramePr>
          <p:cNvPr id="61452" name="对象 61451"/>
          <p:cNvGraphicFramePr/>
          <p:nvPr/>
        </p:nvGraphicFramePr>
        <p:xfrm>
          <a:off x="755650" y="4652963"/>
          <a:ext cx="1835150" cy="1882775"/>
        </p:xfrm>
        <a:graphic>
          <a:graphicData uri="http://schemas.openxmlformats.org/presentationml/2006/ole">
            <mc:AlternateContent xmlns:mc="http://schemas.openxmlformats.org/markup-compatibility/2006">
              <mc:Choice xmlns:v="urn:schemas-microsoft-com:vml" Requires="v">
                <p:oleObj r:id="rId4" imgW="914400" imgH="939800" progId="Equation.DSMT4">
                  <p:embed/>
                </p:oleObj>
              </mc:Choice>
              <mc:Fallback>
                <p:oleObj r:id="rId4" imgW="914400" imgH="939800" progId="Equation.DSMT4">
                  <p:embed/>
                  <p:pic>
                    <p:nvPicPr>
                      <p:cNvPr id="0" name="图片 3129"/>
                      <p:cNvPicPr/>
                      <p:nvPr/>
                    </p:nvPicPr>
                    <p:blipFill>
                      <a:blip r:embed="rId5">
                        <a:clrChange>
                          <a:clrFrom>
                            <a:srgbClr val="000000"/>
                          </a:clrFrom>
                          <a:clrTo>
                            <a:srgbClr val="FFFFFF"/>
                          </a:clrTo>
                        </a:clrChange>
                      </a:blip>
                      <a:stretch>
                        <a:fillRect/>
                      </a:stretch>
                    </p:blipFill>
                    <p:spPr>
                      <a:xfrm>
                        <a:off x="755650" y="4652963"/>
                        <a:ext cx="1835150" cy="1882775"/>
                      </a:xfrm>
                      <a:prstGeom prst="rect">
                        <a:avLst/>
                      </a:prstGeom>
                      <a:noFill/>
                      <a:ln w="38100">
                        <a:noFill/>
                        <a:miter/>
                      </a:ln>
                    </p:spPr>
                  </p:pic>
                </p:oleObj>
              </mc:Fallback>
            </mc:AlternateContent>
          </a:graphicData>
        </a:graphic>
      </p:graphicFrame>
      <p:sp>
        <p:nvSpPr>
          <p:cNvPr id="61455" name="矩形 61454"/>
          <p:cNvSpPr/>
          <p:nvPr/>
        </p:nvSpPr>
        <p:spPr>
          <a:xfrm>
            <a:off x="0" y="2676525"/>
            <a:ext cx="9144000" cy="0"/>
          </a:xfrm>
          <a:prstGeom prst="rect">
            <a:avLst/>
          </a:prstGeom>
          <a:noFill/>
          <a:ln w="9525">
            <a:noFill/>
          </a:ln>
        </p:spPr>
        <p:txBody>
          <a:bodyPr/>
          <a:lstStyle/>
          <a:p>
            <a:endParaRPr lang="zh-CN" altLang="en-US"/>
          </a:p>
        </p:txBody>
      </p:sp>
      <p:graphicFrame>
        <p:nvGraphicFramePr>
          <p:cNvPr id="61454" name="对象 61453"/>
          <p:cNvGraphicFramePr/>
          <p:nvPr/>
        </p:nvGraphicFramePr>
        <p:xfrm>
          <a:off x="3276600" y="4724400"/>
          <a:ext cx="2036763" cy="1881188"/>
        </p:xfrm>
        <a:graphic>
          <a:graphicData uri="http://schemas.openxmlformats.org/presentationml/2006/ole">
            <mc:AlternateContent xmlns:mc="http://schemas.openxmlformats.org/markup-compatibility/2006">
              <mc:Choice xmlns:v="urn:schemas-microsoft-com:vml" Requires="v">
                <p:oleObj r:id="rId6" imgW="1016000" imgH="939800" progId="Equation.DSMT4">
                  <p:embed/>
                </p:oleObj>
              </mc:Choice>
              <mc:Fallback>
                <p:oleObj r:id="rId6" imgW="1016000" imgH="939800" progId="Equation.DSMT4">
                  <p:embed/>
                  <p:pic>
                    <p:nvPicPr>
                      <p:cNvPr id="0" name="图片 3130"/>
                      <p:cNvPicPr/>
                      <p:nvPr/>
                    </p:nvPicPr>
                    <p:blipFill>
                      <a:blip r:embed="rId7">
                        <a:clrChange>
                          <a:clrFrom>
                            <a:srgbClr val="000000"/>
                          </a:clrFrom>
                          <a:clrTo>
                            <a:srgbClr val="FFFFFF"/>
                          </a:clrTo>
                        </a:clrChange>
                      </a:blip>
                      <a:stretch>
                        <a:fillRect/>
                      </a:stretch>
                    </p:blipFill>
                    <p:spPr>
                      <a:xfrm>
                        <a:off x="3276600" y="4724400"/>
                        <a:ext cx="2036763" cy="1881188"/>
                      </a:xfrm>
                      <a:prstGeom prst="rect">
                        <a:avLst/>
                      </a:prstGeom>
                      <a:noFill/>
                      <a:ln w="38100">
                        <a:noFill/>
                        <a:miter/>
                      </a:ln>
                    </p:spPr>
                  </p:pic>
                </p:oleObj>
              </mc:Fallback>
            </mc:AlternateContent>
          </a:graphicData>
        </a:graphic>
      </p:graphicFrame>
      <p:sp>
        <p:nvSpPr>
          <p:cNvPr id="61456" name="矩形 61455"/>
          <p:cNvSpPr/>
          <p:nvPr/>
        </p:nvSpPr>
        <p:spPr>
          <a:xfrm>
            <a:off x="2636838" y="5300663"/>
            <a:ext cx="639762" cy="519112"/>
          </a:xfrm>
          <a:prstGeom prst="rect">
            <a:avLst/>
          </a:prstGeom>
          <a:noFill/>
          <a:ln w="9525">
            <a:noFill/>
          </a:ln>
        </p:spPr>
        <p:txBody>
          <a:bodyPr wrap="none" anchor="ctr" anchorCtr="0">
            <a:spAutoFit/>
          </a:bodyPr>
          <a:lstStyle/>
          <a:p>
            <a:pPr algn="l"/>
            <a:r>
              <a:rPr lang="zh-CN" altLang="en-US" dirty="0">
                <a:solidFill>
                  <a:schemeClr val="tx1"/>
                </a:solidFill>
                <a:latin typeface="Arial" panose="020B0604020202020204" pitchFamily="34" charset="0"/>
                <a:ea typeface="楷体_GB2312" pitchFamily="49" charset="-122"/>
              </a:rPr>
              <a:t>或 </a:t>
            </a:r>
          </a:p>
        </p:txBody>
      </p:sp>
      <p:graphicFrame>
        <p:nvGraphicFramePr>
          <p:cNvPr id="2" name="对象 -2147479203"/>
          <p:cNvGraphicFramePr>
            <a:graphicFrameLocks noChangeAspect="1"/>
          </p:cNvGraphicFramePr>
          <p:nvPr/>
        </p:nvGraphicFramePr>
        <p:xfrm>
          <a:off x="1403350" y="1628775"/>
          <a:ext cx="5614670" cy="1871980"/>
        </p:xfrm>
        <a:graphic>
          <a:graphicData uri="http://schemas.openxmlformats.org/presentationml/2006/ole">
            <mc:AlternateContent xmlns:mc="http://schemas.openxmlformats.org/markup-compatibility/2006">
              <mc:Choice xmlns:v="urn:schemas-microsoft-com:vml" Requires="v">
                <p:oleObj r:id="rId8" imgW="2819400" imgH="939800" progId="Equation.DSMT4">
                  <p:embed/>
                </p:oleObj>
              </mc:Choice>
              <mc:Fallback>
                <p:oleObj r:id="rId8" imgW="2819400" imgH="939800" progId="Equation.DSMT4">
                  <p:embed/>
                  <p:pic>
                    <p:nvPicPr>
                      <p:cNvPr id="0" name="图片 3075"/>
                      <p:cNvPicPr/>
                      <p:nvPr/>
                    </p:nvPicPr>
                    <p:blipFill>
                      <a:blip r:embed="rId9"/>
                      <a:stretch>
                        <a:fillRect/>
                      </a:stretch>
                    </p:blipFill>
                    <p:spPr>
                      <a:xfrm>
                        <a:off x="1403350" y="1628775"/>
                        <a:ext cx="5614670" cy="1871980"/>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45"/>
                                        </p:tgtEl>
                                        <p:attrNameLst>
                                          <p:attrName>style.visibility</p:attrName>
                                        </p:attrNameLst>
                                      </p:cBhvr>
                                      <p:to>
                                        <p:strVal val="visible"/>
                                      </p:to>
                                    </p:set>
                                    <p:animEffect transition="in" filter="blinds(horizontal)">
                                      <p:cBhvr>
                                        <p:cTn id="7" dur="500"/>
                                        <p:tgtEl>
                                          <p:spTgt spid="6144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46"/>
                                        </p:tgtEl>
                                        <p:attrNameLst>
                                          <p:attrName>style.visibility</p:attrName>
                                        </p:attrNameLst>
                                      </p:cBhvr>
                                      <p:to>
                                        <p:strVal val="visible"/>
                                      </p:to>
                                    </p:set>
                                    <p:animEffect transition="in" filter="blinds(horizontal)">
                                      <p:cBhvr>
                                        <p:cTn id="12" dur="500"/>
                                        <p:tgtEl>
                                          <p:spTgt spid="6144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451"/>
                                        </p:tgtEl>
                                        <p:attrNameLst>
                                          <p:attrName>style.visibility</p:attrName>
                                        </p:attrNameLst>
                                      </p:cBhvr>
                                      <p:to>
                                        <p:strVal val="visible"/>
                                      </p:to>
                                    </p:set>
                                    <p:animEffect transition="in" filter="blinds(horizontal)">
                                      <p:cBhvr>
                                        <p:cTn id="22" dur="500"/>
                                        <p:tgtEl>
                                          <p:spTgt spid="6145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1452"/>
                                        </p:tgtEl>
                                        <p:attrNameLst>
                                          <p:attrName>style.visibility</p:attrName>
                                        </p:attrNameLst>
                                      </p:cBhvr>
                                      <p:to>
                                        <p:strVal val="visible"/>
                                      </p:to>
                                    </p:set>
                                    <p:animEffect transition="in" filter="blinds(horizontal)">
                                      <p:cBhvr>
                                        <p:cTn id="27" dur="500"/>
                                        <p:tgtEl>
                                          <p:spTgt spid="6145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1456"/>
                                        </p:tgtEl>
                                        <p:attrNameLst>
                                          <p:attrName>style.visibility</p:attrName>
                                        </p:attrNameLst>
                                      </p:cBhvr>
                                      <p:to>
                                        <p:strVal val="visible"/>
                                      </p:to>
                                    </p:set>
                                    <p:animEffect transition="in" filter="blinds(horizontal)">
                                      <p:cBhvr>
                                        <p:cTn id="32" dur="500"/>
                                        <p:tgtEl>
                                          <p:spTgt spid="6145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1454"/>
                                        </p:tgtEl>
                                        <p:attrNameLst>
                                          <p:attrName>style.visibility</p:attrName>
                                        </p:attrNameLst>
                                      </p:cBhvr>
                                      <p:to>
                                        <p:strVal val="visible"/>
                                      </p:to>
                                    </p:set>
                                    <p:animEffect transition="in" filter="blinds(horizontal)">
                                      <p:cBhvr>
                                        <p:cTn id="37" dur="500"/>
                                        <p:tgtEl>
                                          <p:spTgt spid="61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6" grpId="0"/>
      <p:bldP spid="61451" grpId="0"/>
      <p:bldP spid="61456"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椭圆 62465">
            <a:hlinkClick r:id="" action="ppaction://hlinkshowjump?jump=previousslide"/>
          </p:cNvPr>
          <p:cNvSpPr/>
          <p:nvPr/>
        </p:nvSpPr>
        <p:spPr>
          <a:xfrm>
            <a:off x="7235825" y="-315595"/>
            <a:ext cx="287338" cy="287338"/>
          </a:xfrm>
          <a:prstGeom prst="ellipse">
            <a:avLst/>
          </a:prstGeom>
          <a:solidFill>
            <a:schemeClr val="accent1">
              <a:alpha val="0"/>
            </a:schemeClr>
          </a:solidFill>
          <a:ln w="9525">
            <a:noFill/>
          </a:ln>
        </p:spPr>
        <p:txBody>
          <a:bodyPr/>
          <a:lstStyle/>
          <a:p>
            <a:endParaRPr lang="zh-CN" altLang="en-US"/>
          </a:p>
        </p:txBody>
      </p:sp>
      <p:sp>
        <p:nvSpPr>
          <p:cNvPr id="62467" name="椭圆 62466">
            <a:hlinkClick r:id="" action="ppaction://hlinkshowjump?jump=nextslide"/>
          </p:cNvPr>
          <p:cNvSpPr/>
          <p:nvPr/>
        </p:nvSpPr>
        <p:spPr>
          <a:xfrm>
            <a:off x="7740650" y="-315595"/>
            <a:ext cx="287338" cy="287338"/>
          </a:xfrm>
          <a:prstGeom prst="ellipse">
            <a:avLst/>
          </a:prstGeom>
          <a:solidFill>
            <a:schemeClr val="accent1">
              <a:alpha val="0"/>
            </a:schemeClr>
          </a:solidFill>
          <a:ln w="9525">
            <a:noFill/>
          </a:ln>
        </p:spPr>
        <p:txBody>
          <a:bodyPr/>
          <a:lstStyle/>
          <a:p>
            <a:endParaRPr lang="zh-CN" altLang="en-US"/>
          </a:p>
        </p:txBody>
      </p:sp>
      <p:sp>
        <p:nvSpPr>
          <p:cNvPr id="62468" name="矩形 62467">
            <a:hlinkClick r:id="" action="ppaction://hlinkshowjump?jump=firstslide"/>
          </p:cNvPr>
          <p:cNvSpPr/>
          <p:nvPr/>
        </p:nvSpPr>
        <p:spPr>
          <a:xfrm>
            <a:off x="8245475" y="-315595"/>
            <a:ext cx="287338" cy="287338"/>
          </a:xfrm>
          <a:prstGeom prst="rect">
            <a:avLst/>
          </a:prstGeom>
          <a:noFill/>
          <a:ln w="9525">
            <a:noFill/>
          </a:ln>
        </p:spPr>
        <p:txBody>
          <a:bodyPr/>
          <a:lstStyle/>
          <a:p>
            <a:endParaRPr lang="zh-CN" altLang="en-US"/>
          </a:p>
        </p:txBody>
      </p:sp>
      <p:sp>
        <p:nvSpPr>
          <p:cNvPr id="10" name="文本框 9"/>
          <p:cNvSpPr txBox="1"/>
          <p:nvPr/>
        </p:nvSpPr>
        <p:spPr>
          <a:xfrm>
            <a:off x="251460" y="44450"/>
            <a:ext cx="8441055" cy="2061210"/>
          </a:xfrm>
          <a:prstGeom prst="rect">
            <a:avLst/>
          </a:prstGeom>
          <a:noFill/>
        </p:spPr>
        <p:txBody>
          <a:bodyPr wrap="square" rtlCol="0" anchor="t">
            <a:spAutoFit/>
          </a:bodyPr>
          <a:lstStyle/>
          <a:p>
            <a:r>
              <a:rPr lang="en-US" altLang="zh-CN" sz="3200" dirty="0">
                <a:solidFill>
                  <a:srgbClr val="FF0000"/>
                </a:solidFill>
                <a:ea typeface="楷体_GB2312"/>
                <a:sym typeface="+mn-ea"/>
              </a:rPr>
              <a:t> </a:t>
            </a:r>
            <a:r>
              <a:rPr lang="zh-CN" altLang="en-US" sz="3200" dirty="0">
                <a:solidFill>
                  <a:srgbClr val="FF0000"/>
                </a:solidFill>
                <a:ea typeface="楷体_GB2312"/>
                <a:sym typeface="+mn-ea"/>
              </a:rPr>
              <a:t>例</a:t>
            </a:r>
            <a:r>
              <a:rPr lang="en-US" altLang="zh-CN" sz="3200" dirty="0">
                <a:solidFill>
                  <a:srgbClr val="FF0000"/>
                </a:solidFill>
                <a:ea typeface="楷体_GB2312"/>
                <a:sym typeface="+mn-ea"/>
              </a:rPr>
              <a:t>3.5.8 </a:t>
            </a:r>
            <a:r>
              <a:rPr lang="zh-CN" altLang="en-US" sz="3200" dirty="0">
                <a:solidFill>
                  <a:srgbClr val="000000"/>
                </a:solidFill>
                <a:ea typeface="楷体_GB2312"/>
                <a:sym typeface="+mn-ea"/>
              </a:rPr>
              <a:t>设</a:t>
            </a:r>
            <a:r>
              <a:rPr lang="en-US" altLang="zh-CN" sz="3200" i="1" dirty="0">
                <a:sym typeface="+mn-ea"/>
              </a:rPr>
              <a:t>R</a:t>
            </a:r>
            <a:r>
              <a:rPr lang="en-US" altLang="zh-CN" sz="3200" baseline="30000" dirty="0">
                <a:sym typeface="+mn-ea"/>
              </a:rPr>
              <a:t>3</a:t>
            </a:r>
            <a:r>
              <a:rPr lang="zh-CN" altLang="en-US" sz="3200" dirty="0">
                <a:solidFill>
                  <a:srgbClr val="000000"/>
                </a:solidFill>
                <a:ea typeface="楷体_GB2312"/>
                <a:sym typeface="+mn-ea"/>
              </a:rPr>
              <a:t>中两个基</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a:t>
            </a:r>
            <a:r>
              <a:rPr lang="en-US" altLang="zh-CN" sz="3200" i="1" dirty="0">
                <a:sym typeface="+mn-ea"/>
              </a:rPr>
              <a:t>α</a:t>
            </a:r>
            <a:r>
              <a:rPr lang="en-US" altLang="zh-CN" sz="3200" baseline="-25000" dirty="0">
                <a:sym typeface="+mn-ea"/>
              </a:rPr>
              <a:t>3</a:t>
            </a:r>
            <a:r>
              <a:rPr lang="zh-CN" altLang="en-US" sz="3200" dirty="0">
                <a:solidFill>
                  <a:srgbClr val="000000"/>
                </a:solidFill>
                <a:ea typeface="楷体_GB2312"/>
                <a:sym typeface="+mn-ea"/>
              </a:rPr>
              <a:t>及</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a:t>
            </a:r>
            <a:r>
              <a:rPr lang="en-US" altLang="zh-CN" sz="3200" i="1" dirty="0">
                <a:sym typeface="+mn-ea"/>
              </a:rPr>
              <a:t>β</a:t>
            </a:r>
            <a:r>
              <a:rPr lang="en-US" altLang="zh-CN" sz="3200" baseline="-25000" dirty="0">
                <a:sym typeface="+mn-ea"/>
              </a:rPr>
              <a:t>3</a:t>
            </a:r>
            <a:r>
              <a:rPr lang="zh-CN" altLang="en-US" sz="3200" dirty="0">
                <a:solidFill>
                  <a:srgbClr val="000000"/>
                </a:solidFill>
                <a:ea typeface="楷体_GB2312"/>
                <a:sym typeface="+mn-ea"/>
              </a:rPr>
              <a:t>的关系为</a:t>
            </a:r>
            <a:r>
              <a:rPr lang="en-US" altLang="zh-CN" sz="3200" i="1" dirty="0">
                <a:sym typeface="+mn-ea"/>
              </a:rPr>
              <a:t>β</a:t>
            </a:r>
            <a:r>
              <a:rPr lang="en-US" altLang="zh-CN" sz="3200" baseline="-25000" dirty="0">
                <a:sym typeface="+mn-ea"/>
              </a:rPr>
              <a:t>1</a:t>
            </a:r>
            <a:r>
              <a:rPr lang="en-US" altLang="zh-CN" sz="3200" i="1" dirty="0">
                <a:sym typeface="+mn-ea"/>
              </a:rPr>
              <a:t>=α</a:t>
            </a:r>
            <a:r>
              <a:rPr lang="en-US" altLang="zh-CN" sz="3200" baseline="-25000" dirty="0">
                <a:sym typeface="+mn-ea"/>
              </a:rPr>
              <a:t>1</a:t>
            </a:r>
            <a:r>
              <a:rPr lang="en-US" altLang="zh-CN" sz="3200" dirty="0">
                <a:sym typeface="+mn-ea"/>
              </a:rPr>
              <a:t>+</a:t>
            </a:r>
            <a:r>
              <a:rPr lang="en-US" altLang="zh-CN" sz="3200" i="1" dirty="0">
                <a:sym typeface="+mn-ea"/>
              </a:rPr>
              <a:t>α</a:t>
            </a:r>
            <a:r>
              <a:rPr lang="en-US" altLang="zh-CN" sz="3200" baseline="-25000" dirty="0">
                <a:sym typeface="+mn-ea"/>
              </a:rPr>
              <a:t>2</a:t>
            </a:r>
            <a:r>
              <a:rPr lang="en-US" altLang="zh-CN" sz="3200" dirty="0">
                <a:sym typeface="+mn-ea"/>
              </a:rPr>
              <a:t>+</a:t>
            </a:r>
            <a:r>
              <a:rPr lang="en-US" altLang="zh-CN" sz="3200" i="1" dirty="0">
                <a:sym typeface="+mn-ea"/>
              </a:rPr>
              <a:t>α</a:t>
            </a:r>
            <a:r>
              <a:rPr lang="en-US" altLang="zh-CN" sz="3200" baseline="-25000" dirty="0">
                <a:sym typeface="+mn-ea"/>
              </a:rPr>
              <a:t>3</a:t>
            </a:r>
            <a:r>
              <a:rPr lang="zh-CN" altLang="en-US" sz="3200" dirty="0">
                <a:solidFill>
                  <a:srgbClr val="000000"/>
                </a:solidFill>
                <a:ea typeface="楷体_GB2312"/>
                <a:sym typeface="+mn-ea"/>
              </a:rPr>
              <a:t>，</a:t>
            </a:r>
            <a:r>
              <a:rPr lang="en-US" altLang="zh-CN" sz="3200" i="1" dirty="0">
                <a:sym typeface="+mn-ea"/>
              </a:rPr>
              <a:t>β</a:t>
            </a:r>
            <a:r>
              <a:rPr lang="en-US" altLang="zh-CN" sz="3200" baseline="-25000" dirty="0">
                <a:sym typeface="+mn-ea"/>
              </a:rPr>
              <a:t>2</a:t>
            </a:r>
            <a:r>
              <a:rPr lang="en-US" altLang="zh-CN" sz="3200" i="1" dirty="0">
                <a:sym typeface="+mn-ea"/>
              </a:rPr>
              <a:t>=α</a:t>
            </a:r>
            <a:r>
              <a:rPr lang="en-US" altLang="zh-CN" sz="3200" baseline="-25000" dirty="0">
                <a:sym typeface="+mn-ea"/>
              </a:rPr>
              <a:t>2</a:t>
            </a:r>
            <a:r>
              <a:rPr lang="en-US" altLang="zh-CN" sz="3200" dirty="0">
                <a:sym typeface="+mn-ea"/>
              </a:rPr>
              <a:t>-</a:t>
            </a:r>
            <a:r>
              <a:rPr lang="en-US" altLang="zh-CN" sz="3200" i="1" dirty="0">
                <a:sym typeface="+mn-ea"/>
              </a:rPr>
              <a:t>α</a:t>
            </a:r>
            <a:r>
              <a:rPr lang="en-US" altLang="zh-CN" sz="3200" baseline="-25000" dirty="0">
                <a:sym typeface="+mn-ea"/>
              </a:rPr>
              <a:t>3</a:t>
            </a:r>
            <a:r>
              <a:rPr lang="zh-CN" altLang="en-US" sz="3200" dirty="0">
                <a:solidFill>
                  <a:srgbClr val="000000"/>
                </a:solidFill>
                <a:ea typeface="楷体_GB2312"/>
                <a:sym typeface="+mn-ea"/>
              </a:rPr>
              <a:t>，</a:t>
            </a:r>
            <a:r>
              <a:rPr lang="en-US" altLang="zh-CN" sz="3200" i="1" dirty="0">
                <a:sym typeface="+mn-ea"/>
              </a:rPr>
              <a:t>β</a:t>
            </a:r>
            <a:r>
              <a:rPr lang="en-US" altLang="zh-CN" sz="3200" baseline="-25000" dirty="0">
                <a:sym typeface="+mn-ea"/>
              </a:rPr>
              <a:t>3</a:t>
            </a:r>
            <a:r>
              <a:rPr lang="en-US" altLang="zh-CN" sz="3200" i="1" dirty="0">
                <a:sym typeface="+mn-ea"/>
              </a:rPr>
              <a:t>=-α</a:t>
            </a:r>
            <a:r>
              <a:rPr lang="en-US" altLang="zh-CN" sz="3200" baseline="-25000" dirty="0">
                <a:sym typeface="+mn-ea"/>
              </a:rPr>
              <a:t>1</a:t>
            </a:r>
            <a:r>
              <a:rPr lang="en-US" altLang="zh-CN" sz="3200" dirty="0">
                <a:sym typeface="+mn-ea"/>
              </a:rPr>
              <a:t>+</a:t>
            </a:r>
            <a:r>
              <a:rPr lang="en-US" altLang="zh-CN" sz="3200" i="1" dirty="0">
                <a:sym typeface="+mn-ea"/>
              </a:rPr>
              <a:t>α</a:t>
            </a:r>
            <a:r>
              <a:rPr lang="en-US" altLang="zh-CN" sz="3200" baseline="-25000" dirty="0">
                <a:sym typeface="+mn-ea"/>
              </a:rPr>
              <a:t>3</a:t>
            </a:r>
            <a:r>
              <a:rPr lang="en-US" altLang="zh-CN" sz="3200" dirty="0">
                <a:solidFill>
                  <a:srgbClr val="000000"/>
                </a:solidFill>
                <a:ea typeface="楷体_GB2312"/>
                <a:sym typeface="+mn-ea"/>
              </a:rPr>
              <a:t>.</a:t>
            </a:r>
            <a:r>
              <a:rPr lang="zh-CN" altLang="en-US" sz="3200" dirty="0">
                <a:solidFill>
                  <a:srgbClr val="000000"/>
                </a:solidFill>
                <a:ea typeface="楷体_GB2312"/>
                <a:sym typeface="+mn-ea"/>
              </a:rPr>
              <a:t>求：</a:t>
            </a:r>
          </a:p>
          <a:p>
            <a:r>
              <a:rPr lang="zh-CN" altLang="en-US" sz="3200" dirty="0">
                <a:solidFill>
                  <a:srgbClr val="000000"/>
                </a:solidFill>
                <a:ea typeface="楷体_GB2312"/>
                <a:sym typeface="+mn-ea"/>
              </a:rPr>
              <a:t>（</a:t>
            </a:r>
            <a:r>
              <a:rPr lang="en-US" altLang="zh-CN" sz="3200" dirty="0">
                <a:solidFill>
                  <a:srgbClr val="000000"/>
                </a:solidFill>
                <a:ea typeface="楷体_GB2312"/>
                <a:sym typeface="+mn-ea"/>
              </a:rPr>
              <a:t>1</a:t>
            </a:r>
            <a:r>
              <a:rPr lang="zh-CN" altLang="en-US" sz="3200" dirty="0">
                <a:solidFill>
                  <a:srgbClr val="000000"/>
                </a:solidFill>
                <a:ea typeface="楷体_GB2312"/>
                <a:sym typeface="+mn-ea"/>
              </a:rPr>
              <a:t>）求从基</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a:t>
            </a:r>
            <a:r>
              <a:rPr lang="en-US" altLang="zh-CN" sz="3200" i="1" dirty="0">
                <a:sym typeface="+mn-ea"/>
              </a:rPr>
              <a:t>α</a:t>
            </a:r>
            <a:r>
              <a:rPr lang="en-US" altLang="zh-CN" sz="3200" baseline="-25000" dirty="0">
                <a:sym typeface="+mn-ea"/>
              </a:rPr>
              <a:t>3</a:t>
            </a:r>
            <a:r>
              <a:rPr lang="zh-CN" altLang="en-US" sz="3200" dirty="0">
                <a:solidFill>
                  <a:srgbClr val="000000"/>
                </a:solidFill>
                <a:ea typeface="楷体_GB2312"/>
                <a:sym typeface="+mn-ea"/>
              </a:rPr>
              <a:t>到基</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a:t>
            </a:r>
            <a:r>
              <a:rPr lang="en-US" altLang="zh-CN" sz="3200" i="1" dirty="0">
                <a:sym typeface="+mn-ea"/>
              </a:rPr>
              <a:t>β</a:t>
            </a:r>
            <a:r>
              <a:rPr lang="en-US" altLang="zh-CN" sz="3200" baseline="-25000" dirty="0">
                <a:sym typeface="+mn-ea"/>
              </a:rPr>
              <a:t>3</a:t>
            </a:r>
            <a:r>
              <a:rPr lang="zh-CN" altLang="en-US" sz="3200" dirty="0">
                <a:solidFill>
                  <a:srgbClr val="000000"/>
                </a:solidFill>
                <a:ea typeface="楷体_GB2312"/>
                <a:sym typeface="+mn-ea"/>
              </a:rPr>
              <a:t>的过渡矩阵；</a:t>
            </a:r>
          </a:p>
          <a:p>
            <a:r>
              <a:rPr lang="zh-CN" altLang="en-US" sz="3200" dirty="0">
                <a:solidFill>
                  <a:srgbClr val="000000"/>
                </a:solidFill>
                <a:ea typeface="楷体_GB2312"/>
                <a:sym typeface="+mn-ea"/>
              </a:rPr>
              <a:t>（</a:t>
            </a:r>
            <a:r>
              <a:rPr lang="en-US" altLang="zh-CN" sz="3200" dirty="0">
                <a:solidFill>
                  <a:srgbClr val="000000"/>
                </a:solidFill>
                <a:ea typeface="楷体_GB2312"/>
                <a:sym typeface="+mn-ea"/>
              </a:rPr>
              <a:t>2</a:t>
            </a:r>
            <a:r>
              <a:rPr lang="zh-CN" altLang="en-US" sz="3200" dirty="0">
                <a:solidFill>
                  <a:srgbClr val="000000"/>
                </a:solidFill>
                <a:ea typeface="楷体_GB2312"/>
                <a:sym typeface="+mn-ea"/>
              </a:rPr>
              <a:t>）求从基</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a:t>
            </a:r>
            <a:r>
              <a:rPr lang="en-US" altLang="zh-CN" sz="3200" i="1" dirty="0">
                <a:sym typeface="+mn-ea"/>
              </a:rPr>
              <a:t>β</a:t>
            </a:r>
            <a:r>
              <a:rPr lang="en-US" altLang="zh-CN" sz="3200" baseline="-25000" dirty="0">
                <a:sym typeface="+mn-ea"/>
              </a:rPr>
              <a:t>3</a:t>
            </a:r>
            <a:r>
              <a:rPr lang="zh-CN" altLang="en-US" sz="3200" dirty="0">
                <a:solidFill>
                  <a:srgbClr val="000000"/>
                </a:solidFill>
                <a:ea typeface="楷体_GB2312"/>
                <a:sym typeface="+mn-ea"/>
              </a:rPr>
              <a:t>到基</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a:t>
            </a:r>
            <a:r>
              <a:rPr lang="en-US" altLang="zh-CN" sz="3200" i="1" dirty="0">
                <a:sym typeface="+mn-ea"/>
              </a:rPr>
              <a:t>α</a:t>
            </a:r>
            <a:r>
              <a:rPr lang="en-US" altLang="zh-CN" sz="3200" baseline="-25000" dirty="0">
                <a:sym typeface="+mn-ea"/>
              </a:rPr>
              <a:t>3</a:t>
            </a:r>
            <a:r>
              <a:rPr lang="zh-CN" altLang="en-US" sz="3200" dirty="0">
                <a:solidFill>
                  <a:srgbClr val="000000"/>
                </a:solidFill>
                <a:ea typeface="楷体_GB2312"/>
                <a:sym typeface="+mn-ea"/>
              </a:rPr>
              <a:t>的过渡矩阵</a:t>
            </a:r>
            <a:r>
              <a:rPr lang="en-US" altLang="zh-CN" sz="3200" dirty="0">
                <a:solidFill>
                  <a:srgbClr val="000000"/>
                </a:solidFill>
                <a:ea typeface="楷体_GB2312"/>
                <a:sym typeface="+mn-ea"/>
              </a:rPr>
              <a:t>.</a:t>
            </a:r>
          </a:p>
        </p:txBody>
      </p:sp>
      <p:sp>
        <p:nvSpPr>
          <p:cNvPr id="2" name="文本框 1"/>
          <p:cNvSpPr txBox="1"/>
          <p:nvPr/>
        </p:nvSpPr>
        <p:spPr>
          <a:xfrm>
            <a:off x="599440" y="2284730"/>
            <a:ext cx="8093075" cy="1076325"/>
          </a:xfrm>
          <a:prstGeom prst="rect">
            <a:avLst/>
          </a:prstGeom>
          <a:noFill/>
        </p:spPr>
        <p:txBody>
          <a:bodyPr wrap="square" rtlCol="0" anchor="t">
            <a:spAutoFit/>
          </a:bodyPr>
          <a:lstStyle/>
          <a:p>
            <a:r>
              <a:rPr lang="zh-CN" altLang="en-US" sz="3200" dirty="0">
                <a:solidFill>
                  <a:srgbClr val="3333FF"/>
                </a:solidFill>
                <a:ea typeface="楷体_GB2312"/>
                <a:sym typeface="+mn-ea"/>
              </a:rPr>
              <a:t>解</a:t>
            </a:r>
            <a:r>
              <a:rPr lang="en-US" altLang="zh-CN" sz="3200" dirty="0">
                <a:solidFill>
                  <a:srgbClr val="3333FF"/>
                </a:solidFill>
                <a:ea typeface="楷体_GB2312"/>
                <a:sym typeface="+mn-ea"/>
              </a:rPr>
              <a:t>  </a:t>
            </a:r>
            <a:r>
              <a:rPr lang="en-US" altLang="zh-CN" sz="3200" dirty="0">
                <a:solidFill>
                  <a:srgbClr val="000000"/>
                </a:solidFill>
                <a:ea typeface="楷体_GB2312"/>
                <a:sym typeface="+mn-ea"/>
              </a:rPr>
              <a:t>(1) </a:t>
            </a:r>
            <a:r>
              <a:rPr lang="zh-CN" altLang="en-US" sz="3200" dirty="0">
                <a:solidFill>
                  <a:srgbClr val="000000"/>
                </a:solidFill>
                <a:ea typeface="楷体_GB2312"/>
                <a:sym typeface="+mn-ea"/>
              </a:rPr>
              <a:t>设从基</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a:t>
            </a:r>
            <a:r>
              <a:rPr lang="en-US" altLang="zh-CN" sz="3200" i="1" dirty="0">
                <a:sym typeface="+mn-ea"/>
              </a:rPr>
              <a:t>α</a:t>
            </a:r>
            <a:r>
              <a:rPr lang="en-US" altLang="zh-CN" sz="3200" baseline="-25000" dirty="0">
                <a:sym typeface="+mn-ea"/>
              </a:rPr>
              <a:t>3</a:t>
            </a:r>
            <a:r>
              <a:rPr lang="zh-CN" altLang="en-US" sz="3200" dirty="0">
                <a:solidFill>
                  <a:srgbClr val="000000"/>
                </a:solidFill>
                <a:ea typeface="楷体_GB2312"/>
                <a:sym typeface="+mn-ea"/>
              </a:rPr>
              <a:t>到基</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a:t>
            </a:r>
            <a:r>
              <a:rPr lang="en-US" altLang="zh-CN" sz="3200" i="1" dirty="0">
                <a:sym typeface="+mn-ea"/>
              </a:rPr>
              <a:t>β</a:t>
            </a:r>
            <a:r>
              <a:rPr lang="en-US" altLang="zh-CN" sz="3200" baseline="-25000" dirty="0">
                <a:sym typeface="+mn-ea"/>
              </a:rPr>
              <a:t>3</a:t>
            </a:r>
            <a:r>
              <a:rPr lang="zh-CN" altLang="en-US" sz="3200" dirty="0">
                <a:solidFill>
                  <a:srgbClr val="000000"/>
                </a:solidFill>
                <a:ea typeface="楷体_GB2312"/>
                <a:sym typeface="+mn-ea"/>
              </a:rPr>
              <a:t>的过渡矩阵为</a:t>
            </a:r>
            <a:r>
              <a:rPr lang="en-US" altLang="zh-CN" sz="3200" i="1" dirty="0">
                <a:sym typeface="+mn-ea"/>
              </a:rPr>
              <a:t>P</a:t>
            </a:r>
            <a:r>
              <a:rPr lang="zh-CN" altLang="en-US" sz="3200" dirty="0">
                <a:solidFill>
                  <a:srgbClr val="000000"/>
                </a:solidFill>
                <a:ea typeface="楷体_GB2312"/>
                <a:sym typeface="+mn-ea"/>
              </a:rPr>
              <a:t>，由</a:t>
            </a:r>
          </a:p>
        </p:txBody>
      </p:sp>
      <p:sp>
        <p:nvSpPr>
          <p:cNvPr id="3" name="文本框 2"/>
          <p:cNvSpPr txBox="1"/>
          <p:nvPr/>
        </p:nvSpPr>
        <p:spPr>
          <a:xfrm>
            <a:off x="3203575" y="3861435"/>
            <a:ext cx="645795" cy="583565"/>
          </a:xfrm>
          <a:prstGeom prst="rect">
            <a:avLst/>
          </a:prstGeom>
          <a:noFill/>
        </p:spPr>
        <p:txBody>
          <a:bodyPr wrap="square" rtlCol="0">
            <a:spAutoFit/>
          </a:bodyPr>
          <a:lstStyle/>
          <a:p>
            <a:r>
              <a:rPr lang="zh-CN" altLang="en-US" sz="3200" dirty="0">
                <a:solidFill>
                  <a:srgbClr val="000000"/>
                </a:solidFill>
                <a:ea typeface="楷体_GB2312"/>
                <a:sym typeface="+mn-ea"/>
              </a:rPr>
              <a:t>即</a:t>
            </a:r>
            <a:endParaRPr lang="zh-CN" altLang="en-US" sz="3200" dirty="0">
              <a:solidFill>
                <a:srgbClr val="000000"/>
              </a:solidFill>
              <a:ea typeface="楷体_GB2312"/>
            </a:endParaRPr>
          </a:p>
        </p:txBody>
      </p:sp>
      <p:graphicFrame>
        <p:nvGraphicFramePr>
          <p:cNvPr id="4" name="对象 -2147479184"/>
          <p:cNvGraphicFramePr>
            <a:graphicFrameLocks noChangeAspect="1"/>
          </p:cNvGraphicFramePr>
          <p:nvPr/>
        </p:nvGraphicFramePr>
        <p:xfrm>
          <a:off x="827405" y="3449955"/>
          <a:ext cx="2233295" cy="1405890"/>
        </p:xfrm>
        <a:graphic>
          <a:graphicData uri="http://schemas.openxmlformats.org/presentationml/2006/ole">
            <mc:AlternateContent xmlns:mc="http://schemas.openxmlformats.org/markup-compatibility/2006">
              <mc:Choice xmlns:v="urn:schemas-microsoft-com:vml" Requires="v">
                <p:oleObj r:id="rId2" imgW="1130300" imgH="711200" progId="Equation.DSMT4">
                  <p:embed/>
                </p:oleObj>
              </mc:Choice>
              <mc:Fallback>
                <p:oleObj r:id="rId2" imgW="1130300" imgH="711200" progId="Equation.DSMT4">
                  <p:embed/>
                  <p:pic>
                    <p:nvPicPr>
                      <p:cNvPr id="0" name="图片 3075"/>
                      <p:cNvPicPr/>
                      <p:nvPr/>
                    </p:nvPicPr>
                    <p:blipFill>
                      <a:blip r:embed="rId3"/>
                      <a:stretch>
                        <a:fillRect/>
                      </a:stretch>
                    </p:blipFill>
                    <p:spPr>
                      <a:xfrm>
                        <a:off x="827405" y="3449955"/>
                        <a:ext cx="2233295" cy="1405890"/>
                      </a:xfrm>
                      <a:prstGeom prst="rect">
                        <a:avLst/>
                      </a:prstGeom>
                      <a:noFill/>
                      <a:ln w="38100">
                        <a:noFill/>
                        <a:miter/>
                      </a:ln>
                    </p:spPr>
                  </p:pic>
                </p:oleObj>
              </mc:Fallback>
            </mc:AlternateContent>
          </a:graphicData>
        </a:graphic>
      </p:graphicFrame>
      <p:graphicFrame>
        <p:nvGraphicFramePr>
          <p:cNvPr id="5" name="对象 -2147474271"/>
          <p:cNvGraphicFramePr>
            <a:graphicFrameLocks noChangeAspect="1"/>
          </p:cNvGraphicFramePr>
          <p:nvPr/>
        </p:nvGraphicFramePr>
        <p:xfrm>
          <a:off x="3779520" y="3321050"/>
          <a:ext cx="4905375" cy="1534795"/>
        </p:xfrm>
        <a:graphic>
          <a:graphicData uri="http://schemas.openxmlformats.org/presentationml/2006/ole">
            <mc:AlternateContent xmlns:mc="http://schemas.openxmlformats.org/markup-compatibility/2006">
              <mc:Choice xmlns:v="urn:schemas-microsoft-com:vml" Requires="v">
                <p:oleObj r:id="rId4" imgW="2273300" imgH="711200" progId="Equation.DSMT4">
                  <p:embed/>
                </p:oleObj>
              </mc:Choice>
              <mc:Fallback>
                <p:oleObj r:id="rId4" imgW="2273300" imgH="711200" progId="Equation.DSMT4">
                  <p:embed/>
                  <p:pic>
                    <p:nvPicPr>
                      <p:cNvPr id="0" name="图片 3"/>
                      <p:cNvPicPr/>
                      <p:nvPr/>
                    </p:nvPicPr>
                    <p:blipFill>
                      <a:blip r:embed="rId5"/>
                      <a:stretch>
                        <a:fillRect/>
                      </a:stretch>
                    </p:blipFill>
                    <p:spPr>
                      <a:xfrm>
                        <a:off x="3779520" y="3321050"/>
                        <a:ext cx="4905375" cy="1534795"/>
                      </a:xfrm>
                      <a:prstGeom prst="rect">
                        <a:avLst/>
                      </a:prstGeom>
                      <a:noFill/>
                      <a:ln w="38100">
                        <a:noFill/>
                        <a:miter/>
                      </a:ln>
                    </p:spPr>
                  </p:pic>
                </p:oleObj>
              </mc:Fallback>
            </mc:AlternateContent>
          </a:graphicData>
        </a:graphic>
      </p:graphicFrame>
      <p:sp>
        <p:nvSpPr>
          <p:cNvPr id="7" name="文本框 6"/>
          <p:cNvSpPr txBox="1"/>
          <p:nvPr/>
        </p:nvSpPr>
        <p:spPr>
          <a:xfrm>
            <a:off x="755650" y="4855845"/>
            <a:ext cx="6497320" cy="583565"/>
          </a:xfrm>
          <a:prstGeom prst="rect">
            <a:avLst/>
          </a:prstGeom>
          <a:noFill/>
        </p:spPr>
        <p:txBody>
          <a:bodyPr wrap="square" rtlCol="0" anchor="t">
            <a:spAutoFit/>
          </a:bodyPr>
          <a:lstStyle/>
          <a:p>
            <a:r>
              <a:rPr lang="en-US" altLang="zh-CN" sz="3200" dirty="0">
                <a:solidFill>
                  <a:srgbClr val="000000"/>
                </a:solidFill>
                <a:ea typeface="楷体_GB2312"/>
                <a:sym typeface="+mn-ea"/>
              </a:rPr>
              <a:t>(2) </a:t>
            </a:r>
            <a:r>
              <a:rPr lang="zh-CN" sz="3200" dirty="0">
                <a:solidFill>
                  <a:srgbClr val="000000"/>
                </a:solidFill>
                <a:ea typeface="楷体_GB2312"/>
                <a:sym typeface="+mn-ea"/>
              </a:rPr>
              <a:t>因为</a:t>
            </a:r>
            <a:r>
              <a:rPr lang="zh-CN" altLang="en-US" sz="3200" dirty="0">
                <a:solidFill>
                  <a:srgbClr val="000000"/>
                </a:solidFill>
                <a:ea typeface="楷体_GB2312"/>
                <a:sym typeface="+mn-ea"/>
              </a:rPr>
              <a:t>过渡矩阵</a:t>
            </a:r>
            <a:r>
              <a:rPr lang="en-US" altLang="zh-CN" sz="3200" i="1" dirty="0">
                <a:sym typeface="+mn-ea"/>
              </a:rPr>
              <a:t>P</a:t>
            </a:r>
            <a:r>
              <a:rPr lang="zh-CN" altLang="en-US" sz="3200" dirty="0">
                <a:sym typeface="+mn-ea"/>
              </a:rPr>
              <a:t>可逆</a:t>
            </a:r>
            <a:r>
              <a:rPr lang="zh-CN" altLang="en-US" sz="3200" dirty="0">
                <a:solidFill>
                  <a:srgbClr val="000000"/>
                </a:solidFill>
                <a:ea typeface="楷体_GB2312"/>
                <a:sym typeface="+mn-ea"/>
              </a:rPr>
              <a:t>，所以</a:t>
            </a:r>
          </a:p>
        </p:txBody>
      </p:sp>
      <p:graphicFrame>
        <p:nvGraphicFramePr>
          <p:cNvPr id="8" name="对象 -2147479178"/>
          <p:cNvGraphicFramePr>
            <a:graphicFrameLocks noChangeAspect="1"/>
          </p:cNvGraphicFramePr>
          <p:nvPr/>
        </p:nvGraphicFramePr>
        <p:xfrm>
          <a:off x="2483485" y="5445125"/>
          <a:ext cx="4392930" cy="622300"/>
        </p:xfrm>
        <a:graphic>
          <a:graphicData uri="http://schemas.openxmlformats.org/presentationml/2006/ole">
            <mc:AlternateContent xmlns:mc="http://schemas.openxmlformats.org/markup-compatibility/2006">
              <mc:Choice xmlns:v="urn:schemas-microsoft-com:vml" Requires="v">
                <p:oleObj r:id="rId6" imgW="1701800" imgH="241300" progId="Equation.DSMT4">
                  <p:embed/>
                </p:oleObj>
              </mc:Choice>
              <mc:Fallback>
                <p:oleObj r:id="rId6" imgW="1701800" imgH="241300" progId="Equation.DSMT4">
                  <p:embed/>
                  <p:pic>
                    <p:nvPicPr>
                      <p:cNvPr id="0" name="图片 6"/>
                      <p:cNvPicPr/>
                      <p:nvPr/>
                    </p:nvPicPr>
                    <p:blipFill>
                      <a:blip r:embed="rId7"/>
                      <a:stretch>
                        <a:fillRect/>
                      </a:stretch>
                    </p:blipFill>
                    <p:spPr>
                      <a:xfrm>
                        <a:off x="2483485" y="5445125"/>
                        <a:ext cx="4392930" cy="622300"/>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down)">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3" grpId="0"/>
      <p:bldP spid="5" grpId="0"/>
      <p:bldP spid="7"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95605" y="476250"/>
            <a:ext cx="8077200" cy="583565"/>
          </a:xfrm>
          <a:prstGeom prst="rect">
            <a:avLst/>
          </a:prstGeom>
          <a:noFill/>
        </p:spPr>
        <p:txBody>
          <a:bodyPr wrap="square" rtlCol="0" anchor="t">
            <a:spAutoFit/>
          </a:bodyPr>
          <a:lstStyle/>
          <a:p>
            <a:r>
              <a:rPr lang="zh-CN" altLang="en-US" sz="3200" dirty="0">
                <a:solidFill>
                  <a:srgbClr val="000000"/>
                </a:solidFill>
                <a:ea typeface="楷体_GB2312"/>
                <a:sym typeface="+mn-ea"/>
              </a:rPr>
              <a:t>故从基</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a:t>
            </a:r>
            <a:r>
              <a:rPr lang="en-US" altLang="zh-CN" sz="3200" i="1" dirty="0">
                <a:sym typeface="+mn-ea"/>
              </a:rPr>
              <a:t>β</a:t>
            </a:r>
            <a:r>
              <a:rPr lang="en-US" altLang="zh-CN" sz="3200" baseline="-25000" dirty="0">
                <a:sym typeface="+mn-ea"/>
              </a:rPr>
              <a:t>3</a:t>
            </a:r>
            <a:r>
              <a:rPr lang="zh-CN" altLang="en-US" sz="3200" dirty="0">
                <a:solidFill>
                  <a:srgbClr val="000000"/>
                </a:solidFill>
                <a:ea typeface="楷体_GB2312"/>
                <a:sym typeface="+mn-ea"/>
              </a:rPr>
              <a:t>到基</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a:t>
            </a:r>
            <a:r>
              <a:rPr lang="en-US" altLang="zh-CN" sz="3200" i="1" dirty="0">
                <a:sym typeface="+mn-ea"/>
              </a:rPr>
              <a:t>α</a:t>
            </a:r>
            <a:r>
              <a:rPr lang="en-US" altLang="zh-CN" sz="3200" baseline="-25000" dirty="0">
                <a:sym typeface="+mn-ea"/>
              </a:rPr>
              <a:t>3</a:t>
            </a:r>
            <a:r>
              <a:rPr lang="zh-CN" altLang="en-US" sz="3200" dirty="0">
                <a:solidFill>
                  <a:srgbClr val="000000"/>
                </a:solidFill>
                <a:ea typeface="楷体_GB2312"/>
                <a:sym typeface="+mn-ea"/>
              </a:rPr>
              <a:t>的过渡矩阵为</a:t>
            </a:r>
          </a:p>
        </p:txBody>
      </p:sp>
      <p:graphicFrame>
        <p:nvGraphicFramePr>
          <p:cNvPr id="2" name="对象 -2147479175"/>
          <p:cNvGraphicFramePr>
            <a:graphicFrameLocks noChangeAspect="1"/>
          </p:cNvGraphicFramePr>
          <p:nvPr/>
        </p:nvGraphicFramePr>
        <p:xfrm>
          <a:off x="1684655" y="1340485"/>
          <a:ext cx="5774055" cy="1610360"/>
        </p:xfrm>
        <a:graphic>
          <a:graphicData uri="http://schemas.openxmlformats.org/presentationml/2006/ole">
            <mc:AlternateContent xmlns:mc="http://schemas.openxmlformats.org/markup-compatibility/2006">
              <mc:Choice xmlns:v="urn:schemas-microsoft-com:vml" Requires="v">
                <p:oleObj r:id="rId2" imgW="2641600" imgH="736600" progId="Equation.DSMT4">
                  <p:embed/>
                </p:oleObj>
              </mc:Choice>
              <mc:Fallback>
                <p:oleObj r:id="rId2" imgW="2641600" imgH="736600" progId="Equation.DSMT4">
                  <p:embed/>
                  <p:pic>
                    <p:nvPicPr>
                      <p:cNvPr id="0" name="图片 3075"/>
                      <p:cNvPicPr/>
                      <p:nvPr/>
                    </p:nvPicPr>
                    <p:blipFill>
                      <a:blip r:embed="rId3"/>
                      <a:stretch>
                        <a:fillRect/>
                      </a:stretch>
                    </p:blipFill>
                    <p:spPr>
                      <a:xfrm>
                        <a:off x="1684655" y="1340485"/>
                        <a:ext cx="5774055" cy="1610360"/>
                      </a:xfrm>
                      <a:prstGeom prst="rect">
                        <a:avLst/>
                      </a:prstGeom>
                      <a:noFill/>
                      <a:ln w="38100">
                        <a:noFill/>
                        <a:miter/>
                      </a:ln>
                    </p:spPr>
                  </p:pic>
                </p:oleObj>
              </mc:Fallback>
            </mc:AlternateContent>
          </a:graphicData>
        </a:graphic>
      </p:graphicFrame>
      <p:sp>
        <p:nvSpPr>
          <p:cNvPr id="10" name="文本框 9"/>
          <p:cNvSpPr txBox="1"/>
          <p:nvPr/>
        </p:nvSpPr>
        <p:spPr>
          <a:xfrm>
            <a:off x="107315" y="3140710"/>
            <a:ext cx="8441055" cy="3538220"/>
          </a:xfrm>
          <a:prstGeom prst="rect">
            <a:avLst/>
          </a:prstGeom>
          <a:noFill/>
        </p:spPr>
        <p:txBody>
          <a:bodyPr wrap="square" rtlCol="0" anchor="t">
            <a:spAutoFit/>
          </a:bodyPr>
          <a:lstStyle/>
          <a:p>
            <a:r>
              <a:rPr lang="en-US" altLang="zh-CN" sz="3200" dirty="0">
                <a:solidFill>
                  <a:srgbClr val="FF0000"/>
                </a:solidFill>
                <a:ea typeface="楷体_GB2312"/>
                <a:sym typeface="+mn-ea"/>
              </a:rPr>
              <a:t> </a:t>
            </a:r>
            <a:r>
              <a:rPr lang="zh-CN" altLang="en-US" sz="3200" dirty="0">
                <a:solidFill>
                  <a:srgbClr val="FF0000"/>
                </a:solidFill>
                <a:ea typeface="楷体_GB2312"/>
                <a:sym typeface="+mn-ea"/>
              </a:rPr>
              <a:t>例</a:t>
            </a:r>
            <a:r>
              <a:rPr lang="en-US" altLang="zh-CN" sz="3200" dirty="0">
                <a:solidFill>
                  <a:srgbClr val="FF0000"/>
                </a:solidFill>
                <a:ea typeface="楷体_GB2312"/>
                <a:sym typeface="+mn-ea"/>
              </a:rPr>
              <a:t>3.5.9 </a:t>
            </a:r>
            <a:r>
              <a:rPr lang="zh-CN" altLang="en-US" sz="3200" dirty="0">
                <a:solidFill>
                  <a:srgbClr val="000000"/>
                </a:solidFill>
                <a:ea typeface="楷体_GB2312"/>
                <a:sym typeface="+mn-ea"/>
              </a:rPr>
              <a:t>设</a:t>
            </a:r>
            <a:r>
              <a:rPr lang="en-US" altLang="zh-CN" sz="3200" i="1" dirty="0">
                <a:sym typeface="+mn-ea"/>
              </a:rPr>
              <a:t>R</a:t>
            </a:r>
            <a:r>
              <a:rPr lang="en-US" altLang="zh-CN" sz="3200" baseline="30000" dirty="0">
                <a:sym typeface="+mn-ea"/>
              </a:rPr>
              <a:t>3</a:t>
            </a:r>
            <a:r>
              <a:rPr lang="zh-CN" altLang="en-US" sz="3200" dirty="0">
                <a:solidFill>
                  <a:srgbClr val="000000"/>
                </a:solidFill>
                <a:ea typeface="楷体_GB2312"/>
                <a:sym typeface="+mn-ea"/>
              </a:rPr>
              <a:t>中两组基</a:t>
            </a:r>
            <a:r>
              <a:rPr lang="en-US" altLang="zh-CN" sz="3200" i="1" dirty="0">
                <a:sym typeface="+mn-ea"/>
              </a:rPr>
              <a:t>   </a:t>
            </a:r>
          </a:p>
          <a:p>
            <a:endParaRPr lang="en-US" altLang="zh-CN" sz="3200" i="1" dirty="0">
              <a:sym typeface="+mn-ea"/>
            </a:endParaRPr>
          </a:p>
          <a:p>
            <a:r>
              <a:rPr lang="zh-CN" altLang="en-US" sz="3200" dirty="0">
                <a:solidFill>
                  <a:srgbClr val="000000"/>
                </a:solidFill>
                <a:ea typeface="楷体_GB2312"/>
                <a:sym typeface="+mn-ea"/>
              </a:rPr>
              <a:t>及</a:t>
            </a:r>
            <a:endParaRPr lang="en-US" altLang="zh-CN" sz="3200" i="1" dirty="0">
              <a:sym typeface="+mn-ea"/>
            </a:endParaRPr>
          </a:p>
          <a:p>
            <a:r>
              <a:rPr lang="en-US" altLang="zh-CN" sz="3200" i="1" dirty="0">
                <a:sym typeface="+mn-ea"/>
              </a:rPr>
              <a:t>                  </a:t>
            </a:r>
            <a:endParaRPr lang="zh-CN" altLang="en-US" sz="3200" dirty="0">
              <a:solidFill>
                <a:srgbClr val="000000"/>
              </a:solidFill>
              <a:ea typeface="楷体_GB2312"/>
              <a:sym typeface="+mn-ea"/>
            </a:endParaRPr>
          </a:p>
          <a:p>
            <a:r>
              <a:rPr lang="zh-CN" altLang="en-US" sz="3200" dirty="0">
                <a:solidFill>
                  <a:srgbClr val="000000"/>
                </a:solidFill>
                <a:ea typeface="楷体_GB2312"/>
                <a:sym typeface="+mn-ea"/>
              </a:rPr>
              <a:t>（</a:t>
            </a:r>
            <a:r>
              <a:rPr lang="en-US" altLang="zh-CN" sz="3200" dirty="0">
                <a:solidFill>
                  <a:srgbClr val="000000"/>
                </a:solidFill>
                <a:ea typeface="楷体_GB2312"/>
                <a:sym typeface="+mn-ea"/>
              </a:rPr>
              <a:t>1</a:t>
            </a:r>
            <a:r>
              <a:rPr lang="zh-CN" altLang="en-US" sz="3200" dirty="0">
                <a:solidFill>
                  <a:srgbClr val="000000"/>
                </a:solidFill>
                <a:ea typeface="楷体_GB2312"/>
                <a:sym typeface="+mn-ea"/>
              </a:rPr>
              <a:t>）求从基</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a:t>
            </a:r>
            <a:r>
              <a:rPr lang="en-US" altLang="zh-CN" sz="3200" i="1" dirty="0">
                <a:sym typeface="+mn-ea"/>
              </a:rPr>
              <a:t>α</a:t>
            </a:r>
            <a:r>
              <a:rPr lang="en-US" altLang="zh-CN" sz="3200" baseline="-25000" dirty="0">
                <a:sym typeface="+mn-ea"/>
              </a:rPr>
              <a:t>3</a:t>
            </a:r>
            <a:r>
              <a:rPr lang="zh-CN" altLang="en-US" sz="3200" dirty="0">
                <a:solidFill>
                  <a:srgbClr val="000000"/>
                </a:solidFill>
                <a:ea typeface="楷体_GB2312"/>
                <a:sym typeface="+mn-ea"/>
              </a:rPr>
              <a:t>到基</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a:t>
            </a:r>
            <a:r>
              <a:rPr lang="en-US" altLang="zh-CN" sz="3200" i="1" dirty="0">
                <a:sym typeface="+mn-ea"/>
              </a:rPr>
              <a:t>β</a:t>
            </a:r>
            <a:r>
              <a:rPr lang="en-US" altLang="zh-CN" sz="3200" baseline="-25000" dirty="0">
                <a:sym typeface="+mn-ea"/>
              </a:rPr>
              <a:t>3</a:t>
            </a:r>
            <a:r>
              <a:rPr lang="zh-CN" altLang="en-US" sz="3200" dirty="0">
                <a:solidFill>
                  <a:srgbClr val="000000"/>
                </a:solidFill>
                <a:ea typeface="楷体_GB2312"/>
                <a:sym typeface="+mn-ea"/>
              </a:rPr>
              <a:t>的过渡矩阵；</a:t>
            </a:r>
          </a:p>
          <a:p>
            <a:r>
              <a:rPr lang="zh-CN" altLang="en-US" sz="3200" dirty="0">
                <a:solidFill>
                  <a:srgbClr val="000000"/>
                </a:solidFill>
                <a:ea typeface="楷体_GB2312"/>
                <a:sym typeface="+mn-ea"/>
              </a:rPr>
              <a:t>（</a:t>
            </a:r>
            <a:r>
              <a:rPr lang="en-US" altLang="zh-CN" sz="3200" dirty="0">
                <a:solidFill>
                  <a:srgbClr val="000000"/>
                </a:solidFill>
                <a:ea typeface="楷体_GB2312"/>
                <a:sym typeface="+mn-ea"/>
              </a:rPr>
              <a:t>2</a:t>
            </a:r>
            <a:r>
              <a:rPr lang="zh-CN" altLang="en-US" sz="3200" dirty="0">
                <a:solidFill>
                  <a:srgbClr val="000000"/>
                </a:solidFill>
                <a:ea typeface="楷体_GB2312"/>
                <a:sym typeface="+mn-ea"/>
              </a:rPr>
              <a:t>）设向量</a:t>
            </a:r>
            <a:r>
              <a:rPr lang="en-US" altLang="zh-CN" sz="3200" i="1" dirty="0">
                <a:sym typeface="+mn-ea"/>
              </a:rPr>
              <a:t>α</a:t>
            </a:r>
            <a:r>
              <a:rPr lang="zh-CN" altLang="en-US" sz="3200" dirty="0">
                <a:solidFill>
                  <a:srgbClr val="000000"/>
                </a:solidFill>
                <a:ea typeface="楷体_GB2312"/>
                <a:sym typeface="+mn-ea"/>
              </a:rPr>
              <a:t>在</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a:t>
            </a:r>
            <a:r>
              <a:rPr lang="en-US" altLang="zh-CN" sz="3200" i="1" dirty="0">
                <a:sym typeface="+mn-ea"/>
              </a:rPr>
              <a:t>α</a:t>
            </a:r>
            <a:r>
              <a:rPr lang="en-US" altLang="zh-CN" sz="3200" baseline="-25000" dirty="0">
                <a:sym typeface="+mn-ea"/>
              </a:rPr>
              <a:t>3</a:t>
            </a:r>
            <a:r>
              <a:rPr lang="zh-CN" altLang="en-US" sz="3200" dirty="0">
                <a:solidFill>
                  <a:srgbClr val="000000"/>
                </a:solidFill>
                <a:ea typeface="楷体_GB2312"/>
                <a:sym typeface="+mn-ea"/>
              </a:rPr>
              <a:t>下的坐标为（</a:t>
            </a:r>
            <a:r>
              <a:rPr lang="en-US" altLang="zh-CN" sz="3200" dirty="0">
                <a:solidFill>
                  <a:srgbClr val="000000"/>
                </a:solidFill>
                <a:ea typeface="楷体_GB2312"/>
                <a:sym typeface="+mn-ea"/>
              </a:rPr>
              <a:t>1,1,2</a:t>
            </a:r>
            <a:r>
              <a:rPr lang="zh-CN" altLang="en-US" sz="3200" dirty="0">
                <a:solidFill>
                  <a:srgbClr val="000000"/>
                </a:solidFill>
                <a:ea typeface="楷体_GB2312"/>
                <a:sym typeface="+mn-ea"/>
              </a:rPr>
              <a:t>），求在基</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a:t>
            </a:r>
            <a:r>
              <a:rPr lang="en-US" altLang="zh-CN" sz="3200" i="1" dirty="0">
                <a:sym typeface="+mn-ea"/>
              </a:rPr>
              <a:t>β</a:t>
            </a:r>
            <a:r>
              <a:rPr lang="en-US" altLang="zh-CN" sz="3200" baseline="-25000" dirty="0">
                <a:sym typeface="+mn-ea"/>
              </a:rPr>
              <a:t>3</a:t>
            </a:r>
            <a:r>
              <a:rPr lang="zh-CN" altLang="en-US" sz="3200" dirty="0">
                <a:solidFill>
                  <a:srgbClr val="000000"/>
                </a:solidFill>
                <a:ea typeface="楷体_GB2312"/>
                <a:sym typeface="+mn-ea"/>
              </a:rPr>
              <a:t>下的坐标</a:t>
            </a:r>
            <a:r>
              <a:rPr lang="en-US" altLang="zh-CN" sz="3200" dirty="0">
                <a:solidFill>
                  <a:srgbClr val="000000"/>
                </a:solidFill>
                <a:ea typeface="楷体_GB2312"/>
                <a:sym typeface="+mn-ea"/>
              </a:rPr>
              <a:t>.</a:t>
            </a:r>
          </a:p>
        </p:txBody>
      </p:sp>
      <p:graphicFrame>
        <p:nvGraphicFramePr>
          <p:cNvPr id="3" name="对象 -2147479173"/>
          <p:cNvGraphicFramePr>
            <a:graphicFrameLocks noChangeAspect="1"/>
          </p:cNvGraphicFramePr>
          <p:nvPr/>
        </p:nvGraphicFramePr>
        <p:xfrm>
          <a:off x="1259840" y="3789045"/>
          <a:ext cx="6009005" cy="567055"/>
        </p:xfrm>
        <a:graphic>
          <a:graphicData uri="http://schemas.openxmlformats.org/presentationml/2006/ole">
            <mc:AlternateContent xmlns:mc="http://schemas.openxmlformats.org/markup-compatibility/2006">
              <mc:Choice xmlns:v="urn:schemas-microsoft-com:vml" Requires="v">
                <p:oleObj r:id="rId4" imgW="2578100" imgH="241300" progId="Equation.DSMT4">
                  <p:embed/>
                </p:oleObj>
              </mc:Choice>
              <mc:Fallback>
                <p:oleObj r:id="rId4" imgW="2578100" imgH="241300" progId="Equation.DSMT4">
                  <p:embed/>
                  <p:pic>
                    <p:nvPicPr>
                      <p:cNvPr id="0" name="图片 3"/>
                      <p:cNvPicPr/>
                      <p:nvPr/>
                    </p:nvPicPr>
                    <p:blipFill>
                      <a:blip r:embed="rId5"/>
                      <a:stretch>
                        <a:fillRect/>
                      </a:stretch>
                    </p:blipFill>
                    <p:spPr>
                      <a:xfrm>
                        <a:off x="1259840" y="3789045"/>
                        <a:ext cx="6009005" cy="567055"/>
                      </a:xfrm>
                      <a:prstGeom prst="rect">
                        <a:avLst/>
                      </a:prstGeom>
                      <a:noFill/>
                      <a:ln w="38100">
                        <a:noFill/>
                        <a:miter/>
                      </a:ln>
                    </p:spPr>
                  </p:pic>
                </p:oleObj>
              </mc:Fallback>
            </mc:AlternateContent>
          </a:graphicData>
        </a:graphic>
      </p:graphicFrame>
      <p:graphicFrame>
        <p:nvGraphicFramePr>
          <p:cNvPr id="5" name="对象 -2147474270"/>
          <p:cNvGraphicFramePr>
            <a:graphicFrameLocks noChangeAspect="1"/>
          </p:cNvGraphicFramePr>
          <p:nvPr/>
        </p:nvGraphicFramePr>
        <p:xfrm>
          <a:off x="1403350" y="4580890"/>
          <a:ext cx="5661660" cy="546735"/>
        </p:xfrm>
        <a:graphic>
          <a:graphicData uri="http://schemas.openxmlformats.org/presentationml/2006/ole">
            <mc:AlternateContent xmlns:mc="http://schemas.openxmlformats.org/markup-compatibility/2006">
              <mc:Choice xmlns:v="urn:schemas-microsoft-com:vml" Requires="v">
                <p:oleObj r:id="rId6" imgW="2514600" imgH="241300" progId="Equation.DSMT4">
                  <p:embed/>
                </p:oleObj>
              </mc:Choice>
              <mc:Fallback>
                <p:oleObj r:id="rId6" imgW="2514600" imgH="241300" progId="Equation.DSMT4">
                  <p:embed/>
                  <p:pic>
                    <p:nvPicPr>
                      <p:cNvPr id="0" name="图片 4"/>
                      <p:cNvPicPr/>
                      <p:nvPr/>
                    </p:nvPicPr>
                    <p:blipFill>
                      <a:blip r:embed="rId7"/>
                      <a:stretch>
                        <a:fillRect/>
                      </a:stretch>
                    </p:blipFill>
                    <p:spPr>
                      <a:xfrm>
                        <a:off x="1403350" y="4580890"/>
                        <a:ext cx="5661660" cy="54673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par>
                                <p:cTn id="18" presetID="22" presetClass="entr" presetSubtype="4"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down)">
                                      <p:cBhvr>
                                        <p:cTn id="20" dur="500"/>
                                        <p:tgtEl>
                                          <p:spTgt spid="3"/>
                                        </p:tgtEl>
                                      </p:cBhvr>
                                    </p:animEffect>
                                  </p:childTnLst>
                                </p:cTn>
                              </p:par>
                            </p:childTnLst>
                          </p:cTn>
                        </p:par>
                        <p:par>
                          <p:cTn id="21" fill="hold">
                            <p:stCondLst>
                              <p:cond delay="500"/>
                            </p:stCondLst>
                            <p:childTnLst>
                              <p:par>
                                <p:cTn id="22" presetID="22" presetClass="entr" presetSubtype="4"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down)">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椭圆 62465">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62467" name="椭圆 62466">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62468" name="矩形 62467">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2" name="文本框 1"/>
          <p:cNvSpPr txBox="1"/>
          <p:nvPr/>
        </p:nvSpPr>
        <p:spPr>
          <a:xfrm>
            <a:off x="440055" y="332105"/>
            <a:ext cx="8093075" cy="1568450"/>
          </a:xfrm>
          <a:prstGeom prst="rect">
            <a:avLst/>
          </a:prstGeom>
          <a:noFill/>
        </p:spPr>
        <p:txBody>
          <a:bodyPr wrap="square" rtlCol="0" anchor="t">
            <a:spAutoFit/>
          </a:bodyPr>
          <a:lstStyle/>
          <a:p>
            <a:r>
              <a:rPr lang="zh-CN" altLang="en-US" sz="3200" dirty="0">
                <a:solidFill>
                  <a:srgbClr val="3333FF"/>
                </a:solidFill>
                <a:ea typeface="楷体_GB2312"/>
                <a:sym typeface="+mn-ea"/>
              </a:rPr>
              <a:t>解</a:t>
            </a:r>
            <a:r>
              <a:rPr lang="en-US" altLang="zh-CN" sz="3200" dirty="0">
                <a:solidFill>
                  <a:srgbClr val="3333FF"/>
                </a:solidFill>
                <a:ea typeface="楷体_GB2312"/>
                <a:sym typeface="+mn-ea"/>
              </a:rPr>
              <a:t>  </a:t>
            </a:r>
            <a:r>
              <a:rPr lang="en-US" altLang="zh-CN" sz="3200" dirty="0">
                <a:solidFill>
                  <a:srgbClr val="000000"/>
                </a:solidFill>
                <a:ea typeface="楷体_GB2312"/>
                <a:sym typeface="+mn-ea"/>
              </a:rPr>
              <a:t>(1) </a:t>
            </a:r>
            <a:r>
              <a:rPr lang="zh-CN" altLang="en-US" sz="3200" dirty="0">
                <a:solidFill>
                  <a:srgbClr val="000000"/>
                </a:solidFill>
                <a:ea typeface="楷体_GB2312"/>
                <a:sym typeface="+mn-ea"/>
              </a:rPr>
              <a:t>设</a:t>
            </a:r>
            <a:r>
              <a:rPr lang="en-US" altLang="zh-CN" sz="3200" i="1" dirty="0">
                <a:sym typeface="+mn-ea"/>
              </a:rPr>
              <a:t>A=</a:t>
            </a:r>
            <a:r>
              <a:rPr lang="en-US" altLang="zh-CN" sz="3200" dirty="0">
                <a:sym typeface="+mn-ea"/>
              </a:rPr>
              <a:t>(</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a:t>
            </a:r>
            <a:r>
              <a:rPr lang="en-US" altLang="zh-CN" sz="3200" i="1" dirty="0">
                <a:sym typeface="+mn-ea"/>
              </a:rPr>
              <a:t>α</a:t>
            </a:r>
            <a:r>
              <a:rPr lang="en-US" altLang="zh-CN" sz="3200" baseline="-25000" dirty="0">
                <a:sym typeface="+mn-ea"/>
              </a:rPr>
              <a:t>3</a:t>
            </a:r>
            <a:r>
              <a:rPr lang="en-US" altLang="zh-CN" sz="3200" dirty="0">
                <a:sym typeface="+mn-ea"/>
              </a:rPr>
              <a:t>), </a:t>
            </a:r>
            <a:r>
              <a:rPr lang="en-US" altLang="zh-CN" sz="3200" i="1" dirty="0">
                <a:sym typeface="+mn-ea"/>
              </a:rPr>
              <a:t>B=</a:t>
            </a:r>
            <a:r>
              <a:rPr lang="en-US" altLang="zh-CN" sz="3200" dirty="0">
                <a:sym typeface="+mn-ea"/>
              </a:rPr>
              <a:t>(</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a:t>
            </a:r>
            <a:r>
              <a:rPr lang="en-US" altLang="zh-CN" sz="3200" i="1" dirty="0">
                <a:sym typeface="+mn-ea"/>
              </a:rPr>
              <a:t>β</a:t>
            </a:r>
            <a:r>
              <a:rPr lang="en-US" altLang="zh-CN" sz="3200" baseline="-25000" dirty="0">
                <a:sym typeface="+mn-ea"/>
              </a:rPr>
              <a:t>3</a:t>
            </a:r>
            <a:r>
              <a:rPr lang="en-US" altLang="zh-CN" sz="3200" dirty="0">
                <a:sym typeface="+mn-ea"/>
              </a:rPr>
              <a:t>),</a:t>
            </a:r>
            <a:r>
              <a:rPr lang="zh-CN" altLang="en-US" sz="3200" dirty="0">
                <a:sym typeface="+mn-ea"/>
              </a:rPr>
              <a:t>则</a:t>
            </a:r>
            <a:r>
              <a:rPr lang="zh-CN" altLang="en-US" sz="3200" dirty="0">
                <a:solidFill>
                  <a:srgbClr val="000000"/>
                </a:solidFill>
                <a:ea typeface="楷体_GB2312"/>
                <a:sym typeface="+mn-ea"/>
              </a:rPr>
              <a:t>从基</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a:t>
            </a:r>
            <a:r>
              <a:rPr lang="en-US" altLang="zh-CN" sz="3200" i="1" dirty="0">
                <a:sym typeface="+mn-ea"/>
              </a:rPr>
              <a:t>α</a:t>
            </a:r>
            <a:r>
              <a:rPr lang="en-US" altLang="zh-CN" sz="3200" baseline="-25000" dirty="0">
                <a:sym typeface="+mn-ea"/>
              </a:rPr>
              <a:t>3</a:t>
            </a:r>
            <a:r>
              <a:rPr lang="zh-CN" altLang="en-US" sz="3200" dirty="0">
                <a:solidFill>
                  <a:srgbClr val="000000"/>
                </a:solidFill>
                <a:ea typeface="楷体_GB2312"/>
                <a:sym typeface="+mn-ea"/>
              </a:rPr>
              <a:t>到基</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a:t>
            </a:r>
            <a:r>
              <a:rPr lang="en-US" altLang="zh-CN" sz="3200" i="1" dirty="0">
                <a:sym typeface="+mn-ea"/>
              </a:rPr>
              <a:t>β</a:t>
            </a:r>
            <a:r>
              <a:rPr lang="en-US" altLang="zh-CN" sz="3200" baseline="-25000" dirty="0">
                <a:sym typeface="+mn-ea"/>
              </a:rPr>
              <a:t>3</a:t>
            </a:r>
            <a:r>
              <a:rPr lang="zh-CN" altLang="en-US" sz="3200" dirty="0">
                <a:solidFill>
                  <a:srgbClr val="000000"/>
                </a:solidFill>
                <a:ea typeface="楷体_GB2312"/>
                <a:sym typeface="+mn-ea"/>
              </a:rPr>
              <a:t>的过渡矩阵为</a:t>
            </a:r>
            <a:r>
              <a:rPr lang="en-US" altLang="zh-CN" sz="3200" i="1" dirty="0">
                <a:sym typeface="+mn-ea"/>
              </a:rPr>
              <a:t>P=A</a:t>
            </a:r>
            <a:r>
              <a:rPr lang="en-US" altLang="zh-CN" sz="3200" baseline="30000" dirty="0">
                <a:sym typeface="+mn-ea"/>
              </a:rPr>
              <a:t>-1</a:t>
            </a:r>
            <a:r>
              <a:rPr lang="en-US" altLang="zh-CN" sz="3200" i="1" dirty="0">
                <a:sym typeface="+mn-ea"/>
              </a:rPr>
              <a:t>B</a:t>
            </a:r>
            <a:r>
              <a:rPr lang="zh-CN" altLang="en-US" sz="3200" dirty="0">
                <a:solidFill>
                  <a:srgbClr val="000000"/>
                </a:solidFill>
                <a:ea typeface="楷体_GB2312"/>
                <a:sym typeface="+mn-ea"/>
              </a:rPr>
              <a:t>，</a:t>
            </a:r>
          </a:p>
          <a:p>
            <a:r>
              <a:rPr lang="zh-CN" altLang="en-US" sz="3200" dirty="0">
                <a:solidFill>
                  <a:srgbClr val="000000"/>
                </a:solidFill>
                <a:ea typeface="楷体_GB2312"/>
                <a:sym typeface="+mn-ea"/>
              </a:rPr>
              <a:t>下面用矩阵行变换求</a:t>
            </a:r>
            <a:r>
              <a:rPr lang="en-US" altLang="zh-CN" sz="3200" i="1" dirty="0">
                <a:sym typeface="+mn-ea"/>
              </a:rPr>
              <a:t>A</a:t>
            </a:r>
            <a:r>
              <a:rPr lang="en-US" altLang="zh-CN" sz="3200" baseline="30000" dirty="0">
                <a:sym typeface="+mn-ea"/>
              </a:rPr>
              <a:t>-1</a:t>
            </a:r>
            <a:r>
              <a:rPr lang="en-US" altLang="zh-CN" sz="3200" i="1" dirty="0">
                <a:sym typeface="+mn-ea"/>
              </a:rPr>
              <a:t>B</a:t>
            </a:r>
            <a:r>
              <a:rPr lang="zh-CN" altLang="en-US" sz="3200" dirty="0">
                <a:solidFill>
                  <a:srgbClr val="000000"/>
                </a:solidFill>
                <a:ea typeface="楷体_GB2312"/>
                <a:sym typeface="+mn-ea"/>
              </a:rPr>
              <a:t>，</a:t>
            </a:r>
          </a:p>
        </p:txBody>
      </p:sp>
      <p:graphicFrame>
        <p:nvGraphicFramePr>
          <p:cNvPr id="3" name="对象 -2147479157"/>
          <p:cNvGraphicFramePr>
            <a:graphicFrameLocks noChangeAspect="1"/>
          </p:cNvGraphicFramePr>
          <p:nvPr/>
        </p:nvGraphicFramePr>
        <p:xfrm>
          <a:off x="1115695" y="1916430"/>
          <a:ext cx="6407785" cy="1868805"/>
        </p:xfrm>
        <a:graphic>
          <a:graphicData uri="http://schemas.openxmlformats.org/presentationml/2006/ole">
            <mc:AlternateContent xmlns:mc="http://schemas.openxmlformats.org/markup-compatibility/2006">
              <mc:Choice xmlns:v="urn:schemas-microsoft-com:vml" Requires="v">
                <p:oleObj r:id="rId2" imgW="3657600" imgH="939800" progId="Equation.DSMT4">
                  <p:embed/>
                </p:oleObj>
              </mc:Choice>
              <mc:Fallback>
                <p:oleObj r:id="rId2" imgW="3657600" imgH="939800" progId="Equation.DSMT4">
                  <p:embed/>
                  <p:pic>
                    <p:nvPicPr>
                      <p:cNvPr id="0" name="图片 4"/>
                      <p:cNvPicPr/>
                      <p:nvPr/>
                    </p:nvPicPr>
                    <p:blipFill>
                      <a:blip r:embed="rId3"/>
                      <a:stretch>
                        <a:fillRect/>
                      </a:stretch>
                    </p:blipFill>
                    <p:spPr>
                      <a:xfrm>
                        <a:off x="1115695" y="1916430"/>
                        <a:ext cx="6407785" cy="1868805"/>
                      </a:xfrm>
                      <a:prstGeom prst="rect">
                        <a:avLst/>
                      </a:prstGeom>
                      <a:noFill/>
                      <a:ln w="38100">
                        <a:noFill/>
                        <a:miter/>
                      </a:ln>
                    </p:spPr>
                  </p:pic>
                </p:oleObj>
              </mc:Fallback>
            </mc:AlternateContent>
          </a:graphicData>
        </a:graphic>
      </p:graphicFrame>
      <p:graphicFrame>
        <p:nvGraphicFramePr>
          <p:cNvPr id="4" name="对象 -2147479156"/>
          <p:cNvGraphicFramePr>
            <a:graphicFrameLocks noChangeAspect="1"/>
          </p:cNvGraphicFramePr>
          <p:nvPr/>
        </p:nvGraphicFramePr>
        <p:xfrm>
          <a:off x="520065" y="3932555"/>
          <a:ext cx="7616190" cy="1526540"/>
        </p:xfrm>
        <a:graphic>
          <a:graphicData uri="http://schemas.openxmlformats.org/presentationml/2006/ole">
            <mc:AlternateContent xmlns:mc="http://schemas.openxmlformats.org/markup-compatibility/2006">
              <mc:Choice xmlns:v="urn:schemas-microsoft-com:vml" Requires="v">
                <p:oleObj r:id="rId4" imgW="4267200" imgH="685800" progId="Equation.DSMT4">
                  <p:embed/>
                </p:oleObj>
              </mc:Choice>
              <mc:Fallback>
                <p:oleObj r:id="rId4" imgW="4267200" imgH="685800" progId="Equation.DSMT4">
                  <p:embed/>
                  <p:pic>
                    <p:nvPicPr>
                      <p:cNvPr id="0" name="图片 5"/>
                      <p:cNvPicPr/>
                      <p:nvPr/>
                    </p:nvPicPr>
                    <p:blipFill>
                      <a:blip r:embed="rId5"/>
                      <a:stretch>
                        <a:fillRect/>
                      </a:stretch>
                    </p:blipFill>
                    <p:spPr>
                      <a:xfrm>
                        <a:off x="520065" y="3932555"/>
                        <a:ext cx="7616190" cy="1526540"/>
                      </a:xfrm>
                      <a:prstGeom prst="rect">
                        <a:avLst/>
                      </a:prstGeom>
                      <a:noFill/>
                      <a:ln w="38100">
                        <a:noFill/>
                        <a:miter/>
                      </a:ln>
                    </p:spPr>
                  </p:pic>
                </p:oleObj>
              </mc:Fallback>
            </mc:AlternateContent>
          </a:graphicData>
        </a:graphic>
      </p:graphicFrame>
      <p:graphicFrame>
        <p:nvGraphicFramePr>
          <p:cNvPr id="7" name="对象 -2147479155"/>
          <p:cNvGraphicFramePr/>
          <p:nvPr/>
        </p:nvGraphicFramePr>
        <p:xfrm>
          <a:off x="2124075" y="5459095"/>
          <a:ext cx="3110865" cy="1343660"/>
        </p:xfrm>
        <a:graphic>
          <a:graphicData uri="http://schemas.openxmlformats.org/presentationml/2006/ole">
            <mc:AlternateContent xmlns:mc="http://schemas.openxmlformats.org/markup-compatibility/2006">
              <mc:Choice xmlns:v="urn:schemas-microsoft-com:vml" Requires="v">
                <p:oleObj r:id="rId6" imgW="1663700" imgH="711200" progId="Equation.DSMT4">
                  <p:embed/>
                </p:oleObj>
              </mc:Choice>
              <mc:Fallback>
                <p:oleObj r:id="rId6" imgW="1663700" imgH="711200" progId="Equation.DSMT4">
                  <p:embed/>
                  <p:pic>
                    <p:nvPicPr>
                      <p:cNvPr id="0" name="图片 6"/>
                      <p:cNvPicPr/>
                      <p:nvPr/>
                    </p:nvPicPr>
                    <p:blipFill>
                      <a:blip r:embed="rId7"/>
                      <a:stretch>
                        <a:fillRect/>
                      </a:stretch>
                    </p:blipFill>
                    <p:spPr>
                      <a:xfrm>
                        <a:off x="2124075" y="5459095"/>
                        <a:ext cx="3110865" cy="1343660"/>
                      </a:xfrm>
                      <a:prstGeom prst="rect">
                        <a:avLst/>
                      </a:prstGeom>
                      <a:noFill/>
                      <a:ln w="38100">
                        <a:noFill/>
                        <a:miter/>
                      </a:ln>
                    </p:spPr>
                  </p:pic>
                </p:oleObj>
              </mc:Fallback>
            </mc:AlternateContent>
          </a:graphicData>
        </a:graphic>
      </p:graphicFrame>
      <p:sp>
        <p:nvSpPr>
          <p:cNvPr id="9" name="文本框 8"/>
          <p:cNvSpPr txBox="1"/>
          <p:nvPr/>
        </p:nvSpPr>
        <p:spPr>
          <a:xfrm>
            <a:off x="899795" y="5876925"/>
            <a:ext cx="1760220" cy="583565"/>
          </a:xfrm>
          <a:prstGeom prst="rect">
            <a:avLst/>
          </a:prstGeom>
          <a:noFill/>
        </p:spPr>
        <p:txBody>
          <a:bodyPr wrap="square" rtlCol="0" anchor="t">
            <a:spAutoFit/>
          </a:bodyPr>
          <a:lstStyle/>
          <a:p>
            <a:r>
              <a:rPr lang="zh-CN" altLang="en-US" sz="3200" dirty="0">
                <a:solidFill>
                  <a:srgbClr val="000000"/>
                </a:solidFill>
                <a:ea typeface="楷体_GB2312"/>
                <a:sym typeface="+mn-ea"/>
              </a:rPr>
              <a:t>从而</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椭圆 62465">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62467" name="椭圆 62466">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62468" name="矩形 62467">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2" name="文本框 1"/>
          <p:cNvSpPr txBox="1"/>
          <p:nvPr/>
        </p:nvSpPr>
        <p:spPr>
          <a:xfrm>
            <a:off x="35560" y="692150"/>
            <a:ext cx="7268210" cy="583565"/>
          </a:xfrm>
          <a:prstGeom prst="rect">
            <a:avLst/>
          </a:prstGeom>
          <a:noFill/>
        </p:spPr>
        <p:txBody>
          <a:bodyPr wrap="square" rtlCol="0" anchor="t">
            <a:spAutoFit/>
          </a:bodyPr>
          <a:lstStyle/>
          <a:p>
            <a:r>
              <a:rPr lang="en-US" altLang="zh-CN" sz="3200" dirty="0">
                <a:solidFill>
                  <a:srgbClr val="3333FF"/>
                </a:solidFill>
                <a:ea typeface="楷体_GB2312"/>
                <a:sym typeface="+mn-ea"/>
              </a:rPr>
              <a:t> </a:t>
            </a:r>
            <a:r>
              <a:rPr lang="en-US" altLang="zh-CN" sz="3200" dirty="0">
                <a:solidFill>
                  <a:srgbClr val="000000"/>
                </a:solidFill>
                <a:ea typeface="楷体_GB2312"/>
                <a:sym typeface="+mn-ea"/>
              </a:rPr>
              <a:t>(2) </a:t>
            </a:r>
            <a:r>
              <a:rPr lang="zh-CN" altLang="en-US" sz="3200" dirty="0">
                <a:solidFill>
                  <a:srgbClr val="000000"/>
                </a:solidFill>
                <a:ea typeface="楷体_GB2312"/>
                <a:sym typeface="+mn-ea"/>
              </a:rPr>
              <a:t>由</a:t>
            </a:r>
            <a:r>
              <a:rPr lang="en-US" altLang="zh-CN" sz="3200" dirty="0">
                <a:solidFill>
                  <a:srgbClr val="000000"/>
                </a:solidFill>
                <a:ea typeface="楷体_GB2312"/>
                <a:sym typeface="+mn-ea"/>
              </a:rPr>
              <a:t>(1)</a:t>
            </a:r>
            <a:r>
              <a:rPr lang="zh-CN" altLang="en-US" sz="3200" dirty="0">
                <a:solidFill>
                  <a:srgbClr val="000000"/>
                </a:solidFill>
                <a:ea typeface="楷体_GB2312"/>
                <a:sym typeface="+mn-ea"/>
              </a:rPr>
              <a:t>知</a:t>
            </a:r>
            <a:r>
              <a:rPr lang="en-US" altLang="zh-CN" sz="3200" dirty="0">
                <a:solidFill>
                  <a:srgbClr val="000000"/>
                </a:solidFill>
                <a:ea typeface="楷体_GB2312"/>
                <a:sym typeface="+mn-ea"/>
              </a:rPr>
              <a:t>                       </a:t>
            </a:r>
            <a:r>
              <a:rPr lang="zh-CN" altLang="en-US" sz="3200" dirty="0">
                <a:solidFill>
                  <a:srgbClr val="000000"/>
                </a:solidFill>
                <a:ea typeface="楷体_GB2312"/>
                <a:sym typeface="+mn-ea"/>
              </a:rPr>
              <a:t>，所以</a:t>
            </a:r>
            <a:r>
              <a:rPr lang="en-US" altLang="zh-CN" sz="3200" dirty="0">
                <a:solidFill>
                  <a:srgbClr val="000000"/>
                </a:solidFill>
                <a:ea typeface="楷体_GB2312"/>
                <a:sym typeface="+mn-ea"/>
              </a:rPr>
              <a:t> </a:t>
            </a:r>
            <a:endParaRPr lang="zh-CN" altLang="en-US" sz="3200" dirty="0">
              <a:solidFill>
                <a:srgbClr val="000000"/>
              </a:solidFill>
              <a:ea typeface="楷体_GB2312"/>
              <a:sym typeface="+mn-ea"/>
            </a:endParaRPr>
          </a:p>
        </p:txBody>
      </p:sp>
      <p:graphicFrame>
        <p:nvGraphicFramePr>
          <p:cNvPr id="7" name="对象 -2147479155"/>
          <p:cNvGraphicFramePr/>
          <p:nvPr/>
        </p:nvGraphicFramePr>
        <p:xfrm>
          <a:off x="2267903" y="260350"/>
          <a:ext cx="2232660" cy="1343660"/>
        </p:xfrm>
        <a:graphic>
          <a:graphicData uri="http://schemas.openxmlformats.org/presentationml/2006/ole">
            <mc:AlternateContent xmlns:mc="http://schemas.openxmlformats.org/markup-compatibility/2006">
              <mc:Choice xmlns:v="urn:schemas-microsoft-com:vml" Requires="v">
                <p:oleObj r:id="rId2" imgW="1193800" imgH="711200" progId="Equation.DSMT4">
                  <p:embed/>
                </p:oleObj>
              </mc:Choice>
              <mc:Fallback>
                <p:oleObj r:id="rId2" imgW="1193800" imgH="711200" progId="Equation.DSMT4">
                  <p:embed/>
                  <p:pic>
                    <p:nvPicPr>
                      <p:cNvPr id="0" name="图片 6"/>
                      <p:cNvPicPr/>
                      <p:nvPr/>
                    </p:nvPicPr>
                    <p:blipFill>
                      <a:blip r:embed="rId3"/>
                      <a:stretch>
                        <a:fillRect/>
                      </a:stretch>
                    </p:blipFill>
                    <p:spPr>
                      <a:xfrm>
                        <a:off x="2267903" y="260350"/>
                        <a:ext cx="2232660" cy="1343660"/>
                      </a:xfrm>
                      <a:prstGeom prst="rect">
                        <a:avLst/>
                      </a:prstGeom>
                      <a:noFill/>
                      <a:ln w="38100">
                        <a:noFill/>
                        <a:miter/>
                      </a:ln>
                    </p:spPr>
                  </p:pic>
                </p:oleObj>
              </mc:Fallback>
            </mc:AlternateContent>
          </a:graphicData>
        </a:graphic>
      </p:graphicFrame>
      <p:graphicFrame>
        <p:nvGraphicFramePr>
          <p:cNvPr id="3" name="对象 -2147479153"/>
          <p:cNvGraphicFramePr/>
          <p:nvPr/>
        </p:nvGraphicFramePr>
        <p:xfrm>
          <a:off x="5796280" y="0"/>
          <a:ext cx="2903855" cy="1972945"/>
        </p:xfrm>
        <a:graphic>
          <a:graphicData uri="http://schemas.openxmlformats.org/presentationml/2006/ole">
            <mc:AlternateContent xmlns:mc="http://schemas.openxmlformats.org/markup-compatibility/2006">
              <mc:Choice xmlns:v="urn:schemas-microsoft-com:vml" Requires="v">
                <p:oleObj r:id="rId4" imgW="1358900" imgH="1219200" progId="Equation.DSMT4">
                  <p:embed/>
                </p:oleObj>
              </mc:Choice>
              <mc:Fallback>
                <p:oleObj r:id="rId4" imgW="1358900" imgH="1219200" progId="Equation.DSMT4">
                  <p:embed/>
                  <p:pic>
                    <p:nvPicPr>
                      <p:cNvPr id="0" name="图片 3075"/>
                      <p:cNvPicPr/>
                      <p:nvPr/>
                    </p:nvPicPr>
                    <p:blipFill>
                      <a:blip r:embed="rId5"/>
                      <a:stretch>
                        <a:fillRect/>
                      </a:stretch>
                    </p:blipFill>
                    <p:spPr>
                      <a:xfrm>
                        <a:off x="5796280" y="0"/>
                        <a:ext cx="2903855" cy="1972945"/>
                      </a:xfrm>
                      <a:prstGeom prst="rect">
                        <a:avLst/>
                      </a:prstGeom>
                      <a:noFill/>
                      <a:ln w="38100">
                        <a:noFill/>
                        <a:miter/>
                      </a:ln>
                    </p:spPr>
                  </p:pic>
                </p:oleObj>
              </mc:Fallback>
            </mc:AlternateContent>
          </a:graphicData>
        </a:graphic>
      </p:graphicFrame>
      <p:sp>
        <p:nvSpPr>
          <p:cNvPr id="10" name="文本框 9"/>
          <p:cNvSpPr txBox="1"/>
          <p:nvPr/>
        </p:nvSpPr>
        <p:spPr>
          <a:xfrm>
            <a:off x="323215" y="1772285"/>
            <a:ext cx="8503920" cy="1076325"/>
          </a:xfrm>
          <a:prstGeom prst="rect">
            <a:avLst/>
          </a:prstGeom>
          <a:noFill/>
        </p:spPr>
        <p:txBody>
          <a:bodyPr wrap="square" rtlCol="0" anchor="t">
            <a:spAutoFit/>
          </a:bodyPr>
          <a:lstStyle/>
          <a:p>
            <a:r>
              <a:rPr lang="zh-CN" altLang="en-US" sz="3200" dirty="0">
                <a:solidFill>
                  <a:srgbClr val="000000"/>
                </a:solidFill>
                <a:ea typeface="楷体_GB2312"/>
                <a:sym typeface="+mn-ea"/>
              </a:rPr>
              <a:t>设向量</a:t>
            </a:r>
            <a:r>
              <a:rPr lang="en-US" altLang="zh-CN" sz="3200" i="1" dirty="0">
                <a:sym typeface="+mn-ea"/>
              </a:rPr>
              <a:t>α</a:t>
            </a:r>
            <a:r>
              <a:rPr lang="zh-CN" altLang="en-US" sz="3200" dirty="0">
                <a:solidFill>
                  <a:srgbClr val="000000"/>
                </a:solidFill>
                <a:ea typeface="楷体_GB2312"/>
                <a:sym typeface="+mn-ea"/>
              </a:rPr>
              <a:t>在</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a:t>
            </a:r>
            <a:r>
              <a:rPr lang="en-US" altLang="zh-CN" sz="3200" i="1" dirty="0">
                <a:sym typeface="+mn-ea"/>
              </a:rPr>
              <a:t>β</a:t>
            </a:r>
            <a:r>
              <a:rPr lang="en-US" altLang="zh-CN" sz="3200" baseline="-25000" dirty="0">
                <a:sym typeface="+mn-ea"/>
              </a:rPr>
              <a:t>3</a:t>
            </a:r>
            <a:r>
              <a:rPr lang="zh-CN" altLang="en-US" sz="3200" dirty="0">
                <a:solidFill>
                  <a:srgbClr val="000000"/>
                </a:solidFill>
                <a:ea typeface="楷体_GB2312"/>
                <a:sym typeface="+mn-ea"/>
              </a:rPr>
              <a:t>下的坐标为（</a:t>
            </a:r>
            <a:r>
              <a:rPr lang="en-US" altLang="zh-CN" sz="3200" i="1" dirty="0">
                <a:sym typeface="+mn-ea"/>
              </a:rPr>
              <a:t>y</a:t>
            </a:r>
            <a:r>
              <a:rPr lang="en-US" altLang="zh-CN" sz="3200" baseline="-25000" dirty="0">
                <a:sym typeface="+mn-ea"/>
              </a:rPr>
              <a:t>1</a:t>
            </a:r>
            <a:r>
              <a:rPr lang="en-US" altLang="zh-CN" sz="3200" dirty="0">
                <a:sym typeface="+mn-ea"/>
              </a:rPr>
              <a:t>, </a:t>
            </a:r>
            <a:r>
              <a:rPr lang="en-US" altLang="zh-CN" sz="3200" i="1" dirty="0">
                <a:sym typeface="+mn-ea"/>
              </a:rPr>
              <a:t>y</a:t>
            </a:r>
            <a:r>
              <a:rPr lang="en-US" altLang="zh-CN" sz="3200" baseline="-25000" dirty="0">
                <a:sym typeface="+mn-ea"/>
              </a:rPr>
              <a:t>2</a:t>
            </a:r>
            <a:r>
              <a:rPr lang="en-US" altLang="zh-CN" sz="3200" dirty="0">
                <a:sym typeface="+mn-ea"/>
              </a:rPr>
              <a:t>,  </a:t>
            </a:r>
            <a:r>
              <a:rPr lang="en-US" altLang="zh-CN" sz="3200" i="1" dirty="0">
                <a:sym typeface="+mn-ea"/>
              </a:rPr>
              <a:t>y</a:t>
            </a:r>
            <a:r>
              <a:rPr lang="en-US" altLang="zh-CN" sz="3200" baseline="-25000" dirty="0">
                <a:sym typeface="+mn-ea"/>
              </a:rPr>
              <a:t>3</a:t>
            </a:r>
            <a:r>
              <a:rPr lang="zh-CN" altLang="en-US" sz="3200" dirty="0">
                <a:solidFill>
                  <a:srgbClr val="000000"/>
                </a:solidFill>
                <a:ea typeface="楷体_GB2312"/>
                <a:sym typeface="+mn-ea"/>
              </a:rPr>
              <a:t>），</a:t>
            </a:r>
          </a:p>
          <a:p>
            <a:r>
              <a:rPr lang="zh-CN" altLang="en-US" sz="3200" dirty="0">
                <a:sym typeface="+mn-ea"/>
              </a:rPr>
              <a:t>由</a:t>
            </a:r>
            <a:r>
              <a:rPr lang="en-US" altLang="zh-CN" sz="3200" i="1" dirty="0">
                <a:sym typeface="+mn-ea"/>
              </a:rPr>
              <a:t>α</a:t>
            </a:r>
            <a:r>
              <a:rPr lang="zh-CN" altLang="en-US" sz="3200" dirty="0">
                <a:solidFill>
                  <a:srgbClr val="000000"/>
                </a:solidFill>
                <a:ea typeface="楷体_GB2312"/>
                <a:sym typeface="+mn-ea"/>
              </a:rPr>
              <a:t>在</a:t>
            </a:r>
            <a:r>
              <a:rPr lang="en-US" altLang="zh-CN" sz="3200" i="1" dirty="0">
                <a:sym typeface="+mn-ea"/>
              </a:rPr>
              <a:t>α</a:t>
            </a:r>
            <a:r>
              <a:rPr lang="en-US" altLang="zh-CN" sz="3200" baseline="-25000" dirty="0">
                <a:sym typeface="+mn-ea"/>
              </a:rPr>
              <a:t>1</a:t>
            </a:r>
            <a:r>
              <a:rPr lang="en-US" altLang="zh-CN" sz="3200" dirty="0">
                <a:sym typeface="+mn-ea"/>
              </a:rPr>
              <a:t>, </a:t>
            </a:r>
            <a:r>
              <a:rPr lang="en-US" altLang="zh-CN" sz="3200" i="1" dirty="0">
                <a:sym typeface="+mn-ea"/>
              </a:rPr>
              <a:t>α</a:t>
            </a:r>
            <a:r>
              <a:rPr lang="en-US" altLang="zh-CN" sz="3200" baseline="-25000" dirty="0">
                <a:sym typeface="+mn-ea"/>
              </a:rPr>
              <a:t>2</a:t>
            </a:r>
            <a:r>
              <a:rPr lang="en-US" altLang="zh-CN" sz="3200" dirty="0">
                <a:sym typeface="+mn-ea"/>
              </a:rPr>
              <a:t>, </a:t>
            </a:r>
            <a:r>
              <a:rPr lang="en-US" altLang="zh-CN" sz="3200" i="1" dirty="0">
                <a:sym typeface="+mn-ea"/>
              </a:rPr>
              <a:t>α</a:t>
            </a:r>
            <a:r>
              <a:rPr lang="en-US" altLang="zh-CN" sz="3200" baseline="-25000" dirty="0">
                <a:sym typeface="+mn-ea"/>
              </a:rPr>
              <a:t>3</a:t>
            </a:r>
            <a:r>
              <a:rPr lang="zh-CN" altLang="en-US" sz="3200" dirty="0">
                <a:solidFill>
                  <a:srgbClr val="000000"/>
                </a:solidFill>
                <a:ea typeface="楷体_GB2312"/>
                <a:sym typeface="+mn-ea"/>
              </a:rPr>
              <a:t>下的坐标为（</a:t>
            </a:r>
            <a:r>
              <a:rPr lang="en-US" altLang="zh-CN" sz="3200" dirty="0">
                <a:solidFill>
                  <a:srgbClr val="000000"/>
                </a:solidFill>
                <a:ea typeface="楷体_GB2312"/>
                <a:sym typeface="+mn-ea"/>
              </a:rPr>
              <a:t>1,1,2</a:t>
            </a:r>
            <a:r>
              <a:rPr lang="zh-CN" altLang="en-US" sz="3200" dirty="0">
                <a:solidFill>
                  <a:srgbClr val="000000"/>
                </a:solidFill>
                <a:ea typeface="楷体_GB2312"/>
                <a:sym typeface="+mn-ea"/>
              </a:rPr>
              <a:t>），则有</a:t>
            </a:r>
            <a:endParaRPr lang="en-US" altLang="zh-CN" sz="3200" dirty="0">
              <a:solidFill>
                <a:srgbClr val="000000"/>
              </a:solidFill>
              <a:ea typeface="楷体_GB2312"/>
              <a:sym typeface="+mn-ea"/>
            </a:endParaRPr>
          </a:p>
        </p:txBody>
      </p:sp>
      <p:graphicFrame>
        <p:nvGraphicFramePr>
          <p:cNvPr id="4" name="对象 -2147479146"/>
          <p:cNvGraphicFramePr/>
          <p:nvPr/>
        </p:nvGraphicFramePr>
        <p:xfrm>
          <a:off x="611505" y="2852420"/>
          <a:ext cx="7165975" cy="2611120"/>
        </p:xfrm>
        <a:graphic>
          <a:graphicData uri="http://schemas.openxmlformats.org/presentationml/2006/ole">
            <mc:AlternateContent xmlns:mc="http://schemas.openxmlformats.org/markup-compatibility/2006">
              <mc:Choice xmlns:v="urn:schemas-microsoft-com:vml" Requires="v">
                <p:oleObj r:id="rId6" imgW="4140200" imgH="1219200" progId="Equation.DSMT4">
                  <p:embed/>
                </p:oleObj>
              </mc:Choice>
              <mc:Fallback>
                <p:oleObj r:id="rId6" imgW="4140200" imgH="1219200" progId="Equation.DSMT4">
                  <p:embed/>
                  <p:pic>
                    <p:nvPicPr>
                      <p:cNvPr id="0" name="图片 10"/>
                      <p:cNvPicPr/>
                      <p:nvPr/>
                    </p:nvPicPr>
                    <p:blipFill>
                      <a:blip r:embed="rId7"/>
                      <a:stretch>
                        <a:fillRect/>
                      </a:stretch>
                    </p:blipFill>
                    <p:spPr>
                      <a:xfrm>
                        <a:off x="611505" y="2852420"/>
                        <a:ext cx="7165975" cy="2611120"/>
                      </a:xfrm>
                      <a:prstGeom prst="rect">
                        <a:avLst/>
                      </a:prstGeom>
                      <a:noFill/>
                      <a:ln w="38100">
                        <a:noFill/>
                        <a:miter/>
                      </a:ln>
                    </p:spPr>
                  </p:pic>
                </p:oleObj>
              </mc:Fallback>
            </mc:AlternateContent>
          </a:graphicData>
        </a:graphic>
      </p:graphicFrame>
      <p:sp>
        <p:nvSpPr>
          <p:cNvPr id="12" name="文本框 11"/>
          <p:cNvSpPr txBox="1"/>
          <p:nvPr/>
        </p:nvSpPr>
        <p:spPr>
          <a:xfrm>
            <a:off x="467360" y="5732780"/>
            <a:ext cx="5215255" cy="583565"/>
          </a:xfrm>
          <a:prstGeom prst="rect">
            <a:avLst/>
          </a:prstGeom>
          <a:noFill/>
        </p:spPr>
        <p:txBody>
          <a:bodyPr wrap="square" rtlCol="0" anchor="t">
            <a:spAutoFit/>
          </a:bodyPr>
          <a:lstStyle/>
          <a:p>
            <a:r>
              <a:rPr lang="zh-CN" altLang="en-US" sz="3200" dirty="0">
                <a:solidFill>
                  <a:srgbClr val="000000"/>
                </a:solidFill>
                <a:ea typeface="楷体_GB2312"/>
                <a:sym typeface="+mn-ea"/>
              </a:rPr>
              <a:t>所以</a:t>
            </a:r>
            <a:r>
              <a:rPr lang="en-US" altLang="zh-CN" sz="3200" i="1" dirty="0">
                <a:sym typeface="+mn-ea"/>
              </a:rPr>
              <a:t>α</a:t>
            </a:r>
            <a:r>
              <a:rPr lang="zh-CN" altLang="en-US" sz="3200" dirty="0">
                <a:solidFill>
                  <a:srgbClr val="000000"/>
                </a:solidFill>
                <a:ea typeface="楷体_GB2312"/>
                <a:sym typeface="+mn-ea"/>
              </a:rPr>
              <a:t>在</a:t>
            </a:r>
            <a:r>
              <a:rPr lang="en-US" altLang="zh-CN" sz="3200" i="1" dirty="0">
                <a:sym typeface="+mn-ea"/>
              </a:rPr>
              <a:t>β</a:t>
            </a:r>
            <a:r>
              <a:rPr lang="en-US" altLang="zh-CN" sz="3200" baseline="-25000" dirty="0">
                <a:sym typeface="+mn-ea"/>
              </a:rPr>
              <a:t>1</a:t>
            </a:r>
            <a:r>
              <a:rPr lang="en-US" altLang="zh-CN" sz="3200" dirty="0">
                <a:sym typeface="+mn-ea"/>
              </a:rPr>
              <a:t>, </a:t>
            </a:r>
            <a:r>
              <a:rPr lang="en-US" altLang="zh-CN" sz="3200" i="1" dirty="0">
                <a:sym typeface="+mn-ea"/>
              </a:rPr>
              <a:t>β</a:t>
            </a:r>
            <a:r>
              <a:rPr lang="en-US" altLang="zh-CN" sz="3200" baseline="-25000" dirty="0">
                <a:sym typeface="+mn-ea"/>
              </a:rPr>
              <a:t>2</a:t>
            </a:r>
            <a:r>
              <a:rPr lang="en-US" altLang="zh-CN" sz="3200" dirty="0">
                <a:sym typeface="+mn-ea"/>
              </a:rPr>
              <a:t>,  </a:t>
            </a:r>
            <a:r>
              <a:rPr lang="en-US" altLang="zh-CN" sz="3200" i="1" dirty="0">
                <a:sym typeface="+mn-ea"/>
              </a:rPr>
              <a:t>β</a:t>
            </a:r>
            <a:r>
              <a:rPr lang="en-US" altLang="zh-CN" sz="3200" baseline="-25000" dirty="0">
                <a:sym typeface="+mn-ea"/>
              </a:rPr>
              <a:t>3</a:t>
            </a:r>
            <a:r>
              <a:rPr lang="zh-CN" altLang="en-US" sz="3200" dirty="0">
                <a:solidFill>
                  <a:srgbClr val="000000"/>
                </a:solidFill>
                <a:ea typeface="楷体_GB2312"/>
                <a:sym typeface="+mn-ea"/>
              </a:rPr>
              <a:t>下的坐标为</a:t>
            </a:r>
          </a:p>
        </p:txBody>
      </p:sp>
      <p:graphicFrame>
        <p:nvGraphicFramePr>
          <p:cNvPr id="5" name="对象 -2147479142"/>
          <p:cNvGraphicFramePr/>
          <p:nvPr/>
        </p:nvGraphicFramePr>
        <p:xfrm>
          <a:off x="5796280" y="5661025"/>
          <a:ext cx="1791970" cy="762000"/>
        </p:xfrm>
        <a:graphic>
          <a:graphicData uri="http://schemas.openxmlformats.org/presentationml/2006/ole">
            <mc:AlternateContent xmlns:mc="http://schemas.openxmlformats.org/markup-compatibility/2006">
              <mc:Choice xmlns:v="urn:schemas-microsoft-com:vml" Requires="v">
                <p:oleObj r:id="rId8" imgW="634365" imgH="393700" progId="Equation.DSMT4">
                  <p:embed/>
                </p:oleObj>
              </mc:Choice>
              <mc:Fallback>
                <p:oleObj r:id="rId8" imgW="634365" imgH="393700" progId="Equation.DSMT4">
                  <p:embed/>
                  <p:pic>
                    <p:nvPicPr>
                      <p:cNvPr id="0" name="图片 12"/>
                      <p:cNvPicPr/>
                      <p:nvPr/>
                    </p:nvPicPr>
                    <p:blipFill>
                      <a:blip r:embed="rId9"/>
                      <a:stretch>
                        <a:fillRect/>
                      </a:stretch>
                    </p:blipFill>
                    <p:spPr>
                      <a:xfrm>
                        <a:off x="5796280" y="5661025"/>
                        <a:ext cx="1791970" cy="762000"/>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down)">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down)">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12"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椭圆 63489">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63491" name="椭圆 63490">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63492" name="矩形 63491">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63493" name="对象 63492"/>
          <p:cNvGraphicFramePr/>
          <p:nvPr/>
        </p:nvGraphicFramePr>
        <p:xfrm>
          <a:off x="395288" y="401638"/>
          <a:ext cx="8140700" cy="3206750"/>
        </p:xfrm>
        <a:graphic>
          <a:graphicData uri="http://schemas.openxmlformats.org/presentationml/2006/ole">
            <mc:AlternateContent xmlns:mc="http://schemas.openxmlformats.org/markup-compatibility/2006">
              <mc:Choice xmlns:v="urn:schemas-microsoft-com:vml" Requires="v">
                <p:oleObj r:id="rId2" imgW="6053455" imgH="2386330" progId="Word.Document.8">
                  <p:embed/>
                </p:oleObj>
              </mc:Choice>
              <mc:Fallback>
                <p:oleObj r:id="rId2" imgW="6053455" imgH="2386330" progId="Word.Document.8">
                  <p:embed/>
                  <p:pic>
                    <p:nvPicPr>
                      <p:cNvPr id="0" name="图片 3125"/>
                      <p:cNvPicPr/>
                      <p:nvPr/>
                    </p:nvPicPr>
                    <p:blipFill>
                      <a:blip r:embed="rId3"/>
                      <a:stretch>
                        <a:fillRect/>
                      </a:stretch>
                    </p:blipFill>
                    <p:spPr>
                      <a:xfrm>
                        <a:off x="395288" y="401638"/>
                        <a:ext cx="8140700" cy="3206750"/>
                      </a:xfrm>
                      <a:prstGeom prst="rect">
                        <a:avLst/>
                      </a:prstGeom>
                      <a:noFill/>
                      <a:ln w="38100">
                        <a:noFill/>
                        <a:miter/>
                      </a:ln>
                    </p:spPr>
                  </p:pic>
                </p:oleObj>
              </mc:Fallback>
            </mc:AlternateContent>
          </a:graphicData>
        </a:graphic>
      </p:graphicFrame>
      <p:graphicFrame>
        <p:nvGraphicFramePr>
          <p:cNvPr id="63494" name="对象 63493"/>
          <p:cNvGraphicFramePr/>
          <p:nvPr/>
        </p:nvGraphicFramePr>
        <p:xfrm>
          <a:off x="546100" y="3641725"/>
          <a:ext cx="8140700" cy="1073150"/>
        </p:xfrm>
        <a:graphic>
          <a:graphicData uri="http://schemas.openxmlformats.org/presentationml/2006/ole">
            <mc:AlternateContent xmlns:mc="http://schemas.openxmlformats.org/markup-compatibility/2006">
              <mc:Choice xmlns:v="urn:schemas-microsoft-com:vml" Requires="v">
                <p:oleObj r:id="rId4" imgW="6053455" imgH="800100" progId="Word.Document.8">
                  <p:embed/>
                </p:oleObj>
              </mc:Choice>
              <mc:Fallback>
                <p:oleObj r:id="rId4" imgW="6053455" imgH="800100" progId="Word.Document.8">
                  <p:embed/>
                  <p:pic>
                    <p:nvPicPr>
                      <p:cNvPr id="0" name="图片 3127"/>
                      <p:cNvPicPr/>
                      <p:nvPr/>
                    </p:nvPicPr>
                    <p:blipFill>
                      <a:blip r:embed="rId5"/>
                      <a:stretch>
                        <a:fillRect/>
                      </a:stretch>
                    </p:blipFill>
                    <p:spPr>
                      <a:xfrm>
                        <a:off x="546100" y="3641725"/>
                        <a:ext cx="8140700" cy="1073150"/>
                      </a:xfrm>
                      <a:prstGeom prst="rect">
                        <a:avLst/>
                      </a:prstGeom>
                      <a:noFill/>
                      <a:ln w="38100">
                        <a:noFill/>
                        <a:miter/>
                      </a:ln>
                    </p:spPr>
                  </p:pic>
                </p:oleObj>
              </mc:Fallback>
            </mc:AlternateContent>
          </a:graphicData>
        </a:graphic>
      </p:graphicFrame>
      <p:graphicFrame>
        <p:nvGraphicFramePr>
          <p:cNvPr id="63495" name="对象 63494"/>
          <p:cNvGraphicFramePr/>
          <p:nvPr/>
        </p:nvGraphicFramePr>
        <p:xfrm>
          <a:off x="1116013" y="4941888"/>
          <a:ext cx="7453312" cy="1422400"/>
        </p:xfrm>
        <a:graphic>
          <a:graphicData uri="http://schemas.openxmlformats.org/presentationml/2006/ole">
            <mc:AlternateContent xmlns:mc="http://schemas.openxmlformats.org/markup-compatibility/2006">
              <mc:Choice xmlns:v="urn:schemas-microsoft-com:vml" Requires="v">
                <p:oleObj r:id="rId6" imgW="3909695" imgH="711200" progId="Equation.DSMT4">
                  <p:embed/>
                </p:oleObj>
              </mc:Choice>
              <mc:Fallback>
                <p:oleObj r:id="rId6" imgW="3909695" imgH="711200" progId="Equation.DSMT4">
                  <p:embed/>
                  <p:pic>
                    <p:nvPicPr>
                      <p:cNvPr id="0" name="图片 3126"/>
                      <p:cNvPicPr/>
                      <p:nvPr/>
                    </p:nvPicPr>
                    <p:blipFill>
                      <a:blip r:embed="rId7">
                        <a:clrChange>
                          <a:clrFrom>
                            <a:srgbClr val="000000"/>
                          </a:clrFrom>
                          <a:clrTo>
                            <a:srgbClr val="FFFFFF"/>
                          </a:clrTo>
                        </a:clrChange>
                      </a:blip>
                      <a:stretch>
                        <a:fillRect/>
                      </a:stretch>
                    </p:blipFill>
                    <p:spPr>
                      <a:xfrm>
                        <a:off x="1116013" y="4941888"/>
                        <a:ext cx="7453312" cy="1422400"/>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3494"/>
                                        </p:tgtEl>
                                        <p:attrNameLst>
                                          <p:attrName>style.visibility</p:attrName>
                                        </p:attrNameLst>
                                      </p:cBhvr>
                                      <p:to>
                                        <p:strVal val="visible"/>
                                      </p:to>
                                    </p:set>
                                    <p:animEffect transition="in" filter="blinds(horizontal)">
                                      <p:cBhvr>
                                        <p:cTn id="7" dur="500"/>
                                        <p:tgtEl>
                                          <p:spTgt spid="6349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3495"/>
                                        </p:tgtEl>
                                        <p:attrNameLst>
                                          <p:attrName>style.visibility</p:attrName>
                                        </p:attrNameLst>
                                      </p:cBhvr>
                                      <p:to>
                                        <p:strVal val="visible"/>
                                      </p:to>
                                    </p:set>
                                    <p:animEffect transition="in" filter="blinds(horizontal)">
                                      <p:cBhvr>
                                        <p:cTn id="12" dur="500"/>
                                        <p:tgtEl>
                                          <p:spTgt spid="63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椭圆 56321">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56323" name="椭圆 56322">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56324" name="矩形 56323">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56326" name="矩形 56325"/>
          <p:cNvSpPr/>
          <p:nvPr/>
        </p:nvSpPr>
        <p:spPr>
          <a:xfrm>
            <a:off x="0" y="3243263"/>
            <a:ext cx="9144000" cy="0"/>
          </a:xfrm>
          <a:prstGeom prst="rect">
            <a:avLst/>
          </a:prstGeom>
          <a:noFill/>
          <a:ln w="9525">
            <a:noFill/>
          </a:ln>
        </p:spPr>
        <p:txBody>
          <a:bodyPr/>
          <a:lstStyle/>
          <a:p>
            <a:endParaRPr lang="zh-CN" altLang="en-US"/>
          </a:p>
        </p:txBody>
      </p:sp>
      <p:sp>
        <p:nvSpPr>
          <p:cNvPr id="56328" name="矩形 56327"/>
          <p:cNvSpPr/>
          <p:nvPr/>
        </p:nvSpPr>
        <p:spPr>
          <a:xfrm>
            <a:off x="0" y="2857500"/>
            <a:ext cx="9144000" cy="0"/>
          </a:xfrm>
          <a:prstGeom prst="rect">
            <a:avLst/>
          </a:prstGeom>
          <a:noFill/>
          <a:ln w="9525">
            <a:noFill/>
          </a:ln>
        </p:spPr>
        <p:txBody>
          <a:bodyPr/>
          <a:lstStyle/>
          <a:p>
            <a:endParaRPr lang="zh-CN" altLang="en-US"/>
          </a:p>
        </p:txBody>
      </p:sp>
      <p:sp>
        <p:nvSpPr>
          <p:cNvPr id="56329" name="矩形 56328"/>
          <p:cNvSpPr/>
          <p:nvPr/>
        </p:nvSpPr>
        <p:spPr>
          <a:xfrm>
            <a:off x="468313" y="950913"/>
            <a:ext cx="3127375" cy="519112"/>
          </a:xfrm>
          <a:prstGeom prst="rect">
            <a:avLst/>
          </a:prstGeom>
          <a:noFill/>
          <a:ln w="9525">
            <a:noFill/>
          </a:ln>
        </p:spPr>
        <p:txBody>
          <a:bodyPr wrap="none" anchor="ctr" anchorCtr="0">
            <a:spAutoFit/>
          </a:bodyPr>
          <a:lstStyle/>
          <a:p>
            <a:pPr algn="l"/>
            <a:r>
              <a:rPr lang="zh-CN" altLang="en-US" dirty="0">
                <a:solidFill>
                  <a:schemeClr val="tx1"/>
                </a:solidFill>
                <a:latin typeface="Arial" panose="020B0604020202020204" pitchFamily="34" charset="0"/>
                <a:ea typeface="楷体_GB2312" pitchFamily="49" charset="-122"/>
              </a:rPr>
              <a:t>所以，过渡矩阵为 </a:t>
            </a:r>
          </a:p>
        </p:txBody>
      </p:sp>
      <p:sp>
        <p:nvSpPr>
          <p:cNvPr id="56332" name="矩形 56331"/>
          <p:cNvSpPr/>
          <p:nvPr/>
        </p:nvSpPr>
        <p:spPr>
          <a:xfrm>
            <a:off x="0" y="2857500"/>
            <a:ext cx="9144000" cy="0"/>
          </a:xfrm>
          <a:prstGeom prst="rect">
            <a:avLst/>
          </a:prstGeom>
          <a:noFill/>
          <a:ln w="9525">
            <a:noFill/>
          </a:ln>
        </p:spPr>
        <p:txBody>
          <a:bodyPr/>
          <a:lstStyle/>
          <a:p>
            <a:endParaRPr lang="zh-CN" altLang="en-US"/>
          </a:p>
        </p:txBody>
      </p:sp>
      <p:graphicFrame>
        <p:nvGraphicFramePr>
          <p:cNvPr id="56331" name="对象 56330"/>
          <p:cNvGraphicFramePr/>
          <p:nvPr/>
        </p:nvGraphicFramePr>
        <p:xfrm>
          <a:off x="3563938" y="549275"/>
          <a:ext cx="2263775" cy="1422400"/>
        </p:xfrm>
        <a:graphic>
          <a:graphicData uri="http://schemas.openxmlformats.org/presentationml/2006/ole">
            <mc:AlternateContent xmlns:mc="http://schemas.openxmlformats.org/markup-compatibility/2006">
              <mc:Choice xmlns:v="urn:schemas-microsoft-com:vml" Requires="v">
                <p:oleObj r:id="rId2" imgW="1129665" imgH="711200" progId="Equation.DSMT4">
                  <p:embed/>
                </p:oleObj>
              </mc:Choice>
              <mc:Fallback>
                <p:oleObj r:id="rId2" imgW="1129665" imgH="711200" progId="Equation.DSMT4">
                  <p:embed/>
                  <p:pic>
                    <p:nvPicPr>
                      <p:cNvPr id="0" name="图片 3133"/>
                      <p:cNvPicPr/>
                      <p:nvPr/>
                    </p:nvPicPr>
                    <p:blipFill>
                      <a:blip r:embed="rId3">
                        <a:clrChange>
                          <a:clrFrom>
                            <a:srgbClr val="000000"/>
                          </a:clrFrom>
                          <a:clrTo>
                            <a:srgbClr val="FFFFFF"/>
                          </a:clrTo>
                        </a:clrChange>
                      </a:blip>
                      <a:stretch>
                        <a:fillRect/>
                      </a:stretch>
                    </p:blipFill>
                    <p:spPr>
                      <a:xfrm>
                        <a:off x="3563938" y="549275"/>
                        <a:ext cx="2263775" cy="1422400"/>
                      </a:xfrm>
                      <a:prstGeom prst="rect">
                        <a:avLst/>
                      </a:prstGeom>
                      <a:noFill/>
                      <a:ln w="38100">
                        <a:noFill/>
                        <a:miter/>
                      </a:ln>
                    </p:spPr>
                  </p:pic>
                </p:oleObj>
              </mc:Fallback>
            </mc:AlternateContent>
          </a:graphicData>
        </a:graphic>
      </p:graphicFrame>
      <p:graphicFrame>
        <p:nvGraphicFramePr>
          <p:cNvPr id="56333" name="对象 56332"/>
          <p:cNvGraphicFramePr/>
          <p:nvPr/>
        </p:nvGraphicFramePr>
        <p:xfrm>
          <a:off x="330200" y="2349500"/>
          <a:ext cx="5549900" cy="533400"/>
        </p:xfrm>
        <a:graphic>
          <a:graphicData uri="http://schemas.openxmlformats.org/presentationml/2006/ole">
            <mc:AlternateContent xmlns:mc="http://schemas.openxmlformats.org/markup-compatibility/2006">
              <mc:Choice xmlns:v="urn:schemas-microsoft-com:vml" Requires="v">
                <p:oleObj r:id="rId4" imgW="4123690" imgH="402590" progId="Word.Document.8">
                  <p:embed/>
                </p:oleObj>
              </mc:Choice>
              <mc:Fallback>
                <p:oleObj r:id="rId4" imgW="4123690" imgH="402590" progId="Word.Document.8">
                  <p:embed/>
                  <p:pic>
                    <p:nvPicPr>
                      <p:cNvPr id="0" name="图片 3131"/>
                      <p:cNvPicPr/>
                      <p:nvPr/>
                    </p:nvPicPr>
                    <p:blipFill>
                      <a:blip r:embed="rId5">
                        <a:clrChange>
                          <a:clrFrom>
                            <a:srgbClr val="000000"/>
                          </a:clrFrom>
                          <a:clrTo>
                            <a:srgbClr val="FFFFFF"/>
                          </a:clrTo>
                        </a:clrChange>
                      </a:blip>
                      <a:stretch>
                        <a:fillRect/>
                      </a:stretch>
                    </p:blipFill>
                    <p:spPr>
                      <a:xfrm>
                        <a:off x="330200" y="2349500"/>
                        <a:ext cx="5549900" cy="533400"/>
                      </a:xfrm>
                      <a:prstGeom prst="rect">
                        <a:avLst/>
                      </a:prstGeom>
                      <a:noFill/>
                      <a:ln w="38100">
                        <a:noFill/>
                        <a:miter/>
                      </a:ln>
                    </p:spPr>
                  </p:pic>
                </p:oleObj>
              </mc:Fallback>
            </mc:AlternateContent>
          </a:graphicData>
        </a:graphic>
      </p:graphicFrame>
      <p:graphicFrame>
        <p:nvGraphicFramePr>
          <p:cNvPr id="56334" name="对象 56333"/>
          <p:cNvGraphicFramePr/>
          <p:nvPr/>
        </p:nvGraphicFramePr>
        <p:xfrm>
          <a:off x="5148263" y="1916113"/>
          <a:ext cx="3033712" cy="1422400"/>
        </p:xfrm>
        <a:graphic>
          <a:graphicData uri="http://schemas.openxmlformats.org/presentationml/2006/ole">
            <mc:AlternateContent xmlns:mc="http://schemas.openxmlformats.org/markup-compatibility/2006">
              <mc:Choice xmlns:v="urn:schemas-microsoft-com:vml" Requires="v">
                <p:oleObj r:id="rId6" imgW="1523365" imgH="711200" progId="Equation.DSMT4">
                  <p:embed/>
                </p:oleObj>
              </mc:Choice>
              <mc:Fallback>
                <p:oleObj r:id="rId6" imgW="1523365" imgH="711200" progId="Equation.DSMT4">
                  <p:embed/>
                  <p:pic>
                    <p:nvPicPr>
                      <p:cNvPr id="0" name="图片 3136"/>
                      <p:cNvPicPr/>
                      <p:nvPr/>
                    </p:nvPicPr>
                    <p:blipFill>
                      <a:blip r:embed="rId7">
                        <a:clrChange>
                          <a:clrFrom>
                            <a:srgbClr val="000000"/>
                          </a:clrFrom>
                          <a:clrTo>
                            <a:srgbClr val="FFFFFF"/>
                          </a:clrTo>
                        </a:clrChange>
                      </a:blip>
                      <a:stretch>
                        <a:fillRect/>
                      </a:stretch>
                    </p:blipFill>
                    <p:spPr>
                      <a:xfrm>
                        <a:off x="5148263" y="1916113"/>
                        <a:ext cx="3033712" cy="1422400"/>
                      </a:xfrm>
                      <a:prstGeom prst="rect">
                        <a:avLst/>
                      </a:prstGeom>
                      <a:noFill/>
                      <a:ln w="38100">
                        <a:noFill/>
                        <a:miter/>
                      </a:ln>
                    </p:spPr>
                  </p:pic>
                </p:oleObj>
              </mc:Fallback>
            </mc:AlternateContent>
          </a:graphicData>
        </a:graphic>
      </p:graphicFrame>
      <p:sp>
        <p:nvSpPr>
          <p:cNvPr id="56336" name="矩形 56335"/>
          <p:cNvSpPr/>
          <p:nvPr/>
        </p:nvSpPr>
        <p:spPr>
          <a:xfrm>
            <a:off x="395288" y="2981325"/>
            <a:ext cx="3740150" cy="519113"/>
          </a:xfrm>
          <a:prstGeom prst="rect">
            <a:avLst/>
          </a:prstGeom>
          <a:noFill/>
          <a:ln w="9525">
            <a:noFill/>
          </a:ln>
        </p:spPr>
        <p:txBody>
          <a:bodyPr wrap="none" anchor="ctr" anchorCtr="0">
            <a:spAutoFit/>
          </a:bodyPr>
          <a:lstStyle/>
          <a:p>
            <a:pPr algn="l"/>
            <a:r>
              <a:rPr lang="zh-CN" altLang="en-US" dirty="0">
                <a:solidFill>
                  <a:schemeClr val="tx1"/>
                </a:solidFill>
                <a:latin typeface="Arial" panose="020B0604020202020204" pitchFamily="34" charset="0"/>
                <a:ea typeface="楷体_GB2312" pitchFamily="49" charset="-122"/>
              </a:rPr>
              <a:t>由坐标变换公式，可得</a:t>
            </a:r>
          </a:p>
        </p:txBody>
      </p:sp>
      <p:graphicFrame>
        <p:nvGraphicFramePr>
          <p:cNvPr id="56337" name="对象 56336"/>
          <p:cNvGraphicFramePr/>
          <p:nvPr/>
        </p:nvGraphicFramePr>
        <p:xfrm>
          <a:off x="900113" y="3716338"/>
          <a:ext cx="2263775" cy="1422400"/>
        </p:xfrm>
        <a:graphic>
          <a:graphicData uri="http://schemas.openxmlformats.org/presentationml/2006/ole">
            <mc:AlternateContent xmlns:mc="http://schemas.openxmlformats.org/markup-compatibility/2006">
              <mc:Choice xmlns:v="urn:schemas-microsoft-com:vml" Requires="v">
                <p:oleObj r:id="rId8" imgW="1129665" imgH="711200" progId="Equation.DSMT4">
                  <p:embed/>
                </p:oleObj>
              </mc:Choice>
              <mc:Fallback>
                <p:oleObj r:id="rId8" imgW="1129665" imgH="711200" progId="Equation.DSMT4">
                  <p:embed/>
                  <p:pic>
                    <p:nvPicPr>
                      <p:cNvPr id="0" name="图片 3134"/>
                      <p:cNvPicPr/>
                      <p:nvPr/>
                    </p:nvPicPr>
                    <p:blipFill>
                      <a:blip r:embed="rId9">
                        <a:clrChange>
                          <a:clrFrom>
                            <a:srgbClr val="000000"/>
                          </a:clrFrom>
                          <a:clrTo>
                            <a:srgbClr val="FFFFFF"/>
                          </a:clrTo>
                        </a:clrChange>
                      </a:blip>
                      <a:stretch>
                        <a:fillRect/>
                      </a:stretch>
                    </p:blipFill>
                    <p:spPr>
                      <a:xfrm>
                        <a:off x="900113" y="3716338"/>
                        <a:ext cx="2263775" cy="1422400"/>
                      </a:xfrm>
                      <a:prstGeom prst="rect">
                        <a:avLst/>
                      </a:prstGeom>
                      <a:noFill/>
                      <a:ln w="38100">
                        <a:noFill/>
                        <a:miter/>
                      </a:ln>
                    </p:spPr>
                  </p:pic>
                </p:oleObj>
              </mc:Fallback>
            </mc:AlternateContent>
          </a:graphicData>
        </a:graphic>
      </p:graphicFrame>
      <p:graphicFrame>
        <p:nvGraphicFramePr>
          <p:cNvPr id="56338" name="对象 56337"/>
          <p:cNvGraphicFramePr/>
          <p:nvPr/>
        </p:nvGraphicFramePr>
        <p:xfrm>
          <a:off x="3132138" y="3716338"/>
          <a:ext cx="3814762" cy="1420812"/>
        </p:xfrm>
        <a:graphic>
          <a:graphicData uri="http://schemas.openxmlformats.org/presentationml/2006/ole">
            <mc:AlternateContent xmlns:mc="http://schemas.openxmlformats.org/markup-compatibility/2006">
              <mc:Choice xmlns:v="urn:schemas-microsoft-com:vml" Requires="v">
                <p:oleObj r:id="rId10" imgW="1917065" imgH="711200" progId="Equation.DSMT4">
                  <p:embed/>
                </p:oleObj>
              </mc:Choice>
              <mc:Fallback>
                <p:oleObj r:id="rId10" imgW="1917065" imgH="711200" progId="Equation.DSMT4">
                  <p:embed/>
                  <p:pic>
                    <p:nvPicPr>
                      <p:cNvPr id="0" name="图片 3135"/>
                      <p:cNvPicPr/>
                      <p:nvPr/>
                    </p:nvPicPr>
                    <p:blipFill>
                      <a:blip r:embed="rId11">
                        <a:clrChange>
                          <a:clrFrom>
                            <a:srgbClr val="000000"/>
                          </a:clrFrom>
                          <a:clrTo>
                            <a:srgbClr val="FFFFFF"/>
                          </a:clrTo>
                        </a:clrChange>
                      </a:blip>
                      <a:stretch>
                        <a:fillRect/>
                      </a:stretch>
                    </p:blipFill>
                    <p:spPr>
                      <a:xfrm>
                        <a:off x="3132138" y="3716338"/>
                        <a:ext cx="3814762" cy="1420812"/>
                      </a:xfrm>
                      <a:prstGeom prst="rect">
                        <a:avLst/>
                      </a:prstGeom>
                      <a:noFill/>
                      <a:ln w="38100">
                        <a:noFill/>
                        <a:miter/>
                      </a:ln>
                    </p:spPr>
                  </p:pic>
                </p:oleObj>
              </mc:Fallback>
            </mc:AlternateContent>
          </a:graphicData>
        </a:graphic>
      </p:graphicFrame>
      <p:graphicFrame>
        <p:nvGraphicFramePr>
          <p:cNvPr id="56339" name="对象 56338"/>
          <p:cNvGraphicFramePr/>
          <p:nvPr/>
        </p:nvGraphicFramePr>
        <p:xfrm>
          <a:off x="539750" y="5445125"/>
          <a:ext cx="8147050" cy="531813"/>
        </p:xfrm>
        <a:graphic>
          <a:graphicData uri="http://schemas.openxmlformats.org/presentationml/2006/ole">
            <mc:AlternateContent xmlns:mc="http://schemas.openxmlformats.org/markup-compatibility/2006">
              <mc:Choice xmlns:v="urn:schemas-microsoft-com:vml" Requires="v">
                <p:oleObj r:id="rId12" imgW="6053455" imgH="402590" progId="Word.Document.8">
                  <p:embed/>
                </p:oleObj>
              </mc:Choice>
              <mc:Fallback>
                <p:oleObj r:id="rId12" imgW="6053455" imgH="402590" progId="Word.Document.8">
                  <p:embed/>
                  <p:pic>
                    <p:nvPicPr>
                      <p:cNvPr id="0" name="图片 3132"/>
                      <p:cNvPicPr/>
                      <p:nvPr/>
                    </p:nvPicPr>
                    <p:blipFill>
                      <a:blip r:embed="rId13">
                        <a:clrChange>
                          <a:clrFrom>
                            <a:srgbClr val="000000"/>
                          </a:clrFrom>
                          <a:clrTo>
                            <a:srgbClr val="FFFFFF"/>
                          </a:clrTo>
                        </a:clrChange>
                      </a:blip>
                      <a:stretch>
                        <a:fillRect/>
                      </a:stretch>
                    </p:blipFill>
                    <p:spPr>
                      <a:xfrm>
                        <a:off x="539750" y="5445125"/>
                        <a:ext cx="8147050" cy="531813"/>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333"/>
                                        </p:tgtEl>
                                        <p:attrNameLst>
                                          <p:attrName>style.visibility</p:attrName>
                                        </p:attrNameLst>
                                      </p:cBhvr>
                                      <p:to>
                                        <p:strVal val="visible"/>
                                      </p:to>
                                    </p:set>
                                    <p:animEffect transition="in" filter="blinds(horizontal)">
                                      <p:cBhvr>
                                        <p:cTn id="7" dur="500"/>
                                        <p:tgtEl>
                                          <p:spTgt spid="563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6334"/>
                                        </p:tgtEl>
                                        <p:attrNameLst>
                                          <p:attrName>style.visibility</p:attrName>
                                        </p:attrNameLst>
                                      </p:cBhvr>
                                      <p:to>
                                        <p:strVal val="visible"/>
                                      </p:to>
                                    </p:set>
                                    <p:animEffect transition="in" filter="blinds(horizontal)">
                                      <p:cBhvr>
                                        <p:cTn id="12" dur="500"/>
                                        <p:tgtEl>
                                          <p:spTgt spid="5633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6336"/>
                                        </p:tgtEl>
                                        <p:attrNameLst>
                                          <p:attrName>style.visibility</p:attrName>
                                        </p:attrNameLst>
                                      </p:cBhvr>
                                      <p:to>
                                        <p:strVal val="visible"/>
                                      </p:to>
                                    </p:set>
                                    <p:animEffect transition="in" filter="blinds(horizontal)">
                                      <p:cBhvr>
                                        <p:cTn id="17" dur="500"/>
                                        <p:tgtEl>
                                          <p:spTgt spid="5633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6337"/>
                                        </p:tgtEl>
                                        <p:attrNameLst>
                                          <p:attrName>style.visibility</p:attrName>
                                        </p:attrNameLst>
                                      </p:cBhvr>
                                      <p:to>
                                        <p:strVal val="visible"/>
                                      </p:to>
                                    </p:set>
                                    <p:animEffect transition="in" filter="blinds(horizontal)">
                                      <p:cBhvr>
                                        <p:cTn id="22" dur="500"/>
                                        <p:tgtEl>
                                          <p:spTgt spid="5633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6338"/>
                                        </p:tgtEl>
                                        <p:attrNameLst>
                                          <p:attrName>style.visibility</p:attrName>
                                        </p:attrNameLst>
                                      </p:cBhvr>
                                      <p:to>
                                        <p:strVal val="visible"/>
                                      </p:to>
                                    </p:set>
                                    <p:animEffect transition="in" filter="blinds(horizontal)">
                                      <p:cBhvr>
                                        <p:cTn id="27" dur="500"/>
                                        <p:tgtEl>
                                          <p:spTgt spid="5633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6339"/>
                                        </p:tgtEl>
                                        <p:attrNameLst>
                                          <p:attrName>style.visibility</p:attrName>
                                        </p:attrNameLst>
                                      </p:cBhvr>
                                      <p:to>
                                        <p:strVal val="visible"/>
                                      </p:to>
                                    </p:set>
                                    <p:animEffect transition="in" filter="blinds(horizontal)">
                                      <p:cBhvr>
                                        <p:cTn id="32" dur="500"/>
                                        <p:tgtEl>
                                          <p:spTgt spid="56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6"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椭圆 65537">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65539" name="椭圆 65538">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65540" name="矩形 65539">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65541" name="矩形 65540"/>
          <p:cNvSpPr/>
          <p:nvPr/>
        </p:nvSpPr>
        <p:spPr>
          <a:xfrm>
            <a:off x="0" y="3673475"/>
            <a:ext cx="9144000" cy="0"/>
          </a:xfrm>
          <a:prstGeom prst="rect">
            <a:avLst/>
          </a:prstGeom>
          <a:noFill/>
          <a:ln w="9525">
            <a:noFill/>
          </a:ln>
        </p:spPr>
        <p:txBody>
          <a:bodyPr/>
          <a:lstStyle/>
          <a:p>
            <a:endParaRPr lang="zh-CN" altLang="en-US"/>
          </a:p>
        </p:txBody>
      </p:sp>
      <p:sp>
        <p:nvSpPr>
          <p:cNvPr id="65542" name="矩形 65541"/>
          <p:cNvSpPr/>
          <p:nvPr/>
        </p:nvSpPr>
        <p:spPr>
          <a:xfrm>
            <a:off x="0" y="2333625"/>
            <a:ext cx="9144000" cy="0"/>
          </a:xfrm>
          <a:prstGeom prst="rect">
            <a:avLst/>
          </a:prstGeom>
          <a:noFill/>
          <a:ln w="9525">
            <a:noFill/>
          </a:ln>
        </p:spPr>
        <p:txBody>
          <a:bodyPr/>
          <a:lstStyle/>
          <a:p>
            <a:endParaRPr lang="zh-CN" altLang="en-US"/>
          </a:p>
        </p:txBody>
      </p:sp>
      <p:sp>
        <p:nvSpPr>
          <p:cNvPr id="65543" name="矩形 65542"/>
          <p:cNvSpPr/>
          <p:nvPr/>
        </p:nvSpPr>
        <p:spPr>
          <a:xfrm>
            <a:off x="0" y="2333625"/>
            <a:ext cx="9144000" cy="0"/>
          </a:xfrm>
          <a:prstGeom prst="rect">
            <a:avLst/>
          </a:prstGeom>
          <a:noFill/>
          <a:ln w="9525">
            <a:noFill/>
          </a:ln>
        </p:spPr>
        <p:txBody>
          <a:bodyPr/>
          <a:lstStyle/>
          <a:p>
            <a:endParaRPr lang="zh-CN" altLang="en-US"/>
          </a:p>
        </p:txBody>
      </p:sp>
      <p:sp>
        <p:nvSpPr>
          <p:cNvPr id="65545" name="矩形 65544"/>
          <p:cNvSpPr/>
          <p:nvPr/>
        </p:nvSpPr>
        <p:spPr>
          <a:xfrm>
            <a:off x="0" y="1773238"/>
            <a:ext cx="9144000" cy="0"/>
          </a:xfrm>
          <a:prstGeom prst="rect">
            <a:avLst/>
          </a:prstGeom>
          <a:noFill/>
          <a:ln w="9525">
            <a:noFill/>
          </a:ln>
        </p:spPr>
        <p:txBody>
          <a:bodyPr/>
          <a:lstStyle/>
          <a:p>
            <a:endParaRPr lang="zh-CN" altLang="en-US"/>
          </a:p>
        </p:txBody>
      </p:sp>
      <p:sp>
        <p:nvSpPr>
          <p:cNvPr id="65546" name="矩形 65545"/>
          <p:cNvSpPr/>
          <p:nvPr/>
        </p:nvSpPr>
        <p:spPr>
          <a:xfrm>
            <a:off x="304800" y="2312988"/>
            <a:ext cx="371475" cy="519112"/>
          </a:xfrm>
          <a:prstGeom prst="rect">
            <a:avLst/>
          </a:prstGeom>
          <a:noFill/>
          <a:ln w="9525">
            <a:noFill/>
          </a:ln>
        </p:spPr>
        <p:txBody>
          <a:bodyPr wrap="none" anchor="ctr" anchorCtr="0">
            <a:spAutoFit/>
          </a:bodyPr>
          <a:lstStyle/>
          <a:p>
            <a:pPr algn="l"/>
            <a:r>
              <a:rPr lang="en-US" altLang="zh-CN"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b="0" dirty="0">
                <a:solidFill>
                  <a:schemeClr val="tx1"/>
                </a:solidFill>
                <a:latin typeface="Arial" panose="020B0604020202020204" pitchFamily="34" charset="0"/>
                <a:ea typeface="宋体" panose="02010600030101010101" pitchFamily="2" charset="-122"/>
              </a:rPr>
              <a:t> </a:t>
            </a:r>
          </a:p>
        </p:txBody>
      </p:sp>
      <p:sp>
        <p:nvSpPr>
          <p:cNvPr id="65547" name="矩形 65546"/>
          <p:cNvSpPr/>
          <p:nvPr/>
        </p:nvSpPr>
        <p:spPr>
          <a:xfrm>
            <a:off x="0" y="1565275"/>
            <a:ext cx="9144000" cy="0"/>
          </a:xfrm>
          <a:prstGeom prst="rect">
            <a:avLst/>
          </a:prstGeom>
          <a:noFill/>
          <a:ln w="9525">
            <a:noFill/>
          </a:ln>
        </p:spPr>
        <p:txBody>
          <a:bodyPr/>
          <a:lstStyle/>
          <a:p>
            <a:endParaRPr lang="zh-CN" altLang="en-US"/>
          </a:p>
        </p:txBody>
      </p:sp>
      <p:sp>
        <p:nvSpPr>
          <p:cNvPr id="65548" name="矩形 65547"/>
          <p:cNvSpPr/>
          <p:nvPr/>
        </p:nvSpPr>
        <p:spPr>
          <a:xfrm>
            <a:off x="0" y="1565275"/>
            <a:ext cx="9144000" cy="0"/>
          </a:xfrm>
          <a:prstGeom prst="rect">
            <a:avLst/>
          </a:prstGeom>
          <a:noFill/>
          <a:ln w="9525">
            <a:noFill/>
          </a:ln>
        </p:spPr>
        <p:txBody>
          <a:bodyPr/>
          <a:lstStyle/>
          <a:p>
            <a:endParaRPr lang="zh-CN" altLang="en-US"/>
          </a:p>
        </p:txBody>
      </p:sp>
      <p:sp>
        <p:nvSpPr>
          <p:cNvPr id="65549" name="矩形 65548"/>
          <p:cNvSpPr/>
          <p:nvPr/>
        </p:nvSpPr>
        <p:spPr>
          <a:xfrm>
            <a:off x="0" y="1455738"/>
            <a:ext cx="9144000" cy="0"/>
          </a:xfrm>
          <a:prstGeom prst="rect">
            <a:avLst/>
          </a:prstGeom>
          <a:noFill/>
          <a:ln w="9525">
            <a:noFill/>
          </a:ln>
        </p:spPr>
        <p:txBody>
          <a:bodyPr/>
          <a:lstStyle/>
          <a:p>
            <a:endParaRPr lang="zh-CN" altLang="en-US"/>
          </a:p>
        </p:txBody>
      </p:sp>
      <p:sp>
        <p:nvSpPr>
          <p:cNvPr id="65550" name="矩形 65549"/>
          <p:cNvSpPr/>
          <p:nvPr/>
        </p:nvSpPr>
        <p:spPr>
          <a:xfrm>
            <a:off x="0" y="1412875"/>
            <a:ext cx="9144000" cy="0"/>
          </a:xfrm>
          <a:prstGeom prst="rect">
            <a:avLst/>
          </a:prstGeom>
          <a:noFill/>
          <a:ln w="9525">
            <a:noFill/>
          </a:ln>
        </p:spPr>
        <p:txBody>
          <a:bodyPr/>
          <a:lstStyle/>
          <a:p>
            <a:endParaRPr lang="zh-CN" altLang="en-US"/>
          </a:p>
        </p:txBody>
      </p:sp>
      <p:sp>
        <p:nvSpPr>
          <p:cNvPr id="65551" name="矩形 65550"/>
          <p:cNvSpPr/>
          <p:nvPr/>
        </p:nvSpPr>
        <p:spPr>
          <a:xfrm>
            <a:off x="4367213" y="2549525"/>
            <a:ext cx="273050" cy="519113"/>
          </a:xfrm>
          <a:prstGeom prst="rect">
            <a:avLst/>
          </a:prstGeom>
          <a:noFill/>
          <a:ln w="9525">
            <a:noFill/>
          </a:ln>
        </p:spPr>
        <p:txBody>
          <a:bodyPr wrap="none" anchor="ctr" anchorCtr="0">
            <a:spAutoFit/>
          </a:bodyPr>
          <a:lstStyle/>
          <a:p>
            <a:pPr algn="l"/>
            <a:r>
              <a:rPr lang="en-US" altLang="zh-CN" b="0" dirty="0">
                <a:solidFill>
                  <a:schemeClr val="tx1"/>
                </a:solidFill>
                <a:latin typeface="Times New Roman" panose="02020603050405020304" pitchFamily="18" charset="0"/>
                <a:ea typeface="楷体_GB2312" pitchFamily="49" charset="-122"/>
              </a:rPr>
              <a:t> </a:t>
            </a:r>
            <a:endParaRPr lang="en-US" altLang="zh-CN" b="0" dirty="0">
              <a:solidFill>
                <a:schemeClr val="tx1"/>
              </a:solidFill>
              <a:latin typeface="Arial" panose="020B0604020202020204" pitchFamily="34" charset="0"/>
              <a:ea typeface="宋体" panose="02010600030101010101" pitchFamily="2" charset="-122"/>
            </a:endParaRPr>
          </a:p>
        </p:txBody>
      </p:sp>
      <p:graphicFrame>
        <p:nvGraphicFramePr>
          <p:cNvPr id="65552" name="对象 65551"/>
          <p:cNvGraphicFramePr/>
          <p:nvPr/>
        </p:nvGraphicFramePr>
        <p:xfrm>
          <a:off x="6659563" y="1412875"/>
          <a:ext cx="2209800" cy="569913"/>
        </p:xfrm>
        <a:graphic>
          <a:graphicData uri="http://schemas.openxmlformats.org/presentationml/2006/ole">
            <mc:AlternateContent xmlns:mc="http://schemas.openxmlformats.org/markup-compatibility/2006">
              <mc:Choice xmlns:v="urn:schemas-microsoft-com:vml" Requires="v">
                <p:oleObj r:id="rId2" imgW="889000" imgH="228600" progId="Equation.DSMT4">
                  <p:embed/>
                </p:oleObj>
              </mc:Choice>
              <mc:Fallback>
                <p:oleObj r:id="rId2" imgW="889000" imgH="228600" progId="Equation.DSMT4">
                  <p:embed/>
                  <p:pic>
                    <p:nvPicPr>
                      <p:cNvPr id="0" name="图片 3107"/>
                      <p:cNvPicPr/>
                      <p:nvPr/>
                    </p:nvPicPr>
                    <p:blipFill>
                      <a:blip r:embed="rId3"/>
                      <a:stretch>
                        <a:fillRect/>
                      </a:stretch>
                    </p:blipFill>
                    <p:spPr>
                      <a:xfrm>
                        <a:off x="6659563" y="1412875"/>
                        <a:ext cx="2209800" cy="569913"/>
                      </a:xfrm>
                      <a:prstGeom prst="rect">
                        <a:avLst/>
                      </a:prstGeom>
                      <a:noFill/>
                      <a:ln w="38100">
                        <a:noFill/>
                        <a:miter/>
                      </a:ln>
                    </p:spPr>
                  </p:pic>
                </p:oleObj>
              </mc:Fallback>
            </mc:AlternateContent>
          </a:graphicData>
        </a:graphic>
      </p:graphicFrame>
      <p:graphicFrame>
        <p:nvGraphicFramePr>
          <p:cNvPr id="65553" name="对象 65552"/>
          <p:cNvGraphicFramePr/>
          <p:nvPr/>
        </p:nvGraphicFramePr>
        <p:xfrm>
          <a:off x="2176463" y="2090738"/>
          <a:ext cx="4267200" cy="546100"/>
        </p:xfrm>
        <a:graphic>
          <a:graphicData uri="http://schemas.openxmlformats.org/presentationml/2006/ole">
            <mc:AlternateContent xmlns:mc="http://schemas.openxmlformats.org/markup-compatibility/2006">
              <mc:Choice xmlns:v="urn:schemas-microsoft-com:vml" Requires="v">
                <p:oleObj r:id="rId4" imgW="1778000" imgH="228600" progId="Equation.DSMT4">
                  <p:embed/>
                </p:oleObj>
              </mc:Choice>
              <mc:Fallback>
                <p:oleObj r:id="rId4" imgW="1778000" imgH="228600" progId="Equation.DSMT4">
                  <p:embed/>
                  <p:pic>
                    <p:nvPicPr>
                      <p:cNvPr id="0" name="图片 3110"/>
                      <p:cNvPicPr/>
                      <p:nvPr/>
                    </p:nvPicPr>
                    <p:blipFill>
                      <a:blip r:embed="rId5"/>
                      <a:stretch>
                        <a:fillRect/>
                      </a:stretch>
                    </p:blipFill>
                    <p:spPr>
                      <a:xfrm>
                        <a:off x="2176463" y="2090738"/>
                        <a:ext cx="4267200" cy="546100"/>
                      </a:xfrm>
                      <a:prstGeom prst="rect">
                        <a:avLst/>
                      </a:prstGeom>
                      <a:noFill/>
                      <a:ln w="38100">
                        <a:noFill/>
                        <a:miter/>
                      </a:ln>
                    </p:spPr>
                  </p:pic>
                </p:oleObj>
              </mc:Fallback>
            </mc:AlternateContent>
          </a:graphicData>
        </a:graphic>
      </p:graphicFrame>
      <p:graphicFrame>
        <p:nvGraphicFramePr>
          <p:cNvPr id="65554" name="对象 65553"/>
          <p:cNvGraphicFramePr/>
          <p:nvPr/>
        </p:nvGraphicFramePr>
        <p:xfrm>
          <a:off x="2266950" y="3238500"/>
          <a:ext cx="360363" cy="338138"/>
        </p:xfrm>
        <a:graphic>
          <a:graphicData uri="http://schemas.openxmlformats.org/presentationml/2006/ole">
            <mc:AlternateContent xmlns:mc="http://schemas.openxmlformats.org/markup-compatibility/2006">
              <mc:Choice xmlns:v="urn:schemas-microsoft-com:vml" Requires="v">
                <p:oleObj r:id="rId6" imgW="152400" imgH="139700" progId="Equation.DSMT4">
                  <p:embed/>
                </p:oleObj>
              </mc:Choice>
              <mc:Fallback>
                <p:oleObj r:id="rId6" imgW="152400" imgH="139700" progId="Equation.DSMT4">
                  <p:embed/>
                  <p:pic>
                    <p:nvPicPr>
                      <p:cNvPr id="0" name="图片 3108"/>
                      <p:cNvPicPr/>
                      <p:nvPr/>
                    </p:nvPicPr>
                    <p:blipFill>
                      <a:blip r:embed="rId7"/>
                      <a:stretch>
                        <a:fillRect/>
                      </a:stretch>
                    </p:blipFill>
                    <p:spPr>
                      <a:xfrm>
                        <a:off x="2266950" y="3238500"/>
                        <a:ext cx="360363" cy="338138"/>
                      </a:xfrm>
                      <a:prstGeom prst="rect">
                        <a:avLst/>
                      </a:prstGeom>
                      <a:noFill/>
                      <a:ln w="38100">
                        <a:noFill/>
                        <a:miter/>
                      </a:ln>
                    </p:spPr>
                  </p:pic>
                </p:oleObj>
              </mc:Fallback>
            </mc:AlternateContent>
          </a:graphicData>
        </a:graphic>
      </p:graphicFrame>
      <p:graphicFrame>
        <p:nvGraphicFramePr>
          <p:cNvPr id="65555" name="对象 65554"/>
          <p:cNvGraphicFramePr/>
          <p:nvPr/>
        </p:nvGraphicFramePr>
        <p:xfrm>
          <a:off x="6313488" y="3095625"/>
          <a:ext cx="1885950" cy="566738"/>
        </p:xfrm>
        <a:graphic>
          <a:graphicData uri="http://schemas.openxmlformats.org/presentationml/2006/ole">
            <mc:AlternateContent xmlns:mc="http://schemas.openxmlformats.org/markup-compatibility/2006">
              <mc:Choice xmlns:v="urn:schemas-microsoft-com:vml" Requires="v">
                <p:oleObj r:id="rId8" imgW="837565" imgH="254000" progId="Equation.DSMT4">
                  <p:embed/>
                </p:oleObj>
              </mc:Choice>
              <mc:Fallback>
                <p:oleObj r:id="rId8" imgW="837565" imgH="254000" progId="Equation.DSMT4">
                  <p:embed/>
                  <p:pic>
                    <p:nvPicPr>
                      <p:cNvPr id="0" name="图片 3105"/>
                      <p:cNvPicPr/>
                      <p:nvPr/>
                    </p:nvPicPr>
                    <p:blipFill>
                      <a:blip r:embed="rId9"/>
                      <a:stretch>
                        <a:fillRect/>
                      </a:stretch>
                    </p:blipFill>
                    <p:spPr>
                      <a:xfrm>
                        <a:off x="6313488" y="3095625"/>
                        <a:ext cx="1885950" cy="566738"/>
                      </a:xfrm>
                      <a:prstGeom prst="rect">
                        <a:avLst/>
                      </a:prstGeom>
                      <a:noFill/>
                      <a:ln w="38100">
                        <a:noFill/>
                        <a:miter/>
                      </a:ln>
                    </p:spPr>
                  </p:pic>
                </p:oleObj>
              </mc:Fallback>
            </mc:AlternateContent>
          </a:graphicData>
        </a:graphic>
      </p:graphicFrame>
      <p:grpSp>
        <p:nvGrpSpPr>
          <p:cNvPr id="65556" name="组合 65555"/>
          <p:cNvGrpSpPr/>
          <p:nvPr/>
        </p:nvGrpSpPr>
        <p:grpSpPr>
          <a:xfrm>
            <a:off x="305297" y="1411287"/>
            <a:ext cx="3761878" cy="522288"/>
            <a:chOff x="1" y="1803"/>
            <a:chExt cx="1997" cy="329"/>
          </a:xfrm>
        </p:grpSpPr>
        <p:graphicFrame>
          <p:nvGraphicFramePr>
            <p:cNvPr id="65557" name="对象 65556"/>
            <p:cNvGraphicFramePr/>
            <p:nvPr/>
          </p:nvGraphicFramePr>
          <p:xfrm>
            <a:off x="1680" y="1810"/>
            <a:ext cx="318" cy="302"/>
          </p:xfrm>
          <a:graphic>
            <a:graphicData uri="http://schemas.openxmlformats.org/presentationml/2006/ole">
              <mc:AlternateContent xmlns:mc="http://schemas.openxmlformats.org/markup-compatibility/2006">
                <mc:Choice xmlns:v="urn:schemas-microsoft-com:vml" Requires="v">
                  <p:oleObj r:id="rId10" imgW="203200" imgH="190500" progId="Equation.DSMT4">
                    <p:embed/>
                  </p:oleObj>
                </mc:Choice>
                <mc:Fallback>
                  <p:oleObj r:id="rId10" imgW="203200" imgH="190500" progId="Equation.DSMT4">
                    <p:embed/>
                    <p:pic>
                      <p:nvPicPr>
                        <p:cNvPr id="0" name="图片 3109"/>
                        <p:cNvPicPr/>
                        <p:nvPr/>
                      </p:nvPicPr>
                      <p:blipFill>
                        <a:blip r:embed="rId11"/>
                        <a:stretch>
                          <a:fillRect/>
                        </a:stretch>
                      </p:blipFill>
                      <p:spPr>
                        <a:xfrm>
                          <a:off x="1680" y="1810"/>
                          <a:ext cx="318" cy="302"/>
                        </a:xfrm>
                        <a:prstGeom prst="rect">
                          <a:avLst/>
                        </a:prstGeom>
                        <a:noFill/>
                        <a:ln w="38100">
                          <a:noFill/>
                          <a:miter/>
                        </a:ln>
                      </p:spPr>
                    </p:pic>
                  </p:oleObj>
                </mc:Fallback>
              </mc:AlternateContent>
            </a:graphicData>
          </a:graphic>
        </p:graphicFrame>
        <p:sp>
          <p:nvSpPr>
            <p:cNvPr id="65558" name="矩形 65557"/>
            <p:cNvSpPr/>
            <p:nvPr/>
          </p:nvSpPr>
          <p:spPr>
            <a:xfrm>
              <a:off x="1" y="1803"/>
              <a:ext cx="1755" cy="329"/>
            </a:xfrm>
            <a:prstGeom prst="rect">
              <a:avLst/>
            </a:prstGeom>
            <a:noFill/>
            <a:ln w="9525">
              <a:noFill/>
            </a:ln>
          </p:spPr>
          <p:txBody>
            <a:bodyPr wrap="square" anchor="ctr" anchorCtr="0">
              <a:spAutoFit/>
            </a:bodyPr>
            <a:lstStyle/>
            <a:p>
              <a:pPr algn="l"/>
              <a:r>
                <a:rPr lang="zh-CN" altLang="en-US" dirty="0">
                  <a:solidFill>
                    <a:srgbClr val="3333FF"/>
                  </a:solidFill>
                  <a:latin typeface="楷体_GB2312" pitchFamily="49" charset="-122"/>
                  <a:ea typeface="楷体_GB2312" pitchFamily="49" charset="-122"/>
                </a:rPr>
                <a:t>练习</a:t>
              </a:r>
              <a:r>
                <a:rPr lang="zh-CN" altLang="en-US" dirty="0">
                  <a:solidFill>
                    <a:schemeClr val="tx1"/>
                  </a:solidFill>
                  <a:latin typeface="楷体_GB2312" pitchFamily="49" charset="-122"/>
                  <a:ea typeface="楷体_GB2312" pitchFamily="49" charset="-122"/>
                </a:rPr>
                <a:t> 设在向量空间</a:t>
              </a:r>
            </a:p>
          </p:txBody>
        </p:sp>
      </p:grpSp>
      <p:sp>
        <p:nvSpPr>
          <p:cNvPr id="65559" name="矩形 65558"/>
          <p:cNvSpPr/>
          <p:nvPr/>
        </p:nvSpPr>
        <p:spPr>
          <a:xfrm>
            <a:off x="3851275" y="1412875"/>
            <a:ext cx="3025775" cy="519113"/>
          </a:xfrm>
          <a:prstGeom prst="rect">
            <a:avLst/>
          </a:prstGeom>
          <a:noFill/>
          <a:ln w="9525">
            <a:noFill/>
          </a:ln>
        </p:spPr>
        <p:txBody>
          <a:bodyPr anchor="ctr" anchorCtr="0">
            <a:spAutoFit/>
          </a:bodyPr>
          <a:lstStyle/>
          <a:p>
            <a:pPr algn="l"/>
            <a:r>
              <a:rPr lang="zh-CN" altLang="en-US" dirty="0">
                <a:solidFill>
                  <a:schemeClr val="tx1"/>
                </a:solidFill>
                <a:latin typeface="楷体_GB2312" pitchFamily="49" charset="-122"/>
                <a:ea typeface="楷体_GB2312" pitchFamily="49" charset="-122"/>
              </a:rPr>
              <a:t>中有两组基</a:t>
            </a:r>
            <a:r>
              <a:rPr lang="en-US" altLang="zh-CN">
                <a:solidFill>
                  <a:schemeClr val="tx1"/>
                </a:solidFill>
                <a:latin typeface="楷体_GB2312" pitchFamily="49" charset="-122"/>
                <a:ea typeface="楷体_GB2312" pitchFamily="49" charset="-122"/>
              </a:rPr>
              <a:t>(Ⅰ)</a:t>
            </a:r>
            <a:r>
              <a:rPr lang="zh-CN" altLang="en-US" dirty="0">
                <a:solidFill>
                  <a:schemeClr val="tx1"/>
                </a:solidFill>
                <a:latin typeface="楷体_GB2312" pitchFamily="49" charset="-122"/>
                <a:ea typeface="楷体_GB2312" pitchFamily="49" charset="-122"/>
              </a:rPr>
              <a:t>：       </a:t>
            </a:r>
          </a:p>
        </p:txBody>
      </p:sp>
      <p:sp>
        <p:nvSpPr>
          <p:cNvPr id="65560" name="矩形 65559"/>
          <p:cNvSpPr/>
          <p:nvPr/>
        </p:nvSpPr>
        <p:spPr>
          <a:xfrm>
            <a:off x="1219200" y="2060575"/>
            <a:ext cx="1250950" cy="519113"/>
          </a:xfrm>
          <a:prstGeom prst="rect">
            <a:avLst/>
          </a:prstGeom>
          <a:noFill/>
          <a:ln w="9525">
            <a:noFill/>
          </a:ln>
        </p:spPr>
        <p:txBody>
          <a:bodyPr wrap="none" anchor="ctr" anchorCtr="0">
            <a:spAutoFit/>
          </a:bodyPr>
          <a:lstStyle/>
          <a:p>
            <a:pPr algn="l"/>
            <a:r>
              <a:rPr lang="en-US" altLang="zh-CN">
                <a:solidFill>
                  <a:schemeClr val="tx1"/>
                </a:solidFill>
                <a:latin typeface="楷体_GB2312" pitchFamily="49" charset="-122"/>
                <a:ea typeface="楷体_GB2312" pitchFamily="49" charset="-122"/>
              </a:rPr>
              <a:t>(Ⅱ)</a:t>
            </a:r>
            <a:r>
              <a:rPr lang="zh-CN" altLang="en-US" dirty="0">
                <a:solidFill>
                  <a:schemeClr val="tx1"/>
                </a:solidFill>
                <a:latin typeface="楷体_GB2312" pitchFamily="49" charset="-122"/>
                <a:ea typeface="楷体_GB2312" pitchFamily="49" charset="-122"/>
              </a:rPr>
              <a:t>：</a:t>
            </a:r>
          </a:p>
        </p:txBody>
      </p:sp>
      <p:sp>
        <p:nvSpPr>
          <p:cNvPr id="65561" name="矩形 65560"/>
          <p:cNvSpPr/>
          <p:nvPr/>
        </p:nvSpPr>
        <p:spPr>
          <a:xfrm>
            <a:off x="900113" y="2698750"/>
            <a:ext cx="6970712" cy="946150"/>
          </a:xfrm>
          <a:prstGeom prst="rect">
            <a:avLst/>
          </a:prstGeom>
          <a:noFill/>
          <a:ln w="9525">
            <a:noFill/>
          </a:ln>
        </p:spPr>
        <p:txBody>
          <a:bodyPr anchor="ctr" anchorCtr="0">
            <a:spAutoFit/>
          </a:bodyPr>
          <a:lstStyle/>
          <a:p>
            <a:pPr algn="l"/>
            <a:r>
              <a:rPr lang="zh-CN" altLang="en-US" dirty="0">
                <a:solidFill>
                  <a:schemeClr val="tx1"/>
                </a:solidFill>
                <a:latin typeface="楷体_GB2312" pitchFamily="49" charset="-122"/>
                <a:ea typeface="楷体_GB2312" pitchFamily="49" charset="-122"/>
              </a:rPr>
              <a:t>（</a:t>
            </a:r>
            <a:r>
              <a:rPr lang="en-US" altLang="zh-CN">
                <a:solidFill>
                  <a:schemeClr val="tx1"/>
                </a:solidFill>
                <a:latin typeface="楷体_GB2312" pitchFamily="49" charset="-122"/>
                <a:ea typeface="楷体_GB2312" pitchFamily="49" charset="-122"/>
              </a:rPr>
              <a:t>1</a:t>
            </a:r>
            <a:r>
              <a:rPr lang="zh-CN" altLang="en-US" dirty="0">
                <a:solidFill>
                  <a:schemeClr val="tx1"/>
                </a:solidFill>
                <a:latin typeface="楷体_GB2312" pitchFamily="49" charset="-122"/>
                <a:ea typeface="楷体_GB2312" pitchFamily="49" charset="-122"/>
              </a:rPr>
              <a:t>）求基（</a:t>
            </a:r>
            <a:r>
              <a:rPr lang="en-US" altLang="zh-CN">
                <a:solidFill>
                  <a:schemeClr val="tx1"/>
                </a:solidFill>
                <a:latin typeface="楷体_GB2312" pitchFamily="49" charset="-122"/>
                <a:ea typeface="楷体_GB2312" pitchFamily="49" charset="-122"/>
              </a:rPr>
              <a:t>Ⅰ</a:t>
            </a:r>
            <a:r>
              <a:rPr lang="zh-CN" altLang="en-US" dirty="0">
                <a:solidFill>
                  <a:schemeClr val="tx1"/>
                </a:solidFill>
                <a:latin typeface="楷体_GB2312" pitchFamily="49" charset="-122"/>
                <a:ea typeface="楷体_GB2312" pitchFamily="49" charset="-122"/>
              </a:rPr>
              <a:t>）到基</a:t>
            </a:r>
            <a:r>
              <a:rPr lang="en-US" altLang="zh-CN">
                <a:solidFill>
                  <a:schemeClr val="tx1"/>
                </a:solidFill>
                <a:latin typeface="楷体_GB2312" pitchFamily="49" charset="-122"/>
                <a:ea typeface="楷体_GB2312" pitchFamily="49" charset="-122"/>
              </a:rPr>
              <a:t>(Ⅱ)</a:t>
            </a:r>
            <a:r>
              <a:rPr lang="zh-CN" altLang="en-US" dirty="0">
                <a:solidFill>
                  <a:schemeClr val="tx1"/>
                </a:solidFill>
                <a:latin typeface="楷体_GB2312" pitchFamily="49" charset="-122"/>
                <a:ea typeface="楷体_GB2312" pitchFamily="49" charset="-122"/>
              </a:rPr>
              <a:t>的过渡矩阵</a:t>
            </a:r>
            <a:r>
              <a:rPr lang="en-US" altLang="zh-CN">
                <a:solidFill>
                  <a:schemeClr val="tx1"/>
                </a:solidFill>
                <a:latin typeface="楷体_GB2312" pitchFamily="49" charset="-122"/>
                <a:ea typeface="楷体_GB2312" pitchFamily="49" charset="-122"/>
              </a:rPr>
              <a:t>.</a:t>
            </a:r>
          </a:p>
          <a:p>
            <a:pPr algn="l" eaLnBrk="0" hangingPunct="0"/>
            <a:r>
              <a:rPr lang="zh-CN" altLang="en-US" dirty="0">
                <a:solidFill>
                  <a:schemeClr val="tx1"/>
                </a:solidFill>
                <a:latin typeface="楷体_GB2312" pitchFamily="49" charset="-122"/>
                <a:ea typeface="楷体_GB2312" pitchFamily="49" charset="-122"/>
              </a:rPr>
              <a:t>（</a:t>
            </a:r>
            <a:r>
              <a:rPr lang="en-US" altLang="zh-CN">
                <a:solidFill>
                  <a:schemeClr val="tx1"/>
                </a:solidFill>
                <a:latin typeface="楷体_GB2312" pitchFamily="49" charset="-122"/>
                <a:ea typeface="楷体_GB2312" pitchFamily="49" charset="-122"/>
              </a:rPr>
              <a:t>2</a:t>
            </a:r>
            <a:r>
              <a:rPr lang="zh-CN" altLang="en-US" dirty="0">
                <a:solidFill>
                  <a:schemeClr val="tx1"/>
                </a:solidFill>
                <a:latin typeface="楷体_GB2312" pitchFamily="49" charset="-122"/>
                <a:ea typeface="楷体_GB2312" pitchFamily="49" charset="-122"/>
              </a:rPr>
              <a:t>）设</a:t>
            </a:r>
          </a:p>
        </p:txBody>
      </p:sp>
      <p:sp>
        <p:nvSpPr>
          <p:cNvPr id="65562" name="矩形 65561"/>
          <p:cNvSpPr/>
          <p:nvPr/>
        </p:nvSpPr>
        <p:spPr>
          <a:xfrm>
            <a:off x="2555875" y="3094038"/>
            <a:ext cx="4464050" cy="519112"/>
          </a:xfrm>
          <a:prstGeom prst="rect">
            <a:avLst/>
          </a:prstGeom>
          <a:noFill/>
          <a:ln w="9525">
            <a:noFill/>
          </a:ln>
        </p:spPr>
        <p:txBody>
          <a:bodyPr anchor="ctr" anchorCtr="0">
            <a:spAutoFit/>
          </a:bodyPr>
          <a:lstStyle/>
          <a:p>
            <a:pPr algn="l"/>
            <a:r>
              <a:rPr lang="zh-CN" altLang="en-US" dirty="0">
                <a:solidFill>
                  <a:schemeClr val="tx1"/>
                </a:solidFill>
                <a:latin typeface="Times New Roman" panose="02020603050405020304" pitchFamily="18" charset="0"/>
                <a:ea typeface="楷体_GB2312" pitchFamily="49" charset="-122"/>
              </a:rPr>
              <a:t>在基</a:t>
            </a:r>
            <a:r>
              <a:rPr lang="zh-CN" altLang="en-US" dirty="0">
                <a:solidFill>
                  <a:schemeClr val="tx1"/>
                </a:solidFill>
                <a:latin typeface="宋体" panose="02010600030101010101" pitchFamily="2" charset="-122"/>
                <a:ea typeface="楷体_GB2312" pitchFamily="49" charset="-122"/>
              </a:rPr>
              <a:t>（</a:t>
            </a:r>
            <a:r>
              <a:rPr lang="en-US" altLang="zh-CN">
                <a:solidFill>
                  <a:schemeClr val="tx1"/>
                </a:solidFill>
                <a:latin typeface="宋体" panose="02010600030101010101" pitchFamily="2" charset="-122"/>
                <a:ea typeface="楷体_GB2312" pitchFamily="49" charset="-122"/>
              </a:rPr>
              <a:t>Ⅰ</a:t>
            </a:r>
            <a:r>
              <a:rPr lang="zh-CN" altLang="en-US" dirty="0">
                <a:solidFill>
                  <a:schemeClr val="tx1"/>
                </a:solidFill>
                <a:latin typeface="宋体" panose="02010600030101010101" pitchFamily="2" charset="-122"/>
                <a:ea typeface="楷体_GB2312" pitchFamily="49" charset="-122"/>
              </a:rPr>
              <a:t>）下的坐标为</a:t>
            </a:r>
            <a:endParaRPr lang="zh-CN" altLang="en-US" dirty="0">
              <a:solidFill>
                <a:schemeClr val="tx1"/>
              </a:solidFill>
              <a:latin typeface="Arial" panose="020B0604020202020204" pitchFamily="34" charset="0"/>
              <a:ea typeface="楷体_GB2312" pitchFamily="49" charset="-122"/>
            </a:endParaRPr>
          </a:p>
        </p:txBody>
      </p:sp>
      <p:grpSp>
        <p:nvGrpSpPr>
          <p:cNvPr id="65563" name="组合 65562"/>
          <p:cNvGrpSpPr/>
          <p:nvPr/>
        </p:nvGrpSpPr>
        <p:grpSpPr>
          <a:xfrm>
            <a:off x="1692275" y="3500438"/>
            <a:ext cx="4175125" cy="547687"/>
            <a:chOff x="1008" y="2986"/>
            <a:chExt cx="2304" cy="345"/>
          </a:xfrm>
        </p:grpSpPr>
        <p:graphicFrame>
          <p:nvGraphicFramePr>
            <p:cNvPr id="65564" name="对象 65563"/>
            <p:cNvGraphicFramePr/>
            <p:nvPr/>
          </p:nvGraphicFramePr>
          <p:xfrm>
            <a:off x="1296" y="3092"/>
            <a:ext cx="192" cy="180"/>
          </p:xfrm>
          <a:graphic>
            <a:graphicData uri="http://schemas.openxmlformats.org/presentationml/2006/ole">
              <mc:AlternateContent xmlns:mc="http://schemas.openxmlformats.org/markup-compatibility/2006">
                <mc:Choice xmlns:v="urn:schemas-microsoft-com:vml" Requires="v">
                  <p:oleObj r:id="rId12" imgW="152400" imgH="139700" progId="Equation.DSMT4">
                    <p:embed/>
                  </p:oleObj>
                </mc:Choice>
                <mc:Fallback>
                  <p:oleObj r:id="rId12" imgW="152400" imgH="139700" progId="Equation.DSMT4">
                    <p:embed/>
                    <p:pic>
                      <p:nvPicPr>
                        <p:cNvPr id="0" name="图片 3111"/>
                        <p:cNvPicPr/>
                        <p:nvPr/>
                      </p:nvPicPr>
                      <p:blipFill>
                        <a:blip r:embed="rId7"/>
                        <a:stretch>
                          <a:fillRect/>
                        </a:stretch>
                      </p:blipFill>
                      <p:spPr>
                        <a:xfrm>
                          <a:off x="1296" y="3092"/>
                          <a:ext cx="192" cy="180"/>
                        </a:xfrm>
                        <a:prstGeom prst="rect">
                          <a:avLst/>
                        </a:prstGeom>
                        <a:noFill/>
                        <a:ln w="38100">
                          <a:noFill/>
                          <a:miter/>
                        </a:ln>
                      </p:spPr>
                    </p:pic>
                  </p:oleObj>
                </mc:Fallback>
              </mc:AlternateContent>
            </a:graphicData>
          </a:graphic>
        </p:graphicFrame>
        <p:graphicFrame>
          <p:nvGraphicFramePr>
            <p:cNvPr id="65565" name="对象 65564"/>
            <p:cNvGraphicFramePr/>
            <p:nvPr/>
          </p:nvGraphicFramePr>
          <p:xfrm>
            <a:off x="3024" y="3093"/>
            <a:ext cx="288" cy="219"/>
          </p:xfrm>
          <a:graphic>
            <a:graphicData uri="http://schemas.openxmlformats.org/presentationml/2006/ole">
              <mc:AlternateContent xmlns:mc="http://schemas.openxmlformats.org/markup-compatibility/2006">
                <mc:Choice xmlns:v="urn:schemas-microsoft-com:vml" Requires="v">
                  <p:oleObj r:id="rId13" imgW="241300" imgH="177800" progId="Equation.DSMT4">
                    <p:embed/>
                  </p:oleObj>
                </mc:Choice>
                <mc:Fallback>
                  <p:oleObj r:id="rId13" imgW="241300" imgH="177800" progId="Equation.DSMT4">
                    <p:embed/>
                    <p:pic>
                      <p:nvPicPr>
                        <p:cNvPr id="0" name="图片 3113"/>
                        <p:cNvPicPr/>
                        <p:nvPr/>
                      </p:nvPicPr>
                      <p:blipFill>
                        <a:blip r:embed="rId14"/>
                        <a:stretch>
                          <a:fillRect/>
                        </a:stretch>
                      </p:blipFill>
                      <p:spPr>
                        <a:xfrm>
                          <a:off x="3024" y="3093"/>
                          <a:ext cx="288" cy="219"/>
                        </a:xfrm>
                        <a:prstGeom prst="rect">
                          <a:avLst/>
                        </a:prstGeom>
                        <a:noFill/>
                        <a:ln w="38100">
                          <a:noFill/>
                          <a:miter/>
                        </a:ln>
                      </p:spPr>
                    </p:pic>
                  </p:oleObj>
                </mc:Fallback>
              </mc:AlternateContent>
            </a:graphicData>
          </a:graphic>
        </p:graphicFrame>
        <p:sp>
          <p:nvSpPr>
            <p:cNvPr id="65566" name="矩形 65565"/>
            <p:cNvSpPr/>
            <p:nvPr/>
          </p:nvSpPr>
          <p:spPr>
            <a:xfrm>
              <a:off x="1008" y="2986"/>
              <a:ext cx="298" cy="327"/>
            </a:xfrm>
            <a:prstGeom prst="rect">
              <a:avLst/>
            </a:prstGeom>
            <a:noFill/>
            <a:ln w="9525">
              <a:noFill/>
            </a:ln>
          </p:spPr>
          <p:txBody>
            <a:bodyPr wrap="none" anchor="ctr" anchorCtr="0">
              <a:spAutoFit/>
            </a:bodyPr>
            <a:lstStyle/>
            <a:p>
              <a:pPr algn="l"/>
              <a:r>
                <a:rPr lang="zh-CN" altLang="en-US" dirty="0">
                  <a:solidFill>
                    <a:schemeClr val="tx1"/>
                  </a:solidFill>
                  <a:latin typeface="宋体" panose="02010600030101010101" pitchFamily="2" charset="-122"/>
                  <a:ea typeface="楷体_GB2312" pitchFamily="49" charset="-122"/>
                </a:rPr>
                <a:t>求</a:t>
              </a:r>
              <a:endParaRPr lang="zh-CN" altLang="en-US" dirty="0">
                <a:solidFill>
                  <a:schemeClr val="tx1"/>
                </a:solidFill>
                <a:latin typeface="Arial" panose="020B0604020202020204" pitchFamily="34" charset="0"/>
                <a:ea typeface="楷体_GB2312" pitchFamily="49" charset="-122"/>
              </a:endParaRPr>
            </a:p>
          </p:txBody>
        </p:sp>
        <p:sp>
          <p:nvSpPr>
            <p:cNvPr id="65567" name="矩形 65566"/>
            <p:cNvSpPr/>
            <p:nvPr/>
          </p:nvSpPr>
          <p:spPr>
            <a:xfrm>
              <a:off x="1440" y="3004"/>
              <a:ext cx="1728" cy="327"/>
            </a:xfrm>
            <a:prstGeom prst="rect">
              <a:avLst/>
            </a:prstGeom>
            <a:noFill/>
            <a:ln w="9525">
              <a:noFill/>
            </a:ln>
          </p:spPr>
          <p:txBody>
            <a:bodyPr anchor="ctr" anchorCtr="0">
              <a:spAutoFit/>
            </a:bodyPr>
            <a:lstStyle/>
            <a:p>
              <a:pPr algn="l"/>
              <a:r>
                <a:rPr lang="zh-CN" altLang="en-US" dirty="0">
                  <a:solidFill>
                    <a:schemeClr val="tx1"/>
                  </a:solidFill>
                  <a:latin typeface="楷体_GB2312" pitchFamily="49" charset="-122"/>
                  <a:ea typeface="楷体_GB2312" pitchFamily="49" charset="-122"/>
                </a:rPr>
                <a:t>在基</a:t>
              </a:r>
              <a:r>
                <a:rPr lang="en-US" altLang="zh-CN">
                  <a:solidFill>
                    <a:schemeClr val="tx1"/>
                  </a:solidFill>
                  <a:latin typeface="楷体_GB2312" pitchFamily="49" charset="-122"/>
                  <a:ea typeface="楷体_GB2312" pitchFamily="49" charset="-122"/>
                </a:rPr>
                <a:t>(Ⅱ)</a:t>
              </a:r>
              <a:r>
                <a:rPr lang="zh-CN" altLang="en-US" dirty="0">
                  <a:solidFill>
                    <a:schemeClr val="tx1"/>
                  </a:solidFill>
                  <a:latin typeface="楷体_GB2312" pitchFamily="49" charset="-122"/>
                  <a:ea typeface="楷体_GB2312" pitchFamily="49" charset="-122"/>
                </a:rPr>
                <a:t>下的坐标 </a:t>
              </a:r>
            </a:p>
          </p:txBody>
        </p:sp>
      </p:grpSp>
      <p:sp>
        <p:nvSpPr>
          <p:cNvPr id="65568" name="矩形 65567"/>
          <p:cNvSpPr/>
          <p:nvPr/>
        </p:nvSpPr>
        <p:spPr>
          <a:xfrm>
            <a:off x="914400" y="4076700"/>
            <a:ext cx="1962150" cy="519113"/>
          </a:xfrm>
          <a:prstGeom prst="rect">
            <a:avLst/>
          </a:prstGeom>
          <a:noFill/>
          <a:ln w="9525">
            <a:noFill/>
          </a:ln>
        </p:spPr>
        <p:txBody>
          <a:bodyPr wrap="none" anchor="ctr" anchorCtr="0">
            <a:spAutoFit/>
          </a:bodyPr>
          <a:lstStyle/>
          <a:p>
            <a:pPr algn="l">
              <a:buNone/>
            </a:pPr>
            <a:r>
              <a:rPr lang="zh-CN" altLang="en-US" dirty="0">
                <a:solidFill>
                  <a:schemeClr val="tx1"/>
                </a:solidFill>
                <a:latin typeface="楷体_GB2312" pitchFamily="49" charset="-122"/>
                <a:ea typeface="楷体_GB2312" pitchFamily="49" charset="-122"/>
              </a:rPr>
              <a:t>解 （</a:t>
            </a:r>
            <a:r>
              <a:rPr lang="en-US" altLang="zh-CN">
                <a:solidFill>
                  <a:schemeClr val="tx1"/>
                </a:solidFill>
                <a:latin typeface="楷体_GB2312" pitchFamily="49" charset="-122"/>
                <a:ea typeface="楷体_GB2312" pitchFamily="49" charset="-122"/>
              </a:rPr>
              <a:t>1</a:t>
            </a:r>
            <a:r>
              <a:rPr lang="zh-CN" altLang="en-US" dirty="0">
                <a:solidFill>
                  <a:schemeClr val="tx1"/>
                </a:solidFill>
                <a:latin typeface="楷体_GB2312" pitchFamily="49" charset="-122"/>
                <a:ea typeface="楷体_GB2312" pitchFamily="49" charset="-122"/>
              </a:rPr>
              <a:t>）因</a:t>
            </a:r>
          </a:p>
        </p:txBody>
      </p:sp>
      <p:graphicFrame>
        <p:nvGraphicFramePr>
          <p:cNvPr id="65569" name="对象 65568"/>
          <p:cNvGraphicFramePr/>
          <p:nvPr/>
        </p:nvGraphicFramePr>
        <p:xfrm>
          <a:off x="2916238" y="4149725"/>
          <a:ext cx="4038600" cy="517525"/>
        </p:xfrm>
        <a:graphic>
          <a:graphicData uri="http://schemas.openxmlformats.org/presentationml/2006/ole">
            <mc:AlternateContent xmlns:mc="http://schemas.openxmlformats.org/markup-compatibility/2006">
              <mc:Choice xmlns:v="urn:schemas-microsoft-com:vml" Requires="v">
                <p:oleObj r:id="rId15" imgW="1778000" imgH="228600" progId="Equation.DSMT4">
                  <p:embed/>
                </p:oleObj>
              </mc:Choice>
              <mc:Fallback>
                <p:oleObj r:id="rId15" imgW="1778000" imgH="228600" progId="Equation.DSMT4">
                  <p:embed/>
                  <p:pic>
                    <p:nvPicPr>
                      <p:cNvPr id="0" name="图片 3112"/>
                      <p:cNvPicPr/>
                      <p:nvPr/>
                    </p:nvPicPr>
                    <p:blipFill>
                      <a:blip r:embed="rId5"/>
                      <a:stretch>
                        <a:fillRect/>
                      </a:stretch>
                    </p:blipFill>
                    <p:spPr>
                      <a:xfrm>
                        <a:off x="2916238" y="4149725"/>
                        <a:ext cx="4038600" cy="517525"/>
                      </a:xfrm>
                      <a:prstGeom prst="rect">
                        <a:avLst/>
                      </a:prstGeom>
                      <a:noFill/>
                      <a:ln w="38100">
                        <a:noFill/>
                        <a:miter/>
                      </a:ln>
                    </p:spPr>
                  </p:pic>
                </p:oleObj>
              </mc:Fallback>
            </mc:AlternateContent>
          </a:graphicData>
        </a:graphic>
      </p:graphicFrame>
      <p:sp>
        <p:nvSpPr>
          <p:cNvPr id="65570" name="矩形 65569"/>
          <p:cNvSpPr/>
          <p:nvPr/>
        </p:nvSpPr>
        <p:spPr>
          <a:xfrm>
            <a:off x="1600200" y="4652963"/>
            <a:ext cx="4629150" cy="519112"/>
          </a:xfrm>
          <a:prstGeom prst="rect">
            <a:avLst/>
          </a:prstGeom>
          <a:noFill/>
          <a:ln w="9525">
            <a:noFill/>
          </a:ln>
        </p:spPr>
        <p:txBody>
          <a:bodyPr wrap="none" anchor="ctr" anchorCtr="0">
            <a:spAutoFit/>
          </a:bodyPr>
          <a:lstStyle/>
          <a:p>
            <a:pPr algn="l">
              <a:buNone/>
            </a:pPr>
            <a:r>
              <a:rPr lang="zh-CN" altLang="en-US" dirty="0">
                <a:solidFill>
                  <a:schemeClr val="tx1"/>
                </a:solidFill>
                <a:latin typeface="楷体_GB2312" pitchFamily="49" charset="-122"/>
                <a:ea typeface="楷体_GB2312" pitchFamily="49" charset="-122"/>
              </a:rPr>
              <a:t>在基（</a:t>
            </a:r>
            <a:r>
              <a:rPr lang="en-US" altLang="zh-CN">
                <a:solidFill>
                  <a:schemeClr val="tx1"/>
                </a:solidFill>
                <a:latin typeface="楷体_GB2312" pitchFamily="49" charset="-122"/>
                <a:ea typeface="楷体_GB2312" pitchFamily="49" charset="-122"/>
              </a:rPr>
              <a:t>Ⅰ</a:t>
            </a:r>
            <a:r>
              <a:rPr lang="zh-CN" altLang="en-US" dirty="0">
                <a:solidFill>
                  <a:schemeClr val="tx1"/>
                </a:solidFill>
                <a:latin typeface="楷体_GB2312" pitchFamily="49" charset="-122"/>
                <a:ea typeface="楷体_GB2312" pitchFamily="49" charset="-122"/>
              </a:rPr>
              <a:t>）下的坐标分别为 </a:t>
            </a:r>
          </a:p>
        </p:txBody>
      </p:sp>
      <p:graphicFrame>
        <p:nvGraphicFramePr>
          <p:cNvPr id="65571" name="对象 65570"/>
          <p:cNvGraphicFramePr/>
          <p:nvPr/>
        </p:nvGraphicFramePr>
        <p:xfrm>
          <a:off x="1196975" y="5230813"/>
          <a:ext cx="1604963" cy="631825"/>
        </p:xfrm>
        <a:graphic>
          <a:graphicData uri="http://schemas.openxmlformats.org/presentationml/2006/ole">
            <mc:AlternateContent xmlns:mc="http://schemas.openxmlformats.org/markup-compatibility/2006">
              <mc:Choice xmlns:v="urn:schemas-microsoft-com:vml" Requires="v">
                <p:oleObj r:id="rId16" imgW="634365" imgH="254000" progId="Equation.DSMT4">
                  <p:embed/>
                </p:oleObj>
              </mc:Choice>
              <mc:Fallback>
                <p:oleObj r:id="rId16" imgW="634365" imgH="254000" progId="Equation.DSMT4">
                  <p:embed/>
                  <p:pic>
                    <p:nvPicPr>
                      <p:cNvPr id="0" name="图片 3106"/>
                      <p:cNvPicPr/>
                      <p:nvPr/>
                    </p:nvPicPr>
                    <p:blipFill>
                      <a:blip r:embed="rId17"/>
                      <a:stretch>
                        <a:fillRect/>
                      </a:stretch>
                    </p:blipFill>
                    <p:spPr>
                      <a:xfrm>
                        <a:off x="1196975" y="5230813"/>
                        <a:ext cx="1604963" cy="631825"/>
                      </a:xfrm>
                      <a:prstGeom prst="rect">
                        <a:avLst/>
                      </a:prstGeom>
                      <a:noFill/>
                      <a:ln w="38100">
                        <a:noFill/>
                        <a:miter/>
                      </a:ln>
                    </p:spPr>
                  </p:pic>
                </p:oleObj>
              </mc:Fallback>
            </mc:AlternateContent>
          </a:graphicData>
        </a:graphic>
      </p:graphicFrame>
      <p:graphicFrame>
        <p:nvGraphicFramePr>
          <p:cNvPr id="65572" name="对象 65571"/>
          <p:cNvGraphicFramePr/>
          <p:nvPr/>
        </p:nvGraphicFramePr>
        <p:xfrm>
          <a:off x="2843213" y="5218113"/>
          <a:ext cx="1595437" cy="658812"/>
        </p:xfrm>
        <a:graphic>
          <a:graphicData uri="http://schemas.openxmlformats.org/presentationml/2006/ole">
            <mc:AlternateContent xmlns:mc="http://schemas.openxmlformats.org/markup-compatibility/2006">
              <mc:Choice xmlns:v="urn:schemas-microsoft-com:vml" Requires="v">
                <p:oleObj r:id="rId18" imgW="608965" imgH="254000" progId="Equation.DSMT4">
                  <p:embed/>
                </p:oleObj>
              </mc:Choice>
              <mc:Fallback>
                <p:oleObj r:id="rId18" imgW="608965" imgH="254000" progId="Equation.DSMT4">
                  <p:embed/>
                  <p:pic>
                    <p:nvPicPr>
                      <p:cNvPr id="0" name="图片 3114"/>
                      <p:cNvPicPr/>
                      <p:nvPr/>
                    </p:nvPicPr>
                    <p:blipFill>
                      <a:blip r:embed="rId19"/>
                      <a:stretch>
                        <a:fillRect/>
                      </a:stretch>
                    </p:blipFill>
                    <p:spPr>
                      <a:xfrm>
                        <a:off x="2843213" y="5218113"/>
                        <a:ext cx="1595437" cy="658812"/>
                      </a:xfrm>
                      <a:prstGeom prst="rect">
                        <a:avLst/>
                      </a:prstGeom>
                      <a:noFill/>
                      <a:ln w="38100">
                        <a:noFill/>
                        <a:miter/>
                      </a:ln>
                    </p:spPr>
                  </p:pic>
                </p:oleObj>
              </mc:Fallback>
            </mc:AlternateContent>
          </a:graphicData>
        </a:graphic>
      </p:graphicFrame>
      <p:graphicFrame>
        <p:nvGraphicFramePr>
          <p:cNvPr id="65573" name="对象 65572"/>
          <p:cNvGraphicFramePr/>
          <p:nvPr/>
        </p:nvGraphicFramePr>
        <p:xfrm>
          <a:off x="4427538" y="5283200"/>
          <a:ext cx="1438275" cy="593725"/>
        </p:xfrm>
        <a:graphic>
          <a:graphicData uri="http://schemas.openxmlformats.org/presentationml/2006/ole">
            <mc:AlternateContent xmlns:mc="http://schemas.openxmlformats.org/markup-compatibility/2006">
              <mc:Choice xmlns:v="urn:schemas-microsoft-com:vml" Requires="v">
                <p:oleObj r:id="rId20" imgW="608965" imgH="254000" progId="Equation.DSMT4">
                  <p:embed/>
                </p:oleObj>
              </mc:Choice>
              <mc:Fallback>
                <p:oleObj r:id="rId20" imgW="608965" imgH="254000" progId="Equation.DSMT4">
                  <p:embed/>
                  <p:pic>
                    <p:nvPicPr>
                      <p:cNvPr id="0" name="图片 3121"/>
                      <p:cNvPicPr/>
                      <p:nvPr/>
                    </p:nvPicPr>
                    <p:blipFill>
                      <a:blip r:embed="rId21"/>
                      <a:stretch>
                        <a:fillRect/>
                      </a:stretch>
                    </p:blipFill>
                    <p:spPr>
                      <a:xfrm>
                        <a:off x="4427538" y="5283200"/>
                        <a:ext cx="1438275" cy="593725"/>
                      </a:xfrm>
                      <a:prstGeom prst="rect">
                        <a:avLst/>
                      </a:prstGeom>
                      <a:noFill/>
                      <a:ln w="38100">
                        <a:noFill/>
                        <a:miter/>
                      </a:ln>
                    </p:spPr>
                  </p:pic>
                </p:oleObj>
              </mc:Fallback>
            </mc:AlternateContent>
          </a:graphicData>
        </a:graphic>
      </p:graphicFrame>
      <p:graphicFrame>
        <p:nvGraphicFramePr>
          <p:cNvPr id="65574" name="对象 65573"/>
          <p:cNvGraphicFramePr/>
          <p:nvPr/>
        </p:nvGraphicFramePr>
        <p:xfrm>
          <a:off x="5867400" y="5294313"/>
          <a:ext cx="1438275" cy="582612"/>
        </p:xfrm>
        <a:graphic>
          <a:graphicData uri="http://schemas.openxmlformats.org/presentationml/2006/ole">
            <mc:AlternateContent xmlns:mc="http://schemas.openxmlformats.org/markup-compatibility/2006">
              <mc:Choice xmlns:v="urn:schemas-microsoft-com:vml" Requires="v">
                <p:oleObj r:id="rId22" imgW="621665" imgH="254000" progId="Equation.DSMT4">
                  <p:embed/>
                </p:oleObj>
              </mc:Choice>
              <mc:Fallback>
                <p:oleObj r:id="rId22" imgW="621665" imgH="254000" progId="Equation.DSMT4">
                  <p:embed/>
                  <p:pic>
                    <p:nvPicPr>
                      <p:cNvPr id="0" name="图片 3120"/>
                      <p:cNvPicPr/>
                      <p:nvPr/>
                    </p:nvPicPr>
                    <p:blipFill>
                      <a:blip r:embed="rId23"/>
                      <a:stretch>
                        <a:fillRect/>
                      </a:stretch>
                    </p:blipFill>
                    <p:spPr>
                      <a:xfrm>
                        <a:off x="5867400" y="5294313"/>
                        <a:ext cx="1438275" cy="582612"/>
                      </a:xfrm>
                      <a:prstGeom prst="rect">
                        <a:avLst/>
                      </a:prstGeom>
                      <a:noFill/>
                      <a:ln w="38100">
                        <a:noFill/>
                        <a:miter/>
                      </a:ln>
                    </p:spPr>
                  </p:pic>
                </p:oleObj>
              </mc:Fallback>
            </mc:AlternateContent>
          </a:graphicData>
        </a:graphic>
      </p:graphicFrame>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5556"/>
                                        </p:tgtEl>
                                        <p:attrNameLst>
                                          <p:attrName>style.visibility</p:attrName>
                                        </p:attrNameLst>
                                      </p:cBhvr>
                                      <p:to>
                                        <p:strVal val="visible"/>
                                      </p:to>
                                    </p:set>
                                    <p:animEffect transition="in" filter="wipe(left)">
                                      <p:cBhvr>
                                        <p:cTn id="7" dur="500"/>
                                        <p:tgtEl>
                                          <p:spTgt spid="655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559"/>
                                        </p:tgtEl>
                                        <p:attrNameLst>
                                          <p:attrName>style.visibility</p:attrName>
                                        </p:attrNameLst>
                                      </p:cBhvr>
                                      <p:to>
                                        <p:strVal val="visible"/>
                                      </p:to>
                                    </p:set>
                                    <p:animEffect transition="in" filter="wipe(left)">
                                      <p:cBhvr>
                                        <p:cTn id="12" dur="500"/>
                                        <p:tgtEl>
                                          <p:spTgt spid="655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5552"/>
                                        </p:tgtEl>
                                        <p:attrNameLst>
                                          <p:attrName>style.visibility</p:attrName>
                                        </p:attrNameLst>
                                      </p:cBhvr>
                                      <p:to>
                                        <p:strVal val="visible"/>
                                      </p:to>
                                    </p:set>
                                    <p:animEffect transition="in" filter="wipe(left)">
                                      <p:cBhvr>
                                        <p:cTn id="17" dur="500"/>
                                        <p:tgtEl>
                                          <p:spTgt spid="6555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556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5553"/>
                                        </p:tgtEl>
                                        <p:attrNameLst>
                                          <p:attrName>style.visibility</p:attrName>
                                        </p:attrNameLst>
                                      </p:cBhvr>
                                      <p:to>
                                        <p:strVal val="visible"/>
                                      </p:to>
                                    </p:set>
                                    <p:animEffect transition="in" filter="wipe(left)">
                                      <p:cBhvr>
                                        <p:cTn id="26" dur="500"/>
                                        <p:tgtEl>
                                          <p:spTgt spid="65553"/>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556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555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556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65555"/>
                                        </p:tgtEl>
                                        <p:attrNameLst>
                                          <p:attrName>style.visibility</p:attrName>
                                        </p:attrNameLst>
                                      </p:cBhvr>
                                      <p:to>
                                        <p:strVal val="visible"/>
                                      </p:to>
                                    </p:set>
                                    <p:animEffect transition="in" filter="wipe(left)">
                                      <p:cBhvr>
                                        <p:cTn id="43" dur="500"/>
                                        <p:tgtEl>
                                          <p:spTgt spid="6555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65563"/>
                                        </p:tgtEl>
                                        <p:attrNameLst>
                                          <p:attrName>style.visibility</p:attrName>
                                        </p:attrNameLst>
                                      </p:cBhvr>
                                      <p:to>
                                        <p:strVal val="visible"/>
                                      </p:to>
                                    </p:set>
                                    <p:animEffect transition="in" filter="wipe(left)">
                                      <p:cBhvr>
                                        <p:cTn id="48" dur="500"/>
                                        <p:tgtEl>
                                          <p:spTgt spid="6556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5568"/>
                                        </p:tgtEl>
                                        <p:attrNameLst>
                                          <p:attrName>style.visibility</p:attrName>
                                        </p:attrNameLst>
                                      </p:cBhvr>
                                      <p:to>
                                        <p:strVal val="visible"/>
                                      </p:to>
                                    </p:set>
                                    <p:animEffect transition="in" filter="wipe(left)">
                                      <p:cBhvr>
                                        <p:cTn id="53" dur="500"/>
                                        <p:tgtEl>
                                          <p:spTgt spid="6556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65569"/>
                                        </p:tgtEl>
                                        <p:attrNameLst>
                                          <p:attrName>style.visibility</p:attrName>
                                        </p:attrNameLst>
                                      </p:cBhvr>
                                      <p:to>
                                        <p:strVal val="visible"/>
                                      </p:to>
                                    </p:set>
                                    <p:animEffect transition="in" filter="wipe(left)">
                                      <p:cBhvr>
                                        <p:cTn id="58" dur="500"/>
                                        <p:tgtEl>
                                          <p:spTgt spid="65569"/>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65570"/>
                                        </p:tgtEl>
                                        <p:attrNameLst>
                                          <p:attrName>style.visibility</p:attrName>
                                        </p:attrNameLst>
                                      </p:cBhvr>
                                      <p:to>
                                        <p:strVal val="visible"/>
                                      </p:to>
                                    </p:set>
                                    <p:animEffect transition="in" filter="wipe(left)">
                                      <p:cBhvr>
                                        <p:cTn id="63" dur="500"/>
                                        <p:tgtEl>
                                          <p:spTgt spid="65570"/>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65571"/>
                                        </p:tgtEl>
                                        <p:attrNameLst>
                                          <p:attrName>style.visibility</p:attrName>
                                        </p:attrNameLst>
                                      </p:cBhvr>
                                      <p:to>
                                        <p:strVal val="visible"/>
                                      </p:to>
                                    </p:set>
                                    <p:anim calcmode="lin" valueType="num">
                                      <p:cBhvr additive="base">
                                        <p:cTn id="68" dur="500" fill="hold"/>
                                        <p:tgtEl>
                                          <p:spTgt spid="65571"/>
                                        </p:tgtEl>
                                        <p:attrNameLst>
                                          <p:attrName>ppt_x</p:attrName>
                                        </p:attrNameLst>
                                      </p:cBhvr>
                                      <p:tavLst>
                                        <p:tav tm="0">
                                          <p:val>
                                            <p:strVal val="#ppt_x"/>
                                          </p:val>
                                        </p:tav>
                                        <p:tav tm="100000">
                                          <p:val>
                                            <p:strVal val="#ppt_x"/>
                                          </p:val>
                                        </p:tav>
                                      </p:tavLst>
                                    </p:anim>
                                    <p:anim calcmode="lin" valueType="num">
                                      <p:cBhvr additive="base">
                                        <p:cTn id="69" dur="500" fill="hold"/>
                                        <p:tgtEl>
                                          <p:spTgt spid="65571"/>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65572"/>
                                        </p:tgtEl>
                                        <p:attrNameLst>
                                          <p:attrName>style.visibility</p:attrName>
                                        </p:attrNameLst>
                                      </p:cBhvr>
                                      <p:to>
                                        <p:strVal val="visible"/>
                                      </p:to>
                                    </p:set>
                                    <p:anim calcmode="lin" valueType="num">
                                      <p:cBhvr additive="base">
                                        <p:cTn id="74" dur="500" fill="hold"/>
                                        <p:tgtEl>
                                          <p:spTgt spid="65572"/>
                                        </p:tgtEl>
                                        <p:attrNameLst>
                                          <p:attrName>ppt_x</p:attrName>
                                        </p:attrNameLst>
                                      </p:cBhvr>
                                      <p:tavLst>
                                        <p:tav tm="0">
                                          <p:val>
                                            <p:strVal val="#ppt_x"/>
                                          </p:val>
                                        </p:tav>
                                        <p:tav tm="100000">
                                          <p:val>
                                            <p:strVal val="#ppt_x"/>
                                          </p:val>
                                        </p:tav>
                                      </p:tavLst>
                                    </p:anim>
                                    <p:anim calcmode="lin" valueType="num">
                                      <p:cBhvr additive="base">
                                        <p:cTn id="75" dur="500" fill="hold"/>
                                        <p:tgtEl>
                                          <p:spTgt spid="65572"/>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65573"/>
                                        </p:tgtEl>
                                        <p:attrNameLst>
                                          <p:attrName>style.visibility</p:attrName>
                                        </p:attrNameLst>
                                      </p:cBhvr>
                                      <p:to>
                                        <p:strVal val="visible"/>
                                      </p:to>
                                    </p:set>
                                    <p:anim calcmode="lin" valueType="num">
                                      <p:cBhvr additive="base">
                                        <p:cTn id="80" dur="500" fill="hold"/>
                                        <p:tgtEl>
                                          <p:spTgt spid="65573"/>
                                        </p:tgtEl>
                                        <p:attrNameLst>
                                          <p:attrName>ppt_x</p:attrName>
                                        </p:attrNameLst>
                                      </p:cBhvr>
                                      <p:tavLst>
                                        <p:tav tm="0">
                                          <p:val>
                                            <p:strVal val="#ppt_x"/>
                                          </p:val>
                                        </p:tav>
                                        <p:tav tm="100000">
                                          <p:val>
                                            <p:strVal val="#ppt_x"/>
                                          </p:val>
                                        </p:tav>
                                      </p:tavLst>
                                    </p:anim>
                                    <p:anim calcmode="lin" valueType="num">
                                      <p:cBhvr additive="base">
                                        <p:cTn id="81" dur="500" fill="hold"/>
                                        <p:tgtEl>
                                          <p:spTgt spid="65573"/>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nodeType="clickEffect">
                                  <p:stCondLst>
                                    <p:cond delay="0"/>
                                  </p:stCondLst>
                                  <p:childTnLst>
                                    <p:set>
                                      <p:cBhvr>
                                        <p:cTn id="85" dur="1" fill="hold">
                                          <p:stCondLst>
                                            <p:cond delay="0"/>
                                          </p:stCondLst>
                                        </p:cTn>
                                        <p:tgtEl>
                                          <p:spTgt spid="65574"/>
                                        </p:tgtEl>
                                        <p:attrNameLst>
                                          <p:attrName>style.visibility</p:attrName>
                                        </p:attrNameLst>
                                      </p:cBhvr>
                                      <p:to>
                                        <p:strVal val="visible"/>
                                      </p:to>
                                    </p:set>
                                    <p:anim calcmode="lin" valueType="num">
                                      <p:cBhvr additive="base">
                                        <p:cTn id="86" dur="500" fill="hold"/>
                                        <p:tgtEl>
                                          <p:spTgt spid="65574"/>
                                        </p:tgtEl>
                                        <p:attrNameLst>
                                          <p:attrName>ppt_x</p:attrName>
                                        </p:attrNameLst>
                                      </p:cBhvr>
                                      <p:tavLst>
                                        <p:tav tm="0">
                                          <p:val>
                                            <p:strVal val="#ppt_x"/>
                                          </p:val>
                                        </p:tav>
                                        <p:tav tm="100000">
                                          <p:val>
                                            <p:strVal val="#ppt_x"/>
                                          </p:val>
                                        </p:tav>
                                      </p:tavLst>
                                    </p:anim>
                                    <p:anim calcmode="lin" valueType="num">
                                      <p:cBhvr additive="base">
                                        <p:cTn id="87" dur="500" fill="hold"/>
                                        <p:tgtEl>
                                          <p:spTgt spid="655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59" grpId="0"/>
      <p:bldP spid="65560" grpId="0"/>
      <p:bldP spid="65561" grpId="0"/>
      <p:bldP spid="65562" grpId="0"/>
      <p:bldP spid="65568" grpId="0"/>
      <p:bldP spid="65570"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ea typeface="宋体" panose="02010600030101010101" pitchFamily="2" charset="-122"/>
              </a:rPr>
              <a:t>123</a:t>
            </a:fld>
            <a:endParaRPr lang="zh-CN" altLang="en-US" dirty="0">
              <a:latin typeface="Arial" panose="020B0604020202020204" pitchFamily="34" charset="0"/>
              <a:ea typeface="宋体" panose="02010600030101010101" pitchFamily="2" charset="-122"/>
            </a:endParaRPr>
          </a:p>
        </p:txBody>
      </p:sp>
      <p:sp>
        <p:nvSpPr>
          <p:cNvPr id="67588" name="矩形 67587"/>
          <p:cNvSpPr/>
          <p:nvPr/>
        </p:nvSpPr>
        <p:spPr>
          <a:xfrm>
            <a:off x="0" y="3309938"/>
            <a:ext cx="9144000" cy="0"/>
          </a:xfrm>
          <a:prstGeom prst="rect">
            <a:avLst/>
          </a:prstGeom>
          <a:noFill/>
          <a:ln w="9525">
            <a:noFill/>
          </a:ln>
        </p:spPr>
        <p:txBody>
          <a:bodyPr/>
          <a:lstStyle/>
          <a:p>
            <a:endParaRPr lang="zh-CN" altLang="en-US"/>
          </a:p>
        </p:txBody>
      </p:sp>
      <p:sp>
        <p:nvSpPr>
          <p:cNvPr id="67589" name="矩形 67588"/>
          <p:cNvSpPr/>
          <p:nvPr/>
        </p:nvSpPr>
        <p:spPr>
          <a:xfrm>
            <a:off x="0" y="3309938"/>
            <a:ext cx="9144000" cy="0"/>
          </a:xfrm>
          <a:prstGeom prst="rect">
            <a:avLst/>
          </a:prstGeom>
          <a:noFill/>
          <a:ln w="9525">
            <a:noFill/>
          </a:ln>
        </p:spPr>
        <p:txBody>
          <a:bodyPr/>
          <a:lstStyle/>
          <a:p>
            <a:endParaRPr lang="zh-CN" altLang="en-US"/>
          </a:p>
        </p:txBody>
      </p:sp>
      <p:sp>
        <p:nvSpPr>
          <p:cNvPr id="67591" name="矩形 67590"/>
          <p:cNvSpPr/>
          <p:nvPr/>
        </p:nvSpPr>
        <p:spPr>
          <a:xfrm>
            <a:off x="2362200" y="2133600"/>
            <a:ext cx="222250" cy="260350"/>
          </a:xfrm>
          <a:prstGeom prst="rect">
            <a:avLst/>
          </a:prstGeom>
          <a:noFill/>
          <a:ln w="9525">
            <a:noFill/>
          </a:ln>
        </p:spPr>
        <p:txBody>
          <a:bodyPr wrap="none" anchor="ctr" anchorCtr="0">
            <a:spAutoFit/>
          </a:bodyPr>
          <a:lstStyle/>
          <a:p>
            <a:pPr algn="l"/>
            <a:r>
              <a:rPr lang="en-US" altLang="zh-CN" sz="1100" b="0" dirty="0">
                <a:solidFill>
                  <a:schemeClr val="tx1"/>
                </a:solidFill>
                <a:latin typeface="Arial" panose="020B0604020202020204" pitchFamily="34" charset="0"/>
                <a:ea typeface="宋体" panose="02010600030101010101" pitchFamily="2" charset="-122"/>
              </a:rPr>
              <a:t> </a:t>
            </a:r>
            <a:endParaRPr lang="en-US" altLang="zh-CN" sz="1800" b="0" dirty="0">
              <a:solidFill>
                <a:schemeClr val="tx1"/>
              </a:solidFill>
              <a:latin typeface="Arial" panose="020B0604020202020204" pitchFamily="34" charset="0"/>
              <a:ea typeface="宋体" panose="02010600030101010101" pitchFamily="2" charset="-122"/>
            </a:endParaRPr>
          </a:p>
        </p:txBody>
      </p:sp>
      <p:sp>
        <p:nvSpPr>
          <p:cNvPr id="67592" name="矩形 67591"/>
          <p:cNvSpPr/>
          <p:nvPr/>
        </p:nvSpPr>
        <p:spPr>
          <a:xfrm>
            <a:off x="0" y="0"/>
            <a:ext cx="9144000" cy="0"/>
          </a:xfrm>
          <a:prstGeom prst="rect">
            <a:avLst/>
          </a:prstGeom>
          <a:noFill/>
          <a:ln w="9525">
            <a:noFill/>
          </a:ln>
        </p:spPr>
        <p:txBody>
          <a:bodyPr/>
          <a:lstStyle/>
          <a:p>
            <a:endParaRPr lang="zh-CN" altLang="en-US"/>
          </a:p>
        </p:txBody>
      </p:sp>
      <p:sp>
        <p:nvSpPr>
          <p:cNvPr id="67593" name="矩形 67592"/>
          <p:cNvSpPr/>
          <p:nvPr/>
        </p:nvSpPr>
        <p:spPr>
          <a:xfrm>
            <a:off x="0" y="3309938"/>
            <a:ext cx="9144000" cy="0"/>
          </a:xfrm>
          <a:prstGeom prst="rect">
            <a:avLst/>
          </a:prstGeom>
          <a:noFill/>
          <a:ln w="9525">
            <a:noFill/>
          </a:ln>
        </p:spPr>
        <p:txBody>
          <a:bodyPr/>
          <a:lstStyle/>
          <a:p>
            <a:endParaRPr lang="zh-CN" altLang="en-US"/>
          </a:p>
        </p:txBody>
      </p:sp>
      <p:sp>
        <p:nvSpPr>
          <p:cNvPr id="67594" name="矩形 67593"/>
          <p:cNvSpPr/>
          <p:nvPr/>
        </p:nvSpPr>
        <p:spPr>
          <a:xfrm>
            <a:off x="0" y="3179763"/>
            <a:ext cx="9144000" cy="0"/>
          </a:xfrm>
          <a:prstGeom prst="rect">
            <a:avLst/>
          </a:prstGeom>
          <a:noFill/>
          <a:ln w="9525">
            <a:noFill/>
          </a:ln>
        </p:spPr>
        <p:txBody>
          <a:bodyPr/>
          <a:lstStyle/>
          <a:p>
            <a:endParaRPr lang="zh-CN" altLang="en-US"/>
          </a:p>
        </p:txBody>
      </p:sp>
      <p:sp>
        <p:nvSpPr>
          <p:cNvPr id="67595" name="矩形 67594"/>
          <p:cNvSpPr/>
          <p:nvPr/>
        </p:nvSpPr>
        <p:spPr>
          <a:xfrm>
            <a:off x="0" y="3417888"/>
            <a:ext cx="254000" cy="260350"/>
          </a:xfrm>
          <a:prstGeom prst="rect">
            <a:avLst/>
          </a:prstGeom>
          <a:noFill/>
          <a:ln w="9525">
            <a:noFill/>
          </a:ln>
        </p:spPr>
        <p:txBody>
          <a:bodyPr wrap="none" anchor="ctr" anchorCtr="0">
            <a:spAutoFit/>
          </a:bodyPr>
          <a:lstStyle/>
          <a:p>
            <a:pPr algn="l"/>
            <a:r>
              <a:rPr lang="en-US" altLang="zh-CN" sz="1000" b="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100" b="0" dirty="0">
                <a:solidFill>
                  <a:schemeClr val="tx1"/>
                </a:solidFill>
                <a:latin typeface="Arial" panose="020B0604020202020204" pitchFamily="34" charset="0"/>
                <a:ea typeface="宋体" panose="02010600030101010101" pitchFamily="2" charset="-122"/>
              </a:rPr>
              <a:t> </a:t>
            </a:r>
            <a:endParaRPr lang="en-US" altLang="zh-CN" sz="1800" b="0" dirty="0">
              <a:solidFill>
                <a:schemeClr val="tx1"/>
              </a:solidFill>
              <a:latin typeface="Arial" panose="020B0604020202020204" pitchFamily="34" charset="0"/>
              <a:ea typeface="宋体" panose="02010600030101010101" pitchFamily="2" charset="-122"/>
            </a:endParaRPr>
          </a:p>
        </p:txBody>
      </p:sp>
      <p:sp>
        <p:nvSpPr>
          <p:cNvPr id="67596" name="矩形 67595"/>
          <p:cNvSpPr/>
          <p:nvPr/>
        </p:nvSpPr>
        <p:spPr>
          <a:xfrm>
            <a:off x="0" y="2971800"/>
            <a:ext cx="9144000" cy="0"/>
          </a:xfrm>
          <a:prstGeom prst="rect">
            <a:avLst/>
          </a:prstGeom>
          <a:noFill/>
          <a:ln w="9525">
            <a:noFill/>
          </a:ln>
        </p:spPr>
        <p:txBody>
          <a:bodyPr/>
          <a:lstStyle/>
          <a:p>
            <a:endParaRPr lang="zh-CN" altLang="en-US"/>
          </a:p>
        </p:txBody>
      </p:sp>
      <p:sp>
        <p:nvSpPr>
          <p:cNvPr id="67597" name="矩形 67596"/>
          <p:cNvSpPr/>
          <p:nvPr/>
        </p:nvSpPr>
        <p:spPr>
          <a:xfrm>
            <a:off x="0" y="2862263"/>
            <a:ext cx="9144000" cy="0"/>
          </a:xfrm>
          <a:prstGeom prst="rect">
            <a:avLst/>
          </a:prstGeom>
          <a:noFill/>
          <a:ln w="9525">
            <a:noFill/>
          </a:ln>
        </p:spPr>
        <p:txBody>
          <a:bodyPr/>
          <a:lstStyle/>
          <a:p>
            <a:endParaRPr lang="zh-CN" altLang="en-US"/>
          </a:p>
        </p:txBody>
      </p:sp>
      <p:sp>
        <p:nvSpPr>
          <p:cNvPr id="67598" name="矩形 67597"/>
          <p:cNvSpPr/>
          <p:nvPr/>
        </p:nvSpPr>
        <p:spPr>
          <a:xfrm>
            <a:off x="0" y="2876550"/>
            <a:ext cx="9144000" cy="0"/>
          </a:xfrm>
          <a:prstGeom prst="rect">
            <a:avLst/>
          </a:prstGeom>
          <a:noFill/>
          <a:ln w="9525">
            <a:noFill/>
          </a:ln>
        </p:spPr>
        <p:txBody>
          <a:bodyPr/>
          <a:lstStyle/>
          <a:p>
            <a:endParaRPr lang="zh-CN" altLang="en-US"/>
          </a:p>
        </p:txBody>
      </p:sp>
      <p:sp>
        <p:nvSpPr>
          <p:cNvPr id="67599" name="矩形 67598"/>
          <p:cNvSpPr/>
          <p:nvPr/>
        </p:nvSpPr>
        <p:spPr>
          <a:xfrm>
            <a:off x="0" y="3429000"/>
            <a:ext cx="9144000" cy="0"/>
          </a:xfrm>
          <a:prstGeom prst="rect">
            <a:avLst/>
          </a:prstGeom>
          <a:noFill/>
          <a:ln w="9525">
            <a:noFill/>
          </a:ln>
        </p:spPr>
        <p:txBody>
          <a:bodyPr/>
          <a:lstStyle/>
          <a:p>
            <a:endParaRPr lang="zh-CN" altLang="en-US"/>
          </a:p>
        </p:txBody>
      </p:sp>
      <p:sp>
        <p:nvSpPr>
          <p:cNvPr id="67601" name="矩形 67600"/>
          <p:cNvSpPr/>
          <p:nvPr/>
        </p:nvSpPr>
        <p:spPr>
          <a:xfrm>
            <a:off x="222250" y="381000"/>
            <a:ext cx="8764588" cy="457200"/>
          </a:xfrm>
          <a:prstGeom prst="rect">
            <a:avLst/>
          </a:prstGeom>
          <a:noFill/>
          <a:ln w="9525">
            <a:noFill/>
          </a:ln>
        </p:spPr>
        <p:txBody>
          <a:bodyPr wrap="none" anchor="ctr" anchorCtr="0">
            <a:spAutoFit/>
          </a:bodyPr>
          <a:lstStyle/>
          <a:p>
            <a:pPr algn="l"/>
            <a:r>
              <a:rPr lang="zh-CN" altLang="en-US" sz="2400" dirty="0">
                <a:solidFill>
                  <a:schemeClr val="tx1"/>
                </a:solidFill>
                <a:latin typeface="楷体_GB2312" pitchFamily="49" charset="-122"/>
                <a:ea typeface="楷体_GB2312" pitchFamily="49" charset="-122"/>
              </a:rPr>
              <a:t>根据过渡矩阵的定义可以知道，基（</a:t>
            </a:r>
            <a:r>
              <a:rPr lang="en-US" altLang="zh-CN" sz="2400">
                <a:solidFill>
                  <a:schemeClr val="tx1"/>
                </a:solidFill>
                <a:latin typeface="楷体_GB2312" pitchFamily="49" charset="-122"/>
                <a:ea typeface="楷体_GB2312" pitchFamily="49" charset="-122"/>
              </a:rPr>
              <a:t>Ⅰ</a:t>
            </a:r>
            <a:r>
              <a:rPr lang="zh-CN" altLang="en-US" sz="2400" dirty="0">
                <a:solidFill>
                  <a:schemeClr val="tx1"/>
                </a:solidFill>
                <a:latin typeface="楷体_GB2312" pitchFamily="49" charset="-122"/>
                <a:ea typeface="楷体_GB2312" pitchFamily="49" charset="-122"/>
              </a:rPr>
              <a:t>）到基</a:t>
            </a:r>
            <a:r>
              <a:rPr lang="en-US" altLang="zh-CN" sz="2400">
                <a:solidFill>
                  <a:schemeClr val="tx1"/>
                </a:solidFill>
                <a:latin typeface="楷体_GB2312" pitchFamily="49" charset="-122"/>
                <a:ea typeface="楷体_GB2312" pitchFamily="49" charset="-122"/>
              </a:rPr>
              <a:t>(Ⅱ)</a:t>
            </a:r>
            <a:r>
              <a:rPr lang="zh-CN" altLang="en-US" sz="2400" dirty="0">
                <a:solidFill>
                  <a:schemeClr val="tx1"/>
                </a:solidFill>
                <a:latin typeface="楷体_GB2312" pitchFamily="49" charset="-122"/>
                <a:ea typeface="楷体_GB2312" pitchFamily="49" charset="-122"/>
              </a:rPr>
              <a:t>的过渡矩阵为</a:t>
            </a:r>
          </a:p>
        </p:txBody>
      </p:sp>
      <p:sp>
        <p:nvSpPr>
          <p:cNvPr id="67602" name="矩形 67601"/>
          <p:cNvSpPr/>
          <p:nvPr/>
        </p:nvSpPr>
        <p:spPr>
          <a:xfrm>
            <a:off x="0" y="2971800"/>
            <a:ext cx="9144000" cy="0"/>
          </a:xfrm>
          <a:prstGeom prst="rect">
            <a:avLst/>
          </a:prstGeom>
          <a:noFill/>
          <a:ln w="9525">
            <a:noFill/>
          </a:ln>
        </p:spPr>
        <p:txBody>
          <a:bodyPr/>
          <a:lstStyle/>
          <a:p>
            <a:endParaRPr lang="zh-CN" altLang="en-US"/>
          </a:p>
        </p:txBody>
      </p:sp>
      <p:graphicFrame>
        <p:nvGraphicFramePr>
          <p:cNvPr id="67603" name="对象 67602"/>
          <p:cNvGraphicFramePr/>
          <p:nvPr/>
        </p:nvGraphicFramePr>
        <p:xfrm>
          <a:off x="2825750" y="908050"/>
          <a:ext cx="2482850" cy="1943100"/>
        </p:xfrm>
        <a:graphic>
          <a:graphicData uri="http://schemas.openxmlformats.org/presentationml/2006/ole">
            <mc:AlternateContent xmlns:mc="http://schemas.openxmlformats.org/markup-compatibility/2006">
              <mc:Choice xmlns:v="urn:schemas-microsoft-com:vml" Requires="v">
                <p:oleObj r:id="rId2" imgW="1168400" imgH="914400" progId="Equation.DSMT4">
                  <p:embed/>
                </p:oleObj>
              </mc:Choice>
              <mc:Fallback>
                <p:oleObj r:id="rId2" imgW="1168400" imgH="914400" progId="Equation.DSMT4">
                  <p:embed/>
                  <p:pic>
                    <p:nvPicPr>
                      <p:cNvPr id="0" name="图片 3115"/>
                      <p:cNvPicPr/>
                      <p:nvPr/>
                    </p:nvPicPr>
                    <p:blipFill>
                      <a:blip r:embed="rId3"/>
                      <a:stretch>
                        <a:fillRect/>
                      </a:stretch>
                    </p:blipFill>
                    <p:spPr>
                      <a:xfrm>
                        <a:off x="2825750" y="908050"/>
                        <a:ext cx="2482850" cy="1943100"/>
                      </a:xfrm>
                      <a:prstGeom prst="rect">
                        <a:avLst/>
                      </a:prstGeom>
                      <a:noFill/>
                      <a:ln w="38100">
                        <a:noFill/>
                        <a:miter/>
                      </a:ln>
                    </p:spPr>
                  </p:pic>
                </p:oleObj>
              </mc:Fallback>
            </mc:AlternateContent>
          </a:graphicData>
        </a:graphic>
      </p:graphicFrame>
      <p:sp>
        <p:nvSpPr>
          <p:cNvPr id="67604" name="矩形 67603"/>
          <p:cNvSpPr/>
          <p:nvPr/>
        </p:nvSpPr>
        <p:spPr>
          <a:xfrm>
            <a:off x="304800" y="2819400"/>
            <a:ext cx="3400425" cy="457200"/>
          </a:xfrm>
          <a:prstGeom prst="rect">
            <a:avLst/>
          </a:prstGeom>
          <a:noFill/>
          <a:ln w="9525">
            <a:noFill/>
          </a:ln>
        </p:spPr>
        <p:txBody>
          <a:bodyPr wrap="none" anchor="ctr" anchorCtr="0">
            <a:spAutoFit/>
          </a:bodyPr>
          <a:lstStyle/>
          <a:p>
            <a:pPr algn="l"/>
            <a:r>
              <a:rPr lang="zh-CN" altLang="en-US" sz="2400" dirty="0">
                <a:solidFill>
                  <a:schemeClr val="tx1"/>
                </a:solidFill>
                <a:latin typeface="楷体_GB2312" pitchFamily="49" charset="-122"/>
                <a:ea typeface="楷体_GB2312" pitchFamily="49" charset="-122"/>
              </a:rPr>
              <a:t>（</a:t>
            </a:r>
            <a:r>
              <a:rPr lang="en-US" altLang="zh-CN" sz="2400">
                <a:solidFill>
                  <a:schemeClr val="tx1"/>
                </a:solidFill>
                <a:latin typeface="楷体_GB2312" pitchFamily="49" charset="-122"/>
                <a:ea typeface="楷体_GB2312" pitchFamily="49" charset="-122"/>
              </a:rPr>
              <a:t>2</a:t>
            </a:r>
            <a:r>
              <a:rPr lang="zh-CN" altLang="en-US" sz="2400" dirty="0">
                <a:solidFill>
                  <a:schemeClr val="tx1"/>
                </a:solidFill>
                <a:latin typeface="楷体_GB2312" pitchFamily="49" charset="-122"/>
                <a:ea typeface="楷体_GB2312" pitchFamily="49" charset="-122"/>
              </a:rPr>
              <a:t>）利用坐标变换公式</a:t>
            </a:r>
          </a:p>
        </p:txBody>
      </p:sp>
      <p:graphicFrame>
        <p:nvGraphicFramePr>
          <p:cNvPr id="67605" name="对象 67604"/>
          <p:cNvGraphicFramePr/>
          <p:nvPr/>
        </p:nvGraphicFramePr>
        <p:xfrm>
          <a:off x="3614738" y="2852738"/>
          <a:ext cx="1420812" cy="385762"/>
        </p:xfrm>
        <a:graphic>
          <a:graphicData uri="http://schemas.openxmlformats.org/presentationml/2006/ole">
            <mc:AlternateContent xmlns:mc="http://schemas.openxmlformats.org/markup-compatibility/2006">
              <mc:Choice xmlns:v="urn:schemas-microsoft-com:vml" Requires="v">
                <p:oleObj r:id="rId4" imgW="698500" imgH="190500" progId="Equation.DSMT4">
                  <p:embed/>
                </p:oleObj>
              </mc:Choice>
              <mc:Fallback>
                <p:oleObj r:id="rId4" imgW="698500" imgH="190500" progId="Equation.DSMT4">
                  <p:embed/>
                  <p:pic>
                    <p:nvPicPr>
                      <p:cNvPr id="0" name="图片 3119"/>
                      <p:cNvPicPr/>
                      <p:nvPr/>
                    </p:nvPicPr>
                    <p:blipFill>
                      <a:blip r:embed="rId5"/>
                      <a:stretch>
                        <a:fillRect/>
                      </a:stretch>
                    </p:blipFill>
                    <p:spPr>
                      <a:xfrm>
                        <a:off x="3614738" y="2852738"/>
                        <a:ext cx="1420812" cy="385762"/>
                      </a:xfrm>
                      <a:prstGeom prst="rect">
                        <a:avLst/>
                      </a:prstGeom>
                      <a:noFill/>
                      <a:ln w="38100">
                        <a:noFill/>
                        <a:miter/>
                      </a:ln>
                    </p:spPr>
                  </p:pic>
                </p:oleObj>
              </mc:Fallback>
            </mc:AlternateContent>
          </a:graphicData>
        </a:graphic>
      </p:graphicFrame>
      <p:sp>
        <p:nvSpPr>
          <p:cNvPr id="67606" name="矩形 67605"/>
          <p:cNvSpPr/>
          <p:nvPr/>
        </p:nvSpPr>
        <p:spPr>
          <a:xfrm>
            <a:off x="5029200" y="2743200"/>
            <a:ext cx="3248025" cy="457200"/>
          </a:xfrm>
          <a:prstGeom prst="rect">
            <a:avLst/>
          </a:prstGeom>
          <a:noFill/>
          <a:ln w="9525">
            <a:noFill/>
          </a:ln>
        </p:spPr>
        <p:txBody>
          <a:bodyPr wrap="none" anchor="ctr" anchorCtr="0">
            <a:spAutoFit/>
          </a:bodyPr>
          <a:lstStyle/>
          <a:p>
            <a:pPr algn="l"/>
            <a:r>
              <a:rPr lang="zh-CN" altLang="en-US" sz="2400" dirty="0">
                <a:solidFill>
                  <a:schemeClr val="tx1"/>
                </a:solidFill>
                <a:latin typeface="Times New Roman" panose="02020603050405020304" pitchFamily="18" charset="0"/>
                <a:ea typeface="楷体_GB2312" pitchFamily="49" charset="-122"/>
              </a:rPr>
              <a:t>，相当于解线性方程组</a:t>
            </a:r>
            <a:endParaRPr lang="zh-CN" altLang="en-US" sz="2400" dirty="0">
              <a:solidFill>
                <a:schemeClr val="tx1"/>
              </a:solidFill>
              <a:latin typeface="Arial" panose="020B0604020202020204" pitchFamily="34" charset="0"/>
              <a:ea typeface="楷体_GB2312" pitchFamily="49" charset="-122"/>
            </a:endParaRPr>
          </a:p>
        </p:txBody>
      </p:sp>
      <p:graphicFrame>
        <p:nvGraphicFramePr>
          <p:cNvPr id="67608" name="对象 67607"/>
          <p:cNvGraphicFramePr/>
          <p:nvPr/>
        </p:nvGraphicFramePr>
        <p:xfrm>
          <a:off x="806450" y="3213100"/>
          <a:ext cx="7135813" cy="2971800"/>
        </p:xfrm>
        <a:graphic>
          <a:graphicData uri="http://schemas.openxmlformats.org/presentationml/2006/ole">
            <mc:AlternateContent xmlns:mc="http://schemas.openxmlformats.org/markup-compatibility/2006">
              <mc:Choice xmlns:v="urn:schemas-microsoft-com:vml" Requires="v">
                <p:oleObj r:id="rId6" imgW="3479800" imgH="1651000" progId="Equation.DSMT4">
                  <p:embed/>
                </p:oleObj>
              </mc:Choice>
              <mc:Fallback>
                <p:oleObj r:id="rId6" imgW="3479800" imgH="1651000" progId="Equation.DSMT4">
                  <p:embed/>
                  <p:pic>
                    <p:nvPicPr>
                      <p:cNvPr id="0" name="图片 3117"/>
                      <p:cNvPicPr/>
                      <p:nvPr/>
                    </p:nvPicPr>
                    <p:blipFill>
                      <a:blip r:embed="rId7"/>
                      <a:stretch>
                        <a:fillRect/>
                      </a:stretch>
                    </p:blipFill>
                    <p:spPr>
                      <a:xfrm>
                        <a:off x="806450" y="3213100"/>
                        <a:ext cx="7135813" cy="2971800"/>
                      </a:xfrm>
                      <a:prstGeom prst="rect">
                        <a:avLst/>
                      </a:prstGeom>
                      <a:noFill/>
                      <a:ln w="38100">
                        <a:noFill/>
                        <a:miter/>
                      </a:ln>
                    </p:spPr>
                  </p:pic>
                </p:oleObj>
              </mc:Fallback>
            </mc:AlternateContent>
          </a:graphicData>
        </a:graphic>
      </p:graphicFrame>
      <p:graphicFrame>
        <p:nvGraphicFramePr>
          <p:cNvPr id="67609" name="对象 67608"/>
          <p:cNvGraphicFramePr/>
          <p:nvPr/>
        </p:nvGraphicFramePr>
        <p:xfrm>
          <a:off x="2651125" y="5932488"/>
          <a:ext cx="2932113" cy="885825"/>
        </p:xfrm>
        <a:graphic>
          <a:graphicData uri="http://schemas.openxmlformats.org/presentationml/2006/ole">
            <mc:AlternateContent xmlns:mc="http://schemas.openxmlformats.org/markup-compatibility/2006">
              <mc:Choice xmlns:v="urn:schemas-microsoft-com:vml" Requires="v">
                <p:oleObj r:id="rId8" imgW="1155065" imgH="431800" progId="Equation.DSMT4">
                  <p:embed/>
                </p:oleObj>
              </mc:Choice>
              <mc:Fallback>
                <p:oleObj r:id="rId8" imgW="1155065" imgH="431800" progId="Equation.DSMT4">
                  <p:embed/>
                  <p:pic>
                    <p:nvPicPr>
                      <p:cNvPr id="0" name="图片 3118"/>
                      <p:cNvPicPr/>
                      <p:nvPr/>
                    </p:nvPicPr>
                    <p:blipFill>
                      <a:blip r:embed="rId9"/>
                      <a:stretch>
                        <a:fillRect/>
                      </a:stretch>
                    </p:blipFill>
                    <p:spPr>
                      <a:xfrm>
                        <a:off x="2651125" y="5932488"/>
                        <a:ext cx="2932113" cy="885825"/>
                      </a:xfrm>
                      <a:prstGeom prst="rect">
                        <a:avLst/>
                      </a:prstGeom>
                      <a:noFill/>
                      <a:ln w="38100">
                        <a:noFill/>
                        <a:miter/>
                      </a:ln>
                    </p:spPr>
                  </p:pic>
                </p:oleObj>
              </mc:Fallback>
            </mc:AlternateContent>
          </a:graphicData>
        </a:graphic>
      </p:graphicFrame>
      <p:grpSp>
        <p:nvGrpSpPr>
          <p:cNvPr id="67610" name="组合 67609"/>
          <p:cNvGrpSpPr/>
          <p:nvPr/>
        </p:nvGrpSpPr>
        <p:grpSpPr>
          <a:xfrm>
            <a:off x="228600" y="5486400"/>
            <a:ext cx="3810000" cy="457200"/>
            <a:chOff x="144" y="3456"/>
            <a:chExt cx="2400" cy="288"/>
          </a:xfrm>
        </p:grpSpPr>
        <p:graphicFrame>
          <p:nvGraphicFramePr>
            <p:cNvPr id="67611" name="对象 67610"/>
            <p:cNvGraphicFramePr/>
            <p:nvPr/>
          </p:nvGraphicFramePr>
          <p:xfrm>
            <a:off x="624" y="3504"/>
            <a:ext cx="240" cy="225"/>
          </p:xfrm>
          <a:graphic>
            <a:graphicData uri="http://schemas.openxmlformats.org/presentationml/2006/ole">
              <mc:AlternateContent xmlns:mc="http://schemas.openxmlformats.org/markup-compatibility/2006">
                <mc:Choice xmlns:v="urn:schemas-microsoft-com:vml" Requires="v">
                  <p:oleObj r:id="rId10" imgW="152400" imgH="139700" progId="Equation.DSMT4">
                    <p:embed/>
                  </p:oleObj>
                </mc:Choice>
                <mc:Fallback>
                  <p:oleObj r:id="rId10" imgW="152400" imgH="139700" progId="Equation.DSMT4">
                    <p:embed/>
                    <p:pic>
                      <p:nvPicPr>
                        <p:cNvPr id="0" name="图片 3116"/>
                        <p:cNvPicPr/>
                        <p:nvPr/>
                      </p:nvPicPr>
                      <p:blipFill>
                        <a:blip r:embed="rId11"/>
                        <a:stretch>
                          <a:fillRect/>
                        </a:stretch>
                      </p:blipFill>
                      <p:spPr>
                        <a:xfrm>
                          <a:off x="624" y="3504"/>
                          <a:ext cx="240" cy="225"/>
                        </a:xfrm>
                        <a:prstGeom prst="rect">
                          <a:avLst/>
                        </a:prstGeom>
                        <a:noFill/>
                        <a:ln w="38100">
                          <a:noFill/>
                          <a:miter/>
                        </a:ln>
                      </p:spPr>
                    </p:pic>
                  </p:oleObj>
                </mc:Fallback>
              </mc:AlternateContent>
            </a:graphicData>
          </a:graphic>
        </p:graphicFrame>
        <p:sp>
          <p:nvSpPr>
            <p:cNvPr id="67612" name="矩形 67611"/>
            <p:cNvSpPr/>
            <p:nvPr/>
          </p:nvSpPr>
          <p:spPr>
            <a:xfrm>
              <a:off x="144" y="3456"/>
              <a:ext cx="598" cy="288"/>
            </a:xfrm>
            <a:prstGeom prst="rect">
              <a:avLst/>
            </a:prstGeom>
            <a:noFill/>
            <a:ln w="9525">
              <a:noFill/>
            </a:ln>
          </p:spPr>
          <p:txBody>
            <a:bodyPr anchor="ctr" anchorCtr="0">
              <a:spAutoFit/>
            </a:bodyPr>
            <a:lstStyle/>
            <a:p>
              <a:pPr algn="l"/>
              <a:r>
                <a:rPr lang="zh-CN" altLang="en-US" sz="2400" dirty="0">
                  <a:solidFill>
                    <a:schemeClr val="tx1"/>
                  </a:solidFill>
                  <a:latin typeface="Times New Roman" panose="02020603050405020304" pitchFamily="18" charset="0"/>
                  <a:ea typeface="楷体_GB2312" pitchFamily="49" charset="-122"/>
                </a:rPr>
                <a:t>所以</a:t>
              </a:r>
              <a:endParaRPr lang="zh-CN" altLang="en-US" sz="2400" dirty="0">
                <a:solidFill>
                  <a:schemeClr val="tx1"/>
                </a:solidFill>
                <a:latin typeface="Arial" panose="020B0604020202020204" pitchFamily="34" charset="0"/>
                <a:ea typeface="楷体_GB2312" pitchFamily="49" charset="-122"/>
              </a:endParaRPr>
            </a:p>
          </p:txBody>
        </p:sp>
        <p:sp>
          <p:nvSpPr>
            <p:cNvPr id="67613" name="矩形 67612"/>
            <p:cNvSpPr/>
            <p:nvPr/>
          </p:nvSpPr>
          <p:spPr>
            <a:xfrm>
              <a:off x="883" y="3456"/>
              <a:ext cx="1661" cy="288"/>
            </a:xfrm>
            <a:prstGeom prst="rect">
              <a:avLst/>
            </a:prstGeom>
            <a:noFill/>
            <a:ln w="9525">
              <a:noFill/>
            </a:ln>
          </p:spPr>
          <p:txBody>
            <a:bodyPr wrap="none" anchor="ctr" anchorCtr="0">
              <a:spAutoFit/>
            </a:bodyPr>
            <a:lstStyle/>
            <a:p>
              <a:pPr algn="l"/>
              <a:r>
                <a:rPr lang="zh-CN" altLang="en-US" sz="2400" dirty="0">
                  <a:solidFill>
                    <a:schemeClr val="tx1"/>
                  </a:solidFill>
                  <a:latin typeface="楷体_GB2312" pitchFamily="49" charset="-122"/>
                  <a:ea typeface="楷体_GB2312" pitchFamily="49" charset="-122"/>
                </a:rPr>
                <a:t>在基</a:t>
              </a:r>
              <a:r>
                <a:rPr lang="en-US" altLang="zh-CN" sz="2400">
                  <a:solidFill>
                    <a:schemeClr val="tx1"/>
                  </a:solidFill>
                  <a:latin typeface="楷体_GB2312" pitchFamily="49" charset="-122"/>
                  <a:ea typeface="楷体_GB2312" pitchFamily="49" charset="-122"/>
                </a:rPr>
                <a:t>(Ⅱ)</a:t>
              </a:r>
              <a:r>
                <a:rPr lang="zh-CN" altLang="en-US" sz="2400" dirty="0">
                  <a:solidFill>
                    <a:schemeClr val="tx1"/>
                  </a:solidFill>
                  <a:latin typeface="楷体_GB2312" pitchFamily="49" charset="-122"/>
                  <a:ea typeface="楷体_GB2312" pitchFamily="49" charset="-122"/>
                </a:rPr>
                <a:t>下的坐标</a:t>
              </a:r>
            </a:p>
          </p:txBody>
        </p:sp>
      </p:gr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601"/>
                                        </p:tgtEl>
                                        <p:attrNameLst>
                                          <p:attrName>style.visibility</p:attrName>
                                        </p:attrNameLst>
                                      </p:cBhvr>
                                      <p:to>
                                        <p:strVal val="visible"/>
                                      </p:to>
                                    </p:set>
                                    <p:animEffect transition="in" filter="wipe(left)">
                                      <p:cBhvr>
                                        <p:cTn id="7" dur="500"/>
                                        <p:tgtEl>
                                          <p:spTgt spid="67601"/>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67603"/>
                                        </p:tgtEl>
                                        <p:attrNameLst>
                                          <p:attrName>style.visibility</p:attrName>
                                        </p:attrNameLst>
                                      </p:cBhvr>
                                      <p:to>
                                        <p:strVal val="visible"/>
                                      </p:to>
                                    </p:set>
                                    <p:animEffect transition="in" filter="diamond(in)">
                                      <p:cBhvr>
                                        <p:cTn id="12" dur="2000"/>
                                        <p:tgtEl>
                                          <p:spTgt spid="676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7604"/>
                                        </p:tgtEl>
                                        <p:attrNameLst>
                                          <p:attrName>style.visibility</p:attrName>
                                        </p:attrNameLst>
                                      </p:cBhvr>
                                      <p:to>
                                        <p:strVal val="visible"/>
                                      </p:to>
                                    </p:set>
                                    <p:animEffect transition="in" filter="wipe(left)">
                                      <p:cBhvr>
                                        <p:cTn id="17" dur="500"/>
                                        <p:tgtEl>
                                          <p:spTgt spid="6760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7605"/>
                                        </p:tgtEl>
                                        <p:attrNameLst>
                                          <p:attrName>style.visibility</p:attrName>
                                        </p:attrNameLst>
                                      </p:cBhvr>
                                      <p:to>
                                        <p:strVal val="visible"/>
                                      </p:to>
                                    </p:set>
                                    <p:animEffect transition="in" filter="wipe(left)">
                                      <p:cBhvr>
                                        <p:cTn id="22" dur="500"/>
                                        <p:tgtEl>
                                          <p:spTgt spid="676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7606"/>
                                        </p:tgtEl>
                                        <p:attrNameLst>
                                          <p:attrName>style.visibility</p:attrName>
                                        </p:attrNameLst>
                                      </p:cBhvr>
                                      <p:to>
                                        <p:strVal val="visible"/>
                                      </p:to>
                                    </p:set>
                                    <p:animEffect transition="in" filter="wipe(left)">
                                      <p:cBhvr>
                                        <p:cTn id="27" dur="500"/>
                                        <p:tgtEl>
                                          <p:spTgt spid="67606"/>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67608"/>
                                        </p:tgtEl>
                                        <p:attrNameLst>
                                          <p:attrName>style.visibility</p:attrName>
                                        </p:attrNameLst>
                                      </p:cBhvr>
                                      <p:to>
                                        <p:strVal val="visible"/>
                                      </p:to>
                                    </p:set>
                                    <p:animEffect transition="in" filter="checkerboard(across)">
                                      <p:cBhvr>
                                        <p:cTn id="32" dur="500"/>
                                        <p:tgtEl>
                                          <p:spTgt spid="6760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7610"/>
                                        </p:tgtEl>
                                        <p:attrNameLst>
                                          <p:attrName>style.visibility</p:attrName>
                                        </p:attrNameLst>
                                      </p:cBhvr>
                                      <p:to>
                                        <p:strVal val="visible"/>
                                      </p:to>
                                    </p:set>
                                    <p:animEffect transition="in" filter="wipe(left)">
                                      <p:cBhvr>
                                        <p:cTn id="37" dur="500"/>
                                        <p:tgtEl>
                                          <p:spTgt spid="67610"/>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67609"/>
                                        </p:tgtEl>
                                        <p:attrNameLst>
                                          <p:attrName>style.visibility</p:attrName>
                                        </p:attrNameLst>
                                      </p:cBhvr>
                                      <p:to>
                                        <p:strVal val="visible"/>
                                      </p:to>
                                    </p:set>
                                    <p:animEffect transition="in" filter="box(in)">
                                      <p:cBhvr>
                                        <p:cTn id="42" dur="500"/>
                                        <p:tgtEl>
                                          <p:spTgt spid="67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01" grpId="0"/>
      <p:bldP spid="67604" grpId="0"/>
      <p:bldP spid="67606"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椭圆 12289">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12291" name="椭圆 12290">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12292" name="矩形 12291">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12294" name="矩形 12293"/>
          <p:cNvSpPr/>
          <p:nvPr/>
        </p:nvSpPr>
        <p:spPr>
          <a:xfrm>
            <a:off x="468313" y="1397000"/>
            <a:ext cx="2317750" cy="519113"/>
          </a:xfrm>
          <a:prstGeom prst="rect">
            <a:avLst/>
          </a:prstGeom>
          <a:noFill/>
          <a:ln w="9525">
            <a:noFill/>
          </a:ln>
        </p:spPr>
        <p:txBody>
          <a:bodyPr wrap="none" anchor="ctr" anchorCtr="0">
            <a:spAutoFit/>
          </a:bodyPr>
          <a:lstStyle/>
          <a:p>
            <a:pPr algn="l"/>
            <a:r>
              <a:rPr lang="zh-CN" altLang="en-US" b="0" dirty="0">
                <a:solidFill>
                  <a:srgbClr val="CC3300"/>
                </a:solidFill>
                <a:latin typeface="Arial" panose="020B0604020202020204" pitchFamily="34" charset="0"/>
                <a:ea typeface="黑体" panose="02010609060101010101" pitchFamily="2" charset="-122"/>
              </a:rPr>
              <a:t>一、向量内积</a:t>
            </a:r>
          </a:p>
        </p:txBody>
      </p:sp>
      <p:graphicFrame>
        <p:nvGraphicFramePr>
          <p:cNvPr id="12737" name="对象 12736"/>
          <p:cNvGraphicFramePr/>
          <p:nvPr/>
        </p:nvGraphicFramePr>
        <p:xfrm>
          <a:off x="539750" y="2065973"/>
          <a:ext cx="8140700" cy="2672080"/>
        </p:xfrm>
        <a:graphic>
          <a:graphicData uri="http://schemas.openxmlformats.org/presentationml/2006/ole">
            <mc:AlternateContent xmlns:mc="http://schemas.openxmlformats.org/markup-compatibility/2006">
              <mc:Choice xmlns:v="urn:schemas-microsoft-com:vml" Requires="v">
                <p:oleObj r:id="rId2" imgW="6053455" imgH="1990725" progId="Word.Document.8">
                  <p:embed/>
                </p:oleObj>
              </mc:Choice>
              <mc:Fallback>
                <p:oleObj r:id="rId2" imgW="6053455" imgH="1990725" progId="Word.Document.8">
                  <p:embed/>
                  <p:pic>
                    <p:nvPicPr>
                      <p:cNvPr id="0" name="图片 3103"/>
                      <p:cNvPicPr/>
                      <p:nvPr/>
                    </p:nvPicPr>
                    <p:blipFill>
                      <a:blip r:embed="rId3"/>
                      <a:stretch>
                        <a:fillRect/>
                      </a:stretch>
                    </p:blipFill>
                    <p:spPr>
                      <a:xfrm>
                        <a:off x="539750" y="2065973"/>
                        <a:ext cx="8140700" cy="2672080"/>
                      </a:xfrm>
                      <a:prstGeom prst="rect">
                        <a:avLst/>
                      </a:prstGeom>
                      <a:noFill/>
                      <a:ln w="38100">
                        <a:noFill/>
                        <a:miter/>
                      </a:ln>
                    </p:spPr>
                  </p:pic>
                </p:oleObj>
              </mc:Fallback>
            </mc:AlternateContent>
          </a:graphicData>
        </a:graphic>
      </p:graphicFrame>
      <p:graphicFrame>
        <p:nvGraphicFramePr>
          <p:cNvPr id="12738" name="对象 12737"/>
          <p:cNvGraphicFramePr/>
          <p:nvPr/>
        </p:nvGraphicFramePr>
        <p:xfrm>
          <a:off x="611188" y="5125720"/>
          <a:ext cx="8140700" cy="537210"/>
        </p:xfrm>
        <a:graphic>
          <a:graphicData uri="http://schemas.openxmlformats.org/presentationml/2006/ole">
            <mc:AlternateContent xmlns:mc="http://schemas.openxmlformats.org/markup-compatibility/2006">
              <mc:Choice xmlns:v="urn:schemas-microsoft-com:vml" Requires="v">
                <p:oleObj r:id="rId4" imgW="6053455" imgH="405130" progId="Word.Document.8">
                  <p:embed/>
                </p:oleObj>
              </mc:Choice>
              <mc:Fallback>
                <p:oleObj r:id="rId4" imgW="6053455" imgH="405130" progId="Word.Document.8">
                  <p:embed/>
                  <p:pic>
                    <p:nvPicPr>
                      <p:cNvPr id="0" name="图片 3101"/>
                      <p:cNvPicPr/>
                      <p:nvPr/>
                    </p:nvPicPr>
                    <p:blipFill>
                      <a:blip r:embed="rId5"/>
                      <a:stretch>
                        <a:fillRect/>
                      </a:stretch>
                    </p:blipFill>
                    <p:spPr>
                      <a:xfrm>
                        <a:off x="611188" y="5125720"/>
                        <a:ext cx="8140700" cy="537210"/>
                      </a:xfrm>
                      <a:prstGeom prst="rect">
                        <a:avLst/>
                      </a:prstGeom>
                      <a:noFill/>
                      <a:ln w="38100">
                        <a:noFill/>
                        <a:miter/>
                      </a:ln>
                    </p:spPr>
                  </p:pic>
                </p:oleObj>
              </mc:Fallback>
            </mc:AlternateContent>
          </a:graphicData>
        </a:graphic>
      </p:graphicFrame>
      <p:sp>
        <p:nvSpPr>
          <p:cNvPr id="3080" name="矩形 3079"/>
          <p:cNvSpPr/>
          <p:nvPr/>
        </p:nvSpPr>
        <p:spPr>
          <a:xfrm>
            <a:off x="919480" y="44450"/>
            <a:ext cx="7269480" cy="808990"/>
          </a:xfrm>
          <a:prstGeom prst="rect">
            <a:avLst/>
          </a:prstGeom>
          <a:noFill/>
          <a:ln w="12700">
            <a:noFill/>
          </a:ln>
        </p:spPr>
        <p:txBody>
          <a:bodyPr wrap="square" lIns="90488" tIns="44450" rIns="90488" bIns="44450">
            <a:spAutoFit/>
          </a:bodyPr>
          <a:lstStyle/>
          <a:p>
            <a:pPr defTabSz="762000" eaLnBrk="0" hangingPunct="0">
              <a:lnSpc>
                <a:spcPct val="130000"/>
              </a:lnSpc>
            </a:pPr>
            <a:r>
              <a:rPr lang="zh-CN" altLang="en-US" sz="3600" dirty="0">
                <a:solidFill>
                  <a:srgbClr val="CC3300"/>
                </a:solidFill>
                <a:latin typeface="黑体" panose="02010609060101010101" pitchFamily="2" charset="-122"/>
                <a:ea typeface="黑体" panose="02010609060101010101" pitchFamily="2" charset="-122"/>
              </a:rPr>
              <a:t>§</a:t>
            </a:r>
            <a:r>
              <a:rPr lang="en-US" altLang="zh-CN" sz="3600" dirty="0">
                <a:solidFill>
                  <a:srgbClr val="CC3300"/>
                </a:solidFill>
                <a:latin typeface="黑体" panose="02010609060101010101" pitchFamily="2" charset="-122"/>
                <a:ea typeface="黑体" panose="02010609060101010101" pitchFamily="2" charset="-122"/>
              </a:rPr>
              <a:t>3.6 </a:t>
            </a:r>
            <a:r>
              <a:rPr lang="zh-CN" altLang="en-US" sz="3600" dirty="0">
                <a:solidFill>
                  <a:srgbClr val="CC3300"/>
                </a:solidFill>
                <a:latin typeface="黑体" panose="02010609060101010101" pitchFamily="2" charset="-122"/>
                <a:ea typeface="黑体" panose="02010609060101010101" pitchFamily="2" charset="-122"/>
              </a:rPr>
              <a:t>向量的内积、长度与正交性</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737"/>
                                        </p:tgtEl>
                                        <p:attrNameLst>
                                          <p:attrName>style.visibility</p:attrName>
                                        </p:attrNameLst>
                                      </p:cBhvr>
                                      <p:to>
                                        <p:strVal val="visible"/>
                                      </p:to>
                                    </p:set>
                                    <p:animEffect transition="in" filter="blinds(horizontal)">
                                      <p:cBhvr>
                                        <p:cTn id="7" dur="500"/>
                                        <p:tgtEl>
                                          <p:spTgt spid="1273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738"/>
                                        </p:tgtEl>
                                        <p:attrNameLst>
                                          <p:attrName>style.visibility</p:attrName>
                                        </p:attrNameLst>
                                      </p:cBhvr>
                                      <p:to>
                                        <p:strVal val="visible"/>
                                      </p:to>
                                    </p:set>
                                    <p:animEffect transition="in" filter="blinds(horizontal)">
                                      <p:cBhvr>
                                        <p:cTn id="12" dur="500"/>
                                        <p:tgtEl>
                                          <p:spTgt spid="12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椭圆 13313">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13315" name="椭圆 13314">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13316" name="矩形 13315">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13747" name="对象 13746"/>
          <p:cNvGraphicFramePr/>
          <p:nvPr/>
        </p:nvGraphicFramePr>
        <p:xfrm>
          <a:off x="539750" y="980123"/>
          <a:ext cx="8140700" cy="3735705"/>
        </p:xfrm>
        <a:graphic>
          <a:graphicData uri="http://schemas.openxmlformats.org/presentationml/2006/ole">
            <mc:AlternateContent xmlns:mc="http://schemas.openxmlformats.org/markup-compatibility/2006">
              <mc:Choice xmlns:v="urn:schemas-microsoft-com:vml" Requires="v">
                <p:oleObj r:id="rId2" imgW="6053455" imgH="2781300" progId="Word.Document.8">
                  <p:embed/>
                </p:oleObj>
              </mc:Choice>
              <mc:Fallback>
                <p:oleObj r:id="rId2" imgW="6053455" imgH="2781300" progId="Word.Document.8">
                  <p:embed/>
                  <p:pic>
                    <p:nvPicPr>
                      <p:cNvPr id="0" name="图片 3110"/>
                      <p:cNvPicPr/>
                      <p:nvPr/>
                    </p:nvPicPr>
                    <p:blipFill>
                      <a:blip r:embed="rId3"/>
                      <a:stretch>
                        <a:fillRect/>
                      </a:stretch>
                    </p:blipFill>
                    <p:spPr>
                      <a:xfrm>
                        <a:off x="539750" y="980123"/>
                        <a:ext cx="8140700" cy="3735705"/>
                      </a:xfrm>
                      <a:prstGeom prst="rect">
                        <a:avLst/>
                      </a:prstGeom>
                      <a:noFill/>
                      <a:ln w="38100">
                        <a:noFill/>
                        <a:miter/>
                      </a:ln>
                    </p:spPr>
                  </p:pic>
                </p:oleObj>
              </mc:Fallback>
            </mc:AlternateContent>
          </a:graphicData>
        </a:graphic>
      </p:graphicFrame>
    </p:spTree>
  </p:cSld>
  <p:clrMapOvr>
    <a:masterClrMapping/>
  </p:clrMapOvr>
  <p:transition spd="med">
    <p:pull dir="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椭圆 14337">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14339" name="椭圆 14338">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14340" name="矩形 14339">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14375" name="对象 14374"/>
          <p:cNvGraphicFramePr/>
          <p:nvPr/>
        </p:nvGraphicFramePr>
        <p:xfrm>
          <a:off x="330200" y="834708"/>
          <a:ext cx="8140700" cy="1073785"/>
        </p:xfrm>
        <a:graphic>
          <a:graphicData uri="http://schemas.openxmlformats.org/presentationml/2006/ole">
            <mc:AlternateContent xmlns:mc="http://schemas.openxmlformats.org/markup-compatibility/2006">
              <mc:Choice xmlns:v="urn:schemas-microsoft-com:vml" Requires="v">
                <p:oleObj r:id="rId2" imgW="6053455" imgH="800100" progId="Word.Document.8">
                  <p:embed/>
                </p:oleObj>
              </mc:Choice>
              <mc:Fallback>
                <p:oleObj r:id="rId2" imgW="6053455" imgH="800100" progId="Word.Document.8">
                  <p:embed/>
                  <p:pic>
                    <p:nvPicPr>
                      <p:cNvPr id="0" name="图片 3105"/>
                      <p:cNvPicPr/>
                      <p:nvPr/>
                    </p:nvPicPr>
                    <p:blipFill>
                      <a:blip r:embed="rId3"/>
                      <a:stretch>
                        <a:fillRect/>
                      </a:stretch>
                    </p:blipFill>
                    <p:spPr>
                      <a:xfrm>
                        <a:off x="330200" y="834708"/>
                        <a:ext cx="8140700" cy="1073785"/>
                      </a:xfrm>
                      <a:prstGeom prst="rect">
                        <a:avLst/>
                      </a:prstGeom>
                      <a:noFill/>
                      <a:ln w="38100">
                        <a:noFill/>
                        <a:miter/>
                      </a:ln>
                    </p:spPr>
                  </p:pic>
                </p:oleObj>
              </mc:Fallback>
            </mc:AlternateContent>
          </a:graphicData>
        </a:graphic>
      </p:graphicFrame>
      <p:graphicFrame>
        <p:nvGraphicFramePr>
          <p:cNvPr id="14376" name="对象 14375"/>
          <p:cNvGraphicFramePr/>
          <p:nvPr/>
        </p:nvGraphicFramePr>
        <p:xfrm>
          <a:off x="395288" y="2636203"/>
          <a:ext cx="8140700" cy="3207385"/>
        </p:xfrm>
        <a:graphic>
          <a:graphicData uri="http://schemas.openxmlformats.org/presentationml/2006/ole">
            <mc:AlternateContent xmlns:mc="http://schemas.openxmlformats.org/markup-compatibility/2006">
              <mc:Choice xmlns:v="urn:schemas-microsoft-com:vml" Requires="v">
                <p:oleObj r:id="rId4" imgW="6053455" imgH="2386330" progId="Word.Document.8">
                  <p:embed/>
                </p:oleObj>
              </mc:Choice>
              <mc:Fallback>
                <p:oleObj r:id="rId4" imgW="6053455" imgH="2386330" progId="Word.Document.8">
                  <p:embed/>
                  <p:pic>
                    <p:nvPicPr>
                      <p:cNvPr id="0" name="图片 3104"/>
                      <p:cNvPicPr/>
                      <p:nvPr/>
                    </p:nvPicPr>
                    <p:blipFill>
                      <a:blip r:embed="rId5"/>
                      <a:stretch>
                        <a:fillRect/>
                      </a:stretch>
                    </p:blipFill>
                    <p:spPr>
                      <a:xfrm>
                        <a:off x="395288" y="2636203"/>
                        <a:ext cx="8140700" cy="3207385"/>
                      </a:xfrm>
                      <a:prstGeom prst="rect">
                        <a:avLst/>
                      </a:prstGeom>
                      <a:noFill/>
                      <a:ln w="38100">
                        <a:noFill/>
                        <a:miter/>
                      </a:ln>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76"/>
                                        </p:tgtEl>
                                        <p:attrNameLst>
                                          <p:attrName>style.visibility</p:attrName>
                                        </p:attrNameLst>
                                      </p:cBhvr>
                                      <p:to>
                                        <p:strVal val="visible"/>
                                      </p:to>
                                    </p:set>
                                    <p:animEffect transition="in" filter="blinds(horizontal)">
                                      <p:cBhvr>
                                        <p:cTn id="7" dur="500"/>
                                        <p:tgtEl>
                                          <p:spTgt spid="14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椭圆 65537">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65539" name="椭圆 65538">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65540" name="矩形 65539">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65541" name="矩形 65540"/>
          <p:cNvSpPr/>
          <p:nvPr/>
        </p:nvSpPr>
        <p:spPr>
          <a:xfrm>
            <a:off x="0" y="3243263"/>
            <a:ext cx="9144000" cy="0"/>
          </a:xfrm>
          <a:prstGeom prst="rect">
            <a:avLst/>
          </a:prstGeom>
          <a:noFill/>
          <a:ln w="9525">
            <a:noFill/>
          </a:ln>
        </p:spPr>
        <p:txBody>
          <a:bodyPr/>
          <a:lstStyle/>
          <a:p>
            <a:endParaRPr lang="zh-CN" altLang="en-US"/>
          </a:p>
        </p:txBody>
      </p:sp>
      <p:graphicFrame>
        <p:nvGraphicFramePr>
          <p:cNvPr id="65542" name="对象 65541"/>
          <p:cNvGraphicFramePr/>
          <p:nvPr/>
        </p:nvGraphicFramePr>
        <p:xfrm>
          <a:off x="395288" y="471805"/>
          <a:ext cx="8140700" cy="2675890"/>
        </p:xfrm>
        <a:graphic>
          <a:graphicData uri="http://schemas.openxmlformats.org/presentationml/2006/ole">
            <mc:AlternateContent xmlns:mc="http://schemas.openxmlformats.org/markup-compatibility/2006">
              <mc:Choice xmlns:v="urn:schemas-microsoft-com:vml" Requires="v">
                <p:oleObj r:id="rId2" imgW="6053455" imgH="1990725" progId="Word.Document.8">
                  <p:embed/>
                </p:oleObj>
              </mc:Choice>
              <mc:Fallback>
                <p:oleObj r:id="rId2" imgW="6053455" imgH="1990725" progId="Word.Document.8">
                  <p:embed/>
                  <p:pic>
                    <p:nvPicPr>
                      <p:cNvPr id="0" name="图片 3106"/>
                      <p:cNvPicPr/>
                      <p:nvPr/>
                    </p:nvPicPr>
                    <p:blipFill>
                      <a:blip r:embed="rId3"/>
                      <a:stretch>
                        <a:fillRect/>
                      </a:stretch>
                    </p:blipFill>
                    <p:spPr>
                      <a:xfrm>
                        <a:off x="395288" y="471805"/>
                        <a:ext cx="8140700" cy="2675890"/>
                      </a:xfrm>
                      <a:prstGeom prst="rect">
                        <a:avLst/>
                      </a:prstGeom>
                      <a:noFill/>
                      <a:ln w="38100">
                        <a:noFill/>
                        <a:miter/>
                      </a:ln>
                    </p:spPr>
                  </p:pic>
                </p:oleObj>
              </mc:Fallback>
            </mc:AlternateContent>
          </a:graphicData>
        </a:graphic>
      </p:graphicFrame>
      <p:graphicFrame>
        <p:nvGraphicFramePr>
          <p:cNvPr id="65543" name="对象 65542"/>
          <p:cNvGraphicFramePr/>
          <p:nvPr/>
        </p:nvGraphicFramePr>
        <p:xfrm>
          <a:off x="546100" y="3721100"/>
          <a:ext cx="8064500" cy="889000"/>
        </p:xfrm>
        <a:graphic>
          <a:graphicData uri="http://schemas.openxmlformats.org/presentationml/2006/ole">
            <mc:AlternateContent xmlns:mc="http://schemas.openxmlformats.org/markup-compatibility/2006">
              <mc:Choice xmlns:v="urn:schemas-microsoft-com:vml" Requires="v">
                <p:oleObj r:id="rId4" imgW="6057900" imgH="671830" progId="Word.Document.8">
                  <p:embed/>
                </p:oleObj>
              </mc:Choice>
              <mc:Fallback>
                <p:oleObj r:id="rId4" imgW="6057900" imgH="671830" progId="Word.Document.8">
                  <p:embed/>
                  <p:pic>
                    <p:nvPicPr>
                      <p:cNvPr id="0" name="图片 3107"/>
                      <p:cNvPicPr/>
                      <p:nvPr/>
                    </p:nvPicPr>
                    <p:blipFill>
                      <a:blip r:embed="rId5">
                        <a:clrChange>
                          <a:clrFrom>
                            <a:srgbClr val="000000"/>
                          </a:clrFrom>
                          <a:clrTo>
                            <a:srgbClr val="FFFFFF"/>
                          </a:clrTo>
                        </a:clrChange>
                      </a:blip>
                      <a:stretch>
                        <a:fillRect/>
                      </a:stretch>
                    </p:blipFill>
                    <p:spPr>
                      <a:xfrm>
                        <a:off x="546100" y="3721100"/>
                        <a:ext cx="8064500" cy="889000"/>
                      </a:xfrm>
                      <a:prstGeom prst="rect">
                        <a:avLst/>
                      </a:prstGeom>
                      <a:noFill/>
                      <a:ln w="38100">
                        <a:noFill/>
                        <a:miter/>
                      </a:ln>
                    </p:spPr>
                  </p:pic>
                </p:oleObj>
              </mc:Fallback>
            </mc:AlternateContent>
          </a:graphicData>
        </a:graphic>
      </p:graphicFrame>
      <p:graphicFrame>
        <p:nvGraphicFramePr>
          <p:cNvPr id="65544" name="对象 65543"/>
          <p:cNvGraphicFramePr/>
          <p:nvPr/>
        </p:nvGraphicFramePr>
        <p:xfrm>
          <a:off x="546100" y="5803901"/>
          <a:ext cx="8140700" cy="802005"/>
        </p:xfrm>
        <a:graphic>
          <a:graphicData uri="http://schemas.openxmlformats.org/presentationml/2006/ole">
            <mc:AlternateContent xmlns:mc="http://schemas.openxmlformats.org/markup-compatibility/2006">
              <mc:Choice xmlns:v="urn:schemas-microsoft-com:vml" Requires="v">
                <p:oleObj r:id="rId6" imgW="6053455" imgH="600075" progId="Word.Document.8">
                  <p:embed/>
                </p:oleObj>
              </mc:Choice>
              <mc:Fallback>
                <p:oleObj r:id="rId6" imgW="6053455" imgH="600075" progId="Word.Document.8">
                  <p:embed/>
                  <p:pic>
                    <p:nvPicPr>
                      <p:cNvPr id="0" name="图片 3108"/>
                      <p:cNvPicPr/>
                      <p:nvPr/>
                    </p:nvPicPr>
                    <p:blipFill>
                      <a:blip r:embed="rId7"/>
                      <a:stretch>
                        <a:fillRect/>
                      </a:stretch>
                    </p:blipFill>
                    <p:spPr>
                      <a:xfrm>
                        <a:off x="546100" y="5803901"/>
                        <a:ext cx="8140700" cy="802005"/>
                      </a:xfrm>
                      <a:prstGeom prst="rect">
                        <a:avLst/>
                      </a:prstGeom>
                      <a:noFill/>
                      <a:ln w="38100">
                        <a:noFill/>
                        <a:miter/>
                      </a:ln>
                    </p:spPr>
                  </p:pic>
                </p:oleObj>
              </mc:Fallback>
            </mc:AlternateContent>
          </a:graphicData>
        </a:graphic>
      </p:graphicFrame>
      <p:sp>
        <p:nvSpPr>
          <p:cNvPr id="65545" name="矩形 65544"/>
          <p:cNvSpPr/>
          <p:nvPr/>
        </p:nvSpPr>
        <p:spPr>
          <a:xfrm>
            <a:off x="539750" y="3283109"/>
            <a:ext cx="5362575" cy="521970"/>
          </a:xfrm>
          <a:prstGeom prst="rect">
            <a:avLst/>
          </a:prstGeom>
          <a:noFill/>
          <a:ln w="9525">
            <a:noFill/>
          </a:ln>
        </p:spPr>
        <p:txBody>
          <a:bodyPr wrap="none" anchor="ctr" anchorCtr="0">
            <a:spAutoFit/>
          </a:bodyPr>
          <a:lstStyle/>
          <a:p>
            <a:pPr algn="l"/>
            <a:r>
              <a:rPr lang="zh-CN" altLang="en-US" dirty="0">
                <a:solidFill>
                  <a:srgbClr val="990000"/>
                </a:solidFill>
                <a:latin typeface="Arial" panose="020B0604020202020204" pitchFamily="34" charset="0"/>
                <a:ea typeface="楷体_GB2312" pitchFamily="49" charset="-122"/>
              </a:rPr>
              <a:t>性质</a:t>
            </a:r>
            <a:r>
              <a:rPr lang="en-US" altLang="zh-CN" dirty="0">
                <a:solidFill>
                  <a:srgbClr val="990000"/>
                </a:solidFill>
                <a:latin typeface="Arial" panose="020B0604020202020204" pitchFamily="34" charset="0"/>
                <a:ea typeface="楷体_GB2312" pitchFamily="49" charset="-122"/>
              </a:rPr>
              <a:t>3.6.2 </a:t>
            </a:r>
            <a:r>
              <a:rPr lang="zh-CN" altLang="en-US" dirty="0">
                <a:solidFill>
                  <a:srgbClr val="990000"/>
                </a:solidFill>
                <a:latin typeface="Arial" panose="020B0604020202020204" pitchFamily="34" charset="0"/>
                <a:ea typeface="楷体_GB2312" pitchFamily="49" charset="-122"/>
              </a:rPr>
              <a:t>向量长度满足的性质：</a:t>
            </a:r>
          </a:p>
        </p:txBody>
      </p:sp>
      <p:graphicFrame>
        <p:nvGraphicFramePr>
          <p:cNvPr id="65546" name="对象 65545"/>
          <p:cNvGraphicFramePr/>
          <p:nvPr/>
        </p:nvGraphicFramePr>
        <p:xfrm>
          <a:off x="539750" y="4365625"/>
          <a:ext cx="8140700" cy="800100"/>
        </p:xfrm>
        <a:graphic>
          <a:graphicData uri="http://schemas.openxmlformats.org/presentationml/2006/ole">
            <mc:AlternateContent xmlns:mc="http://schemas.openxmlformats.org/markup-compatibility/2006">
              <mc:Choice xmlns:v="urn:schemas-microsoft-com:vml" Requires="v">
                <p:oleObj r:id="rId8" imgW="6053455" imgH="598805" progId="Word.Document.8">
                  <p:embed/>
                </p:oleObj>
              </mc:Choice>
              <mc:Fallback>
                <p:oleObj r:id="rId8" imgW="6053455" imgH="598805" progId="Word.Document.8">
                  <p:embed/>
                  <p:pic>
                    <p:nvPicPr>
                      <p:cNvPr id="0" name="图片 3109"/>
                      <p:cNvPicPr/>
                      <p:nvPr/>
                    </p:nvPicPr>
                    <p:blipFill>
                      <a:blip r:embed="rId9">
                        <a:clrChange>
                          <a:clrFrom>
                            <a:srgbClr val="000000"/>
                          </a:clrFrom>
                          <a:clrTo>
                            <a:srgbClr val="FFFFFF"/>
                          </a:clrTo>
                        </a:clrChange>
                      </a:blip>
                      <a:stretch>
                        <a:fillRect/>
                      </a:stretch>
                    </p:blipFill>
                    <p:spPr>
                      <a:xfrm>
                        <a:off x="539750" y="4365625"/>
                        <a:ext cx="8140700" cy="800100"/>
                      </a:xfrm>
                      <a:prstGeom prst="rect">
                        <a:avLst/>
                      </a:prstGeom>
                      <a:noFill/>
                      <a:ln w="38100">
                        <a:noFill/>
                        <a:miter/>
                      </a:ln>
                    </p:spPr>
                  </p:pic>
                </p:oleObj>
              </mc:Fallback>
            </mc:AlternateContent>
          </a:graphicData>
        </a:graphic>
      </p:graphicFrame>
      <p:graphicFrame>
        <p:nvGraphicFramePr>
          <p:cNvPr id="65547" name="对象 65546"/>
          <p:cNvGraphicFramePr/>
          <p:nvPr/>
        </p:nvGraphicFramePr>
        <p:xfrm>
          <a:off x="545148" y="5012056"/>
          <a:ext cx="8167370" cy="802005"/>
        </p:xfrm>
        <a:graphic>
          <a:graphicData uri="http://schemas.openxmlformats.org/presentationml/2006/ole">
            <mc:AlternateContent xmlns:mc="http://schemas.openxmlformats.org/markup-compatibility/2006">
              <mc:Choice xmlns:v="urn:schemas-microsoft-com:vml" Requires="v">
                <p:oleObj r:id="rId10" imgW="6076950" imgH="600075" progId="Word.Document.8">
                  <p:embed/>
                </p:oleObj>
              </mc:Choice>
              <mc:Fallback>
                <p:oleObj r:id="rId10" imgW="6076950" imgH="600075" progId="Word.Document.8">
                  <p:embed/>
                  <p:pic>
                    <p:nvPicPr>
                      <p:cNvPr id="0" name="图片 3111"/>
                      <p:cNvPicPr/>
                      <p:nvPr/>
                    </p:nvPicPr>
                    <p:blipFill>
                      <a:blip r:embed="rId11"/>
                      <a:stretch>
                        <a:fillRect/>
                      </a:stretch>
                    </p:blipFill>
                    <p:spPr>
                      <a:xfrm>
                        <a:off x="545148" y="5012056"/>
                        <a:ext cx="8167370" cy="802005"/>
                      </a:xfrm>
                      <a:prstGeom prst="rect">
                        <a:avLst/>
                      </a:prstGeom>
                      <a:noFill/>
                      <a:ln w="38100">
                        <a:noFill/>
                        <a:miter/>
                      </a:ln>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545"/>
                                        </p:tgtEl>
                                        <p:attrNameLst>
                                          <p:attrName>style.visibility</p:attrName>
                                        </p:attrNameLst>
                                      </p:cBhvr>
                                      <p:to>
                                        <p:strVal val="visible"/>
                                      </p:to>
                                    </p:set>
                                    <p:animEffect transition="in" filter="blinds(horizontal)">
                                      <p:cBhvr>
                                        <p:cTn id="7" dur="500"/>
                                        <p:tgtEl>
                                          <p:spTgt spid="6554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5543"/>
                                        </p:tgtEl>
                                        <p:attrNameLst>
                                          <p:attrName>style.visibility</p:attrName>
                                        </p:attrNameLst>
                                      </p:cBhvr>
                                      <p:to>
                                        <p:strVal val="visible"/>
                                      </p:to>
                                    </p:set>
                                    <p:anim calcmode="lin" valueType="num">
                                      <p:cBhvr additive="base">
                                        <p:cTn id="12" dur="500" fill="hold"/>
                                        <p:tgtEl>
                                          <p:spTgt spid="65543"/>
                                        </p:tgtEl>
                                        <p:attrNameLst>
                                          <p:attrName>ppt_x</p:attrName>
                                        </p:attrNameLst>
                                      </p:cBhvr>
                                      <p:tavLst>
                                        <p:tav tm="0">
                                          <p:val>
                                            <p:strVal val="0-#ppt_w/2"/>
                                          </p:val>
                                        </p:tav>
                                        <p:tav tm="100000">
                                          <p:val>
                                            <p:strVal val="#ppt_x"/>
                                          </p:val>
                                        </p:tav>
                                      </p:tavLst>
                                    </p:anim>
                                    <p:anim calcmode="lin" valueType="num">
                                      <p:cBhvr additive="base">
                                        <p:cTn id="13" dur="500" fill="hold"/>
                                        <p:tgtEl>
                                          <p:spTgt spid="6554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65546"/>
                                        </p:tgtEl>
                                        <p:attrNameLst>
                                          <p:attrName>style.visibility</p:attrName>
                                        </p:attrNameLst>
                                      </p:cBhvr>
                                      <p:to>
                                        <p:strVal val="visible"/>
                                      </p:to>
                                    </p:set>
                                    <p:anim calcmode="lin" valueType="num">
                                      <p:cBhvr additive="base">
                                        <p:cTn id="18" dur="500" fill="hold"/>
                                        <p:tgtEl>
                                          <p:spTgt spid="65546"/>
                                        </p:tgtEl>
                                        <p:attrNameLst>
                                          <p:attrName>ppt_x</p:attrName>
                                        </p:attrNameLst>
                                      </p:cBhvr>
                                      <p:tavLst>
                                        <p:tav tm="0">
                                          <p:val>
                                            <p:strVal val="0-#ppt_w/2"/>
                                          </p:val>
                                        </p:tav>
                                        <p:tav tm="100000">
                                          <p:val>
                                            <p:strVal val="#ppt_x"/>
                                          </p:val>
                                        </p:tav>
                                      </p:tavLst>
                                    </p:anim>
                                    <p:anim calcmode="lin" valueType="num">
                                      <p:cBhvr additive="base">
                                        <p:cTn id="19" dur="500" fill="hold"/>
                                        <p:tgtEl>
                                          <p:spTgt spid="6554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65547"/>
                                        </p:tgtEl>
                                        <p:attrNameLst>
                                          <p:attrName>style.visibility</p:attrName>
                                        </p:attrNameLst>
                                      </p:cBhvr>
                                      <p:to>
                                        <p:strVal val="visible"/>
                                      </p:to>
                                    </p:set>
                                    <p:anim calcmode="lin" valueType="num">
                                      <p:cBhvr additive="base">
                                        <p:cTn id="24" dur="500" fill="hold"/>
                                        <p:tgtEl>
                                          <p:spTgt spid="65547"/>
                                        </p:tgtEl>
                                        <p:attrNameLst>
                                          <p:attrName>ppt_x</p:attrName>
                                        </p:attrNameLst>
                                      </p:cBhvr>
                                      <p:tavLst>
                                        <p:tav tm="0">
                                          <p:val>
                                            <p:strVal val="0-#ppt_w/2"/>
                                          </p:val>
                                        </p:tav>
                                        <p:tav tm="100000">
                                          <p:val>
                                            <p:strVal val="#ppt_x"/>
                                          </p:val>
                                        </p:tav>
                                      </p:tavLst>
                                    </p:anim>
                                    <p:anim calcmode="lin" valueType="num">
                                      <p:cBhvr additive="base">
                                        <p:cTn id="25" dur="500" fill="hold"/>
                                        <p:tgtEl>
                                          <p:spTgt spid="65547"/>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65544"/>
                                        </p:tgtEl>
                                        <p:attrNameLst>
                                          <p:attrName>style.visibility</p:attrName>
                                        </p:attrNameLst>
                                      </p:cBhvr>
                                      <p:to>
                                        <p:strVal val="visible"/>
                                      </p:to>
                                    </p:set>
                                    <p:anim calcmode="lin" valueType="num">
                                      <p:cBhvr additive="base">
                                        <p:cTn id="30" dur="500" fill="hold"/>
                                        <p:tgtEl>
                                          <p:spTgt spid="65544"/>
                                        </p:tgtEl>
                                        <p:attrNameLst>
                                          <p:attrName>ppt_x</p:attrName>
                                        </p:attrNameLst>
                                      </p:cBhvr>
                                      <p:tavLst>
                                        <p:tav tm="0">
                                          <p:val>
                                            <p:strVal val="0-#ppt_w/2"/>
                                          </p:val>
                                        </p:tav>
                                        <p:tav tm="100000">
                                          <p:val>
                                            <p:strVal val="#ppt_x"/>
                                          </p:val>
                                        </p:tav>
                                      </p:tavLst>
                                    </p:anim>
                                    <p:anim calcmode="lin" valueType="num">
                                      <p:cBhvr additive="base">
                                        <p:cTn id="31" dur="500" fill="hold"/>
                                        <p:tgtEl>
                                          <p:spTgt spid="655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5"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椭圆 66561">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66563" name="椭圆 66562">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66564" name="矩形 66563">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66565" name="矩形 66564"/>
          <p:cNvSpPr/>
          <p:nvPr/>
        </p:nvSpPr>
        <p:spPr>
          <a:xfrm>
            <a:off x="0" y="3243263"/>
            <a:ext cx="9144000" cy="0"/>
          </a:xfrm>
          <a:prstGeom prst="rect">
            <a:avLst/>
          </a:prstGeom>
          <a:noFill/>
          <a:ln w="9525">
            <a:noFill/>
          </a:ln>
        </p:spPr>
        <p:txBody>
          <a:bodyPr/>
          <a:lstStyle/>
          <a:p>
            <a:endParaRPr lang="zh-CN" altLang="en-US"/>
          </a:p>
        </p:txBody>
      </p:sp>
      <p:graphicFrame>
        <p:nvGraphicFramePr>
          <p:cNvPr id="66566" name="对象 66565"/>
          <p:cNvGraphicFramePr/>
          <p:nvPr/>
        </p:nvGraphicFramePr>
        <p:xfrm>
          <a:off x="546100" y="188595"/>
          <a:ext cx="8140700" cy="1607820"/>
        </p:xfrm>
        <a:graphic>
          <a:graphicData uri="http://schemas.openxmlformats.org/presentationml/2006/ole">
            <mc:AlternateContent xmlns:mc="http://schemas.openxmlformats.org/markup-compatibility/2006">
              <mc:Choice xmlns:v="urn:schemas-microsoft-com:vml" Requires="v">
                <p:oleObj r:id="rId2" imgW="6053455" imgH="1195705" progId="Word.Document.8">
                  <p:embed/>
                </p:oleObj>
              </mc:Choice>
              <mc:Fallback>
                <p:oleObj r:id="rId2" imgW="6053455" imgH="1195705" progId="Word.Document.8">
                  <p:embed/>
                  <p:pic>
                    <p:nvPicPr>
                      <p:cNvPr id="0" name="图片 3089"/>
                      <p:cNvPicPr/>
                      <p:nvPr/>
                    </p:nvPicPr>
                    <p:blipFill>
                      <a:blip r:embed="rId3"/>
                      <a:stretch>
                        <a:fillRect/>
                      </a:stretch>
                    </p:blipFill>
                    <p:spPr>
                      <a:xfrm>
                        <a:off x="546100" y="188595"/>
                        <a:ext cx="8140700" cy="1607820"/>
                      </a:xfrm>
                      <a:prstGeom prst="rect">
                        <a:avLst/>
                      </a:prstGeom>
                      <a:noFill/>
                      <a:ln w="38100">
                        <a:noFill/>
                        <a:miter/>
                      </a:ln>
                    </p:spPr>
                  </p:pic>
                </p:oleObj>
              </mc:Fallback>
            </mc:AlternateContent>
          </a:graphicData>
        </a:graphic>
      </p:graphicFrame>
      <p:graphicFrame>
        <p:nvGraphicFramePr>
          <p:cNvPr id="66567" name="对象 66566"/>
          <p:cNvGraphicFramePr/>
          <p:nvPr/>
        </p:nvGraphicFramePr>
        <p:xfrm>
          <a:off x="545783" y="2060575"/>
          <a:ext cx="8140700" cy="3731260"/>
        </p:xfrm>
        <a:graphic>
          <a:graphicData uri="http://schemas.openxmlformats.org/presentationml/2006/ole">
            <mc:AlternateContent xmlns:mc="http://schemas.openxmlformats.org/markup-compatibility/2006">
              <mc:Choice xmlns:v="urn:schemas-microsoft-com:vml" Requires="v">
                <p:oleObj r:id="rId4" imgW="6053455" imgH="2781300" progId="Word.Document.8">
                  <p:embed/>
                </p:oleObj>
              </mc:Choice>
              <mc:Fallback>
                <p:oleObj r:id="rId4" imgW="6053455" imgH="2781300" progId="Word.Document.8">
                  <p:embed/>
                  <p:pic>
                    <p:nvPicPr>
                      <p:cNvPr id="0" name="图片 3083"/>
                      <p:cNvPicPr/>
                      <p:nvPr/>
                    </p:nvPicPr>
                    <p:blipFill>
                      <a:blip r:embed="rId5"/>
                      <a:stretch>
                        <a:fillRect/>
                      </a:stretch>
                    </p:blipFill>
                    <p:spPr>
                      <a:xfrm>
                        <a:off x="545783" y="2060575"/>
                        <a:ext cx="8140700" cy="3731260"/>
                      </a:xfrm>
                      <a:prstGeom prst="rect">
                        <a:avLst/>
                      </a:prstGeom>
                      <a:noFill/>
                      <a:ln w="38100">
                        <a:noFill/>
                        <a:miter/>
                      </a:ln>
                    </p:spPr>
                  </p:pic>
                </p:oleObj>
              </mc:Fallback>
            </mc:AlternateContent>
          </a:graphicData>
        </a:graphic>
      </p:graphicFrame>
      <p:graphicFrame>
        <p:nvGraphicFramePr>
          <p:cNvPr id="66568" name="对象 66567"/>
          <p:cNvGraphicFramePr/>
          <p:nvPr/>
        </p:nvGraphicFramePr>
        <p:xfrm>
          <a:off x="539750" y="5588953"/>
          <a:ext cx="8140700" cy="1600200"/>
        </p:xfrm>
        <a:graphic>
          <a:graphicData uri="http://schemas.openxmlformats.org/presentationml/2006/ole">
            <mc:AlternateContent xmlns:mc="http://schemas.openxmlformats.org/markup-compatibility/2006">
              <mc:Choice xmlns:v="urn:schemas-microsoft-com:vml" Requires="v">
                <p:oleObj r:id="rId6" imgW="6053455" imgH="1193165" progId="Word.Document.8">
                  <p:embed/>
                </p:oleObj>
              </mc:Choice>
              <mc:Fallback>
                <p:oleObj r:id="rId6" imgW="6053455" imgH="1193165" progId="Word.Document.8">
                  <p:embed/>
                  <p:pic>
                    <p:nvPicPr>
                      <p:cNvPr id="0" name="图片 3085"/>
                      <p:cNvPicPr/>
                      <p:nvPr/>
                    </p:nvPicPr>
                    <p:blipFill>
                      <a:blip r:embed="rId7">
                        <a:clrChange>
                          <a:clrFrom>
                            <a:srgbClr val="000000"/>
                          </a:clrFrom>
                          <a:clrTo>
                            <a:srgbClr val="FFFFFF"/>
                          </a:clrTo>
                        </a:clrChange>
                      </a:blip>
                      <a:stretch>
                        <a:fillRect/>
                      </a:stretch>
                    </p:blipFill>
                    <p:spPr>
                      <a:xfrm>
                        <a:off x="539750" y="5588953"/>
                        <a:ext cx="8140700" cy="1600200"/>
                      </a:xfrm>
                      <a:prstGeom prst="rect">
                        <a:avLst/>
                      </a:prstGeom>
                      <a:noFill/>
                      <a:ln w="38100">
                        <a:noFill/>
                        <a:miter/>
                      </a:ln>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6567"/>
                                        </p:tgtEl>
                                        <p:attrNameLst>
                                          <p:attrName>style.visibility</p:attrName>
                                        </p:attrNameLst>
                                      </p:cBhvr>
                                      <p:to>
                                        <p:strVal val="visible"/>
                                      </p:to>
                                    </p:set>
                                    <p:animEffect transition="in" filter="blinds(horizontal)">
                                      <p:cBhvr>
                                        <p:cTn id="7" dur="500"/>
                                        <p:tgtEl>
                                          <p:spTgt spid="665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6568"/>
                                        </p:tgtEl>
                                        <p:attrNameLst>
                                          <p:attrName>style.visibility</p:attrName>
                                        </p:attrNameLst>
                                      </p:cBhvr>
                                      <p:to>
                                        <p:strVal val="visible"/>
                                      </p:to>
                                    </p:set>
                                    <p:animEffect transition="in" filter="blinds(horizontal)">
                                      <p:cBhvr>
                                        <p:cTn id="12" dur="500"/>
                                        <p:tgtEl>
                                          <p:spTgt spid="66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椭圆 14337">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14339" name="椭圆 14338">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14340" name="矩形 14339">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14375" name="对象 14374"/>
          <p:cNvGraphicFramePr/>
          <p:nvPr/>
        </p:nvGraphicFramePr>
        <p:xfrm>
          <a:off x="323850" y="44450"/>
          <a:ext cx="8140700" cy="1605280"/>
        </p:xfrm>
        <a:graphic>
          <a:graphicData uri="http://schemas.openxmlformats.org/presentationml/2006/ole">
            <mc:AlternateContent xmlns:mc="http://schemas.openxmlformats.org/markup-compatibility/2006">
              <mc:Choice xmlns:v="urn:schemas-microsoft-com:vml" Requires="v">
                <p:oleObj r:id="rId2" imgW="6053455" imgH="1195705" progId="Word.Document.8">
                  <p:embed/>
                </p:oleObj>
              </mc:Choice>
              <mc:Fallback>
                <p:oleObj r:id="rId2" imgW="6053455" imgH="1195705" progId="Word.Document.8">
                  <p:embed/>
                  <p:pic>
                    <p:nvPicPr>
                      <p:cNvPr id="0" name="图片 3105"/>
                      <p:cNvPicPr/>
                      <p:nvPr/>
                    </p:nvPicPr>
                    <p:blipFill>
                      <a:blip r:embed="rId3"/>
                      <a:stretch>
                        <a:fillRect/>
                      </a:stretch>
                    </p:blipFill>
                    <p:spPr>
                      <a:xfrm>
                        <a:off x="323850" y="44450"/>
                        <a:ext cx="8140700" cy="1605280"/>
                      </a:xfrm>
                      <a:prstGeom prst="rect">
                        <a:avLst/>
                      </a:prstGeom>
                      <a:noFill/>
                      <a:ln w="38100">
                        <a:noFill/>
                        <a:miter/>
                      </a:ln>
                    </p:spPr>
                  </p:pic>
                </p:oleObj>
              </mc:Fallback>
            </mc:AlternateContent>
          </a:graphicData>
        </a:graphic>
      </p:graphicFrame>
      <p:graphicFrame>
        <p:nvGraphicFramePr>
          <p:cNvPr id="14376" name="对象 14375"/>
          <p:cNvGraphicFramePr/>
          <p:nvPr/>
        </p:nvGraphicFramePr>
        <p:xfrm>
          <a:off x="627380" y="1484630"/>
          <a:ext cx="7762240" cy="5228590"/>
        </p:xfrm>
        <a:graphic>
          <a:graphicData uri="http://schemas.openxmlformats.org/presentationml/2006/ole">
            <mc:AlternateContent xmlns:mc="http://schemas.openxmlformats.org/markup-compatibility/2006">
              <mc:Choice xmlns:v="urn:schemas-microsoft-com:vml" Requires="v">
                <p:oleObj r:id="rId4" imgW="6053455" imgH="4367530" progId="Word.Document.8">
                  <p:embed/>
                </p:oleObj>
              </mc:Choice>
              <mc:Fallback>
                <p:oleObj r:id="rId4" imgW="6053455" imgH="4367530" progId="Word.Document.8">
                  <p:embed/>
                  <p:pic>
                    <p:nvPicPr>
                      <p:cNvPr id="0" name="图片 3104"/>
                      <p:cNvPicPr/>
                      <p:nvPr/>
                    </p:nvPicPr>
                    <p:blipFill>
                      <a:blip r:embed="rId5"/>
                      <a:stretch>
                        <a:fillRect/>
                      </a:stretch>
                    </p:blipFill>
                    <p:spPr>
                      <a:xfrm>
                        <a:off x="627380" y="1484630"/>
                        <a:ext cx="7762240" cy="5228590"/>
                      </a:xfrm>
                      <a:prstGeom prst="rect">
                        <a:avLst/>
                      </a:prstGeom>
                      <a:noFill/>
                      <a:ln w="38100">
                        <a:noFill/>
                        <a:miter/>
                      </a:ln>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76"/>
                                        </p:tgtEl>
                                        <p:attrNameLst>
                                          <p:attrName>style.visibility</p:attrName>
                                        </p:attrNameLst>
                                      </p:cBhvr>
                                      <p:to>
                                        <p:strVal val="visible"/>
                                      </p:to>
                                    </p:set>
                                    <p:animEffect transition="in" filter="blinds(horizontal)">
                                      <p:cBhvr>
                                        <p:cTn id="7" dur="500"/>
                                        <p:tgtEl>
                                          <p:spTgt spid="14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椭圆 67585">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67587" name="椭圆 67586">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67588" name="矩形 67587">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67589" name="矩形 67588"/>
          <p:cNvSpPr/>
          <p:nvPr/>
        </p:nvSpPr>
        <p:spPr>
          <a:xfrm>
            <a:off x="0" y="3243263"/>
            <a:ext cx="9144000" cy="0"/>
          </a:xfrm>
          <a:prstGeom prst="rect">
            <a:avLst/>
          </a:prstGeom>
          <a:noFill/>
          <a:ln w="9525">
            <a:noFill/>
          </a:ln>
        </p:spPr>
        <p:txBody>
          <a:bodyPr/>
          <a:lstStyle/>
          <a:p>
            <a:endParaRPr lang="zh-CN" altLang="en-US"/>
          </a:p>
        </p:txBody>
      </p:sp>
      <p:sp>
        <p:nvSpPr>
          <p:cNvPr id="67590" name="矩形 67589"/>
          <p:cNvSpPr/>
          <p:nvPr/>
        </p:nvSpPr>
        <p:spPr>
          <a:xfrm>
            <a:off x="611188" y="116681"/>
            <a:ext cx="4295140" cy="521970"/>
          </a:xfrm>
          <a:prstGeom prst="rect">
            <a:avLst/>
          </a:prstGeom>
          <a:noFill/>
          <a:ln w="9525">
            <a:noFill/>
          </a:ln>
        </p:spPr>
        <p:txBody>
          <a:bodyPr wrap="none" anchor="ctr" anchorCtr="0">
            <a:spAutoFit/>
          </a:bodyPr>
          <a:lstStyle/>
          <a:p>
            <a:pPr algn="l"/>
            <a:r>
              <a:rPr lang="zh-CN" altLang="en-US" dirty="0">
                <a:solidFill>
                  <a:srgbClr val="990000"/>
                </a:solidFill>
                <a:latin typeface="黑体" panose="02010609060101010101" pitchFamily="2" charset="-122"/>
                <a:ea typeface="黑体" panose="02010609060101010101" pitchFamily="2" charset="-122"/>
              </a:rPr>
              <a:t>二、标准正交基与正交化 </a:t>
            </a:r>
          </a:p>
        </p:txBody>
      </p:sp>
      <p:graphicFrame>
        <p:nvGraphicFramePr>
          <p:cNvPr id="67591" name="对象 67590"/>
          <p:cNvGraphicFramePr/>
          <p:nvPr/>
        </p:nvGraphicFramePr>
        <p:xfrm>
          <a:off x="467995" y="548323"/>
          <a:ext cx="8140700" cy="5065395"/>
        </p:xfrm>
        <a:graphic>
          <a:graphicData uri="http://schemas.openxmlformats.org/presentationml/2006/ole">
            <mc:AlternateContent xmlns:mc="http://schemas.openxmlformats.org/markup-compatibility/2006">
              <mc:Choice xmlns:v="urn:schemas-microsoft-com:vml" Requires="v">
                <p:oleObj r:id="rId2" imgW="6053455" imgH="3771900" progId="Word.Document.8">
                  <p:embed/>
                </p:oleObj>
              </mc:Choice>
              <mc:Fallback>
                <p:oleObj r:id="rId2" imgW="6053455" imgH="3771900" progId="Word.Document.8">
                  <p:embed/>
                  <p:pic>
                    <p:nvPicPr>
                      <p:cNvPr id="0" name="图片 3084"/>
                      <p:cNvPicPr/>
                      <p:nvPr/>
                    </p:nvPicPr>
                    <p:blipFill>
                      <a:blip r:embed="rId3"/>
                      <a:stretch>
                        <a:fillRect/>
                      </a:stretch>
                    </p:blipFill>
                    <p:spPr>
                      <a:xfrm>
                        <a:off x="467995" y="548323"/>
                        <a:ext cx="8140700" cy="5065395"/>
                      </a:xfrm>
                      <a:prstGeom prst="rect">
                        <a:avLst/>
                      </a:prstGeom>
                      <a:noFill/>
                      <a:ln w="38100">
                        <a:noFill/>
                        <a:miter/>
                      </a:ln>
                    </p:spPr>
                  </p:pic>
                </p:oleObj>
              </mc:Fallback>
            </mc:AlternateContent>
          </a:graphicData>
        </a:graphic>
      </p:graphicFrame>
      <p:graphicFrame>
        <p:nvGraphicFramePr>
          <p:cNvPr id="67592" name="对象 67591"/>
          <p:cNvGraphicFramePr/>
          <p:nvPr/>
        </p:nvGraphicFramePr>
        <p:xfrm>
          <a:off x="467995" y="5131435"/>
          <a:ext cx="8140700" cy="1588770"/>
        </p:xfrm>
        <a:graphic>
          <a:graphicData uri="http://schemas.openxmlformats.org/presentationml/2006/ole">
            <mc:AlternateContent xmlns:mc="http://schemas.openxmlformats.org/markup-compatibility/2006">
              <mc:Choice xmlns:v="urn:schemas-microsoft-com:vml" Requires="v">
                <p:oleObj r:id="rId4" imgW="6053455" imgH="1195705" progId="Word.Document.8">
                  <p:embed/>
                </p:oleObj>
              </mc:Choice>
              <mc:Fallback>
                <p:oleObj r:id="rId4" imgW="6053455" imgH="1195705" progId="Word.Document.8">
                  <p:embed/>
                  <p:pic>
                    <p:nvPicPr>
                      <p:cNvPr id="0" name="图片 3087"/>
                      <p:cNvPicPr/>
                      <p:nvPr/>
                    </p:nvPicPr>
                    <p:blipFill>
                      <a:blip r:embed="rId5"/>
                      <a:stretch>
                        <a:fillRect/>
                      </a:stretch>
                    </p:blipFill>
                    <p:spPr>
                      <a:xfrm>
                        <a:off x="467995" y="5131435"/>
                        <a:ext cx="8140700" cy="1588770"/>
                      </a:xfrm>
                      <a:prstGeom prst="rect">
                        <a:avLst/>
                      </a:prstGeom>
                      <a:noFill/>
                      <a:ln w="38100">
                        <a:noFill/>
                        <a:miter/>
                      </a:ln>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7591"/>
                                        </p:tgtEl>
                                        <p:attrNameLst>
                                          <p:attrName>style.visibility</p:attrName>
                                        </p:attrNameLst>
                                      </p:cBhvr>
                                      <p:to>
                                        <p:strVal val="visible"/>
                                      </p:to>
                                    </p:set>
                                    <p:animEffect transition="in" filter="blinds(horizontal)">
                                      <p:cBhvr>
                                        <p:cTn id="7" dur="500"/>
                                        <p:tgtEl>
                                          <p:spTgt spid="675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7592"/>
                                        </p:tgtEl>
                                        <p:attrNameLst>
                                          <p:attrName>style.visibility</p:attrName>
                                        </p:attrNameLst>
                                      </p:cBhvr>
                                      <p:to>
                                        <p:strVal val="visible"/>
                                      </p:to>
                                    </p:set>
                                    <p:animEffect transition="in" filter="blinds(horizontal)">
                                      <p:cBhvr>
                                        <p:cTn id="12" dur="500"/>
                                        <p:tgtEl>
                                          <p:spTgt spid="67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椭圆 68609">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68611" name="椭圆 68610">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68612" name="矩形 68611">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68613" name="矩形 68612"/>
          <p:cNvSpPr/>
          <p:nvPr/>
        </p:nvSpPr>
        <p:spPr>
          <a:xfrm>
            <a:off x="0" y="3243263"/>
            <a:ext cx="9144000" cy="0"/>
          </a:xfrm>
          <a:prstGeom prst="rect">
            <a:avLst/>
          </a:prstGeom>
          <a:noFill/>
          <a:ln w="9525">
            <a:noFill/>
          </a:ln>
        </p:spPr>
        <p:txBody>
          <a:bodyPr/>
          <a:lstStyle/>
          <a:p>
            <a:endParaRPr lang="zh-CN" altLang="en-US"/>
          </a:p>
        </p:txBody>
      </p:sp>
      <p:graphicFrame>
        <p:nvGraphicFramePr>
          <p:cNvPr id="68614" name="对象 68613"/>
          <p:cNvGraphicFramePr/>
          <p:nvPr/>
        </p:nvGraphicFramePr>
        <p:xfrm>
          <a:off x="393700" y="620395"/>
          <a:ext cx="8140700" cy="1604010"/>
        </p:xfrm>
        <a:graphic>
          <a:graphicData uri="http://schemas.openxmlformats.org/presentationml/2006/ole">
            <mc:AlternateContent xmlns:mc="http://schemas.openxmlformats.org/markup-compatibility/2006">
              <mc:Choice xmlns:v="urn:schemas-microsoft-com:vml" Requires="v">
                <p:oleObj r:id="rId2" imgW="6053455" imgH="1195705" progId="Word.Document.8">
                  <p:embed/>
                </p:oleObj>
              </mc:Choice>
              <mc:Fallback>
                <p:oleObj r:id="rId2" imgW="6053455" imgH="1195705" progId="Word.Document.8">
                  <p:embed/>
                  <p:pic>
                    <p:nvPicPr>
                      <p:cNvPr id="0" name="图片 3086"/>
                      <p:cNvPicPr/>
                      <p:nvPr/>
                    </p:nvPicPr>
                    <p:blipFill>
                      <a:blip r:embed="rId3"/>
                      <a:stretch>
                        <a:fillRect/>
                      </a:stretch>
                    </p:blipFill>
                    <p:spPr>
                      <a:xfrm>
                        <a:off x="393700" y="620395"/>
                        <a:ext cx="8140700" cy="1604010"/>
                      </a:xfrm>
                      <a:prstGeom prst="rect">
                        <a:avLst/>
                      </a:prstGeom>
                      <a:noFill/>
                      <a:ln w="38100">
                        <a:noFill/>
                        <a:miter/>
                      </a:ln>
                    </p:spPr>
                  </p:pic>
                </p:oleObj>
              </mc:Fallback>
            </mc:AlternateContent>
          </a:graphicData>
        </a:graphic>
      </p:graphicFrame>
      <p:graphicFrame>
        <p:nvGraphicFramePr>
          <p:cNvPr id="68615" name="对象 68614"/>
          <p:cNvGraphicFramePr/>
          <p:nvPr/>
        </p:nvGraphicFramePr>
        <p:xfrm>
          <a:off x="395288" y="2205038"/>
          <a:ext cx="8255000" cy="711200"/>
        </p:xfrm>
        <a:graphic>
          <a:graphicData uri="http://schemas.openxmlformats.org/presentationml/2006/ole">
            <mc:AlternateContent xmlns:mc="http://schemas.openxmlformats.org/markup-compatibility/2006">
              <mc:Choice xmlns:v="urn:schemas-microsoft-com:vml" Requires="v">
                <p:oleObj r:id="rId4" imgW="6195060" imgH="539750" progId="Word.Document.8">
                  <p:embed/>
                </p:oleObj>
              </mc:Choice>
              <mc:Fallback>
                <p:oleObj r:id="rId4" imgW="6195060" imgH="539750" progId="Word.Document.8">
                  <p:embed/>
                  <p:pic>
                    <p:nvPicPr>
                      <p:cNvPr id="0" name="图片 3088"/>
                      <p:cNvPicPr/>
                      <p:nvPr/>
                    </p:nvPicPr>
                    <p:blipFill>
                      <a:blip r:embed="rId5">
                        <a:clrChange>
                          <a:clrFrom>
                            <a:srgbClr val="000000"/>
                          </a:clrFrom>
                          <a:clrTo>
                            <a:srgbClr val="FFFFFF"/>
                          </a:clrTo>
                        </a:clrChange>
                      </a:blip>
                      <a:stretch>
                        <a:fillRect/>
                      </a:stretch>
                    </p:blipFill>
                    <p:spPr>
                      <a:xfrm>
                        <a:off x="395288" y="2205038"/>
                        <a:ext cx="8255000" cy="711200"/>
                      </a:xfrm>
                      <a:prstGeom prst="rect">
                        <a:avLst/>
                      </a:prstGeom>
                      <a:noFill/>
                      <a:ln w="38100">
                        <a:noFill/>
                        <a:miter/>
                      </a:ln>
                    </p:spPr>
                  </p:pic>
                </p:oleObj>
              </mc:Fallback>
            </mc:AlternateContent>
          </a:graphicData>
        </a:graphic>
      </p:graphicFrame>
      <p:sp>
        <p:nvSpPr>
          <p:cNvPr id="68617" name="矩形 68616"/>
          <p:cNvSpPr/>
          <p:nvPr/>
        </p:nvSpPr>
        <p:spPr>
          <a:xfrm>
            <a:off x="395288" y="2981325"/>
            <a:ext cx="3127375" cy="519113"/>
          </a:xfrm>
          <a:prstGeom prst="rect">
            <a:avLst/>
          </a:prstGeom>
          <a:noFill/>
          <a:ln w="9525">
            <a:noFill/>
          </a:ln>
        </p:spPr>
        <p:txBody>
          <a:bodyPr wrap="none" anchor="ctr" anchorCtr="0">
            <a:spAutoFit/>
          </a:bodyPr>
          <a:lstStyle/>
          <a:p>
            <a:pPr algn="l"/>
            <a:r>
              <a:rPr lang="zh-CN" altLang="en-US" dirty="0">
                <a:solidFill>
                  <a:srgbClr val="080808"/>
                </a:solidFill>
                <a:latin typeface="Arial" panose="020B0604020202020204" pitchFamily="34" charset="0"/>
                <a:ea typeface="楷体_GB2312" pitchFamily="49" charset="-122"/>
              </a:rPr>
              <a:t>得齐次线性方程组 </a:t>
            </a:r>
          </a:p>
        </p:txBody>
      </p:sp>
      <p:sp>
        <p:nvSpPr>
          <p:cNvPr id="68619" name="矩形 68618"/>
          <p:cNvSpPr/>
          <p:nvPr/>
        </p:nvSpPr>
        <p:spPr>
          <a:xfrm>
            <a:off x="0" y="3043238"/>
            <a:ext cx="9144000" cy="0"/>
          </a:xfrm>
          <a:prstGeom prst="rect">
            <a:avLst/>
          </a:prstGeom>
          <a:noFill/>
          <a:ln w="9525">
            <a:noFill/>
          </a:ln>
        </p:spPr>
        <p:txBody>
          <a:bodyPr/>
          <a:lstStyle/>
          <a:p>
            <a:endParaRPr lang="zh-CN" altLang="en-US"/>
          </a:p>
        </p:txBody>
      </p:sp>
      <p:graphicFrame>
        <p:nvGraphicFramePr>
          <p:cNvPr id="68618" name="对象 68617"/>
          <p:cNvGraphicFramePr/>
          <p:nvPr/>
        </p:nvGraphicFramePr>
        <p:xfrm>
          <a:off x="3491389" y="2741613"/>
          <a:ext cx="2521585" cy="1139825"/>
        </p:xfrm>
        <a:graphic>
          <a:graphicData uri="http://schemas.openxmlformats.org/presentationml/2006/ole">
            <mc:AlternateContent xmlns:mc="http://schemas.openxmlformats.org/markup-compatibility/2006">
              <mc:Choice xmlns:v="urn:schemas-microsoft-com:vml" Requires="v">
                <p:oleObj r:id="rId6" imgW="1079500" imgH="482600" progId="Equation.DSMT4">
                  <p:embed/>
                </p:oleObj>
              </mc:Choice>
              <mc:Fallback>
                <p:oleObj r:id="rId6" imgW="1079500" imgH="482600" progId="Equation.DSMT4">
                  <p:embed/>
                  <p:pic>
                    <p:nvPicPr>
                      <p:cNvPr id="0" name="图片 3093"/>
                      <p:cNvPicPr/>
                      <p:nvPr/>
                    </p:nvPicPr>
                    <p:blipFill>
                      <a:blip r:embed="rId7"/>
                      <a:stretch>
                        <a:fillRect/>
                      </a:stretch>
                    </p:blipFill>
                    <p:spPr>
                      <a:xfrm>
                        <a:off x="3491389" y="2741613"/>
                        <a:ext cx="2521585" cy="1139825"/>
                      </a:xfrm>
                      <a:prstGeom prst="rect">
                        <a:avLst/>
                      </a:prstGeom>
                      <a:noFill/>
                      <a:ln w="38100">
                        <a:noFill/>
                        <a:miter/>
                      </a:ln>
                    </p:spPr>
                  </p:pic>
                </p:oleObj>
              </mc:Fallback>
            </mc:AlternateContent>
          </a:graphicData>
        </a:graphic>
      </p:graphicFrame>
      <p:graphicFrame>
        <p:nvGraphicFramePr>
          <p:cNvPr id="68620" name="对象 68619"/>
          <p:cNvGraphicFramePr/>
          <p:nvPr/>
        </p:nvGraphicFramePr>
        <p:xfrm>
          <a:off x="1217613" y="3933508"/>
          <a:ext cx="5435600" cy="918210"/>
        </p:xfrm>
        <a:graphic>
          <a:graphicData uri="http://schemas.openxmlformats.org/presentationml/2006/ole">
            <mc:AlternateContent xmlns:mc="http://schemas.openxmlformats.org/markup-compatibility/2006">
              <mc:Choice xmlns:v="urn:schemas-microsoft-com:vml" Requires="v">
                <p:oleObj r:id="rId8" imgW="2717800" imgH="457200" progId="Equation.DSMT4">
                  <p:embed/>
                </p:oleObj>
              </mc:Choice>
              <mc:Fallback>
                <p:oleObj r:id="rId8" imgW="2717800" imgH="457200" progId="Equation.DSMT4">
                  <p:embed/>
                  <p:pic>
                    <p:nvPicPr>
                      <p:cNvPr id="0" name="图片 3099"/>
                      <p:cNvPicPr/>
                      <p:nvPr/>
                    </p:nvPicPr>
                    <p:blipFill>
                      <a:blip r:embed="rId9"/>
                      <a:stretch>
                        <a:fillRect/>
                      </a:stretch>
                    </p:blipFill>
                    <p:spPr>
                      <a:xfrm>
                        <a:off x="1217613" y="3933508"/>
                        <a:ext cx="5435600" cy="918210"/>
                      </a:xfrm>
                      <a:prstGeom prst="rect">
                        <a:avLst/>
                      </a:prstGeom>
                      <a:noFill/>
                      <a:ln w="38100">
                        <a:noFill/>
                        <a:miter/>
                      </a:ln>
                    </p:spPr>
                  </p:pic>
                </p:oleObj>
              </mc:Fallback>
            </mc:AlternateContent>
          </a:graphicData>
        </a:graphic>
      </p:graphicFrame>
      <p:sp>
        <p:nvSpPr>
          <p:cNvPr id="68622" name="矩形 68621"/>
          <p:cNvSpPr/>
          <p:nvPr/>
        </p:nvSpPr>
        <p:spPr>
          <a:xfrm>
            <a:off x="468313" y="4133850"/>
            <a:ext cx="639762" cy="519113"/>
          </a:xfrm>
          <a:prstGeom prst="rect">
            <a:avLst/>
          </a:prstGeom>
          <a:noFill/>
          <a:ln w="9525">
            <a:noFill/>
          </a:ln>
        </p:spPr>
        <p:txBody>
          <a:bodyPr wrap="none" anchor="ctr" anchorCtr="0">
            <a:spAutoFit/>
          </a:bodyPr>
          <a:lstStyle/>
          <a:p>
            <a:pPr algn="l"/>
            <a:r>
              <a:rPr lang="zh-CN" altLang="en-US" dirty="0">
                <a:solidFill>
                  <a:srgbClr val="080808"/>
                </a:solidFill>
                <a:latin typeface="Arial" panose="020B0604020202020204" pitchFamily="34" charset="0"/>
                <a:ea typeface="楷体_GB2312" pitchFamily="49" charset="-122"/>
              </a:rPr>
              <a:t>由 </a:t>
            </a:r>
          </a:p>
        </p:txBody>
      </p:sp>
      <p:sp>
        <p:nvSpPr>
          <p:cNvPr id="68623" name="矩形 68622"/>
          <p:cNvSpPr/>
          <p:nvPr/>
        </p:nvSpPr>
        <p:spPr>
          <a:xfrm>
            <a:off x="468313" y="5084763"/>
            <a:ext cx="639762" cy="519112"/>
          </a:xfrm>
          <a:prstGeom prst="rect">
            <a:avLst/>
          </a:prstGeom>
          <a:noFill/>
          <a:ln w="9525">
            <a:noFill/>
          </a:ln>
        </p:spPr>
        <p:txBody>
          <a:bodyPr wrap="none" anchor="ctr" anchorCtr="0">
            <a:spAutoFit/>
          </a:bodyPr>
          <a:lstStyle/>
          <a:p>
            <a:pPr algn="l"/>
            <a:r>
              <a:rPr lang="zh-CN" altLang="en-US" dirty="0">
                <a:solidFill>
                  <a:srgbClr val="080808"/>
                </a:solidFill>
                <a:latin typeface="Arial" panose="020B0604020202020204" pitchFamily="34" charset="0"/>
                <a:ea typeface="楷体_GB2312" pitchFamily="49" charset="-122"/>
              </a:rPr>
              <a:t>得 </a:t>
            </a:r>
          </a:p>
        </p:txBody>
      </p:sp>
      <p:sp>
        <p:nvSpPr>
          <p:cNvPr id="68625" name="矩形 68624"/>
          <p:cNvSpPr/>
          <p:nvPr/>
        </p:nvSpPr>
        <p:spPr>
          <a:xfrm>
            <a:off x="0" y="3043238"/>
            <a:ext cx="9144000" cy="0"/>
          </a:xfrm>
          <a:prstGeom prst="rect">
            <a:avLst/>
          </a:prstGeom>
          <a:noFill/>
          <a:ln w="9525">
            <a:noFill/>
          </a:ln>
        </p:spPr>
        <p:txBody>
          <a:bodyPr/>
          <a:lstStyle/>
          <a:p>
            <a:endParaRPr lang="zh-CN" altLang="en-US"/>
          </a:p>
        </p:txBody>
      </p:sp>
      <p:graphicFrame>
        <p:nvGraphicFramePr>
          <p:cNvPr id="68624" name="对象 68623"/>
          <p:cNvGraphicFramePr/>
          <p:nvPr/>
        </p:nvGraphicFramePr>
        <p:xfrm>
          <a:off x="1187450" y="4794250"/>
          <a:ext cx="1728788" cy="1155700"/>
        </p:xfrm>
        <a:graphic>
          <a:graphicData uri="http://schemas.openxmlformats.org/presentationml/2006/ole">
            <mc:AlternateContent xmlns:mc="http://schemas.openxmlformats.org/markup-compatibility/2006">
              <mc:Choice xmlns:v="urn:schemas-microsoft-com:vml" Requires="v">
                <p:oleObj r:id="rId10" imgW="635000" imgH="482600" progId="Equation.DSMT4">
                  <p:embed/>
                </p:oleObj>
              </mc:Choice>
              <mc:Fallback>
                <p:oleObj r:id="rId10" imgW="635000" imgH="482600" progId="Equation.DSMT4">
                  <p:embed/>
                  <p:pic>
                    <p:nvPicPr>
                      <p:cNvPr id="0" name="图片 3090"/>
                      <p:cNvPicPr/>
                      <p:nvPr/>
                    </p:nvPicPr>
                    <p:blipFill>
                      <a:blip r:embed="rId11">
                        <a:clrChange>
                          <a:clrFrom>
                            <a:srgbClr val="000000"/>
                          </a:clrFrom>
                          <a:clrTo>
                            <a:srgbClr val="FFFFFF"/>
                          </a:clrTo>
                        </a:clrChange>
                      </a:blip>
                      <a:stretch>
                        <a:fillRect/>
                      </a:stretch>
                    </p:blipFill>
                    <p:spPr>
                      <a:xfrm>
                        <a:off x="1187450" y="4794250"/>
                        <a:ext cx="1728788" cy="1155700"/>
                      </a:xfrm>
                      <a:prstGeom prst="rect">
                        <a:avLst/>
                      </a:prstGeom>
                      <a:noFill/>
                      <a:ln w="38100">
                        <a:noFill/>
                        <a:miter/>
                      </a:ln>
                    </p:spPr>
                  </p:pic>
                </p:oleObj>
              </mc:Fallback>
            </mc:AlternateContent>
          </a:graphicData>
        </a:graphic>
      </p:graphicFrame>
      <p:graphicFrame>
        <p:nvGraphicFramePr>
          <p:cNvPr id="68626" name="对象 68625"/>
          <p:cNvGraphicFramePr/>
          <p:nvPr/>
        </p:nvGraphicFramePr>
        <p:xfrm>
          <a:off x="2947036" y="5155883"/>
          <a:ext cx="4650105" cy="537210"/>
        </p:xfrm>
        <a:graphic>
          <a:graphicData uri="http://schemas.openxmlformats.org/presentationml/2006/ole">
            <mc:AlternateContent xmlns:mc="http://schemas.openxmlformats.org/markup-compatibility/2006">
              <mc:Choice xmlns:v="urn:schemas-microsoft-com:vml" Requires="v">
                <p:oleObj r:id="rId12" imgW="3467100" imgH="405130" progId="Word.Document.8">
                  <p:embed/>
                </p:oleObj>
              </mc:Choice>
              <mc:Fallback>
                <p:oleObj r:id="rId12" imgW="3467100" imgH="405130" progId="Word.Document.8">
                  <p:embed/>
                  <p:pic>
                    <p:nvPicPr>
                      <p:cNvPr id="0" name="图片 3094"/>
                      <p:cNvPicPr/>
                      <p:nvPr/>
                    </p:nvPicPr>
                    <p:blipFill>
                      <a:blip r:embed="rId13"/>
                      <a:stretch>
                        <a:fillRect/>
                      </a:stretch>
                    </p:blipFill>
                    <p:spPr>
                      <a:xfrm>
                        <a:off x="2947036" y="5155883"/>
                        <a:ext cx="4650105" cy="537210"/>
                      </a:xfrm>
                      <a:prstGeom prst="rect">
                        <a:avLst/>
                      </a:prstGeom>
                      <a:noFill/>
                      <a:ln w="38100">
                        <a:noFill/>
                        <a:miter/>
                      </a:ln>
                    </p:spPr>
                  </p:pic>
                </p:oleObj>
              </mc:Fallback>
            </mc:AlternateContent>
          </a:graphicData>
        </a:graphic>
      </p:graphicFrame>
      <p:graphicFrame>
        <p:nvGraphicFramePr>
          <p:cNvPr id="68627" name="对象 68626"/>
          <p:cNvGraphicFramePr/>
          <p:nvPr/>
        </p:nvGraphicFramePr>
        <p:xfrm>
          <a:off x="539750" y="5876925"/>
          <a:ext cx="8140700" cy="533400"/>
        </p:xfrm>
        <a:graphic>
          <a:graphicData uri="http://schemas.openxmlformats.org/presentationml/2006/ole">
            <mc:AlternateContent xmlns:mc="http://schemas.openxmlformats.org/markup-compatibility/2006">
              <mc:Choice xmlns:v="urn:schemas-microsoft-com:vml" Requires="v">
                <p:oleObj r:id="rId14" imgW="6053455" imgH="402590" progId="Word.Document.8">
                  <p:embed/>
                </p:oleObj>
              </mc:Choice>
              <mc:Fallback>
                <p:oleObj r:id="rId14" imgW="6053455" imgH="402590" progId="Word.Document.8">
                  <p:embed/>
                  <p:pic>
                    <p:nvPicPr>
                      <p:cNvPr id="0" name="图片 3100"/>
                      <p:cNvPicPr/>
                      <p:nvPr/>
                    </p:nvPicPr>
                    <p:blipFill>
                      <a:blip r:embed="rId15">
                        <a:clrChange>
                          <a:clrFrom>
                            <a:srgbClr val="000000"/>
                          </a:clrFrom>
                          <a:clrTo>
                            <a:srgbClr val="FFFFFF"/>
                          </a:clrTo>
                        </a:clrChange>
                      </a:blip>
                      <a:stretch>
                        <a:fillRect/>
                      </a:stretch>
                    </p:blipFill>
                    <p:spPr>
                      <a:xfrm>
                        <a:off x="539750" y="5876925"/>
                        <a:ext cx="8140700" cy="533400"/>
                      </a:xfrm>
                      <a:prstGeom prst="rect">
                        <a:avLst/>
                      </a:prstGeom>
                      <a:noFill/>
                      <a:ln w="38100">
                        <a:noFill/>
                        <a:miter/>
                      </a:ln>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8615"/>
                                        </p:tgtEl>
                                        <p:attrNameLst>
                                          <p:attrName>style.visibility</p:attrName>
                                        </p:attrNameLst>
                                      </p:cBhvr>
                                      <p:to>
                                        <p:strVal val="visible"/>
                                      </p:to>
                                    </p:set>
                                    <p:animEffect transition="in" filter="blinds(horizontal)">
                                      <p:cBhvr>
                                        <p:cTn id="7" dur="500"/>
                                        <p:tgtEl>
                                          <p:spTgt spid="686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8617"/>
                                        </p:tgtEl>
                                        <p:attrNameLst>
                                          <p:attrName>style.visibility</p:attrName>
                                        </p:attrNameLst>
                                      </p:cBhvr>
                                      <p:to>
                                        <p:strVal val="visible"/>
                                      </p:to>
                                    </p:set>
                                    <p:animEffect transition="in" filter="blinds(horizontal)">
                                      <p:cBhvr>
                                        <p:cTn id="12" dur="500"/>
                                        <p:tgtEl>
                                          <p:spTgt spid="686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8618"/>
                                        </p:tgtEl>
                                        <p:attrNameLst>
                                          <p:attrName>style.visibility</p:attrName>
                                        </p:attrNameLst>
                                      </p:cBhvr>
                                      <p:to>
                                        <p:strVal val="visible"/>
                                      </p:to>
                                    </p:set>
                                    <p:animEffect transition="in" filter="blinds(horizontal)">
                                      <p:cBhvr>
                                        <p:cTn id="17" dur="500"/>
                                        <p:tgtEl>
                                          <p:spTgt spid="6861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8622"/>
                                        </p:tgtEl>
                                        <p:attrNameLst>
                                          <p:attrName>style.visibility</p:attrName>
                                        </p:attrNameLst>
                                      </p:cBhvr>
                                      <p:to>
                                        <p:strVal val="visible"/>
                                      </p:to>
                                    </p:set>
                                    <p:animEffect transition="in" filter="blinds(horizontal)">
                                      <p:cBhvr>
                                        <p:cTn id="22" dur="500"/>
                                        <p:tgtEl>
                                          <p:spTgt spid="6862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8620"/>
                                        </p:tgtEl>
                                        <p:attrNameLst>
                                          <p:attrName>style.visibility</p:attrName>
                                        </p:attrNameLst>
                                      </p:cBhvr>
                                      <p:to>
                                        <p:strVal val="visible"/>
                                      </p:to>
                                    </p:set>
                                    <p:animEffect transition="in" filter="blinds(horizontal)">
                                      <p:cBhvr>
                                        <p:cTn id="27" dur="500"/>
                                        <p:tgtEl>
                                          <p:spTgt spid="6862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8623"/>
                                        </p:tgtEl>
                                        <p:attrNameLst>
                                          <p:attrName>style.visibility</p:attrName>
                                        </p:attrNameLst>
                                      </p:cBhvr>
                                      <p:to>
                                        <p:strVal val="visible"/>
                                      </p:to>
                                    </p:set>
                                    <p:animEffect transition="in" filter="blinds(horizontal)">
                                      <p:cBhvr>
                                        <p:cTn id="32" dur="500"/>
                                        <p:tgtEl>
                                          <p:spTgt spid="6862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8624"/>
                                        </p:tgtEl>
                                        <p:attrNameLst>
                                          <p:attrName>style.visibility</p:attrName>
                                        </p:attrNameLst>
                                      </p:cBhvr>
                                      <p:to>
                                        <p:strVal val="visible"/>
                                      </p:to>
                                    </p:set>
                                    <p:animEffect transition="in" filter="blinds(horizontal)">
                                      <p:cBhvr>
                                        <p:cTn id="37" dur="500"/>
                                        <p:tgtEl>
                                          <p:spTgt spid="6862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8626"/>
                                        </p:tgtEl>
                                        <p:attrNameLst>
                                          <p:attrName>style.visibility</p:attrName>
                                        </p:attrNameLst>
                                      </p:cBhvr>
                                      <p:to>
                                        <p:strVal val="visible"/>
                                      </p:to>
                                    </p:set>
                                    <p:animEffect transition="in" filter="blinds(horizontal)">
                                      <p:cBhvr>
                                        <p:cTn id="42" dur="500"/>
                                        <p:tgtEl>
                                          <p:spTgt spid="6862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8627"/>
                                        </p:tgtEl>
                                        <p:attrNameLst>
                                          <p:attrName>style.visibility</p:attrName>
                                        </p:attrNameLst>
                                      </p:cBhvr>
                                      <p:to>
                                        <p:strVal val="visible"/>
                                      </p:to>
                                    </p:set>
                                    <p:animEffect transition="in" filter="blinds(horizontal)">
                                      <p:cBhvr>
                                        <p:cTn id="47" dur="500"/>
                                        <p:tgtEl>
                                          <p:spTgt spid="68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7" grpId="0"/>
      <p:bldP spid="68622" grpId="0"/>
      <p:bldP spid="68623"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椭圆 69633">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69635" name="椭圆 69634">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69636" name="矩形 69635">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69637" name="矩形 69636"/>
          <p:cNvSpPr/>
          <p:nvPr/>
        </p:nvSpPr>
        <p:spPr>
          <a:xfrm>
            <a:off x="0" y="3243263"/>
            <a:ext cx="9144000" cy="0"/>
          </a:xfrm>
          <a:prstGeom prst="rect">
            <a:avLst/>
          </a:prstGeom>
          <a:noFill/>
          <a:ln w="9525">
            <a:noFill/>
          </a:ln>
        </p:spPr>
        <p:txBody>
          <a:bodyPr/>
          <a:lstStyle/>
          <a:p>
            <a:endParaRPr lang="zh-CN" altLang="en-US"/>
          </a:p>
        </p:txBody>
      </p:sp>
      <p:graphicFrame>
        <p:nvGraphicFramePr>
          <p:cNvPr id="69638" name="对象 69637"/>
          <p:cNvGraphicFramePr/>
          <p:nvPr/>
        </p:nvGraphicFramePr>
        <p:xfrm>
          <a:off x="469900" y="542925"/>
          <a:ext cx="8140700" cy="1073150"/>
        </p:xfrm>
        <a:graphic>
          <a:graphicData uri="http://schemas.openxmlformats.org/presentationml/2006/ole">
            <mc:AlternateContent xmlns:mc="http://schemas.openxmlformats.org/markup-compatibility/2006">
              <mc:Choice xmlns:v="urn:schemas-microsoft-com:vml" Requires="v">
                <p:oleObj r:id="rId2" imgW="6053455" imgH="800100" progId="Word.Document.8">
                  <p:embed/>
                </p:oleObj>
              </mc:Choice>
              <mc:Fallback>
                <p:oleObj r:id="rId2" imgW="6053455" imgH="800100" progId="Word.Document.8">
                  <p:embed/>
                  <p:pic>
                    <p:nvPicPr>
                      <p:cNvPr id="0" name="图片 3095"/>
                      <p:cNvPicPr/>
                      <p:nvPr/>
                    </p:nvPicPr>
                    <p:blipFill>
                      <a:blip r:embed="rId3"/>
                      <a:stretch>
                        <a:fillRect/>
                      </a:stretch>
                    </p:blipFill>
                    <p:spPr>
                      <a:xfrm>
                        <a:off x="469900" y="542925"/>
                        <a:ext cx="8140700" cy="1073150"/>
                      </a:xfrm>
                      <a:prstGeom prst="rect">
                        <a:avLst/>
                      </a:prstGeom>
                      <a:noFill/>
                      <a:ln w="38100">
                        <a:noFill/>
                        <a:miter/>
                      </a:ln>
                    </p:spPr>
                  </p:pic>
                </p:oleObj>
              </mc:Fallback>
            </mc:AlternateContent>
          </a:graphicData>
        </a:graphic>
      </p:graphicFrame>
      <p:graphicFrame>
        <p:nvGraphicFramePr>
          <p:cNvPr id="69639" name="对象 69638"/>
          <p:cNvGraphicFramePr/>
          <p:nvPr/>
        </p:nvGraphicFramePr>
        <p:xfrm>
          <a:off x="469900" y="1625600"/>
          <a:ext cx="8140700" cy="1066800"/>
        </p:xfrm>
        <a:graphic>
          <a:graphicData uri="http://schemas.openxmlformats.org/presentationml/2006/ole">
            <mc:AlternateContent xmlns:mc="http://schemas.openxmlformats.org/markup-compatibility/2006">
              <mc:Choice xmlns:v="urn:schemas-microsoft-com:vml" Requires="v">
                <p:oleObj r:id="rId4" imgW="6053455" imgH="795655" progId="Word.Document.8">
                  <p:embed/>
                </p:oleObj>
              </mc:Choice>
              <mc:Fallback>
                <p:oleObj r:id="rId4" imgW="6053455" imgH="795655" progId="Word.Document.8">
                  <p:embed/>
                  <p:pic>
                    <p:nvPicPr>
                      <p:cNvPr id="0" name="图片 3091"/>
                      <p:cNvPicPr/>
                      <p:nvPr/>
                    </p:nvPicPr>
                    <p:blipFill>
                      <a:blip r:embed="rId5">
                        <a:clrChange>
                          <a:clrFrom>
                            <a:srgbClr val="000000"/>
                          </a:clrFrom>
                          <a:clrTo>
                            <a:srgbClr val="FFFFFF"/>
                          </a:clrTo>
                        </a:clrChange>
                      </a:blip>
                      <a:stretch>
                        <a:fillRect/>
                      </a:stretch>
                    </p:blipFill>
                    <p:spPr>
                      <a:xfrm>
                        <a:off x="469900" y="1625600"/>
                        <a:ext cx="8140700" cy="1066800"/>
                      </a:xfrm>
                      <a:prstGeom prst="rect">
                        <a:avLst/>
                      </a:prstGeom>
                      <a:noFill/>
                      <a:ln w="38100">
                        <a:noFill/>
                        <a:miter/>
                      </a:ln>
                    </p:spPr>
                  </p:pic>
                </p:oleObj>
              </mc:Fallback>
            </mc:AlternateContent>
          </a:graphicData>
        </a:graphic>
      </p:graphicFrame>
      <p:graphicFrame>
        <p:nvGraphicFramePr>
          <p:cNvPr id="69640" name="对象 69639"/>
          <p:cNvGraphicFramePr/>
          <p:nvPr/>
        </p:nvGraphicFramePr>
        <p:xfrm>
          <a:off x="469900" y="2641600"/>
          <a:ext cx="8140700" cy="1066800"/>
        </p:xfrm>
        <a:graphic>
          <a:graphicData uri="http://schemas.openxmlformats.org/presentationml/2006/ole">
            <mc:AlternateContent xmlns:mc="http://schemas.openxmlformats.org/markup-compatibility/2006">
              <mc:Choice xmlns:v="urn:schemas-microsoft-com:vml" Requires="v">
                <p:oleObj r:id="rId6" imgW="6053455" imgH="795655" progId="Word.Document.8">
                  <p:embed/>
                </p:oleObj>
              </mc:Choice>
              <mc:Fallback>
                <p:oleObj r:id="rId6" imgW="6053455" imgH="795655" progId="Word.Document.8">
                  <p:embed/>
                  <p:pic>
                    <p:nvPicPr>
                      <p:cNvPr id="0" name="图片 3092"/>
                      <p:cNvPicPr/>
                      <p:nvPr/>
                    </p:nvPicPr>
                    <p:blipFill>
                      <a:blip r:embed="rId7">
                        <a:clrChange>
                          <a:clrFrom>
                            <a:srgbClr val="000000"/>
                          </a:clrFrom>
                          <a:clrTo>
                            <a:srgbClr val="FFFFFF"/>
                          </a:clrTo>
                        </a:clrChange>
                      </a:blip>
                      <a:stretch>
                        <a:fillRect/>
                      </a:stretch>
                    </p:blipFill>
                    <p:spPr>
                      <a:xfrm>
                        <a:off x="469900" y="2641600"/>
                        <a:ext cx="8140700" cy="1066800"/>
                      </a:xfrm>
                      <a:prstGeom prst="rect">
                        <a:avLst/>
                      </a:prstGeom>
                      <a:noFill/>
                      <a:ln w="38100">
                        <a:noFill/>
                        <a:miter/>
                      </a:ln>
                    </p:spPr>
                  </p:pic>
                </p:oleObj>
              </mc:Fallback>
            </mc:AlternateContent>
          </a:graphicData>
        </a:graphic>
      </p:graphicFrame>
      <p:graphicFrame>
        <p:nvGraphicFramePr>
          <p:cNvPr id="69641" name="对象 69640"/>
          <p:cNvGraphicFramePr/>
          <p:nvPr/>
        </p:nvGraphicFramePr>
        <p:xfrm>
          <a:off x="1116013" y="3789363"/>
          <a:ext cx="6856412" cy="457200"/>
        </p:xfrm>
        <a:graphic>
          <a:graphicData uri="http://schemas.openxmlformats.org/presentationml/2006/ole">
            <mc:AlternateContent xmlns:mc="http://schemas.openxmlformats.org/markup-compatibility/2006">
              <mc:Choice xmlns:v="urn:schemas-microsoft-com:vml" Requires="v">
                <p:oleObj r:id="rId8" imgW="3467100" imgH="228600" progId="Equation.DSMT4">
                  <p:embed/>
                </p:oleObj>
              </mc:Choice>
              <mc:Fallback>
                <p:oleObj r:id="rId8" imgW="3467100" imgH="228600" progId="Equation.DSMT4">
                  <p:embed/>
                  <p:pic>
                    <p:nvPicPr>
                      <p:cNvPr id="0" name="图片 3096"/>
                      <p:cNvPicPr/>
                      <p:nvPr/>
                    </p:nvPicPr>
                    <p:blipFill>
                      <a:blip r:embed="rId9">
                        <a:clrChange>
                          <a:clrFrom>
                            <a:srgbClr val="000000"/>
                          </a:clrFrom>
                          <a:clrTo>
                            <a:srgbClr val="FFFFFF"/>
                          </a:clrTo>
                        </a:clrChange>
                      </a:blip>
                      <a:stretch>
                        <a:fillRect/>
                      </a:stretch>
                    </p:blipFill>
                    <p:spPr>
                      <a:xfrm>
                        <a:off x="1116013" y="3789363"/>
                        <a:ext cx="6856412" cy="457200"/>
                      </a:xfrm>
                      <a:prstGeom prst="rect">
                        <a:avLst/>
                      </a:prstGeom>
                      <a:noFill/>
                      <a:ln w="38100">
                        <a:noFill/>
                        <a:miter/>
                      </a:ln>
                    </p:spPr>
                  </p:pic>
                </p:oleObj>
              </mc:Fallback>
            </mc:AlternateContent>
          </a:graphicData>
        </a:graphic>
      </p:graphicFrame>
      <p:sp>
        <p:nvSpPr>
          <p:cNvPr id="69643" name="矩形 69642"/>
          <p:cNvSpPr/>
          <p:nvPr/>
        </p:nvSpPr>
        <p:spPr>
          <a:xfrm>
            <a:off x="395288" y="3716338"/>
            <a:ext cx="541337" cy="519112"/>
          </a:xfrm>
          <a:prstGeom prst="rect">
            <a:avLst/>
          </a:prstGeom>
          <a:noFill/>
          <a:ln w="9525">
            <a:noFill/>
          </a:ln>
        </p:spPr>
        <p:txBody>
          <a:bodyPr wrap="none" anchor="ctr" anchorCtr="0">
            <a:spAutoFit/>
          </a:bodyPr>
          <a:lstStyle/>
          <a:p>
            <a:pPr algn="l"/>
            <a:r>
              <a:rPr lang="zh-CN" altLang="en-US" dirty="0">
                <a:solidFill>
                  <a:srgbClr val="080808"/>
                </a:solidFill>
                <a:latin typeface="Arial" panose="020B0604020202020204" pitchFamily="34" charset="0"/>
                <a:ea typeface="楷体_GB2312" pitchFamily="49" charset="-122"/>
              </a:rPr>
              <a:t>即</a:t>
            </a:r>
          </a:p>
        </p:txBody>
      </p:sp>
      <p:graphicFrame>
        <p:nvGraphicFramePr>
          <p:cNvPr id="69644" name="对象 69643"/>
          <p:cNvGraphicFramePr/>
          <p:nvPr/>
        </p:nvGraphicFramePr>
        <p:xfrm>
          <a:off x="469900" y="4368800"/>
          <a:ext cx="8140700" cy="1066800"/>
        </p:xfrm>
        <a:graphic>
          <a:graphicData uri="http://schemas.openxmlformats.org/presentationml/2006/ole">
            <mc:AlternateContent xmlns:mc="http://schemas.openxmlformats.org/markup-compatibility/2006">
              <mc:Choice xmlns:v="urn:schemas-microsoft-com:vml" Requires="v">
                <p:oleObj r:id="rId10" imgW="6053455" imgH="795655" progId="Word.Document.8">
                  <p:embed/>
                </p:oleObj>
              </mc:Choice>
              <mc:Fallback>
                <p:oleObj r:id="rId10" imgW="6053455" imgH="795655" progId="Word.Document.8">
                  <p:embed/>
                  <p:pic>
                    <p:nvPicPr>
                      <p:cNvPr id="0" name="图片 3097"/>
                      <p:cNvPicPr/>
                      <p:nvPr/>
                    </p:nvPicPr>
                    <p:blipFill>
                      <a:blip r:embed="rId11">
                        <a:clrChange>
                          <a:clrFrom>
                            <a:srgbClr val="000000"/>
                          </a:clrFrom>
                          <a:clrTo>
                            <a:srgbClr val="FFFFFF"/>
                          </a:clrTo>
                        </a:clrChange>
                      </a:blip>
                      <a:stretch>
                        <a:fillRect/>
                      </a:stretch>
                    </p:blipFill>
                    <p:spPr>
                      <a:xfrm>
                        <a:off x="469900" y="4368800"/>
                        <a:ext cx="8140700" cy="1066800"/>
                      </a:xfrm>
                      <a:prstGeom prst="rect">
                        <a:avLst/>
                      </a:prstGeom>
                      <a:noFill/>
                      <a:ln w="38100">
                        <a:noFill/>
                        <a:miter/>
                      </a:ln>
                    </p:spPr>
                  </p:pic>
                </p:oleObj>
              </mc:Fallback>
            </mc:AlternateContent>
          </a:graphicData>
        </a:graphic>
      </p:graphicFrame>
      <p:graphicFrame>
        <p:nvGraphicFramePr>
          <p:cNvPr id="69645" name="对象 69644"/>
          <p:cNvGraphicFramePr/>
          <p:nvPr/>
        </p:nvGraphicFramePr>
        <p:xfrm>
          <a:off x="520700" y="5448300"/>
          <a:ext cx="8140700" cy="1066800"/>
        </p:xfrm>
        <a:graphic>
          <a:graphicData uri="http://schemas.openxmlformats.org/presentationml/2006/ole">
            <mc:AlternateContent xmlns:mc="http://schemas.openxmlformats.org/markup-compatibility/2006">
              <mc:Choice xmlns:v="urn:schemas-microsoft-com:vml" Requires="v">
                <p:oleObj r:id="rId12" imgW="6053455" imgH="795655" progId="Word.Document.8">
                  <p:embed/>
                </p:oleObj>
              </mc:Choice>
              <mc:Fallback>
                <p:oleObj r:id="rId12" imgW="6053455" imgH="795655" progId="Word.Document.8">
                  <p:embed/>
                  <p:pic>
                    <p:nvPicPr>
                      <p:cNvPr id="0" name="图片 3098"/>
                      <p:cNvPicPr/>
                      <p:nvPr/>
                    </p:nvPicPr>
                    <p:blipFill>
                      <a:blip r:embed="rId13">
                        <a:clrChange>
                          <a:clrFrom>
                            <a:srgbClr val="000000"/>
                          </a:clrFrom>
                          <a:clrTo>
                            <a:srgbClr val="FFFFFF"/>
                          </a:clrTo>
                        </a:clrChange>
                      </a:blip>
                      <a:stretch>
                        <a:fillRect/>
                      </a:stretch>
                    </p:blipFill>
                    <p:spPr>
                      <a:xfrm>
                        <a:off x="520700" y="5448300"/>
                        <a:ext cx="8140700" cy="1066800"/>
                      </a:xfrm>
                      <a:prstGeom prst="rect">
                        <a:avLst/>
                      </a:prstGeom>
                      <a:noFill/>
                      <a:ln w="38100">
                        <a:noFill/>
                        <a:miter/>
                      </a:ln>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639"/>
                                        </p:tgtEl>
                                        <p:attrNameLst>
                                          <p:attrName>style.visibility</p:attrName>
                                        </p:attrNameLst>
                                      </p:cBhvr>
                                      <p:to>
                                        <p:strVal val="visible"/>
                                      </p:to>
                                    </p:set>
                                    <p:animEffect transition="in" filter="blinds(horizontal)">
                                      <p:cBhvr>
                                        <p:cTn id="7" dur="500"/>
                                        <p:tgtEl>
                                          <p:spTgt spid="696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9640"/>
                                        </p:tgtEl>
                                        <p:attrNameLst>
                                          <p:attrName>style.visibility</p:attrName>
                                        </p:attrNameLst>
                                      </p:cBhvr>
                                      <p:to>
                                        <p:strVal val="visible"/>
                                      </p:to>
                                    </p:set>
                                    <p:animEffect transition="in" filter="blinds(horizontal)">
                                      <p:cBhvr>
                                        <p:cTn id="12" dur="500"/>
                                        <p:tgtEl>
                                          <p:spTgt spid="6964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9643"/>
                                        </p:tgtEl>
                                        <p:attrNameLst>
                                          <p:attrName>style.visibility</p:attrName>
                                        </p:attrNameLst>
                                      </p:cBhvr>
                                      <p:to>
                                        <p:strVal val="visible"/>
                                      </p:to>
                                    </p:set>
                                    <p:animEffect transition="in" filter="blinds(horizontal)">
                                      <p:cBhvr>
                                        <p:cTn id="17" dur="500"/>
                                        <p:tgtEl>
                                          <p:spTgt spid="6964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9641"/>
                                        </p:tgtEl>
                                        <p:attrNameLst>
                                          <p:attrName>style.visibility</p:attrName>
                                        </p:attrNameLst>
                                      </p:cBhvr>
                                      <p:to>
                                        <p:strVal val="visible"/>
                                      </p:to>
                                    </p:set>
                                    <p:animEffect transition="in" filter="blinds(horizontal)">
                                      <p:cBhvr>
                                        <p:cTn id="22" dur="500"/>
                                        <p:tgtEl>
                                          <p:spTgt spid="6964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9644"/>
                                        </p:tgtEl>
                                        <p:attrNameLst>
                                          <p:attrName>style.visibility</p:attrName>
                                        </p:attrNameLst>
                                      </p:cBhvr>
                                      <p:to>
                                        <p:strVal val="visible"/>
                                      </p:to>
                                    </p:set>
                                    <p:animEffect transition="in" filter="blinds(horizontal)">
                                      <p:cBhvr>
                                        <p:cTn id="27" dur="500"/>
                                        <p:tgtEl>
                                          <p:spTgt spid="6964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9645"/>
                                        </p:tgtEl>
                                        <p:attrNameLst>
                                          <p:attrName>style.visibility</p:attrName>
                                        </p:attrNameLst>
                                      </p:cBhvr>
                                      <p:to>
                                        <p:strVal val="visible"/>
                                      </p:to>
                                    </p:set>
                                    <p:animEffect transition="in" filter="blinds(horizontal)">
                                      <p:cBhvr>
                                        <p:cTn id="32" dur="500"/>
                                        <p:tgtEl>
                                          <p:spTgt spid="69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3"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椭圆 73729">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73731" name="椭圆 73730">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73732" name="矩形 73731">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73733" name="矩形 73732"/>
          <p:cNvSpPr/>
          <p:nvPr/>
        </p:nvSpPr>
        <p:spPr>
          <a:xfrm>
            <a:off x="0" y="3243263"/>
            <a:ext cx="9144000" cy="0"/>
          </a:xfrm>
          <a:prstGeom prst="rect">
            <a:avLst/>
          </a:prstGeom>
          <a:noFill/>
          <a:ln w="9525">
            <a:noFill/>
          </a:ln>
        </p:spPr>
        <p:txBody>
          <a:bodyPr/>
          <a:lstStyle/>
          <a:p>
            <a:endParaRPr lang="zh-CN" altLang="en-US"/>
          </a:p>
        </p:txBody>
      </p:sp>
      <p:sp>
        <p:nvSpPr>
          <p:cNvPr id="73734" name="文本框 73733"/>
          <p:cNvSpPr txBox="1"/>
          <p:nvPr/>
        </p:nvSpPr>
        <p:spPr>
          <a:xfrm>
            <a:off x="539750" y="1916113"/>
            <a:ext cx="8280400" cy="2922270"/>
          </a:xfrm>
          <a:prstGeom prst="rect">
            <a:avLst/>
          </a:prstGeom>
          <a:noFill/>
          <a:ln w="9525">
            <a:noFill/>
          </a:ln>
        </p:spPr>
        <p:txBody>
          <a:bodyPr>
            <a:spAutoFit/>
          </a:bodyPr>
          <a:lstStyle/>
          <a:p>
            <a:pPr algn="l">
              <a:lnSpc>
                <a:spcPct val="115000"/>
              </a:lnSpc>
              <a:spcBef>
                <a:spcPct val="50000"/>
              </a:spcBef>
            </a:pPr>
            <a:r>
              <a:rPr lang="en-US" altLang="zh-CN" sz="3200" dirty="0">
                <a:solidFill>
                  <a:srgbClr val="990000"/>
                </a:solidFill>
                <a:latin typeface="黑体" panose="02010609060101010101" pitchFamily="2" charset="-122"/>
                <a:ea typeface="黑体" panose="02010609060101010101" pitchFamily="2" charset="-122"/>
              </a:rPr>
              <a:t>    </a:t>
            </a:r>
            <a:r>
              <a:rPr lang="zh-CN" altLang="en-US" sz="3200" dirty="0">
                <a:solidFill>
                  <a:srgbClr val="990000"/>
                </a:solidFill>
                <a:latin typeface="黑体" panose="02010609060101010101" pitchFamily="2" charset="-122"/>
                <a:ea typeface="黑体" panose="02010609060101010101" pitchFamily="2" charset="-122"/>
              </a:rPr>
              <a:t>问题：定理</a:t>
            </a:r>
            <a:r>
              <a:rPr lang="en-US" altLang="zh-CN" sz="3200" dirty="0">
                <a:solidFill>
                  <a:srgbClr val="990000"/>
                </a:solidFill>
                <a:latin typeface="黑体" panose="02010609060101010101" pitchFamily="2" charset="-122"/>
                <a:ea typeface="黑体" panose="02010609060101010101" pitchFamily="2" charset="-122"/>
              </a:rPr>
              <a:t>3.6.</a:t>
            </a:r>
            <a:r>
              <a:rPr lang="en-US" altLang="zh-CN" sz="3200">
                <a:solidFill>
                  <a:srgbClr val="990000"/>
                </a:solidFill>
                <a:latin typeface="黑体" panose="02010609060101010101" pitchFamily="2" charset="-122"/>
                <a:ea typeface="黑体" panose="02010609060101010101" pitchFamily="2" charset="-122"/>
              </a:rPr>
              <a:t>1 </a:t>
            </a:r>
            <a:r>
              <a:rPr lang="zh-CN" altLang="en-US" sz="3200" dirty="0">
                <a:solidFill>
                  <a:srgbClr val="990000"/>
                </a:solidFill>
                <a:latin typeface="黑体" panose="02010609060101010101" pitchFamily="2" charset="-122"/>
                <a:ea typeface="黑体" panose="02010609060101010101" pitchFamily="2" charset="-122"/>
              </a:rPr>
              <a:t>给出了正交向量组的必要条件。但一个线性无关的向量组未必是正交向量组。对于线性无关的向量组，能否求得与其等价的正交向量组？下面介绍一种常用的正交化方法</a:t>
            </a:r>
            <a:r>
              <a:rPr lang="en-US" altLang="zh-CN" sz="3200">
                <a:solidFill>
                  <a:srgbClr val="990000"/>
                </a:solidFill>
                <a:latin typeface="Arial" panose="020B0604020202020204" pitchFamily="34" charset="0"/>
                <a:ea typeface="黑体" panose="02010609060101010101" pitchFamily="2" charset="-122"/>
              </a:rPr>
              <a:t>——</a:t>
            </a:r>
            <a:r>
              <a:rPr lang="zh-CN" altLang="en-US" sz="3200" dirty="0">
                <a:solidFill>
                  <a:srgbClr val="990000"/>
                </a:solidFill>
                <a:latin typeface="黑体" panose="02010609060101010101" pitchFamily="2" charset="-122"/>
                <a:ea typeface="黑体" panose="02010609060101010101" pitchFamily="2" charset="-122"/>
              </a:rPr>
              <a:t>施密特正交化方法。</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34"/>
                                        </p:tgtEl>
                                        <p:attrNameLst>
                                          <p:attrName>style.visibility</p:attrName>
                                        </p:attrNameLst>
                                      </p:cBhvr>
                                      <p:to>
                                        <p:strVal val="visible"/>
                                      </p:to>
                                    </p:set>
                                    <p:anim calcmode="lin" valueType="num">
                                      <p:cBhvr additive="base">
                                        <p:cTn id="7" dur="500" fill="hold"/>
                                        <p:tgtEl>
                                          <p:spTgt spid="73734"/>
                                        </p:tgtEl>
                                        <p:attrNameLst>
                                          <p:attrName>ppt_x</p:attrName>
                                        </p:attrNameLst>
                                      </p:cBhvr>
                                      <p:tavLst>
                                        <p:tav tm="0">
                                          <p:val>
                                            <p:strVal val="0-#ppt_w/2"/>
                                          </p:val>
                                        </p:tav>
                                        <p:tav tm="100000">
                                          <p:val>
                                            <p:strVal val="#ppt_x"/>
                                          </p:val>
                                        </p:tav>
                                      </p:tavLst>
                                    </p:anim>
                                    <p:anim calcmode="lin" valueType="num">
                                      <p:cBhvr additive="base">
                                        <p:cTn id="8" dur="500" fill="hold"/>
                                        <p:tgtEl>
                                          <p:spTgt spid="737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4"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椭圆 74753">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74755" name="椭圆 74754">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74756" name="矩形 74755">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74757" name="矩形 74756"/>
          <p:cNvSpPr/>
          <p:nvPr/>
        </p:nvSpPr>
        <p:spPr>
          <a:xfrm>
            <a:off x="0" y="3243263"/>
            <a:ext cx="9144000" cy="0"/>
          </a:xfrm>
          <a:prstGeom prst="rect">
            <a:avLst/>
          </a:prstGeom>
          <a:noFill/>
          <a:ln w="9525">
            <a:noFill/>
          </a:ln>
        </p:spPr>
        <p:txBody>
          <a:bodyPr/>
          <a:lstStyle/>
          <a:p>
            <a:endParaRPr lang="zh-CN" altLang="en-US"/>
          </a:p>
        </p:txBody>
      </p:sp>
      <p:graphicFrame>
        <p:nvGraphicFramePr>
          <p:cNvPr id="74758" name="对象 74757"/>
          <p:cNvGraphicFramePr/>
          <p:nvPr/>
        </p:nvGraphicFramePr>
        <p:xfrm>
          <a:off x="468313" y="834390"/>
          <a:ext cx="8140700" cy="5338445"/>
        </p:xfrm>
        <a:graphic>
          <a:graphicData uri="http://schemas.openxmlformats.org/presentationml/2006/ole">
            <mc:AlternateContent xmlns:mc="http://schemas.openxmlformats.org/markup-compatibility/2006">
              <mc:Choice xmlns:v="urn:schemas-microsoft-com:vml" Requires="v">
                <p:oleObj r:id="rId2" imgW="6053455" imgH="3971925" progId="Word.Document.8">
                  <p:embed/>
                </p:oleObj>
              </mc:Choice>
              <mc:Fallback>
                <p:oleObj r:id="rId2" imgW="6053455" imgH="3971925" progId="Word.Document.8">
                  <p:embed/>
                  <p:pic>
                    <p:nvPicPr>
                      <p:cNvPr id="0" name="图片 3078"/>
                      <p:cNvPicPr/>
                      <p:nvPr/>
                    </p:nvPicPr>
                    <p:blipFill>
                      <a:blip r:embed="rId3"/>
                      <a:stretch>
                        <a:fillRect/>
                      </a:stretch>
                    </p:blipFill>
                    <p:spPr>
                      <a:xfrm>
                        <a:off x="468313" y="834390"/>
                        <a:ext cx="8140700" cy="5338445"/>
                      </a:xfrm>
                      <a:prstGeom prst="rect">
                        <a:avLst/>
                      </a:prstGeom>
                      <a:noFill/>
                      <a:ln w="38100">
                        <a:noFill/>
                        <a:miter/>
                      </a:ln>
                    </p:spPr>
                  </p:pic>
                </p:oleObj>
              </mc:Fallback>
            </mc:AlternateContent>
          </a:graphicData>
        </a:graphic>
      </p:graphicFrame>
    </p:spTree>
  </p:cSld>
  <p:clrMapOvr>
    <a:masterClrMapping/>
  </p:clrMapOvr>
  <p:transition spd="med">
    <p:pull dir="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椭圆 75777">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75779" name="椭圆 75778">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75780" name="矩形 75779">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graphicFrame>
        <p:nvGraphicFramePr>
          <p:cNvPr id="75782" name="对象 75781"/>
          <p:cNvGraphicFramePr/>
          <p:nvPr/>
        </p:nvGraphicFramePr>
        <p:xfrm>
          <a:off x="467995" y="4128"/>
          <a:ext cx="8140700" cy="1073785"/>
        </p:xfrm>
        <a:graphic>
          <a:graphicData uri="http://schemas.openxmlformats.org/presentationml/2006/ole">
            <mc:AlternateContent xmlns:mc="http://schemas.openxmlformats.org/markup-compatibility/2006">
              <mc:Choice xmlns:v="urn:schemas-microsoft-com:vml" Requires="v">
                <p:oleObj r:id="rId2" imgW="6053455" imgH="800100" progId="Word.Document.8">
                  <p:embed/>
                </p:oleObj>
              </mc:Choice>
              <mc:Fallback>
                <p:oleObj r:id="rId2" imgW="6053455" imgH="800100" progId="Word.Document.8">
                  <p:embed/>
                  <p:pic>
                    <p:nvPicPr>
                      <p:cNvPr id="0" name="图片 3079"/>
                      <p:cNvPicPr/>
                      <p:nvPr/>
                    </p:nvPicPr>
                    <p:blipFill>
                      <a:blip r:embed="rId3"/>
                      <a:stretch>
                        <a:fillRect/>
                      </a:stretch>
                    </p:blipFill>
                    <p:spPr>
                      <a:xfrm>
                        <a:off x="467995" y="4128"/>
                        <a:ext cx="8140700" cy="1073785"/>
                      </a:xfrm>
                      <a:prstGeom prst="rect">
                        <a:avLst/>
                      </a:prstGeom>
                      <a:noFill/>
                      <a:ln w="38100">
                        <a:noFill/>
                        <a:miter/>
                      </a:ln>
                    </p:spPr>
                  </p:pic>
                </p:oleObj>
              </mc:Fallback>
            </mc:AlternateContent>
          </a:graphicData>
        </a:graphic>
      </p:graphicFrame>
      <p:graphicFrame>
        <p:nvGraphicFramePr>
          <p:cNvPr id="75783" name="对象 75782"/>
          <p:cNvGraphicFramePr/>
          <p:nvPr/>
        </p:nvGraphicFramePr>
        <p:xfrm>
          <a:off x="560388" y="1412240"/>
          <a:ext cx="4855845" cy="533400"/>
        </p:xfrm>
        <a:graphic>
          <a:graphicData uri="http://schemas.openxmlformats.org/presentationml/2006/ole">
            <mc:AlternateContent xmlns:mc="http://schemas.openxmlformats.org/markup-compatibility/2006">
              <mc:Choice xmlns:v="urn:schemas-microsoft-com:vml" Requires="v">
                <p:oleObj r:id="rId4" imgW="3638550" imgH="405130" progId="Word.Document.8">
                  <p:embed/>
                </p:oleObj>
              </mc:Choice>
              <mc:Fallback>
                <p:oleObj r:id="rId4" imgW="3638550" imgH="405130" progId="Word.Document.8">
                  <p:embed/>
                  <p:pic>
                    <p:nvPicPr>
                      <p:cNvPr id="0" name="图片 3081"/>
                      <p:cNvPicPr/>
                      <p:nvPr/>
                    </p:nvPicPr>
                    <p:blipFill>
                      <a:blip r:embed="rId5"/>
                      <a:stretch>
                        <a:fillRect/>
                      </a:stretch>
                    </p:blipFill>
                    <p:spPr>
                      <a:xfrm>
                        <a:off x="560388" y="1412240"/>
                        <a:ext cx="4855845" cy="533400"/>
                      </a:xfrm>
                      <a:prstGeom prst="rect">
                        <a:avLst/>
                      </a:prstGeom>
                      <a:noFill/>
                      <a:ln w="38100">
                        <a:noFill/>
                        <a:miter/>
                      </a:ln>
                    </p:spPr>
                  </p:pic>
                </p:oleObj>
              </mc:Fallback>
            </mc:AlternateContent>
          </a:graphicData>
        </a:graphic>
      </p:graphicFrame>
      <p:graphicFrame>
        <p:nvGraphicFramePr>
          <p:cNvPr id="75784" name="对象 75783"/>
          <p:cNvGraphicFramePr/>
          <p:nvPr/>
        </p:nvGraphicFramePr>
        <p:xfrm>
          <a:off x="395605" y="2279651"/>
          <a:ext cx="8140700" cy="1073785"/>
        </p:xfrm>
        <a:graphic>
          <a:graphicData uri="http://schemas.openxmlformats.org/presentationml/2006/ole">
            <mc:AlternateContent xmlns:mc="http://schemas.openxmlformats.org/markup-compatibility/2006">
              <mc:Choice xmlns:v="urn:schemas-microsoft-com:vml" Requires="v">
                <p:oleObj r:id="rId6" imgW="6053455" imgH="800100" progId="Word.Document.8">
                  <p:embed/>
                </p:oleObj>
              </mc:Choice>
              <mc:Fallback>
                <p:oleObj r:id="rId6" imgW="6053455" imgH="800100" progId="Word.Document.8">
                  <p:embed/>
                  <p:pic>
                    <p:nvPicPr>
                      <p:cNvPr id="0" name="图片 3082"/>
                      <p:cNvPicPr/>
                      <p:nvPr/>
                    </p:nvPicPr>
                    <p:blipFill>
                      <a:blip r:embed="rId7"/>
                      <a:stretch>
                        <a:fillRect/>
                      </a:stretch>
                    </p:blipFill>
                    <p:spPr>
                      <a:xfrm>
                        <a:off x="395605" y="2279651"/>
                        <a:ext cx="8140700" cy="1073785"/>
                      </a:xfrm>
                      <a:prstGeom prst="rect">
                        <a:avLst/>
                      </a:prstGeom>
                      <a:noFill/>
                      <a:ln w="38100">
                        <a:noFill/>
                        <a:miter/>
                      </a:ln>
                    </p:spPr>
                  </p:pic>
                </p:oleObj>
              </mc:Fallback>
            </mc:AlternateContent>
          </a:graphicData>
        </a:graphic>
      </p:graphicFrame>
      <p:sp>
        <p:nvSpPr>
          <p:cNvPr id="75786" name="矩形 75785"/>
          <p:cNvSpPr/>
          <p:nvPr/>
        </p:nvSpPr>
        <p:spPr>
          <a:xfrm>
            <a:off x="0" y="3081338"/>
            <a:ext cx="9144000" cy="0"/>
          </a:xfrm>
          <a:prstGeom prst="rect">
            <a:avLst/>
          </a:prstGeom>
          <a:noFill/>
          <a:ln w="9525">
            <a:noFill/>
          </a:ln>
        </p:spPr>
        <p:txBody>
          <a:bodyPr/>
          <a:lstStyle/>
          <a:p>
            <a:endParaRPr lang="zh-CN" altLang="en-US"/>
          </a:p>
        </p:txBody>
      </p:sp>
      <p:graphicFrame>
        <p:nvGraphicFramePr>
          <p:cNvPr id="75785" name="对象 75784"/>
          <p:cNvGraphicFramePr/>
          <p:nvPr/>
        </p:nvGraphicFramePr>
        <p:xfrm>
          <a:off x="373857" y="3572193"/>
          <a:ext cx="8615045" cy="1676400"/>
        </p:xfrm>
        <a:graphic>
          <a:graphicData uri="http://schemas.openxmlformats.org/presentationml/2006/ole">
            <mc:AlternateContent xmlns:mc="http://schemas.openxmlformats.org/markup-compatibility/2006">
              <mc:Choice xmlns:v="urn:schemas-microsoft-com:vml" Requires="v">
                <p:oleObj r:id="rId8" imgW="4291965" imgH="838200" progId="Equation.DSMT4">
                  <p:embed/>
                </p:oleObj>
              </mc:Choice>
              <mc:Fallback>
                <p:oleObj r:id="rId8" imgW="4291965" imgH="838200" progId="Equation.DSMT4">
                  <p:embed/>
                  <p:pic>
                    <p:nvPicPr>
                      <p:cNvPr id="0" name="图片 3075"/>
                      <p:cNvPicPr/>
                      <p:nvPr/>
                    </p:nvPicPr>
                    <p:blipFill>
                      <a:blip r:embed="rId9"/>
                      <a:stretch>
                        <a:fillRect/>
                      </a:stretch>
                    </p:blipFill>
                    <p:spPr>
                      <a:xfrm>
                        <a:off x="373857" y="3572193"/>
                        <a:ext cx="8615045" cy="1676400"/>
                      </a:xfrm>
                      <a:prstGeom prst="rect">
                        <a:avLst/>
                      </a:prstGeom>
                      <a:noFill/>
                      <a:ln w="38100">
                        <a:noFill/>
                        <a:miter/>
                      </a:ln>
                    </p:spPr>
                  </p:pic>
                </p:oleObj>
              </mc:Fallback>
            </mc:AlternateContent>
          </a:graphicData>
        </a:graphic>
      </p:graphicFrame>
      <p:graphicFrame>
        <p:nvGraphicFramePr>
          <p:cNvPr id="75787" name="对象 75786"/>
          <p:cNvGraphicFramePr/>
          <p:nvPr/>
        </p:nvGraphicFramePr>
        <p:xfrm>
          <a:off x="539750" y="5156518"/>
          <a:ext cx="8140700" cy="1073785"/>
        </p:xfrm>
        <a:graphic>
          <a:graphicData uri="http://schemas.openxmlformats.org/presentationml/2006/ole">
            <mc:AlternateContent xmlns:mc="http://schemas.openxmlformats.org/markup-compatibility/2006">
              <mc:Choice xmlns:v="urn:schemas-microsoft-com:vml" Requires="v">
                <p:oleObj r:id="rId10" imgW="6053455" imgH="800100" progId="Word.Document.8">
                  <p:embed/>
                </p:oleObj>
              </mc:Choice>
              <mc:Fallback>
                <p:oleObj r:id="rId10" imgW="6053455" imgH="800100" progId="Word.Document.8">
                  <p:embed/>
                  <p:pic>
                    <p:nvPicPr>
                      <p:cNvPr id="0" name="图片 3080"/>
                      <p:cNvPicPr/>
                      <p:nvPr/>
                    </p:nvPicPr>
                    <p:blipFill>
                      <a:blip r:embed="rId11"/>
                      <a:stretch>
                        <a:fillRect/>
                      </a:stretch>
                    </p:blipFill>
                    <p:spPr>
                      <a:xfrm>
                        <a:off x="539750" y="5156518"/>
                        <a:ext cx="8140700" cy="1073785"/>
                      </a:xfrm>
                      <a:prstGeom prst="rect">
                        <a:avLst/>
                      </a:prstGeom>
                      <a:noFill/>
                      <a:ln w="38100">
                        <a:noFill/>
                        <a:miter/>
                      </a:ln>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783"/>
                                        </p:tgtEl>
                                        <p:attrNameLst>
                                          <p:attrName>style.visibility</p:attrName>
                                        </p:attrNameLst>
                                      </p:cBhvr>
                                      <p:to>
                                        <p:strVal val="visible"/>
                                      </p:to>
                                    </p:set>
                                    <p:animEffect transition="in" filter="blinds(horizontal)">
                                      <p:cBhvr>
                                        <p:cTn id="7" dur="500"/>
                                        <p:tgtEl>
                                          <p:spTgt spid="7578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784"/>
                                        </p:tgtEl>
                                        <p:attrNameLst>
                                          <p:attrName>style.visibility</p:attrName>
                                        </p:attrNameLst>
                                      </p:cBhvr>
                                      <p:to>
                                        <p:strVal val="visible"/>
                                      </p:to>
                                    </p:set>
                                    <p:animEffect transition="in" filter="blinds(horizontal)">
                                      <p:cBhvr>
                                        <p:cTn id="12" dur="500"/>
                                        <p:tgtEl>
                                          <p:spTgt spid="7578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5785"/>
                                        </p:tgtEl>
                                        <p:attrNameLst>
                                          <p:attrName>style.visibility</p:attrName>
                                        </p:attrNameLst>
                                      </p:cBhvr>
                                      <p:to>
                                        <p:strVal val="visible"/>
                                      </p:to>
                                    </p:set>
                                    <p:animEffect transition="in" filter="blinds(horizontal)">
                                      <p:cBhvr>
                                        <p:cTn id="17" dur="500"/>
                                        <p:tgtEl>
                                          <p:spTgt spid="7578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5787"/>
                                        </p:tgtEl>
                                        <p:attrNameLst>
                                          <p:attrName>style.visibility</p:attrName>
                                        </p:attrNameLst>
                                      </p:cBhvr>
                                      <p:to>
                                        <p:strVal val="visible"/>
                                      </p:to>
                                    </p:set>
                                    <p:animEffect transition="in" filter="blinds(horizontal)">
                                      <p:cBhvr>
                                        <p:cTn id="22" dur="500"/>
                                        <p:tgtEl>
                                          <p:spTgt spid="75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椭圆 75777">
            <a:hlinkClick r:id="" action="ppaction://hlinkshowjump?jump=previousslide"/>
          </p:cNvPr>
          <p:cNvSpPr/>
          <p:nvPr/>
        </p:nvSpPr>
        <p:spPr>
          <a:xfrm>
            <a:off x="7235825" y="44450"/>
            <a:ext cx="287338" cy="287338"/>
          </a:xfrm>
          <a:prstGeom prst="ellipse">
            <a:avLst/>
          </a:prstGeom>
          <a:solidFill>
            <a:schemeClr val="accent1">
              <a:alpha val="0"/>
            </a:schemeClr>
          </a:solidFill>
          <a:ln w="9525">
            <a:noFill/>
          </a:ln>
        </p:spPr>
        <p:txBody>
          <a:bodyPr/>
          <a:lstStyle/>
          <a:p>
            <a:endParaRPr lang="zh-CN" altLang="en-US"/>
          </a:p>
        </p:txBody>
      </p:sp>
      <p:sp>
        <p:nvSpPr>
          <p:cNvPr id="75779" name="椭圆 75778">
            <a:hlinkClick r:id="" action="ppaction://hlinkshowjump?jump=nextslide"/>
          </p:cNvPr>
          <p:cNvSpPr/>
          <p:nvPr/>
        </p:nvSpPr>
        <p:spPr>
          <a:xfrm>
            <a:off x="7740650" y="44450"/>
            <a:ext cx="287338" cy="287338"/>
          </a:xfrm>
          <a:prstGeom prst="ellipse">
            <a:avLst/>
          </a:prstGeom>
          <a:solidFill>
            <a:schemeClr val="accent1">
              <a:alpha val="0"/>
            </a:schemeClr>
          </a:solidFill>
          <a:ln w="9525">
            <a:noFill/>
          </a:ln>
        </p:spPr>
        <p:txBody>
          <a:bodyPr/>
          <a:lstStyle/>
          <a:p>
            <a:endParaRPr lang="zh-CN" altLang="en-US"/>
          </a:p>
        </p:txBody>
      </p:sp>
      <p:sp>
        <p:nvSpPr>
          <p:cNvPr id="75780" name="矩形 75779">
            <a:hlinkClick r:id="" action="ppaction://hlinkshowjump?jump=firstslide"/>
          </p:cNvPr>
          <p:cNvSpPr/>
          <p:nvPr/>
        </p:nvSpPr>
        <p:spPr>
          <a:xfrm>
            <a:off x="8245475" y="44450"/>
            <a:ext cx="287338" cy="287338"/>
          </a:xfrm>
          <a:prstGeom prst="rect">
            <a:avLst/>
          </a:prstGeom>
          <a:noFill/>
          <a:ln w="9525">
            <a:noFill/>
          </a:ln>
        </p:spPr>
        <p:txBody>
          <a:bodyPr/>
          <a:lstStyle/>
          <a:p>
            <a:endParaRPr lang="zh-CN" altLang="en-US"/>
          </a:p>
        </p:txBody>
      </p:sp>
      <p:sp>
        <p:nvSpPr>
          <p:cNvPr id="75786" name="矩形 75785"/>
          <p:cNvSpPr/>
          <p:nvPr/>
        </p:nvSpPr>
        <p:spPr>
          <a:xfrm>
            <a:off x="0" y="3081338"/>
            <a:ext cx="9144000" cy="0"/>
          </a:xfrm>
          <a:prstGeom prst="rect">
            <a:avLst/>
          </a:prstGeom>
          <a:noFill/>
          <a:ln w="9525">
            <a:noFill/>
          </a:ln>
        </p:spPr>
        <p:txBody>
          <a:bodyPr/>
          <a:lstStyle/>
          <a:p>
            <a:endParaRPr lang="zh-CN" altLang="en-US"/>
          </a:p>
        </p:txBody>
      </p:sp>
      <p:graphicFrame>
        <p:nvGraphicFramePr>
          <p:cNvPr id="75788" name="对象 75787"/>
          <p:cNvGraphicFramePr/>
          <p:nvPr/>
        </p:nvGraphicFramePr>
        <p:xfrm>
          <a:off x="611505" y="1117918"/>
          <a:ext cx="8140700" cy="3201035"/>
        </p:xfrm>
        <a:graphic>
          <a:graphicData uri="http://schemas.openxmlformats.org/presentationml/2006/ole">
            <mc:AlternateContent xmlns:mc="http://schemas.openxmlformats.org/markup-compatibility/2006">
              <mc:Choice xmlns:v="urn:schemas-microsoft-com:vml" Requires="v">
                <p:oleObj r:id="rId2" imgW="6053455" imgH="2386330" progId="Word.Document.8">
                  <p:embed/>
                </p:oleObj>
              </mc:Choice>
              <mc:Fallback>
                <p:oleObj r:id="rId2" imgW="6053455" imgH="2386330" progId="Word.Document.8">
                  <p:embed/>
                  <p:pic>
                    <p:nvPicPr>
                      <p:cNvPr id="0" name="图片 3076"/>
                      <p:cNvPicPr/>
                      <p:nvPr/>
                    </p:nvPicPr>
                    <p:blipFill>
                      <a:blip r:embed="rId3"/>
                      <a:stretch>
                        <a:fillRect/>
                      </a:stretch>
                    </p:blipFill>
                    <p:spPr>
                      <a:xfrm>
                        <a:off x="611505" y="1117918"/>
                        <a:ext cx="8140700" cy="3201035"/>
                      </a:xfrm>
                      <a:prstGeom prst="rect">
                        <a:avLst/>
                      </a:prstGeom>
                      <a:noFill/>
                      <a:ln w="38100">
                        <a:noFill/>
                        <a:miter/>
                      </a:ln>
                    </p:spPr>
                  </p:pic>
                </p:oleObj>
              </mc:Fallback>
            </mc:AlternateContent>
          </a:graphicData>
        </a:graphic>
      </p:graphicFrame>
      <p:graphicFrame>
        <p:nvGraphicFramePr>
          <p:cNvPr id="2" name="对象 1"/>
          <p:cNvGraphicFramePr/>
          <p:nvPr/>
        </p:nvGraphicFramePr>
        <p:xfrm>
          <a:off x="251460" y="44133"/>
          <a:ext cx="8140700" cy="1073785"/>
        </p:xfrm>
        <a:graphic>
          <a:graphicData uri="http://schemas.openxmlformats.org/presentationml/2006/ole">
            <mc:AlternateContent xmlns:mc="http://schemas.openxmlformats.org/markup-compatibility/2006">
              <mc:Choice xmlns:v="urn:schemas-microsoft-com:vml" Requires="v">
                <p:oleObj r:id="rId4" imgW="6053455" imgH="800100" progId="Word.Document.8">
                  <p:embed/>
                </p:oleObj>
              </mc:Choice>
              <mc:Fallback>
                <p:oleObj r:id="rId4" imgW="6053455" imgH="800100" progId="Word.Document.8">
                  <p:embed/>
                  <p:pic>
                    <p:nvPicPr>
                      <p:cNvPr id="0" name="图片 3080"/>
                      <p:cNvPicPr/>
                      <p:nvPr/>
                    </p:nvPicPr>
                    <p:blipFill>
                      <a:blip r:embed="rId5"/>
                      <a:stretch>
                        <a:fillRect/>
                      </a:stretch>
                    </p:blipFill>
                    <p:spPr>
                      <a:xfrm>
                        <a:off x="251460" y="44133"/>
                        <a:ext cx="8140700" cy="1073785"/>
                      </a:xfrm>
                      <a:prstGeom prst="rect">
                        <a:avLst/>
                      </a:prstGeom>
                      <a:noFill/>
                      <a:ln w="38100">
                        <a:noFill/>
                        <a:miter/>
                      </a:ln>
                    </p:spPr>
                  </p:pic>
                </p:oleObj>
              </mc:Fallback>
            </mc:AlternateContent>
          </a:graphicData>
        </a:graphic>
      </p:graphicFrame>
      <p:graphicFrame>
        <p:nvGraphicFramePr>
          <p:cNvPr id="4" name="对象 3"/>
          <p:cNvGraphicFramePr/>
          <p:nvPr/>
        </p:nvGraphicFramePr>
        <p:xfrm>
          <a:off x="179705" y="4580573"/>
          <a:ext cx="8140700" cy="805815"/>
        </p:xfrm>
        <a:graphic>
          <a:graphicData uri="http://schemas.openxmlformats.org/presentationml/2006/ole">
            <mc:AlternateContent xmlns:mc="http://schemas.openxmlformats.org/markup-compatibility/2006">
              <mc:Choice xmlns:v="urn:schemas-microsoft-com:vml" Requires="v">
                <p:oleObj r:id="rId6" imgW="6053455" imgH="600075" progId="Word.Document.8">
                  <p:embed/>
                </p:oleObj>
              </mc:Choice>
              <mc:Fallback>
                <p:oleObj r:id="rId6" imgW="6053455" imgH="600075" progId="Word.Document.8">
                  <p:embed/>
                  <p:pic>
                    <p:nvPicPr>
                      <p:cNvPr id="0" name="图片 3080"/>
                      <p:cNvPicPr/>
                      <p:nvPr/>
                    </p:nvPicPr>
                    <p:blipFill>
                      <a:blip r:embed="rId7"/>
                      <a:stretch>
                        <a:fillRect/>
                      </a:stretch>
                    </p:blipFill>
                    <p:spPr>
                      <a:xfrm>
                        <a:off x="179705" y="4580573"/>
                        <a:ext cx="8140700" cy="805815"/>
                      </a:xfrm>
                      <a:prstGeom prst="rect">
                        <a:avLst/>
                      </a:prstGeom>
                      <a:noFill/>
                      <a:ln w="38100">
                        <a:noFill/>
                        <a:miter/>
                      </a:ln>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788"/>
                                        </p:tgtEl>
                                        <p:attrNameLst>
                                          <p:attrName>style.visibility</p:attrName>
                                        </p:attrNameLst>
                                      </p:cBhvr>
                                      <p:to>
                                        <p:strVal val="visible"/>
                                      </p:to>
                                    </p:set>
                                    <p:animEffect transition="in" filter="blinds(horizontal)">
                                      <p:cBhvr>
                                        <p:cTn id="7" dur="500"/>
                                        <p:tgtEl>
                                          <p:spTgt spid="7578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55650" y="332105"/>
            <a:ext cx="2560955" cy="521970"/>
          </a:xfrm>
          <a:prstGeom prst="rect">
            <a:avLst/>
          </a:prstGeom>
          <a:noFill/>
        </p:spPr>
        <p:txBody>
          <a:bodyPr wrap="square" rtlCol="0" anchor="t">
            <a:spAutoFit/>
          </a:bodyPr>
          <a:lstStyle/>
          <a:p>
            <a:r>
              <a:rPr lang="en-US" altLang="zh-CN">
                <a:solidFill>
                  <a:srgbClr val="FF0000"/>
                </a:solidFill>
                <a:sym typeface="+mn-ea"/>
              </a:rPr>
              <a:t>3. </a:t>
            </a:r>
            <a:r>
              <a:rPr lang="zh-CN" altLang="en-US">
                <a:solidFill>
                  <a:srgbClr val="FF0000"/>
                </a:solidFill>
                <a:sym typeface="+mn-ea"/>
              </a:rPr>
              <a:t>正交矩阵</a:t>
            </a:r>
          </a:p>
        </p:txBody>
      </p:sp>
      <p:sp>
        <p:nvSpPr>
          <p:cNvPr id="5" name="文本框 4"/>
          <p:cNvSpPr txBox="1"/>
          <p:nvPr/>
        </p:nvSpPr>
        <p:spPr>
          <a:xfrm>
            <a:off x="399415" y="1124585"/>
            <a:ext cx="8543925" cy="521970"/>
          </a:xfrm>
          <a:prstGeom prst="rect">
            <a:avLst/>
          </a:prstGeom>
          <a:noFill/>
        </p:spPr>
        <p:txBody>
          <a:bodyPr wrap="square" rtlCol="0">
            <a:spAutoFit/>
          </a:bodyPr>
          <a:lstStyle/>
          <a:p>
            <a:r>
              <a:rPr lang="zh-CN" altLang="en-US">
                <a:solidFill>
                  <a:srgbClr val="FF0000"/>
                </a:solidFill>
                <a:sym typeface="+mn-ea"/>
              </a:rPr>
              <a:t>定义</a:t>
            </a:r>
            <a:r>
              <a:rPr lang="en-US" altLang="zh-CN">
                <a:solidFill>
                  <a:srgbClr val="FF0000"/>
                </a:solidFill>
                <a:sym typeface="+mn-ea"/>
              </a:rPr>
              <a:t>3.6.6   </a:t>
            </a:r>
            <a:r>
              <a:rPr lang="zh-CN" altLang="en-US">
                <a:solidFill>
                  <a:schemeClr val="tx1"/>
                </a:solidFill>
                <a:sym typeface="+mn-ea"/>
              </a:rPr>
              <a:t>如果</a:t>
            </a:r>
            <a:r>
              <a:rPr lang="en-US" altLang="zh-CN" i="1">
                <a:sym typeface="+mn-ea"/>
              </a:rPr>
              <a:t>n</a:t>
            </a:r>
            <a:r>
              <a:rPr lang="zh-CN" altLang="en-US">
                <a:solidFill>
                  <a:schemeClr val="tx1"/>
                </a:solidFill>
                <a:sym typeface="+mn-ea"/>
              </a:rPr>
              <a:t>阶方阵</a:t>
            </a:r>
            <a:r>
              <a:rPr lang="en-US" altLang="zh-CN" i="1" dirty="0">
                <a:sym typeface="+mn-ea"/>
              </a:rPr>
              <a:t>A</a:t>
            </a:r>
            <a:r>
              <a:rPr lang="zh-CN" altLang="en-US">
                <a:solidFill>
                  <a:schemeClr val="tx1"/>
                </a:solidFill>
                <a:sym typeface="+mn-ea"/>
              </a:rPr>
              <a:t>满足</a:t>
            </a:r>
            <a:r>
              <a:rPr lang="en-US" altLang="zh-CN" i="1" dirty="0">
                <a:sym typeface="+mn-ea"/>
              </a:rPr>
              <a:t>A</a:t>
            </a:r>
            <a:r>
              <a:rPr lang="en-US" altLang="zh-CN" i="1" baseline="30000">
                <a:sym typeface="+mn-ea"/>
              </a:rPr>
              <a:t>T</a:t>
            </a:r>
            <a:r>
              <a:rPr lang="en-US" altLang="zh-CN" i="1" dirty="0">
                <a:sym typeface="+mn-ea"/>
              </a:rPr>
              <a:t>A=E</a:t>
            </a:r>
            <a:r>
              <a:rPr lang="en-US" altLang="zh-CN" dirty="0">
                <a:sym typeface="+mn-ea"/>
              </a:rPr>
              <a:t>, </a:t>
            </a:r>
            <a:r>
              <a:rPr lang="zh-CN" altLang="en-US">
                <a:solidFill>
                  <a:schemeClr val="tx1"/>
                </a:solidFill>
                <a:sym typeface="+mn-ea"/>
              </a:rPr>
              <a:t>称</a:t>
            </a:r>
            <a:r>
              <a:rPr lang="en-US" altLang="zh-CN" i="1" dirty="0">
                <a:sym typeface="+mn-ea"/>
              </a:rPr>
              <a:t>A</a:t>
            </a:r>
            <a:r>
              <a:rPr lang="zh-CN" altLang="en-US">
                <a:solidFill>
                  <a:schemeClr val="tx1"/>
                </a:solidFill>
                <a:sym typeface="+mn-ea"/>
              </a:rPr>
              <a:t>为</a:t>
            </a:r>
            <a:r>
              <a:rPr lang="zh-CN" altLang="en-US">
                <a:solidFill>
                  <a:srgbClr val="FF0000"/>
                </a:solidFill>
                <a:sym typeface="+mn-ea"/>
              </a:rPr>
              <a:t>正交矩阵</a:t>
            </a:r>
            <a:r>
              <a:rPr lang="en-US" altLang="zh-CN">
                <a:solidFill>
                  <a:schemeClr val="tx1"/>
                </a:solidFill>
                <a:sym typeface="+mn-ea"/>
              </a:rPr>
              <a:t>.</a:t>
            </a:r>
            <a:endParaRPr lang="zh-CN" altLang="en-US">
              <a:solidFill>
                <a:schemeClr val="tx1"/>
              </a:solidFill>
              <a:sym typeface="+mn-ea"/>
            </a:endParaRPr>
          </a:p>
        </p:txBody>
      </p:sp>
      <p:sp>
        <p:nvSpPr>
          <p:cNvPr id="6" name="文本框 5"/>
          <p:cNvSpPr txBox="1"/>
          <p:nvPr/>
        </p:nvSpPr>
        <p:spPr>
          <a:xfrm>
            <a:off x="755650" y="1916430"/>
            <a:ext cx="7809230" cy="3969385"/>
          </a:xfrm>
          <a:prstGeom prst="rect">
            <a:avLst/>
          </a:prstGeom>
          <a:noFill/>
        </p:spPr>
        <p:txBody>
          <a:bodyPr wrap="square" rtlCol="0">
            <a:spAutoFit/>
          </a:bodyPr>
          <a:lstStyle/>
          <a:p>
            <a:r>
              <a:rPr lang="zh-CN" altLang="en-US">
                <a:solidFill>
                  <a:srgbClr val="FF0000"/>
                </a:solidFill>
                <a:sym typeface="+mn-ea"/>
              </a:rPr>
              <a:t>定理</a:t>
            </a:r>
            <a:r>
              <a:rPr lang="en-US" altLang="zh-CN">
                <a:solidFill>
                  <a:srgbClr val="FF0000"/>
                </a:solidFill>
                <a:sym typeface="+mn-ea"/>
              </a:rPr>
              <a:t>3.6.3</a:t>
            </a:r>
            <a:r>
              <a:rPr lang="en-US" altLang="zh-CN">
                <a:sym typeface="+mn-ea"/>
              </a:rPr>
              <a:t>  </a:t>
            </a:r>
            <a:r>
              <a:rPr lang="zh-CN" altLang="en-US">
                <a:sym typeface="+mn-ea"/>
              </a:rPr>
              <a:t>设</a:t>
            </a:r>
            <a:r>
              <a:rPr lang="en-US" altLang="zh-CN" i="1" dirty="0">
                <a:sym typeface="+mn-ea"/>
              </a:rPr>
              <a:t>A</a:t>
            </a:r>
            <a:r>
              <a:rPr lang="zh-CN" altLang="en-US" i="1" dirty="0">
                <a:sym typeface="+mn-ea"/>
              </a:rPr>
              <a:t>、</a:t>
            </a:r>
            <a:r>
              <a:rPr lang="en-US" altLang="zh-CN" i="1" dirty="0">
                <a:sym typeface="+mn-ea"/>
              </a:rPr>
              <a:t>B</a:t>
            </a:r>
            <a:r>
              <a:rPr lang="zh-CN" altLang="en-US">
                <a:sym typeface="+mn-ea"/>
              </a:rPr>
              <a:t>为同阶正交矩阵，则</a:t>
            </a:r>
          </a:p>
          <a:p>
            <a:r>
              <a:rPr lang="en-US" altLang="zh-CN"/>
              <a:t>         (1)   |</a:t>
            </a:r>
            <a:r>
              <a:rPr lang="en-US" altLang="zh-CN" i="1"/>
              <a:t>A</a:t>
            </a:r>
            <a:r>
              <a:rPr lang="en-US" altLang="zh-CN"/>
              <a:t>|=±1;</a:t>
            </a:r>
          </a:p>
          <a:p>
            <a:r>
              <a:rPr lang="en-US" altLang="zh-CN"/>
              <a:t>         (2)  </a:t>
            </a:r>
            <a:r>
              <a:rPr lang="en-US" altLang="zh-CN" i="1" dirty="0">
                <a:sym typeface="+mn-ea"/>
              </a:rPr>
              <a:t>A</a:t>
            </a:r>
            <a:r>
              <a:rPr lang="zh-CN" altLang="en-US"/>
              <a:t>可逆，且</a:t>
            </a:r>
            <a:r>
              <a:rPr lang="en-US" altLang="zh-CN" i="1" dirty="0">
                <a:sym typeface="+mn-ea"/>
              </a:rPr>
              <a:t>A</a:t>
            </a:r>
            <a:r>
              <a:rPr lang="en-US" altLang="zh-CN" baseline="30000">
                <a:sym typeface="+mn-ea"/>
              </a:rPr>
              <a:t>-1</a:t>
            </a:r>
            <a:r>
              <a:rPr lang="en-US" altLang="zh-CN">
                <a:sym typeface="+mn-ea"/>
              </a:rPr>
              <a:t>=</a:t>
            </a:r>
            <a:r>
              <a:rPr lang="en-US" altLang="zh-CN" i="1" dirty="0">
                <a:sym typeface="+mn-ea"/>
              </a:rPr>
              <a:t>A</a:t>
            </a:r>
            <a:r>
              <a:rPr lang="en-US" altLang="zh-CN" i="1" baseline="30000">
                <a:sym typeface="+mn-ea"/>
              </a:rPr>
              <a:t>T</a:t>
            </a:r>
            <a:r>
              <a:rPr lang="en-US" altLang="zh-CN">
                <a:sym typeface="+mn-ea"/>
              </a:rPr>
              <a:t>;</a:t>
            </a:r>
          </a:p>
          <a:p>
            <a:r>
              <a:rPr lang="en-US" altLang="zh-CN">
                <a:sym typeface="+mn-ea"/>
              </a:rPr>
              <a:t>         (3)  </a:t>
            </a:r>
            <a:r>
              <a:rPr lang="en-US" altLang="zh-CN" i="1" dirty="0">
                <a:sym typeface="+mn-ea"/>
              </a:rPr>
              <a:t>A</a:t>
            </a:r>
            <a:r>
              <a:rPr lang="en-US" altLang="zh-CN" i="1" baseline="30000">
                <a:sym typeface="+mn-ea"/>
              </a:rPr>
              <a:t>T</a:t>
            </a:r>
            <a:r>
              <a:rPr lang="zh-CN" altLang="en-US">
                <a:sym typeface="+mn-ea"/>
              </a:rPr>
              <a:t>为正交矩阵</a:t>
            </a:r>
            <a:r>
              <a:rPr lang="en-US" altLang="zh-CN">
                <a:sym typeface="+mn-ea"/>
              </a:rPr>
              <a:t>;</a:t>
            </a:r>
            <a:endParaRPr lang="en-US" altLang="zh-CN"/>
          </a:p>
          <a:p>
            <a:r>
              <a:rPr lang="en-US" altLang="zh-CN">
                <a:sym typeface="+mn-ea"/>
              </a:rPr>
              <a:t>         (4)  </a:t>
            </a:r>
            <a:r>
              <a:rPr lang="en-US" altLang="zh-CN" i="1" dirty="0">
                <a:sym typeface="+mn-ea"/>
              </a:rPr>
              <a:t>AB</a:t>
            </a:r>
            <a:r>
              <a:rPr lang="zh-CN" altLang="en-US" i="1" dirty="0">
                <a:sym typeface="+mn-ea"/>
              </a:rPr>
              <a:t>、</a:t>
            </a:r>
            <a:r>
              <a:rPr lang="en-US" altLang="zh-CN" i="1" dirty="0">
                <a:sym typeface="+mn-ea"/>
              </a:rPr>
              <a:t>BA</a:t>
            </a:r>
            <a:r>
              <a:rPr lang="zh-CN" altLang="en-US" dirty="0">
                <a:sym typeface="+mn-ea"/>
              </a:rPr>
              <a:t>都</a:t>
            </a:r>
            <a:r>
              <a:rPr lang="zh-CN" altLang="en-US">
                <a:sym typeface="+mn-ea"/>
              </a:rPr>
              <a:t>为正交矩阵</a:t>
            </a:r>
            <a:r>
              <a:rPr lang="en-US" altLang="zh-CN">
                <a:sym typeface="+mn-ea"/>
              </a:rPr>
              <a:t>;</a:t>
            </a:r>
          </a:p>
          <a:p>
            <a:endParaRPr lang="en-US" altLang="zh-CN">
              <a:sym typeface="+mn-ea"/>
            </a:endParaRPr>
          </a:p>
          <a:p>
            <a:r>
              <a:rPr lang="zh-CN" altLang="en-US">
                <a:solidFill>
                  <a:srgbClr val="FF0000"/>
                </a:solidFill>
                <a:sym typeface="+mn-ea"/>
              </a:rPr>
              <a:t>定理 3.6.4</a:t>
            </a:r>
            <a:r>
              <a:rPr lang="en-US" altLang="zh-CN">
                <a:sym typeface="+mn-ea"/>
              </a:rPr>
              <a:t> </a:t>
            </a:r>
            <a:r>
              <a:rPr lang="zh-CN" altLang="en-US">
                <a:sym typeface="+mn-ea"/>
              </a:rPr>
              <a:t>方阵</a:t>
            </a:r>
            <a:r>
              <a:rPr lang="en-US" altLang="zh-CN" i="1" dirty="0">
                <a:sym typeface="+mn-ea"/>
              </a:rPr>
              <a:t>A</a:t>
            </a:r>
            <a:r>
              <a:rPr lang="zh-CN" altLang="en-US">
                <a:sym typeface="+mn-ea"/>
              </a:rPr>
              <a:t>为正交矩阵的充分必要条件是</a:t>
            </a:r>
            <a:r>
              <a:rPr lang="en-US" altLang="zh-CN" i="1" dirty="0">
                <a:sym typeface="+mn-ea"/>
              </a:rPr>
              <a:t>A</a:t>
            </a:r>
            <a:r>
              <a:rPr lang="zh-CN" altLang="en-US">
                <a:sym typeface="+mn-ea"/>
              </a:rPr>
              <a:t>的行（列）向量组为标准正交向量组</a:t>
            </a:r>
            <a:r>
              <a:rPr lang="en-US" altLang="zh-CN">
                <a:sym typeface="+mn-ea"/>
              </a:rPr>
              <a:t>.</a:t>
            </a:r>
          </a:p>
          <a:p>
            <a:endParaRPr lang="en-US" altLang="zh-CN">
              <a:sym typeface="+mn-ea"/>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9" name="文本框 265218"/>
          <p:cNvSpPr txBox="1"/>
          <p:nvPr/>
        </p:nvSpPr>
        <p:spPr>
          <a:xfrm>
            <a:off x="250825" y="260350"/>
            <a:ext cx="8456613" cy="565150"/>
          </a:xfrm>
          <a:prstGeom prst="rect">
            <a:avLst/>
          </a:prstGeom>
          <a:noFill/>
          <a:ln w="9525">
            <a:noFill/>
          </a:ln>
        </p:spPr>
        <p:txBody>
          <a:bodyPr anchor="t" anchorCtr="0">
            <a:spAutoFit/>
          </a:bodyPr>
          <a:lstStyle/>
          <a:p>
            <a:pPr>
              <a:lnSpc>
                <a:spcPct val="110000"/>
              </a:lnSpc>
            </a:pPr>
            <a:r>
              <a:rPr lang="en-US" altLang="zh-CN" dirty="0">
                <a:latin typeface="Times New Roman" panose="02020603050405020304" pitchFamily="18" charset="0"/>
              </a:rPr>
              <a:t>      </a:t>
            </a:r>
            <a:r>
              <a:rPr lang="en-US" altLang="zh-CN" dirty="0">
                <a:solidFill>
                  <a:srgbClr val="FF0000"/>
                </a:solidFill>
                <a:latin typeface="Times New Roman" panose="02020603050405020304" pitchFamily="18" charset="0"/>
              </a:rPr>
              <a:t>  </a:t>
            </a:r>
            <a:r>
              <a:rPr lang="zh-CN" altLang="en-US" dirty="0">
                <a:solidFill>
                  <a:srgbClr val="FF0000"/>
                </a:solidFill>
                <a:latin typeface="Times New Roman" panose="02020603050405020304" pitchFamily="18" charset="0"/>
                <a:ea typeface="黑体" panose="02010609060101010101" pitchFamily="2" charset="-122"/>
              </a:rPr>
              <a:t>例3.6.7</a:t>
            </a:r>
            <a:r>
              <a:rPr lang="en-US" altLang="zh-CN">
                <a:latin typeface="Times New Roman" panose="02020603050405020304" pitchFamily="18" charset="0"/>
              </a:rPr>
              <a:t>  </a:t>
            </a:r>
            <a:r>
              <a:rPr lang="zh-CN" altLang="en-US">
                <a:latin typeface="Times New Roman" panose="02020603050405020304" pitchFamily="18" charset="0"/>
              </a:rPr>
              <a:t>已知</a:t>
            </a:r>
            <a:endParaRPr lang="en-US" altLang="zh-CN">
              <a:latin typeface="Times New Roman" panose="02020603050405020304" pitchFamily="18" charset="0"/>
            </a:endParaRPr>
          </a:p>
        </p:txBody>
      </p:sp>
      <p:graphicFrame>
        <p:nvGraphicFramePr>
          <p:cNvPr id="2" name="对象 -2147478967"/>
          <p:cNvGraphicFramePr>
            <a:graphicFrameLocks noChangeAspect="1"/>
          </p:cNvGraphicFramePr>
          <p:nvPr/>
        </p:nvGraphicFramePr>
        <p:xfrm>
          <a:off x="3059113" y="123825"/>
          <a:ext cx="5121275" cy="838200"/>
        </p:xfrm>
        <a:graphic>
          <a:graphicData uri="http://schemas.openxmlformats.org/presentationml/2006/ole">
            <mc:AlternateContent xmlns:mc="http://schemas.openxmlformats.org/markup-compatibility/2006">
              <mc:Choice xmlns:v="urn:schemas-microsoft-com:vml" Requires="v">
                <p:oleObj r:id="rId2" imgW="2730500" imgH="431800" progId="Equation.DSMT4">
                  <p:embed/>
                </p:oleObj>
              </mc:Choice>
              <mc:Fallback>
                <p:oleObj r:id="rId2" imgW="2730500" imgH="431800" progId="Equation.DSMT4">
                  <p:embed/>
                  <p:pic>
                    <p:nvPicPr>
                      <p:cNvPr id="0" name="图片 3075"/>
                      <p:cNvPicPr/>
                      <p:nvPr/>
                    </p:nvPicPr>
                    <p:blipFill>
                      <a:blip r:embed="rId3"/>
                      <a:stretch>
                        <a:fillRect/>
                      </a:stretch>
                    </p:blipFill>
                    <p:spPr>
                      <a:xfrm>
                        <a:off x="3059113" y="123825"/>
                        <a:ext cx="5121275" cy="838200"/>
                      </a:xfrm>
                      <a:prstGeom prst="rect">
                        <a:avLst/>
                      </a:prstGeom>
                      <a:noFill/>
                      <a:ln w="38100">
                        <a:noFill/>
                        <a:miter/>
                      </a:ln>
                    </p:spPr>
                  </p:pic>
                </p:oleObj>
              </mc:Fallback>
            </mc:AlternateContent>
          </a:graphicData>
        </a:graphic>
      </p:graphicFrame>
      <p:graphicFrame>
        <p:nvGraphicFramePr>
          <p:cNvPr id="3" name="对象 -2147478965"/>
          <p:cNvGraphicFramePr/>
          <p:nvPr/>
        </p:nvGraphicFramePr>
        <p:xfrm>
          <a:off x="827405" y="981075"/>
          <a:ext cx="5295900" cy="808990"/>
        </p:xfrm>
        <a:graphic>
          <a:graphicData uri="http://schemas.openxmlformats.org/presentationml/2006/ole">
            <mc:AlternateContent xmlns:mc="http://schemas.openxmlformats.org/markup-compatibility/2006">
              <mc:Choice xmlns:v="urn:schemas-microsoft-com:vml" Requires="v">
                <p:oleObj r:id="rId4" imgW="2882900" imgH="431800" progId="Equation.DSMT4">
                  <p:embed/>
                </p:oleObj>
              </mc:Choice>
              <mc:Fallback>
                <p:oleObj r:id="rId4" imgW="2882900" imgH="431800" progId="Equation.DSMT4">
                  <p:embed/>
                  <p:pic>
                    <p:nvPicPr>
                      <p:cNvPr id="0" name="图片 3"/>
                      <p:cNvPicPr/>
                      <p:nvPr/>
                    </p:nvPicPr>
                    <p:blipFill>
                      <a:blip r:embed="rId5"/>
                      <a:stretch>
                        <a:fillRect/>
                      </a:stretch>
                    </p:blipFill>
                    <p:spPr>
                      <a:xfrm>
                        <a:off x="827405" y="981075"/>
                        <a:ext cx="5295900" cy="808990"/>
                      </a:xfrm>
                      <a:prstGeom prst="rect">
                        <a:avLst/>
                      </a:prstGeom>
                      <a:noFill/>
                      <a:ln w="38100">
                        <a:noFill/>
                        <a:miter/>
                      </a:ln>
                    </p:spPr>
                  </p:pic>
                </p:oleObj>
              </mc:Fallback>
            </mc:AlternateContent>
          </a:graphicData>
        </a:graphic>
      </p:graphicFrame>
      <p:sp>
        <p:nvSpPr>
          <p:cNvPr id="9" name="文本框 8"/>
          <p:cNvSpPr txBox="1"/>
          <p:nvPr/>
        </p:nvSpPr>
        <p:spPr>
          <a:xfrm>
            <a:off x="6156325" y="1102995"/>
            <a:ext cx="2588895" cy="565150"/>
          </a:xfrm>
          <a:prstGeom prst="rect">
            <a:avLst/>
          </a:prstGeom>
          <a:noFill/>
        </p:spPr>
        <p:txBody>
          <a:bodyPr wrap="square" rtlCol="0" anchor="t">
            <a:spAutoFit/>
          </a:bodyPr>
          <a:lstStyle/>
          <a:p>
            <a:pPr>
              <a:lnSpc>
                <a:spcPct val="110000"/>
              </a:lnSpc>
            </a:pPr>
            <a:r>
              <a:rPr lang="zh-CN" altLang="en-US">
                <a:sym typeface="+mn-ea"/>
              </a:rPr>
              <a:t>为</a:t>
            </a:r>
            <a:r>
              <a:rPr lang="en-US" altLang="zh-CN">
                <a:sym typeface="+mn-ea"/>
              </a:rPr>
              <a:t>R</a:t>
            </a:r>
            <a:r>
              <a:rPr lang="en-US" altLang="zh-CN" baseline="30000">
                <a:sym typeface="+mn-ea"/>
              </a:rPr>
              <a:t>4</a:t>
            </a:r>
            <a:r>
              <a:rPr lang="zh-CN" altLang="en-US">
                <a:sym typeface="+mn-ea"/>
              </a:rPr>
              <a:t>的一组基，</a:t>
            </a:r>
          </a:p>
        </p:txBody>
      </p:sp>
      <p:sp>
        <p:nvSpPr>
          <p:cNvPr id="10" name="文本框 9"/>
          <p:cNvSpPr txBox="1"/>
          <p:nvPr/>
        </p:nvSpPr>
        <p:spPr>
          <a:xfrm>
            <a:off x="899795" y="1844675"/>
            <a:ext cx="5622925" cy="565150"/>
          </a:xfrm>
          <a:prstGeom prst="rect">
            <a:avLst/>
          </a:prstGeom>
          <a:noFill/>
        </p:spPr>
        <p:txBody>
          <a:bodyPr wrap="square" rtlCol="0" anchor="t">
            <a:spAutoFit/>
          </a:bodyPr>
          <a:lstStyle/>
          <a:p>
            <a:pPr>
              <a:lnSpc>
                <a:spcPct val="110000"/>
              </a:lnSpc>
            </a:pPr>
            <a:r>
              <a:rPr lang="zh-CN" altLang="en-US">
                <a:sym typeface="+mn-ea"/>
              </a:rPr>
              <a:t>证明其是一组标准正交基</a:t>
            </a:r>
            <a:r>
              <a:rPr lang="en-US" altLang="zh-CN">
                <a:sym typeface="+mn-ea"/>
              </a:rPr>
              <a:t>.</a:t>
            </a:r>
          </a:p>
        </p:txBody>
      </p:sp>
      <p:sp>
        <p:nvSpPr>
          <p:cNvPr id="11" name="文本框 10"/>
          <p:cNvSpPr txBox="1"/>
          <p:nvPr/>
        </p:nvSpPr>
        <p:spPr>
          <a:xfrm>
            <a:off x="899795" y="2637155"/>
            <a:ext cx="4572000" cy="565150"/>
          </a:xfrm>
          <a:prstGeom prst="rect">
            <a:avLst/>
          </a:prstGeom>
          <a:noFill/>
        </p:spPr>
        <p:txBody>
          <a:bodyPr wrap="square" rtlCol="0">
            <a:spAutoFit/>
          </a:bodyPr>
          <a:lstStyle/>
          <a:p>
            <a:pPr>
              <a:lnSpc>
                <a:spcPct val="110000"/>
              </a:lnSpc>
            </a:pPr>
            <a:r>
              <a:rPr lang="zh-CN" altLang="en-US">
                <a:solidFill>
                  <a:srgbClr val="FF0000"/>
                </a:solidFill>
                <a:sym typeface="+mn-ea"/>
              </a:rPr>
              <a:t>证</a:t>
            </a:r>
            <a:r>
              <a:rPr lang="en-US" altLang="zh-CN">
                <a:solidFill>
                  <a:srgbClr val="FF0000"/>
                </a:solidFill>
                <a:sym typeface="+mn-ea"/>
              </a:rPr>
              <a:t>  </a:t>
            </a:r>
            <a:r>
              <a:rPr lang="zh-CN" altLang="en-US">
                <a:solidFill>
                  <a:srgbClr val="FF0000"/>
                </a:solidFill>
                <a:sym typeface="+mn-ea"/>
              </a:rPr>
              <a:t>方法一</a:t>
            </a:r>
            <a:r>
              <a:rPr lang="zh-CN" altLang="en-US">
                <a:sym typeface="+mn-ea"/>
              </a:rPr>
              <a:t>：</a:t>
            </a:r>
            <a:endParaRPr lang="zh-CN" altLang="en-US"/>
          </a:p>
        </p:txBody>
      </p:sp>
      <p:graphicFrame>
        <p:nvGraphicFramePr>
          <p:cNvPr id="5" name="对象 -2147478962"/>
          <p:cNvGraphicFramePr>
            <a:graphicFrameLocks noChangeAspect="1"/>
          </p:cNvGraphicFramePr>
          <p:nvPr/>
        </p:nvGraphicFramePr>
        <p:xfrm>
          <a:off x="1475740" y="3202305"/>
          <a:ext cx="6325870" cy="749300"/>
        </p:xfrm>
        <a:graphic>
          <a:graphicData uri="http://schemas.openxmlformats.org/presentationml/2006/ole">
            <mc:AlternateContent xmlns:mc="http://schemas.openxmlformats.org/markup-compatibility/2006">
              <mc:Choice xmlns:v="urn:schemas-microsoft-com:vml" Requires="v">
                <p:oleObj r:id="rId6" imgW="3759200" imgH="444500" progId="Equation.DSMT4">
                  <p:embed/>
                </p:oleObj>
              </mc:Choice>
              <mc:Fallback>
                <p:oleObj r:id="rId6" imgW="3759200" imgH="444500" progId="Equation.DSMT4">
                  <p:embed/>
                  <p:pic>
                    <p:nvPicPr>
                      <p:cNvPr id="0" name="图片 11"/>
                      <p:cNvPicPr/>
                      <p:nvPr/>
                    </p:nvPicPr>
                    <p:blipFill>
                      <a:blip r:embed="rId7"/>
                      <a:stretch>
                        <a:fillRect/>
                      </a:stretch>
                    </p:blipFill>
                    <p:spPr>
                      <a:xfrm>
                        <a:off x="1475740" y="3202305"/>
                        <a:ext cx="6325870" cy="749300"/>
                      </a:xfrm>
                      <a:prstGeom prst="rect">
                        <a:avLst/>
                      </a:prstGeom>
                      <a:noFill/>
                      <a:ln w="38100">
                        <a:noFill/>
                        <a:miter/>
                      </a:ln>
                    </p:spPr>
                  </p:pic>
                </p:oleObj>
              </mc:Fallback>
            </mc:AlternateContent>
          </a:graphicData>
        </a:graphic>
      </p:graphicFrame>
      <p:graphicFrame>
        <p:nvGraphicFramePr>
          <p:cNvPr id="6" name="对象 -2147478961"/>
          <p:cNvGraphicFramePr>
            <a:graphicFrameLocks noChangeAspect="1"/>
          </p:cNvGraphicFramePr>
          <p:nvPr/>
        </p:nvGraphicFramePr>
        <p:xfrm>
          <a:off x="827405" y="3951605"/>
          <a:ext cx="7652385" cy="727075"/>
        </p:xfrm>
        <a:graphic>
          <a:graphicData uri="http://schemas.openxmlformats.org/presentationml/2006/ole">
            <mc:AlternateContent xmlns:mc="http://schemas.openxmlformats.org/markup-compatibility/2006">
              <mc:Choice xmlns:v="urn:schemas-microsoft-com:vml" Requires="v">
                <p:oleObj r:id="rId8" imgW="4686300" imgH="444500" progId="Equation.DSMT4">
                  <p:embed/>
                </p:oleObj>
              </mc:Choice>
              <mc:Fallback>
                <p:oleObj r:id="rId8" imgW="4686300" imgH="444500" progId="Equation.DSMT4">
                  <p:embed/>
                  <p:pic>
                    <p:nvPicPr>
                      <p:cNvPr id="0" name="图片 12"/>
                      <p:cNvPicPr/>
                      <p:nvPr/>
                    </p:nvPicPr>
                    <p:blipFill>
                      <a:blip r:embed="rId9"/>
                      <a:stretch>
                        <a:fillRect/>
                      </a:stretch>
                    </p:blipFill>
                    <p:spPr>
                      <a:xfrm>
                        <a:off x="827405" y="3951605"/>
                        <a:ext cx="7652385" cy="727075"/>
                      </a:xfrm>
                      <a:prstGeom prst="rect">
                        <a:avLst/>
                      </a:prstGeom>
                      <a:noFill/>
                      <a:ln w="38100">
                        <a:noFill/>
                        <a:miter/>
                      </a:ln>
                    </p:spPr>
                  </p:pic>
                </p:oleObj>
              </mc:Fallback>
            </mc:AlternateContent>
          </a:graphicData>
        </a:graphic>
      </p:graphicFrame>
      <p:sp>
        <p:nvSpPr>
          <p:cNvPr id="14" name="文本框 13"/>
          <p:cNvSpPr txBox="1"/>
          <p:nvPr/>
        </p:nvSpPr>
        <p:spPr>
          <a:xfrm>
            <a:off x="899160" y="4797425"/>
            <a:ext cx="6842760" cy="565150"/>
          </a:xfrm>
          <a:prstGeom prst="rect">
            <a:avLst/>
          </a:prstGeom>
          <a:noFill/>
        </p:spPr>
        <p:txBody>
          <a:bodyPr wrap="square" rtlCol="0">
            <a:spAutoFit/>
          </a:bodyPr>
          <a:lstStyle/>
          <a:p>
            <a:pPr>
              <a:lnSpc>
                <a:spcPct val="110000"/>
              </a:lnSpc>
            </a:pPr>
            <a:r>
              <a:rPr lang="zh-CN" altLang="en-US">
                <a:sym typeface="+mn-ea"/>
              </a:rPr>
              <a:t>可知</a:t>
            </a:r>
            <a:r>
              <a:rPr lang="en-US" altLang="zh-CN" i="1" dirty="0">
                <a:sym typeface="+mn-ea"/>
              </a:rPr>
              <a:t>α</a:t>
            </a:r>
            <a:r>
              <a:rPr lang="en-US" altLang="zh-CN" baseline="-25000" dirty="0">
                <a:solidFill>
                  <a:srgbClr val="000000"/>
                </a:solidFill>
                <a:ea typeface="楷体_GB2312"/>
                <a:sym typeface="+mn-ea"/>
              </a:rPr>
              <a:t>1</a:t>
            </a:r>
            <a:r>
              <a:rPr lang="en-US" altLang="zh-CN" dirty="0">
                <a:solidFill>
                  <a:srgbClr val="000000"/>
                </a:solidFill>
                <a:ea typeface="楷体_GB2312"/>
                <a:sym typeface="+mn-ea"/>
              </a:rPr>
              <a:t>, </a:t>
            </a:r>
            <a:r>
              <a:rPr lang="en-US" altLang="zh-CN" sz="2400" i="1" dirty="0">
                <a:sym typeface="+mn-ea"/>
              </a:rPr>
              <a:t>α</a:t>
            </a:r>
            <a:r>
              <a:rPr lang="en-US" altLang="zh-CN" baseline="-25000" dirty="0">
                <a:solidFill>
                  <a:srgbClr val="000000"/>
                </a:solidFill>
                <a:ea typeface="楷体_GB2312"/>
                <a:sym typeface="+mn-ea"/>
              </a:rPr>
              <a:t>2</a:t>
            </a:r>
            <a:r>
              <a:rPr lang="en-US" altLang="zh-CN" dirty="0">
                <a:solidFill>
                  <a:srgbClr val="000000"/>
                </a:solidFill>
                <a:ea typeface="楷体_GB2312"/>
                <a:sym typeface="+mn-ea"/>
              </a:rPr>
              <a:t>, </a:t>
            </a:r>
            <a:r>
              <a:rPr lang="en-US" altLang="zh-CN" i="1" dirty="0">
                <a:sym typeface="+mn-ea"/>
              </a:rPr>
              <a:t>α</a:t>
            </a:r>
            <a:r>
              <a:rPr lang="en-US" altLang="zh-CN" baseline="-25000" dirty="0">
                <a:solidFill>
                  <a:srgbClr val="000000"/>
                </a:solidFill>
                <a:ea typeface="楷体_GB2312"/>
                <a:sym typeface="+mn-ea"/>
              </a:rPr>
              <a:t>3</a:t>
            </a:r>
            <a:r>
              <a:rPr lang="en-US" altLang="zh-CN" dirty="0">
                <a:solidFill>
                  <a:srgbClr val="000000"/>
                </a:solidFill>
                <a:ea typeface="楷体_GB2312"/>
                <a:sym typeface="+mn-ea"/>
              </a:rPr>
              <a:t>, </a:t>
            </a:r>
            <a:r>
              <a:rPr lang="en-US" altLang="zh-CN" i="1" dirty="0">
                <a:sym typeface="+mn-ea"/>
              </a:rPr>
              <a:t>α</a:t>
            </a:r>
            <a:r>
              <a:rPr lang="en-US" altLang="zh-CN" baseline="-25000" dirty="0">
                <a:solidFill>
                  <a:srgbClr val="000000"/>
                </a:solidFill>
                <a:ea typeface="楷体_GB2312"/>
                <a:sym typeface="+mn-ea"/>
              </a:rPr>
              <a:t>4</a:t>
            </a:r>
            <a:r>
              <a:rPr lang="en-US" altLang="zh-CN" dirty="0">
                <a:solidFill>
                  <a:srgbClr val="000000"/>
                </a:solidFill>
                <a:ea typeface="楷体_GB2312"/>
                <a:sym typeface="+mn-ea"/>
              </a:rPr>
              <a:t>,</a:t>
            </a:r>
            <a:r>
              <a:rPr lang="zh-CN" altLang="en-US">
                <a:sym typeface="+mn-ea"/>
              </a:rPr>
              <a:t>都是单位向量</a:t>
            </a:r>
            <a:r>
              <a:rPr lang="en-US" altLang="zh-CN">
                <a:sym typeface="+mn-ea"/>
              </a:rPr>
              <a:t>.</a:t>
            </a:r>
            <a:endParaRPr lang="zh-CN" altLang="en-US">
              <a:sym typeface="+mn-ea"/>
            </a:endParaRPr>
          </a:p>
        </p:txBody>
      </p:sp>
      <p:grpSp>
        <p:nvGrpSpPr>
          <p:cNvPr id="17" name="组合 16"/>
          <p:cNvGrpSpPr/>
          <p:nvPr/>
        </p:nvGrpSpPr>
        <p:grpSpPr>
          <a:xfrm>
            <a:off x="394970" y="5445125"/>
            <a:ext cx="6138545" cy="748030"/>
            <a:chOff x="622" y="8575"/>
            <a:chExt cx="9667" cy="1178"/>
          </a:xfrm>
        </p:grpSpPr>
        <p:graphicFrame>
          <p:nvGraphicFramePr>
            <p:cNvPr id="7" name="对象 -2147478959"/>
            <p:cNvGraphicFramePr>
              <a:graphicFrameLocks noChangeAspect="1"/>
            </p:cNvGraphicFramePr>
            <p:nvPr/>
          </p:nvGraphicFramePr>
          <p:xfrm>
            <a:off x="1365" y="8575"/>
            <a:ext cx="8924" cy="1178"/>
          </p:xfrm>
          <a:graphic>
            <a:graphicData uri="http://schemas.openxmlformats.org/presentationml/2006/ole">
              <mc:AlternateContent xmlns:mc="http://schemas.openxmlformats.org/markup-compatibility/2006">
                <mc:Choice xmlns:v="urn:schemas-microsoft-com:vml" Requires="v">
                  <p:oleObj r:id="rId10" imgW="3276600" imgH="431800" progId="Equation.DSMT4">
                    <p:embed/>
                  </p:oleObj>
                </mc:Choice>
                <mc:Fallback>
                  <p:oleObj r:id="rId10" imgW="3276600" imgH="431800" progId="Equation.DSMT4">
                    <p:embed/>
                    <p:pic>
                      <p:nvPicPr>
                        <p:cNvPr id="0" name="图片 14"/>
                        <p:cNvPicPr/>
                        <p:nvPr/>
                      </p:nvPicPr>
                      <p:blipFill>
                        <a:blip r:embed="rId11"/>
                        <a:stretch>
                          <a:fillRect/>
                        </a:stretch>
                      </p:blipFill>
                      <p:spPr>
                        <a:xfrm>
                          <a:off x="1365" y="8575"/>
                          <a:ext cx="8924" cy="1178"/>
                        </a:xfrm>
                        <a:prstGeom prst="rect">
                          <a:avLst/>
                        </a:prstGeom>
                        <a:noFill/>
                        <a:ln w="38100">
                          <a:noFill/>
                          <a:miter/>
                        </a:ln>
                      </p:spPr>
                    </p:pic>
                  </p:oleObj>
                </mc:Fallback>
              </mc:AlternateContent>
            </a:graphicData>
          </a:graphic>
        </p:graphicFrame>
        <p:sp>
          <p:nvSpPr>
            <p:cNvPr id="16" name="文本框 15"/>
            <p:cNvSpPr txBox="1"/>
            <p:nvPr/>
          </p:nvSpPr>
          <p:spPr>
            <a:xfrm>
              <a:off x="622" y="8802"/>
              <a:ext cx="7200" cy="890"/>
            </a:xfrm>
            <a:prstGeom prst="rect">
              <a:avLst/>
            </a:prstGeom>
            <a:noFill/>
          </p:spPr>
          <p:txBody>
            <a:bodyPr wrap="square" rtlCol="0">
              <a:spAutoFit/>
            </a:bodyPr>
            <a:lstStyle/>
            <a:p>
              <a:pPr>
                <a:lnSpc>
                  <a:spcPct val="110000"/>
                </a:lnSpc>
              </a:pPr>
              <a:r>
                <a:rPr lang="zh-CN" altLang="en-US">
                  <a:sym typeface="+mn-ea"/>
                </a:rPr>
                <a:t>又</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65219">
                                            <p:txEl>
                                              <p:pRg st="0" end="0"/>
                                            </p:txEl>
                                          </p:spTgt>
                                        </p:tgtEl>
                                        <p:attrNameLst>
                                          <p:attrName>style.visibility</p:attrName>
                                        </p:attrNameLst>
                                      </p:cBhvr>
                                      <p:to>
                                        <p:strVal val="visible"/>
                                      </p:to>
                                    </p:set>
                                    <p:animEffect transition="in" filter="box(out)">
                                      <p:cBhvr>
                                        <p:cTn id="7" dur="500"/>
                                        <p:tgtEl>
                                          <p:spTgt spid="2652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9" grpId="0"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27405" y="476250"/>
            <a:ext cx="3412490" cy="521970"/>
          </a:xfrm>
          <a:prstGeom prst="rect">
            <a:avLst/>
          </a:prstGeom>
        </p:spPr>
        <p:txBody>
          <a:bodyPr wrap="square">
            <a:spAutoFit/>
          </a:bodyPr>
          <a:lstStyle/>
          <a:p>
            <a:pPr indent="266700" defTabSz="266700"/>
            <a:r>
              <a:rPr lang="zh-CN" altLang="en-US">
                <a:solidFill>
                  <a:srgbClr val="000000"/>
                </a:solidFill>
                <a:latin typeface="Calibri" panose="020F0502020204030204"/>
                <a:ea typeface="宋体" panose="02010600030101010101" pitchFamily="2" charset="-122"/>
              </a:rPr>
              <a:t>类似计算可得</a:t>
            </a:r>
            <a:endParaRPr lang="en-US" altLang="zh-CN">
              <a:solidFill>
                <a:srgbClr val="000000"/>
              </a:solidFill>
              <a:latin typeface="Calibri" panose="020F0502020204030204"/>
              <a:ea typeface="宋体" panose="02010600030101010101" pitchFamily="2" charset="-122"/>
            </a:endParaRPr>
          </a:p>
        </p:txBody>
      </p:sp>
      <p:graphicFrame>
        <p:nvGraphicFramePr>
          <p:cNvPr id="2" name="对象 -2147478958"/>
          <p:cNvGraphicFramePr/>
          <p:nvPr/>
        </p:nvGraphicFramePr>
        <p:xfrm>
          <a:off x="1259840" y="1052195"/>
          <a:ext cx="6330315" cy="413385"/>
        </p:xfrm>
        <a:graphic>
          <a:graphicData uri="http://schemas.openxmlformats.org/presentationml/2006/ole">
            <mc:AlternateContent xmlns:mc="http://schemas.openxmlformats.org/markup-compatibility/2006">
              <mc:Choice xmlns:v="urn:schemas-microsoft-com:vml" Requires="v">
                <p:oleObj r:id="rId2" imgW="3721100" imgH="228600" progId="Equation.DSMT4">
                  <p:embed/>
                </p:oleObj>
              </mc:Choice>
              <mc:Fallback>
                <p:oleObj r:id="rId2" imgW="3721100" imgH="228600" progId="Equation.DSMT4">
                  <p:embed/>
                  <p:pic>
                    <p:nvPicPr>
                      <p:cNvPr id="0" name="图片 3075"/>
                      <p:cNvPicPr/>
                      <p:nvPr/>
                    </p:nvPicPr>
                    <p:blipFill>
                      <a:blip r:embed="rId3"/>
                      <a:stretch>
                        <a:fillRect/>
                      </a:stretch>
                    </p:blipFill>
                    <p:spPr>
                      <a:xfrm>
                        <a:off x="1259840" y="1052195"/>
                        <a:ext cx="6330315" cy="413385"/>
                      </a:xfrm>
                      <a:prstGeom prst="rect">
                        <a:avLst/>
                      </a:prstGeom>
                      <a:noFill/>
                      <a:ln w="38100">
                        <a:noFill/>
                        <a:miter/>
                      </a:ln>
                    </p:spPr>
                  </p:pic>
                </p:oleObj>
              </mc:Fallback>
            </mc:AlternateContent>
          </a:graphicData>
        </a:graphic>
      </p:graphicFrame>
      <p:sp>
        <p:nvSpPr>
          <p:cNvPr id="5" name="文本框 4"/>
          <p:cNvSpPr txBox="1"/>
          <p:nvPr/>
        </p:nvSpPr>
        <p:spPr>
          <a:xfrm>
            <a:off x="827405" y="1519555"/>
            <a:ext cx="7080250" cy="953135"/>
          </a:xfrm>
          <a:prstGeom prst="rect">
            <a:avLst/>
          </a:prstGeom>
          <a:noFill/>
        </p:spPr>
        <p:txBody>
          <a:bodyPr wrap="square" rtlCol="0">
            <a:spAutoFit/>
          </a:bodyPr>
          <a:lstStyle/>
          <a:p>
            <a:pPr indent="266700" defTabSz="266700"/>
            <a:r>
              <a:rPr lang="zh-CN" altLang="en-US">
                <a:solidFill>
                  <a:srgbClr val="000000"/>
                </a:solidFill>
                <a:latin typeface="Calibri" panose="020F0502020204030204"/>
                <a:sym typeface="+mn-ea"/>
              </a:rPr>
              <a:t>所以</a:t>
            </a:r>
            <a:r>
              <a:rPr lang="en-US" altLang="zh-CN" i="1" dirty="0">
                <a:sym typeface="+mn-ea"/>
              </a:rPr>
              <a:t>α</a:t>
            </a:r>
            <a:r>
              <a:rPr lang="en-US" altLang="zh-CN" baseline="-25000" dirty="0">
                <a:solidFill>
                  <a:srgbClr val="000000"/>
                </a:solidFill>
                <a:ea typeface="楷体_GB2312"/>
                <a:sym typeface="+mn-ea"/>
              </a:rPr>
              <a:t>1</a:t>
            </a:r>
            <a:r>
              <a:rPr lang="en-US" altLang="zh-CN" dirty="0">
                <a:solidFill>
                  <a:srgbClr val="000000"/>
                </a:solidFill>
                <a:ea typeface="楷体_GB2312"/>
                <a:sym typeface="+mn-ea"/>
              </a:rPr>
              <a:t>, </a:t>
            </a:r>
            <a:r>
              <a:rPr lang="en-US" altLang="zh-CN" i="1" dirty="0">
                <a:sym typeface="+mn-ea"/>
              </a:rPr>
              <a:t>α</a:t>
            </a:r>
            <a:r>
              <a:rPr lang="en-US" altLang="zh-CN" baseline="-25000" dirty="0">
                <a:solidFill>
                  <a:srgbClr val="000000"/>
                </a:solidFill>
                <a:ea typeface="楷体_GB2312"/>
                <a:sym typeface="+mn-ea"/>
              </a:rPr>
              <a:t>2</a:t>
            </a:r>
            <a:r>
              <a:rPr lang="en-US" altLang="zh-CN" dirty="0">
                <a:solidFill>
                  <a:srgbClr val="000000"/>
                </a:solidFill>
                <a:ea typeface="楷体_GB2312"/>
                <a:sym typeface="+mn-ea"/>
              </a:rPr>
              <a:t>, </a:t>
            </a:r>
            <a:r>
              <a:rPr lang="en-US" altLang="zh-CN" i="1" dirty="0">
                <a:sym typeface="+mn-ea"/>
              </a:rPr>
              <a:t>α</a:t>
            </a:r>
            <a:r>
              <a:rPr lang="en-US" altLang="zh-CN" baseline="-25000" dirty="0">
                <a:solidFill>
                  <a:srgbClr val="000000"/>
                </a:solidFill>
                <a:ea typeface="楷体_GB2312"/>
                <a:sym typeface="+mn-ea"/>
              </a:rPr>
              <a:t>3</a:t>
            </a:r>
            <a:r>
              <a:rPr lang="en-US" altLang="zh-CN" dirty="0">
                <a:solidFill>
                  <a:srgbClr val="000000"/>
                </a:solidFill>
                <a:ea typeface="楷体_GB2312"/>
                <a:sym typeface="+mn-ea"/>
              </a:rPr>
              <a:t>, </a:t>
            </a:r>
            <a:r>
              <a:rPr lang="en-US" altLang="zh-CN" i="1" dirty="0">
                <a:sym typeface="+mn-ea"/>
              </a:rPr>
              <a:t>α</a:t>
            </a:r>
            <a:r>
              <a:rPr lang="en-US" altLang="zh-CN" baseline="-25000" dirty="0">
                <a:solidFill>
                  <a:srgbClr val="000000"/>
                </a:solidFill>
                <a:ea typeface="楷体_GB2312"/>
                <a:sym typeface="+mn-ea"/>
              </a:rPr>
              <a:t>4</a:t>
            </a:r>
            <a:r>
              <a:rPr lang="zh-CN" altLang="en-US">
                <a:solidFill>
                  <a:srgbClr val="000000"/>
                </a:solidFill>
                <a:latin typeface="Calibri" panose="020F0502020204030204"/>
                <a:sym typeface="+mn-ea"/>
              </a:rPr>
              <a:t>两两正交</a:t>
            </a:r>
            <a:r>
              <a:rPr lang="en-US" altLang="zh-CN">
                <a:solidFill>
                  <a:srgbClr val="000000"/>
                </a:solidFill>
                <a:latin typeface="Calibri" panose="020F0502020204030204"/>
                <a:sym typeface="+mn-ea"/>
              </a:rPr>
              <a:t>. </a:t>
            </a:r>
            <a:r>
              <a:rPr lang="zh-CN" altLang="en-US">
                <a:solidFill>
                  <a:srgbClr val="000000"/>
                </a:solidFill>
                <a:latin typeface="Calibri" panose="020F0502020204030204"/>
                <a:sym typeface="+mn-ea"/>
              </a:rPr>
              <a:t>因此</a:t>
            </a:r>
            <a:r>
              <a:rPr lang="en-US" altLang="zh-CN" i="1" dirty="0">
                <a:sym typeface="+mn-ea"/>
              </a:rPr>
              <a:t>α</a:t>
            </a:r>
            <a:r>
              <a:rPr lang="en-US" altLang="zh-CN" baseline="-25000" dirty="0">
                <a:solidFill>
                  <a:srgbClr val="000000"/>
                </a:solidFill>
                <a:ea typeface="楷体_GB2312"/>
                <a:sym typeface="+mn-ea"/>
              </a:rPr>
              <a:t>1</a:t>
            </a:r>
            <a:r>
              <a:rPr lang="en-US" altLang="zh-CN" dirty="0">
                <a:solidFill>
                  <a:srgbClr val="000000"/>
                </a:solidFill>
                <a:ea typeface="楷体_GB2312"/>
                <a:sym typeface="+mn-ea"/>
              </a:rPr>
              <a:t>, </a:t>
            </a:r>
            <a:r>
              <a:rPr lang="en-US" altLang="zh-CN" i="1" dirty="0">
                <a:sym typeface="+mn-ea"/>
              </a:rPr>
              <a:t>α</a:t>
            </a:r>
            <a:r>
              <a:rPr lang="en-US" altLang="zh-CN" baseline="-25000" dirty="0">
                <a:solidFill>
                  <a:srgbClr val="000000"/>
                </a:solidFill>
                <a:ea typeface="楷体_GB2312"/>
                <a:sym typeface="+mn-ea"/>
              </a:rPr>
              <a:t>2</a:t>
            </a:r>
            <a:r>
              <a:rPr lang="en-US" altLang="zh-CN" dirty="0">
                <a:solidFill>
                  <a:srgbClr val="000000"/>
                </a:solidFill>
                <a:ea typeface="楷体_GB2312"/>
                <a:sym typeface="+mn-ea"/>
              </a:rPr>
              <a:t>, </a:t>
            </a:r>
            <a:r>
              <a:rPr lang="en-US" altLang="zh-CN" i="1" dirty="0">
                <a:sym typeface="+mn-ea"/>
              </a:rPr>
              <a:t>α</a:t>
            </a:r>
            <a:r>
              <a:rPr lang="en-US" altLang="zh-CN" baseline="-25000" dirty="0">
                <a:solidFill>
                  <a:srgbClr val="000000"/>
                </a:solidFill>
                <a:ea typeface="楷体_GB2312"/>
                <a:sym typeface="+mn-ea"/>
              </a:rPr>
              <a:t>3</a:t>
            </a:r>
            <a:r>
              <a:rPr lang="en-US" altLang="zh-CN" dirty="0">
                <a:solidFill>
                  <a:srgbClr val="000000"/>
                </a:solidFill>
                <a:ea typeface="楷体_GB2312"/>
                <a:sym typeface="+mn-ea"/>
              </a:rPr>
              <a:t>, </a:t>
            </a:r>
            <a:r>
              <a:rPr lang="en-US" altLang="zh-CN" i="1" dirty="0">
                <a:sym typeface="+mn-ea"/>
              </a:rPr>
              <a:t>α</a:t>
            </a:r>
            <a:r>
              <a:rPr lang="en-US" altLang="zh-CN" baseline="-25000" dirty="0">
                <a:solidFill>
                  <a:srgbClr val="000000"/>
                </a:solidFill>
                <a:ea typeface="楷体_GB2312"/>
                <a:sym typeface="+mn-ea"/>
              </a:rPr>
              <a:t>4</a:t>
            </a:r>
            <a:r>
              <a:rPr lang="zh-CN" altLang="en-US">
                <a:solidFill>
                  <a:srgbClr val="000000"/>
                </a:solidFill>
                <a:latin typeface="Calibri" panose="020F0502020204030204"/>
                <a:sym typeface="+mn-ea"/>
              </a:rPr>
              <a:t>为</a:t>
            </a:r>
            <a:r>
              <a:rPr lang="en-US" altLang="zh-CN">
                <a:sym typeface="+mn-ea"/>
              </a:rPr>
              <a:t>R</a:t>
            </a:r>
            <a:r>
              <a:rPr lang="en-US" altLang="zh-CN" baseline="30000">
                <a:sym typeface="+mn-ea"/>
              </a:rPr>
              <a:t>4</a:t>
            </a:r>
            <a:r>
              <a:rPr lang="zh-CN" altLang="en-US">
                <a:solidFill>
                  <a:srgbClr val="000000"/>
                </a:solidFill>
                <a:latin typeface="Calibri" panose="020F0502020204030204"/>
                <a:sym typeface="+mn-ea"/>
              </a:rPr>
              <a:t>的标准正交基</a:t>
            </a:r>
            <a:r>
              <a:rPr lang="en-US" altLang="zh-CN">
                <a:solidFill>
                  <a:srgbClr val="000000"/>
                </a:solidFill>
                <a:latin typeface="Calibri" panose="020F0502020204030204"/>
                <a:sym typeface="+mn-ea"/>
              </a:rPr>
              <a:t>.</a:t>
            </a:r>
            <a:endParaRPr lang="en-US" altLang="zh-CN">
              <a:solidFill>
                <a:srgbClr val="000000"/>
              </a:solidFill>
              <a:latin typeface="Calibri" panose="020F0502020204030204"/>
            </a:endParaRPr>
          </a:p>
        </p:txBody>
      </p:sp>
      <p:sp>
        <p:nvSpPr>
          <p:cNvPr id="6" name="文本框 5"/>
          <p:cNvSpPr txBox="1"/>
          <p:nvPr/>
        </p:nvSpPr>
        <p:spPr>
          <a:xfrm>
            <a:off x="899795" y="2492375"/>
            <a:ext cx="4572000" cy="565150"/>
          </a:xfrm>
          <a:prstGeom prst="rect">
            <a:avLst/>
          </a:prstGeom>
          <a:noFill/>
        </p:spPr>
        <p:txBody>
          <a:bodyPr wrap="square" rtlCol="0" anchor="t">
            <a:spAutoFit/>
          </a:bodyPr>
          <a:lstStyle/>
          <a:p>
            <a:pPr>
              <a:lnSpc>
                <a:spcPct val="110000"/>
              </a:lnSpc>
            </a:pPr>
            <a:r>
              <a:rPr lang="zh-CN" altLang="en-US">
                <a:solidFill>
                  <a:srgbClr val="FF0000"/>
                </a:solidFill>
                <a:sym typeface="+mn-ea"/>
              </a:rPr>
              <a:t>方法二</a:t>
            </a:r>
            <a:r>
              <a:rPr lang="zh-CN" altLang="en-US">
                <a:sym typeface="+mn-ea"/>
              </a:rPr>
              <a:t>：设</a:t>
            </a:r>
          </a:p>
        </p:txBody>
      </p:sp>
      <p:graphicFrame>
        <p:nvGraphicFramePr>
          <p:cNvPr id="3" name="对象 -2147478954"/>
          <p:cNvGraphicFramePr>
            <a:graphicFrameLocks noChangeAspect="1"/>
          </p:cNvGraphicFramePr>
          <p:nvPr/>
        </p:nvGraphicFramePr>
        <p:xfrm>
          <a:off x="1331595" y="3077210"/>
          <a:ext cx="4987925" cy="3021965"/>
        </p:xfrm>
        <a:graphic>
          <a:graphicData uri="http://schemas.openxmlformats.org/presentationml/2006/ole">
            <mc:AlternateContent xmlns:mc="http://schemas.openxmlformats.org/markup-compatibility/2006">
              <mc:Choice xmlns:v="urn:schemas-microsoft-com:vml" Requires="v">
                <p:oleObj r:id="rId4" imgW="2933700" imgH="1777365" progId="Equation.DSMT4">
                  <p:embed/>
                </p:oleObj>
              </mc:Choice>
              <mc:Fallback>
                <p:oleObj r:id="rId4" imgW="2933700" imgH="1777365" progId="Equation.DSMT4">
                  <p:embed/>
                  <p:pic>
                    <p:nvPicPr>
                      <p:cNvPr id="0" name="图片 6"/>
                      <p:cNvPicPr/>
                      <p:nvPr/>
                    </p:nvPicPr>
                    <p:blipFill>
                      <a:blip r:embed="rId5"/>
                      <a:stretch>
                        <a:fillRect/>
                      </a:stretch>
                    </p:blipFill>
                    <p:spPr>
                      <a:xfrm>
                        <a:off x="1331595" y="3077210"/>
                        <a:ext cx="4987925" cy="3021965"/>
                      </a:xfrm>
                      <a:prstGeom prst="rect">
                        <a:avLst/>
                      </a:prstGeom>
                      <a:noFill/>
                      <a:ln w="38100">
                        <a:noFill/>
                        <a:miter/>
                      </a:ln>
                    </p:spPr>
                  </p:pic>
                </p:oleObj>
              </mc:Fallback>
            </mc:AlternateContent>
          </a:graphicData>
        </a:graphic>
      </p:graphicFrame>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2147478953"/>
          <p:cNvGraphicFramePr>
            <a:graphicFrameLocks noChangeAspect="1"/>
          </p:cNvGraphicFramePr>
          <p:nvPr/>
        </p:nvGraphicFramePr>
        <p:xfrm>
          <a:off x="251460" y="188595"/>
          <a:ext cx="8491855" cy="2964180"/>
        </p:xfrm>
        <a:graphic>
          <a:graphicData uri="http://schemas.openxmlformats.org/presentationml/2006/ole">
            <mc:AlternateContent xmlns:mc="http://schemas.openxmlformats.org/markup-compatibility/2006">
              <mc:Choice xmlns:v="urn:schemas-microsoft-com:vml" Requires="v">
                <p:oleObj r:id="rId2" imgW="5092700" imgH="1777365" progId="Equation.DSMT4">
                  <p:embed/>
                </p:oleObj>
              </mc:Choice>
              <mc:Fallback>
                <p:oleObj r:id="rId2" imgW="5092700" imgH="1777365" progId="Equation.DSMT4">
                  <p:embed/>
                  <p:pic>
                    <p:nvPicPr>
                      <p:cNvPr id="0" name="图片 3075"/>
                      <p:cNvPicPr/>
                      <p:nvPr/>
                    </p:nvPicPr>
                    <p:blipFill>
                      <a:blip r:embed="rId3"/>
                      <a:stretch>
                        <a:fillRect/>
                      </a:stretch>
                    </p:blipFill>
                    <p:spPr>
                      <a:xfrm>
                        <a:off x="251460" y="188595"/>
                        <a:ext cx="8491855" cy="2964180"/>
                      </a:xfrm>
                      <a:prstGeom prst="rect">
                        <a:avLst/>
                      </a:prstGeom>
                      <a:noFill/>
                      <a:ln w="38100">
                        <a:noFill/>
                        <a:miter/>
                      </a:ln>
                    </p:spPr>
                  </p:pic>
                </p:oleObj>
              </mc:Fallback>
            </mc:AlternateContent>
          </a:graphicData>
        </a:graphic>
      </p:graphicFrame>
      <p:sp>
        <p:nvSpPr>
          <p:cNvPr id="5" name="文本框 4"/>
          <p:cNvSpPr txBox="1"/>
          <p:nvPr/>
        </p:nvSpPr>
        <p:spPr>
          <a:xfrm>
            <a:off x="683260" y="3573145"/>
            <a:ext cx="7080250" cy="521970"/>
          </a:xfrm>
          <a:prstGeom prst="rect">
            <a:avLst/>
          </a:prstGeom>
          <a:noFill/>
        </p:spPr>
        <p:txBody>
          <a:bodyPr wrap="square" rtlCol="0">
            <a:spAutoFit/>
          </a:bodyPr>
          <a:lstStyle/>
          <a:p>
            <a:pPr indent="266700" defTabSz="266700"/>
            <a:r>
              <a:rPr lang="zh-CN" altLang="en-US">
                <a:solidFill>
                  <a:srgbClr val="000000"/>
                </a:solidFill>
                <a:latin typeface="Calibri" panose="020F0502020204030204"/>
                <a:sym typeface="+mn-ea"/>
              </a:rPr>
              <a:t>所以</a:t>
            </a:r>
            <a:r>
              <a:rPr lang="en-US" altLang="zh-CN" i="1" dirty="0">
                <a:sym typeface="+mn-ea"/>
              </a:rPr>
              <a:t>α</a:t>
            </a:r>
            <a:r>
              <a:rPr lang="en-US" altLang="zh-CN" baseline="-25000" dirty="0">
                <a:solidFill>
                  <a:srgbClr val="000000"/>
                </a:solidFill>
                <a:ea typeface="楷体_GB2312"/>
                <a:sym typeface="+mn-ea"/>
              </a:rPr>
              <a:t>1</a:t>
            </a:r>
            <a:r>
              <a:rPr lang="en-US" altLang="zh-CN" dirty="0">
                <a:solidFill>
                  <a:srgbClr val="000000"/>
                </a:solidFill>
                <a:ea typeface="楷体_GB2312"/>
                <a:sym typeface="+mn-ea"/>
              </a:rPr>
              <a:t>, </a:t>
            </a:r>
            <a:r>
              <a:rPr lang="en-US" altLang="zh-CN" i="1" dirty="0">
                <a:sym typeface="+mn-ea"/>
              </a:rPr>
              <a:t>α</a:t>
            </a:r>
            <a:r>
              <a:rPr lang="en-US" altLang="zh-CN" baseline="-25000" dirty="0">
                <a:solidFill>
                  <a:srgbClr val="000000"/>
                </a:solidFill>
                <a:ea typeface="楷体_GB2312"/>
                <a:sym typeface="+mn-ea"/>
              </a:rPr>
              <a:t>2</a:t>
            </a:r>
            <a:r>
              <a:rPr lang="en-US" altLang="zh-CN" dirty="0">
                <a:solidFill>
                  <a:srgbClr val="000000"/>
                </a:solidFill>
                <a:ea typeface="楷体_GB2312"/>
                <a:sym typeface="+mn-ea"/>
              </a:rPr>
              <a:t>, </a:t>
            </a:r>
            <a:r>
              <a:rPr lang="en-US" altLang="zh-CN" i="1" dirty="0">
                <a:sym typeface="+mn-ea"/>
              </a:rPr>
              <a:t>α</a:t>
            </a:r>
            <a:r>
              <a:rPr lang="en-US" altLang="zh-CN" baseline="-25000" dirty="0">
                <a:solidFill>
                  <a:srgbClr val="000000"/>
                </a:solidFill>
                <a:ea typeface="楷体_GB2312"/>
                <a:sym typeface="+mn-ea"/>
              </a:rPr>
              <a:t>3</a:t>
            </a:r>
            <a:r>
              <a:rPr lang="en-US" altLang="zh-CN" dirty="0">
                <a:solidFill>
                  <a:srgbClr val="000000"/>
                </a:solidFill>
                <a:ea typeface="楷体_GB2312"/>
                <a:sym typeface="+mn-ea"/>
              </a:rPr>
              <a:t>, </a:t>
            </a:r>
            <a:r>
              <a:rPr lang="en-US" altLang="zh-CN" i="1" dirty="0">
                <a:sym typeface="+mn-ea"/>
              </a:rPr>
              <a:t>α</a:t>
            </a:r>
            <a:r>
              <a:rPr lang="en-US" altLang="zh-CN" baseline="-25000" dirty="0">
                <a:solidFill>
                  <a:srgbClr val="000000"/>
                </a:solidFill>
                <a:ea typeface="楷体_GB2312"/>
                <a:sym typeface="+mn-ea"/>
              </a:rPr>
              <a:t>4</a:t>
            </a:r>
            <a:r>
              <a:rPr lang="zh-CN" altLang="en-US">
                <a:solidFill>
                  <a:srgbClr val="000000"/>
                </a:solidFill>
                <a:latin typeface="Calibri" panose="020F0502020204030204"/>
                <a:sym typeface="+mn-ea"/>
              </a:rPr>
              <a:t>为</a:t>
            </a:r>
            <a:r>
              <a:rPr lang="en-US" altLang="zh-CN">
                <a:sym typeface="+mn-ea"/>
              </a:rPr>
              <a:t>R</a:t>
            </a:r>
            <a:r>
              <a:rPr lang="en-US" altLang="zh-CN" baseline="30000">
                <a:sym typeface="+mn-ea"/>
              </a:rPr>
              <a:t>4</a:t>
            </a:r>
            <a:r>
              <a:rPr lang="zh-CN" altLang="en-US">
                <a:solidFill>
                  <a:srgbClr val="000000"/>
                </a:solidFill>
                <a:latin typeface="Calibri" panose="020F0502020204030204"/>
                <a:sym typeface="+mn-ea"/>
              </a:rPr>
              <a:t>的标准正交基</a:t>
            </a:r>
            <a:r>
              <a:rPr lang="en-US" altLang="zh-CN">
                <a:solidFill>
                  <a:srgbClr val="000000"/>
                </a:solidFill>
                <a:latin typeface="Calibri" panose="020F0502020204030204"/>
                <a:sym typeface="+mn-ea"/>
              </a:rPr>
              <a:t>.</a:t>
            </a:r>
            <a:endParaRPr lang="en-US" altLang="zh-CN">
              <a:solidFill>
                <a:srgbClr val="000000"/>
              </a:solidFill>
              <a:latin typeface="Calibri" panose="020F0502020204030204"/>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5" name="对象 35844"/>
          <p:cNvGraphicFramePr/>
          <p:nvPr/>
        </p:nvGraphicFramePr>
        <p:xfrm>
          <a:off x="395605" y="270510"/>
          <a:ext cx="8115300" cy="6278245"/>
        </p:xfrm>
        <a:graphic>
          <a:graphicData uri="http://schemas.openxmlformats.org/presentationml/2006/ole">
            <mc:AlternateContent xmlns:mc="http://schemas.openxmlformats.org/markup-compatibility/2006">
              <mc:Choice xmlns:v="urn:schemas-microsoft-com:vml" Requires="v">
                <p:oleObj r:id="rId2" imgW="5910580" imgH="3971925" progId="Word.Document.8">
                  <p:embed/>
                </p:oleObj>
              </mc:Choice>
              <mc:Fallback>
                <p:oleObj r:id="rId2" imgW="5910580" imgH="3971925" progId="Word.Document.8">
                  <p:embed/>
                  <p:pic>
                    <p:nvPicPr>
                      <p:cNvPr id="0" name="图片 3081"/>
                      <p:cNvPicPr/>
                      <p:nvPr/>
                    </p:nvPicPr>
                    <p:blipFill>
                      <a:blip r:embed="rId3"/>
                      <a:stretch>
                        <a:fillRect/>
                      </a:stretch>
                    </p:blipFill>
                    <p:spPr>
                      <a:xfrm>
                        <a:off x="395605" y="270510"/>
                        <a:ext cx="8115300" cy="627824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845"/>
                                        </p:tgtEl>
                                        <p:attrNameLst>
                                          <p:attrName>style.visibility</p:attrName>
                                        </p:attrNameLst>
                                      </p:cBhvr>
                                      <p:to>
                                        <p:strVal val="visible"/>
                                      </p:to>
                                    </p:set>
                                    <p:animEffect transition="in" filter="blinds(horizontal)">
                                      <p:cBhvr>
                                        <p:cTn id="7"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5" name="对象 35844"/>
          <p:cNvGraphicFramePr/>
          <p:nvPr/>
        </p:nvGraphicFramePr>
        <p:xfrm>
          <a:off x="395605" y="428308"/>
          <a:ext cx="8115300" cy="4088130"/>
        </p:xfrm>
        <a:graphic>
          <a:graphicData uri="http://schemas.openxmlformats.org/presentationml/2006/ole">
            <mc:AlternateContent xmlns:mc="http://schemas.openxmlformats.org/markup-compatibility/2006">
              <mc:Choice xmlns:v="urn:schemas-microsoft-com:vml" Requires="v">
                <p:oleObj r:id="rId2" imgW="5910580" imgH="2586355" progId="Word.Document.8">
                  <p:embed/>
                </p:oleObj>
              </mc:Choice>
              <mc:Fallback>
                <p:oleObj r:id="rId2" imgW="5910580" imgH="2586355" progId="Word.Document.8">
                  <p:embed/>
                  <p:pic>
                    <p:nvPicPr>
                      <p:cNvPr id="0" name="图片 3081"/>
                      <p:cNvPicPr/>
                      <p:nvPr/>
                    </p:nvPicPr>
                    <p:blipFill>
                      <a:blip r:embed="rId3"/>
                      <a:stretch>
                        <a:fillRect/>
                      </a:stretch>
                    </p:blipFill>
                    <p:spPr>
                      <a:xfrm>
                        <a:off x="395605" y="428308"/>
                        <a:ext cx="8115300" cy="408813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845"/>
                                        </p:tgtEl>
                                        <p:attrNameLst>
                                          <p:attrName>style.visibility</p:attrName>
                                        </p:attrNameLst>
                                      </p:cBhvr>
                                      <p:to>
                                        <p:strVal val="visible"/>
                                      </p:to>
                                    </p:set>
                                    <p:animEffect transition="in" filter="blinds(horizontal)">
                                      <p:cBhvr>
                                        <p:cTn id="7"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矩形 265217"/>
          <p:cNvSpPr/>
          <p:nvPr/>
        </p:nvSpPr>
        <p:spPr>
          <a:xfrm>
            <a:off x="971550" y="1773238"/>
            <a:ext cx="6235700" cy="521970"/>
          </a:xfrm>
          <a:prstGeom prst="rect">
            <a:avLst/>
          </a:prstGeom>
          <a:noFill/>
          <a:ln w="9525">
            <a:noFill/>
          </a:ln>
        </p:spPr>
        <p:txBody>
          <a:bodyPr wrap="none" anchor="t" anchorCtr="0">
            <a:spAutoFit/>
          </a:bodyPr>
          <a:lstStyle/>
          <a:p>
            <a:pPr algn="l"/>
            <a:r>
              <a:rPr lang="zh-CN" altLang="en-US" dirty="0">
                <a:solidFill>
                  <a:srgbClr val="FF0000"/>
                </a:solidFill>
                <a:latin typeface="Times New Roman" panose="02020603050405020304" pitchFamily="18" charset="0"/>
                <a:ea typeface="黑体" panose="02010609060101010101" pitchFamily="2" charset="-122"/>
              </a:rPr>
              <a:t>证明</a:t>
            </a:r>
            <a:r>
              <a:rPr lang="en-US" altLang="zh-CN">
                <a:solidFill>
                  <a:srgbClr val="FF0000"/>
                </a:solidFill>
                <a:latin typeface="Times New Roman" panose="02020603050405020304" pitchFamily="18" charset="0"/>
                <a:ea typeface="黑体" panose="02010609060101010101" pitchFamily="2" charset="-122"/>
              </a:rPr>
              <a:t>:</a:t>
            </a:r>
            <a:r>
              <a:rPr lang="en-US" altLang="zh-CN">
                <a:solidFill>
                  <a:srgbClr val="3366FF"/>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因为</a:t>
            </a:r>
            <a:r>
              <a:rPr lang="en-US" altLang="zh-CN" i="1" dirty="0">
                <a:sym typeface="+mn-ea"/>
              </a:rPr>
              <a:t>α</a:t>
            </a:r>
            <a:r>
              <a:rPr lang="zh-CN" altLang="en-US">
                <a:sym typeface="+mn-ea"/>
              </a:rPr>
              <a:t>是一个</a:t>
            </a:r>
            <a:r>
              <a:rPr lang="en-US" altLang="zh-CN" i="1">
                <a:sym typeface="+mn-ea"/>
              </a:rPr>
              <a:t>n</a:t>
            </a:r>
            <a:r>
              <a:rPr lang="zh-CN" altLang="en-US">
                <a:sym typeface="+mn-ea"/>
              </a:rPr>
              <a:t>维单位列向量</a:t>
            </a:r>
            <a:r>
              <a:rPr lang="en-US" altLang="zh-CN">
                <a:sym typeface="+mn-ea"/>
              </a:rPr>
              <a:t>,</a:t>
            </a:r>
            <a:r>
              <a:rPr lang="zh-CN" altLang="en-US">
                <a:sym typeface="+mn-ea"/>
              </a:rPr>
              <a:t>所以</a:t>
            </a:r>
            <a:endParaRPr lang="zh-CN" altLang="en-US">
              <a:latin typeface="Times New Roman" panose="02020603050405020304" pitchFamily="18" charset="0"/>
              <a:sym typeface="+mn-ea"/>
            </a:endParaRPr>
          </a:p>
        </p:txBody>
      </p:sp>
      <p:sp>
        <p:nvSpPr>
          <p:cNvPr id="265219" name="文本框 265218"/>
          <p:cNvSpPr txBox="1"/>
          <p:nvPr/>
        </p:nvSpPr>
        <p:spPr>
          <a:xfrm>
            <a:off x="250825" y="260350"/>
            <a:ext cx="8456613" cy="1038860"/>
          </a:xfrm>
          <a:prstGeom prst="rect">
            <a:avLst/>
          </a:prstGeom>
          <a:noFill/>
          <a:ln w="9525">
            <a:noFill/>
          </a:ln>
        </p:spPr>
        <p:txBody>
          <a:bodyPr anchor="t" anchorCtr="0">
            <a:spAutoFit/>
          </a:bodyPr>
          <a:lstStyle/>
          <a:p>
            <a:pPr>
              <a:lnSpc>
                <a:spcPct val="110000"/>
              </a:lnSpc>
            </a:pPr>
            <a:r>
              <a:rPr lang="en-US" altLang="zh-CN" dirty="0">
                <a:latin typeface="Times New Roman" panose="02020603050405020304" pitchFamily="18" charset="0"/>
              </a:rPr>
              <a:t>      </a:t>
            </a:r>
            <a:r>
              <a:rPr lang="en-US" altLang="zh-CN" dirty="0">
                <a:solidFill>
                  <a:srgbClr val="FF0000"/>
                </a:solidFill>
                <a:latin typeface="Times New Roman" panose="02020603050405020304" pitchFamily="18" charset="0"/>
              </a:rPr>
              <a:t>  </a:t>
            </a:r>
            <a:r>
              <a:rPr lang="zh-CN" altLang="en-US" dirty="0">
                <a:solidFill>
                  <a:srgbClr val="FF0000"/>
                </a:solidFill>
                <a:latin typeface="Times New Roman" panose="02020603050405020304" pitchFamily="18" charset="0"/>
                <a:ea typeface="黑体" panose="02010609060101010101" pitchFamily="2" charset="-122"/>
              </a:rPr>
              <a:t>例</a:t>
            </a:r>
            <a:r>
              <a:rPr lang="en-US" altLang="zh-CN" dirty="0">
                <a:solidFill>
                  <a:srgbClr val="FF0000"/>
                </a:solidFill>
                <a:latin typeface="Times New Roman" panose="02020603050405020304" pitchFamily="18" charset="0"/>
                <a:ea typeface="黑体" panose="02010609060101010101" pitchFamily="2" charset="-122"/>
              </a:rPr>
              <a:t>3.6.9</a:t>
            </a:r>
            <a:r>
              <a:rPr lang="en-US" altLang="zh-CN">
                <a:solidFill>
                  <a:srgbClr val="FF0000"/>
                </a:solidFill>
                <a:latin typeface="Times New Roman" panose="02020603050405020304" pitchFamily="18" charset="0"/>
              </a:rPr>
              <a:t>: </a:t>
            </a:r>
            <a:r>
              <a:rPr lang="zh-CN" altLang="en-US">
                <a:latin typeface="Times New Roman" panose="02020603050405020304" pitchFamily="18" charset="0"/>
              </a:rPr>
              <a:t>设</a:t>
            </a:r>
            <a:r>
              <a:rPr lang="en-US" altLang="zh-CN" i="1" dirty="0">
                <a:sym typeface="+mn-ea"/>
              </a:rPr>
              <a:t>α</a:t>
            </a:r>
            <a:r>
              <a:rPr lang="zh-CN" altLang="en-US">
                <a:latin typeface="Times New Roman" panose="02020603050405020304" pitchFamily="18" charset="0"/>
              </a:rPr>
              <a:t>是一个</a:t>
            </a:r>
            <a:r>
              <a:rPr lang="en-US" altLang="zh-CN" i="1">
                <a:sym typeface="+mn-ea"/>
              </a:rPr>
              <a:t>n</a:t>
            </a:r>
            <a:r>
              <a:rPr lang="zh-CN" altLang="en-US">
                <a:latin typeface="Times New Roman" panose="02020603050405020304" pitchFamily="18" charset="0"/>
              </a:rPr>
              <a:t>维单位列向量，</a:t>
            </a:r>
            <a:r>
              <a:rPr lang="en-US" altLang="zh-CN">
                <a:latin typeface="Times New Roman" panose="02020603050405020304" pitchFamily="18" charset="0"/>
              </a:rPr>
              <a:t> </a:t>
            </a:r>
            <a:r>
              <a:rPr lang="en-US" altLang="zh-CN" i="1">
                <a:latin typeface="Times New Roman" panose="02020603050405020304" pitchFamily="18" charset="0"/>
              </a:rPr>
              <a:t>E</a:t>
            </a:r>
            <a:r>
              <a:rPr lang="zh-CN" altLang="en-US">
                <a:latin typeface="Times New Roman" panose="02020603050405020304" pitchFamily="18" charset="0"/>
              </a:rPr>
              <a:t>为</a:t>
            </a:r>
            <a:r>
              <a:rPr lang="en-US" altLang="zh-CN" i="1">
                <a:latin typeface="Times New Roman" panose="02020603050405020304" pitchFamily="18" charset="0"/>
              </a:rPr>
              <a:t>n </a:t>
            </a:r>
            <a:r>
              <a:rPr lang="zh-CN" altLang="en-US" dirty="0">
                <a:latin typeface="Times New Roman" panose="02020603050405020304" pitchFamily="18" charset="0"/>
              </a:rPr>
              <a:t>阶单位矩阵</a:t>
            </a:r>
            <a:r>
              <a:rPr lang="en-US" altLang="zh-CN">
                <a:latin typeface="Times New Roman" panose="02020603050405020304" pitchFamily="18" charset="0"/>
              </a:rPr>
              <a:t>, </a:t>
            </a:r>
            <a:r>
              <a:rPr lang="en-US" altLang="zh-CN" i="1">
                <a:sym typeface="+mn-ea"/>
              </a:rPr>
              <a:t>A</a:t>
            </a:r>
            <a:r>
              <a:rPr lang="en-US" altLang="zh-CN">
                <a:latin typeface="Times New Roman" panose="02020603050405020304" pitchFamily="18" charset="0"/>
              </a:rPr>
              <a:t>=</a:t>
            </a:r>
            <a:r>
              <a:rPr lang="en-US" altLang="zh-CN" baseline="-25000">
                <a:latin typeface="Times New Roman" panose="02020603050405020304" pitchFamily="18" charset="0"/>
              </a:rPr>
              <a:t> </a:t>
            </a:r>
            <a:r>
              <a:rPr lang="en-US" altLang="zh-CN" i="1">
                <a:latin typeface="Times New Roman" panose="02020603050405020304" pitchFamily="18" charset="0"/>
              </a:rPr>
              <a:t>E</a:t>
            </a:r>
            <a:r>
              <a:rPr lang="en-US" altLang="zh-CN" i="1" baseline="-25000">
                <a:latin typeface="Times New Roman" panose="02020603050405020304" pitchFamily="18" charset="0"/>
              </a:rPr>
              <a:t> </a:t>
            </a:r>
            <a:r>
              <a:rPr lang="en-US" altLang="zh-CN">
                <a:latin typeface="Times New Roman" panose="02020603050405020304" pitchFamily="18" charset="0"/>
              </a:rPr>
              <a:t>–</a:t>
            </a:r>
            <a:r>
              <a:rPr lang="en-US" altLang="zh-CN" baseline="-25000">
                <a:latin typeface="Times New Roman" panose="02020603050405020304" pitchFamily="18" charset="0"/>
              </a:rPr>
              <a:t> </a:t>
            </a:r>
            <a:r>
              <a:rPr lang="en-US" altLang="zh-CN">
                <a:latin typeface="Times New Roman" panose="02020603050405020304" pitchFamily="18" charset="0"/>
              </a:rPr>
              <a:t>2</a:t>
            </a:r>
            <a:r>
              <a:rPr lang="en-US" altLang="zh-CN" i="1" dirty="0">
                <a:sym typeface="+mn-ea"/>
              </a:rPr>
              <a:t>αα</a:t>
            </a:r>
            <a:r>
              <a:rPr lang="en-US" altLang="zh-CN" i="1" baseline="30000">
                <a:latin typeface="Times New Roman" panose="02020603050405020304" pitchFamily="18" charset="0"/>
              </a:rPr>
              <a:t>T</a:t>
            </a:r>
            <a:r>
              <a:rPr lang="en-US" altLang="zh-CN">
                <a:latin typeface="Times New Roman" panose="02020603050405020304" pitchFamily="18" charset="0"/>
              </a:rPr>
              <a:t>, </a:t>
            </a:r>
            <a:r>
              <a:rPr lang="zh-CN" altLang="en-US" dirty="0">
                <a:latin typeface="Times New Roman" panose="02020603050405020304" pitchFamily="18" charset="0"/>
              </a:rPr>
              <a:t>证明</a:t>
            </a:r>
            <a:r>
              <a:rPr lang="en-US" altLang="zh-CN">
                <a:latin typeface="Times New Roman" panose="02020603050405020304" pitchFamily="18" charset="0"/>
              </a:rPr>
              <a:t>: </a:t>
            </a:r>
            <a:r>
              <a:rPr lang="en-US" altLang="zh-CN" i="1">
                <a:sym typeface="+mn-ea"/>
              </a:rPr>
              <a:t>A</a:t>
            </a:r>
            <a:r>
              <a:rPr lang="zh-CN" altLang="en-US" dirty="0">
                <a:latin typeface="Times New Roman" panose="02020603050405020304" pitchFamily="18" charset="0"/>
              </a:rPr>
              <a:t>为</a:t>
            </a:r>
            <a:r>
              <a:rPr lang="zh-CN" altLang="en-US">
                <a:latin typeface="Times New Roman" panose="02020603050405020304" pitchFamily="18" charset="0"/>
              </a:rPr>
              <a:t>对称正交矩阵</a:t>
            </a:r>
            <a:r>
              <a:rPr lang="en-US" altLang="zh-CN">
                <a:latin typeface="Times New Roman" panose="02020603050405020304" pitchFamily="18" charset="0"/>
              </a:rPr>
              <a:t>..</a:t>
            </a:r>
          </a:p>
        </p:txBody>
      </p:sp>
      <p:sp>
        <p:nvSpPr>
          <p:cNvPr id="265221" name="文本框 265220"/>
          <p:cNvSpPr txBox="1"/>
          <p:nvPr/>
        </p:nvSpPr>
        <p:spPr>
          <a:xfrm>
            <a:off x="250825" y="2978150"/>
            <a:ext cx="1075690" cy="521970"/>
          </a:xfrm>
          <a:prstGeom prst="rect">
            <a:avLst/>
          </a:prstGeom>
          <a:noFill/>
          <a:ln w="9525">
            <a:noFill/>
          </a:ln>
        </p:spPr>
        <p:txBody>
          <a:bodyPr wrap="none" anchor="t" anchorCtr="0">
            <a:spAutoFit/>
          </a:bodyPr>
          <a:lstStyle/>
          <a:p>
            <a:r>
              <a:rPr lang="zh-CN" altLang="en-US">
                <a:latin typeface="Times New Roman" panose="02020603050405020304" pitchFamily="18" charset="0"/>
              </a:rPr>
              <a:t>又由</a:t>
            </a:r>
            <a:r>
              <a:rPr lang="en-US" altLang="zh-CN">
                <a:latin typeface="Times New Roman" panose="02020603050405020304" pitchFamily="18" charset="0"/>
              </a:rPr>
              <a:t>, </a:t>
            </a:r>
          </a:p>
        </p:txBody>
      </p:sp>
      <p:sp>
        <p:nvSpPr>
          <p:cNvPr id="265223" name="文本框 265222"/>
          <p:cNvSpPr txBox="1"/>
          <p:nvPr/>
        </p:nvSpPr>
        <p:spPr>
          <a:xfrm>
            <a:off x="395288" y="3500438"/>
            <a:ext cx="4173220" cy="521970"/>
          </a:xfrm>
          <a:prstGeom prst="rect">
            <a:avLst/>
          </a:prstGeom>
          <a:noFill/>
          <a:ln w="9525">
            <a:noFill/>
          </a:ln>
        </p:spPr>
        <p:txBody>
          <a:bodyPr wrap="none" anchor="t" anchorCtr="0">
            <a:spAutoFit/>
          </a:bodyPr>
          <a:lstStyle/>
          <a:p>
            <a:r>
              <a:rPr lang="zh-CN" altLang="en-US">
                <a:sym typeface="+mn-ea"/>
              </a:rPr>
              <a:t>可知，</a:t>
            </a:r>
            <a:r>
              <a:rPr lang="en-US" altLang="zh-CN" i="1">
                <a:sym typeface="+mn-ea"/>
              </a:rPr>
              <a:t>A</a:t>
            </a:r>
            <a:r>
              <a:rPr lang="zh-CN" altLang="en-US">
                <a:sym typeface="+mn-ea"/>
              </a:rPr>
              <a:t>为对称矩阵. 因此</a:t>
            </a:r>
            <a:endParaRPr lang="en-US" altLang="zh-CN">
              <a:latin typeface="Times New Roman" panose="02020603050405020304" pitchFamily="18" charset="0"/>
            </a:endParaRPr>
          </a:p>
        </p:txBody>
      </p:sp>
      <p:graphicFrame>
        <p:nvGraphicFramePr>
          <p:cNvPr id="2" name="对象 -2147478929"/>
          <p:cNvGraphicFramePr>
            <a:graphicFrameLocks noChangeAspect="1"/>
          </p:cNvGraphicFramePr>
          <p:nvPr/>
        </p:nvGraphicFramePr>
        <p:xfrm>
          <a:off x="1788160" y="2253615"/>
          <a:ext cx="2665730" cy="548640"/>
        </p:xfrm>
        <a:graphic>
          <a:graphicData uri="http://schemas.openxmlformats.org/presentationml/2006/ole">
            <mc:AlternateContent xmlns:mc="http://schemas.openxmlformats.org/markup-compatibility/2006">
              <mc:Choice xmlns:v="urn:schemas-microsoft-com:vml" Requires="v">
                <p:oleObj r:id="rId2" imgW="1422400" imgH="279400" progId="Equation.DSMT4">
                  <p:embed/>
                </p:oleObj>
              </mc:Choice>
              <mc:Fallback>
                <p:oleObj r:id="rId2" imgW="1422400" imgH="279400" progId="Equation.DSMT4">
                  <p:embed/>
                  <p:pic>
                    <p:nvPicPr>
                      <p:cNvPr id="0" name="图片 3075"/>
                      <p:cNvPicPr/>
                      <p:nvPr/>
                    </p:nvPicPr>
                    <p:blipFill>
                      <a:blip r:embed="rId3"/>
                      <a:stretch>
                        <a:fillRect/>
                      </a:stretch>
                    </p:blipFill>
                    <p:spPr>
                      <a:xfrm>
                        <a:off x="1788160" y="2253615"/>
                        <a:ext cx="2665730" cy="548640"/>
                      </a:xfrm>
                      <a:prstGeom prst="rect">
                        <a:avLst/>
                      </a:prstGeom>
                      <a:noFill/>
                      <a:ln w="38100">
                        <a:noFill/>
                        <a:miter/>
                      </a:ln>
                    </p:spPr>
                  </p:pic>
                </p:oleObj>
              </mc:Fallback>
            </mc:AlternateContent>
          </a:graphicData>
        </a:graphic>
      </p:graphicFrame>
      <p:graphicFrame>
        <p:nvGraphicFramePr>
          <p:cNvPr id="3" name="对象 -2147478928"/>
          <p:cNvGraphicFramePr>
            <a:graphicFrameLocks noChangeAspect="1"/>
          </p:cNvGraphicFramePr>
          <p:nvPr/>
        </p:nvGraphicFramePr>
        <p:xfrm>
          <a:off x="1259205" y="2990215"/>
          <a:ext cx="7186295" cy="530225"/>
        </p:xfrm>
        <a:graphic>
          <a:graphicData uri="http://schemas.openxmlformats.org/presentationml/2006/ole">
            <mc:AlternateContent xmlns:mc="http://schemas.openxmlformats.org/markup-compatibility/2006">
              <mc:Choice xmlns:v="urn:schemas-microsoft-com:vml" Requires="v">
                <p:oleObj r:id="rId4" imgW="3098800" imgH="228600" progId="Equation.DSMT4">
                  <p:embed/>
                </p:oleObj>
              </mc:Choice>
              <mc:Fallback>
                <p:oleObj r:id="rId4" imgW="3098800" imgH="228600" progId="Equation.DSMT4">
                  <p:embed/>
                  <p:pic>
                    <p:nvPicPr>
                      <p:cNvPr id="0" name="图片 1"/>
                      <p:cNvPicPr/>
                      <p:nvPr/>
                    </p:nvPicPr>
                    <p:blipFill>
                      <a:blip r:embed="rId5"/>
                      <a:stretch>
                        <a:fillRect/>
                      </a:stretch>
                    </p:blipFill>
                    <p:spPr>
                      <a:xfrm>
                        <a:off x="1259205" y="2990215"/>
                        <a:ext cx="7186295" cy="530225"/>
                      </a:xfrm>
                      <a:prstGeom prst="rect">
                        <a:avLst/>
                      </a:prstGeom>
                      <a:noFill/>
                      <a:ln w="38100">
                        <a:noFill/>
                        <a:miter/>
                      </a:ln>
                    </p:spPr>
                  </p:pic>
                </p:oleObj>
              </mc:Fallback>
            </mc:AlternateContent>
          </a:graphicData>
        </a:graphic>
      </p:graphicFrame>
      <p:graphicFrame>
        <p:nvGraphicFramePr>
          <p:cNvPr id="5" name="对象 -2147478926"/>
          <p:cNvGraphicFramePr>
            <a:graphicFrameLocks noChangeAspect="1"/>
          </p:cNvGraphicFramePr>
          <p:nvPr/>
        </p:nvGraphicFramePr>
        <p:xfrm>
          <a:off x="395605" y="4023360"/>
          <a:ext cx="7819390" cy="1648460"/>
        </p:xfrm>
        <a:graphic>
          <a:graphicData uri="http://schemas.openxmlformats.org/presentationml/2006/ole">
            <mc:AlternateContent xmlns:mc="http://schemas.openxmlformats.org/markup-compatibility/2006">
              <mc:Choice xmlns:v="urn:schemas-microsoft-com:vml" Requires="v">
                <p:oleObj r:id="rId6" imgW="3416300" imgH="723900" progId="Equation.DSMT4">
                  <p:embed/>
                </p:oleObj>
              </mc:Choice>
              <mc:Fallback>
                <p:oleObj r:id="rId6" imgW="3416300" imgH="723900" progId="Equation.DSMT4">
                  <p:embed/>
                  <p:pic>
                    <p:nvPicPr>
                      <p:cNvPr id="0" name="图片 2"/>
                      <p:cNvPicPr/>
                      <p:nvPr/>
                    </p:nvPicPr>
                    <p:blipFill>
                      <a:blip r:embed="rId7"/>
                      <a:stretch>
                        <a:fillRect/>
                      </a:stretch>
                    </p:blipFill>
                    <p:spPr>
                      <a:xfrm>
                        <a:off x="395605" y="4023360"/>
                        <a:ext cx="7819390" cy="1648460"/>
                      </a:xfrm>
                      <a:prstGeom prst="rect">
                        <a:avLst/>
                      </a:prstGeom>
                      <a:noFill/>
                      <a:ln w="38100">
                        <a:noFill/>
                        <a:miter/>
                      </a:ln>
                    </p:spPr>
                  </p:pic>
                </p:oleObj>
              </mc:Fallback>
            </mc:AlternateContent>
          </a:graphicData>
        </a:graphic>
      </p:graphicFrame>
      <p:sp>
        <p:nvSpPr>
          <p:cNvPr id="9" name="文本框 8"/>
          <p:cNvSpPr txBox="1"/>
          <p:nvPr/>
        </p:nvSpPr>
        <p:spPr>
          <a:xfrm>
            <a:off x="467360" y="5672455"/>
            <a:ext cx="8220075" cy="521970"/>
          </a:xfrm>
          <a:prstGeom prst="rect">
            <a:avLst/>
          </a:prstGeom>
          <a:noFill/>
        </p:spPr>
        <p:txBody>
          <a:bodyPr wrap="square" rtlCol="0" anchor="t">
            <a:spAutoFit/>
          </a:bodyPr>
          <a:lstStyle/>
          <a:p>
            <a:pPr algn="l"/>
            <a:r>
              <a:rPr lang="zh-CN" altLang="en-US">
                <a:sym typeface="+mn-ea"/>
              </a:rPr>
              <a:t>所以</a:t>
            </a:r>
            <a:r>
              <a:rPr lang="en-US" altLang="zh-CN" i="1">
                <a:sym typeface="+mn-ea"/>
              </a:rPr>
              <a:t>A</a:t>
            </a:r>
            <a:r>
              <a:rPr lang="zh-CN" altLang="en-US">
                <a:sym typeface="+mn-ea"/>
              </a:rPr>
              <a:t>为正交矩阵. 综上可知，</a:t>
            </a:r>
            <a:r>
              <a:rPr lang="en-US" altLang="zh-CN" i="1">
                <a:sym typeface="+mn-ea"/>
              </a:rPr>
              <a:t>A</a:t>
            </a:r>
            <a:r>
              <a:rPr lang="zh-CN" altLang="en-US">
                <a:sym typeface="+mn-ea"/>
              </a:rPr>
              <a:t>为对称正交阵.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65219">
                                            <p:txEl>
                                              <p:pRg st="0" end="0"/>
                                            </p:txEl>
                                          </p:spTgt>
                                        </p:tgtEl>
                                        <p:attrNameLst>
                                          <p:attrName>style.visibility</p:attrName>
                                        </p:attrNameLst>
                                      </p:cBhvr>
                                      <p:to>
                                        <p:strVal val="visible"/>
                                      </p:to>
                                    </p:set>
                                    <p:animEffect transition="in" filter="box(out)">
                                      <p:cBhvr>
                                        <p:cTn id="7" dur="500"/>
                                        <p:tgtEl>
                                          <p:spTgt spid="265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65218">
                                            <p:txEl>
                                              <p:pRg st="0" end="0"/>
                                            </p:txEl>
                                          </p:spTgt>
                                        </p:tgtEl>
                                        <p:attrNameLst>
                                          <p:attrName>style.visibility</p:attrName>
                                        </p:attrNameLst>
                                      </p:cBhvr>
                                      <p:to>
                                        <p:strVal val="visible"/>
                                      </p:to>
                                    </p:set>
                                    <p:animEffect transition="in" filter="box(out)">
                                      <p:cBhvr>
                                        <p:cTn id="12" dur="500"/>
                                        <p:tgtEl>
                                          <p:spTgt spid="2652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65221">
                                            <p:txEl>
                                              <p:pRg st="0" end="0"/>
                                            </p:txEl>
                                          </p:spTgt>
                                        </p:tgtEl>
                                        <p:attrNameLst>
                                          <p:attrName>style.visibility</p:attrName>
                                        </p:attrNameLst>
                                      </p:cBhvr>
                                      <p:to>
                                        <p:strVal val="visible"/>
                                      </p:to>
                                    </p:set>
                                    <p:animEffect transition="in" filter="box(out)">
                                      <p:cBhvr>
                                        <p:cTn id="22" dur="500"/>
                                        <p:tgtEl>
                                          <p:spTgt spid="26522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down)">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65223">
                                            <p:txEl>
                                              <p:pRg st="0" end="0"/>
                                            </p:txEl>
                                          </p:spTgt>
                                        </p:tgtEl>
                                        <p:attrNameLst>
                                          <p:attrName>style.visibility</p:attrName>
                                        </p:attrNameLst>
                                      </p:cBhvr>
                                      <p:to>
                                        <p:strVal val="visible"/>
                                      </p:to>
                                    </p:set>
                                    <p:animEffect transition="in" filter="box(out)">
                                      <p:cBhvr>
                                        <p:cTn id="32" dur="500"/>
                                        <p:tgtEl>
                                          <p:spTgt spid="26522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down)">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8" grpId="0" build="p"/>
      <p:bldP spid="265219" grpId="0" build="p"/>
      <p:bldP spid="265221" grpId="0" build="p"/>
      <p:bldP spid="265223" grpId="0" build="p"/>
      <p:bldP spid="9"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p:cNvSpPr>
          <p:nvPr>
            <p:ph idx="1"/>
          </p:nvPr>
        </p:nvSpPr>
        <p:spPr>
          <a:xfrm>
            <a:off x="539750" y="692785"/>
            <a:ext cx="8229600" cy="5407660"/>
          </a:xfrm>
        </p:spPr>
        <p:txBody>
          <a:bodyPr vert="horz" wrap="square" lIns="91440" tIns="45720" rIns="91440" bIns="45720" anchor="t" anchorCtr="0">
            <a:spAutoFit/>
          </a:bodyPr>
          <a:lstStyle/>
          <a:p>
            <a:pPr eaLnBrk="1" hangingPunct="1">
              <a:lnSpc>
                <a:spcPct val="110000"/>
              </a:lnSpc>
              <a:buNone/>
            </a:pPr>
            <a:r>
              <a:rPr lang="zh-CN" altLang="en-US" dirty="0">
                <a:solidFill>
                  <a:srgbClr val="0000FF"/>
                </a:solidFill>
              </a:rPr>
              <a:t>问题：</a:t>
            </a:r>
            <a:r>
              <a:rPr lang="zh-CN" altLang="en-US" dirty="0"/>
              <a:t>什么是线性方程组的解的结构？</a:t>
            </a:r>
          </a:p>
          <a:p>
            <a:pPr eaLnBrk="1" hangingPunct="1">
              <a:lnSpc>
                <a:spcPct val="110000"/>
              </a:lnSpc>
              <a:buNone/>
            </a:pPr>
            <a:endParaRPr lang="zh-CN" altLang="en-US" dirty="0"/>
          </a:p>
          <a:p>
            <a:pPr eaLnBrk="1" hangingPunct="1">
              <a:buNone/>
            </a:pPr>
            <a:r>
              <a:rPr lang="zh-CN" altLang="en-US" dirty="0">
                <a:solidFill>
                  <a:srgbClr val="0000FF"/>
                </a:solidFill>
              </a:rPr>
              <a:t>答：</a:t>
            </a:r>
            <a:r>
              <a:rPr lang="zh-CN" altLang="en-US" dirty="0"/>
              <a:t>所谓线性方程组的解的结构，就是当线性方程组有无限多个解时，解与解之间的相互关系．</a:t>
            </a:r>
          </a:p>
          <a:p>
            <a:pPr eaLnBrk="1" hangingPunct="1">
              <a:buNone/>
            </a:pPr>
            <a:r>
              <a:rPr lang="zh-CN" altLang="en-US" dirty="0">
                <a:solidFill>
                  <a:srgbClr val="0000FF"/>
                </a:solidFill>
              </a:rPr>
              <a:t>备注：</a:t>
            </a:r>
          </a:p>
          <a:p>
            <a:pPr eaLnBrk="1" hangingPunct="1">
              <a:spcBef>
                <a:spcPct val="50000"/>
              </a:spcBef>
              <a:buClr>
                <a:srgbClr val="0000FF"/>
              </a:buClr>
              <a:buSzPct val="80000"/>
              <a:buFont typeface="Wingdings" panose="05000000000000000000" pitchFamily="2" charset="2"/>
              <a:buChar char="l"/>
            </a:pPr>
            <a:r>
              <a:rPr lang="zh-CN" altLang="en-US" dirty="0"/>
              <a:t>当方程组存在唯一解时，无须讨论解的结构．</a:t>
            </a:r>
          </a:p>
          <a:p>
            <a:pPr eaLnBrk="1" hangingPunct="1">
              <a:spcBef>
                <a:spcPct val="50000"/>
              </a:spcBef>
              <a:buClr>
                <a:srgbClr val="0000FF"/>
              </a:buClr>
              <a:buSzPct val="80000"/>
              <a:buFont typeface="Wingdings" panose="05000000000000000000" pitchFamily="2" charset="2"/>
              <a:buChar char="l"/>
            </a:pPr>
            <a:r>
              <a:rPr lang="zh-CN" altLang="en-US" dirty="0"/>
              <a:t>下面的讨论都是假设线性方程组有解．</a:t>
            </a:r>
          </a:p>
        </p:txBody>
      </p:sp>
      <p:sp>
        <p:nvSpPr>
          <p:cNvPr id="982018" name="Rectangle 2"/>
          <p:cNvSpPr>
            <a:spLocks noGrp="1"/>
          </p:cNvSpPr>
          <p:nvPr/>
        </p:nvSpPr>
        <p:spPr>
          <a:xfrm>
            <a:off x="1259840" y="116840"/>
            <a:ext cx="6858000" cy="633730"/>
          </a:xfrm>
          <a:prstGeom prst="rect">
            <a:avLst/>
          </a:prstGeom>
          <a:noFill/>
          <a:ln w="9525">
            <a:noFill/>
          </a:ln>
        </p:spPr>
        <p:txBody>
          <a:bodyPr vert="horz" wrap="square" lIns="91440" tIns="45720" rIns="91440" bIns="45720" anchor="b" anchorCtr="0"/>
          <a:lstStyle>
            <a:lvl1pPr marL="0" lvl="0" indent="0" algn="ctr" defTabSz="914400" rtl="0" eaLnBrk="1" fontAlgn="base" latinLnBrk="0" hangingPunct="1">
              <a:lnSpc>
                <a:spcPct val="100000"/>
              </a:lnSpc>
              <a:spcBef>
                <a:spcPct val="0"/>
              </a:spcBef>
              <a:spcAft>
                <a:spcPct val="0"/>
              </a:spcAft>
              <a:buNone/>
              <a:defRPr sz="4500" b="0" i="0" u="none" kern="1200" baseline="0">
                <a:solidFill>
                  <a:schemeClr val="tx2"/>
                </a:solidFill>
                <a:latin typeface="+mj-lt"/>
                <a:ea typeface="+mj-ea"/>
                <a:cs typeface="+mj-cs"/>
              </a:defRPr>
            </a:lvl1pPr>
          </a:lstStyle>
          <a:p>
            <a:pPr algn="ctr" eaLnBrk="1" hangingPunct="1">
              <a:buClrTx/>
              <a:buSzTx/>
              <a:buFontTx/>
            </a:pPr>
            <a:r>
              <a:rPr lang="en-US" altLang="zh-CN" sz="3600" b="1" dirty="0">
                <a:solidFill>
                  <a:srgbClr val="FF0000"/>
                </a:solidFill>
                <a:latin typeface="楷体_GB2312"/>
                <a:ea typeface="+mj-ea"/>
                <a:cs typeface="+mj-cs"/>
              </a:rPr>
              <a:t>§3.7  </a:t>
            </a:r>
            <a:r>
              <a:rPr lang="zh-CN" altLang="en-US" sz="3600" b="1" dirty="0">
                <a:solidFill>
                  <a:srgbClr val="FF0000"/>
                </a:solidFill>
                <a:latin typeface="楷体_GB2312"/>
                <a:ea typeface="+mj-ea"/>
                <a:cs typeface="+mj-cs"/>
              </a:rPr>
              <a:t>线性方程组的解的结构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82018"/>
                                        </p:tgtEl>
                                        <p:attrNameLst>
                                          <p:attrName>style.visibility</p:attrName>
                                        </p:attrNameLst>
                                      </p:cBhvr>
                                      <p:to>
                                        <p:strVal val="visible"/>
                                      </p:to>
                                    </p:set>
                                    <p:animEffect transition="in" filter="wipe(down)">
                                      <p:cBhvr>
                                        <p:cTn id="7" dur="500"/>
                                        <p:tgtEl>
                                          <p:spTgt spid="9820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4995">
                                            <p:txEl>
                                              <p:pRg st="0" end="0"/>
                                            </p:txEl>
                                          </p:spTgt>
                                        </p:tgtEl>
                                        <p:attrNameLst>
                                          <p:attrName>style.visibility</p:attrName>
                                        </p:attrNameLst>
                                      </p:cBhvr>
                                      <p:to>
                                        <p:strVal val="visible"/>
                                      </p:to>
                                    </p:set>
                                    <p:animEffect transition="in" filter="blinds(horizontal)">
                                      <p:cBhvr>
                                        <p:cTn id="12" dur="500"/>
                                        <p:tgtEl>
                                          <p:spTgt spid="849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4995">
                                            <p:txEl>
                                              <p:pRg st="2" end="2"/>
                                            </p:txEl>
                                          </p:spTgt>
                                        </p:tgtEl>
                                        <p:attrNameLst>
                                          <p:attrName>style.visibility</p:attrName>
                                        </p:attrNameLst>
                                      </p:cBhvr>
                                      <p:to>
                                        <p:strVal val="visible"/>
                                      </p:to>
                                    </p:set>
                                    <p:animEffect transition="in" filter="blinds(horizontal)">
                                      <p:cBhvr>
                                        <p:cTn id="17" dur="500"/>
                                        <p:tgtEl>
                                          <p:spTgt spid="849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4995">
                                            <p:txEl>
                                              <p:pRg st="3" end="3"/>
                                            </p:txEl>
                                          </p:spTgt>
                                        </p:tgtEl>
                                        <p:attrNameLst>
                                          <p:attrName>style.visibility</p:attrName>
                                        </p:attrNameLst>
                                      </p:cBhvr>
                                      <p:to>
                                        <p:strVal val="visible"/>
                                      </p:to>
                                    </p:set>
                                    <p:animEffect transition="in" filter="blinds(horizontal)">
                                      <p:cBhvr>
                                        <p:cTn id="22" dur="500"/>
                                        <p:tgtEl>
                                          <p:spTgt spid="849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4995">
                                            <p:txEl>
                                              <p:pRg st="4" end="4"/>
                                            </p:txEl>
                                          </p:spTgt>
                                        </p:tgtEl>
                                        <p:attrNameLst>
                                          <p:attrName>style.visibility</p:attrName>
                                        </p:attrNameLst>
                                      </p:cBhvr>
                                      <p:to>
                                        <p:strVal val="visible"/>
                                      </p:to>
                                    </p:set>
                                    <p:animEffect transition="in" filter="blinds(horizontal)">
                                      <p:cBhvr>
                                        <p:cTn id="27" dur="500"/>
                                        <p:tgtEl>
                                          <p:spTgt spid="849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4995">
                                            <p:txEl>
                                              <p:pRg st="5" end="5"/>
                                            </p:txEl>
                                          </p:spTgt>
                                        </p:tgtEl>
                                        <p:attrNameLst>
                                          <p:attrName>style.visibility</p:attrName>
                                        </p:attrNameLst>
                                      </p:cBhvr>
                                      <p:to>
                                        <p:strVal val="visible"/>
                                      </p:to>
                                    </p:set>
                                    <p:animEffect transition="in" filter="blinds(horizontal)">
                                      <p:cBhvr>
                                        <p:cTn id="32" dur="500"/>
                                        <p:tgtEl>
                                          <p:spTgt spid="849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P spid="982018"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Rectangle 12"/>
          <p:cNvSpPr>
            <a:spLocks noGrp="1"/>
          </p:cNvSpPr>
          <p:nvPr>
            <p:ph type="title"/>
          </p:nvPr>
        </p:nvSpPr>
        <p:spPr>
          <a:xfrm>
            <a:off x="611505" y="1421765"/>
            <a:ext cx="7772400" cy="1143000"/>
          </a:xfrm>
        </p:spPr>
        <p:txBody>
          <a:bodyPr vert="horz" wrap="square" lIns="91440" tIns="45720" rIns="91440" bIns="45720" anchor="ctr" anchorCtr="0"/>
          <a:lstStyle/>
          <a:p>
            <a:pPr eaLnBrk="1" hangingPunct="1"/>
            <a:r>
              <a:rPr lang="zh-CN" altLang="en-US" sz="3200" dirty="0">
                <a:solidFill>
                  <a:srgbClr val="0000FF"/>
                </a:solidFill>
                <a:latin typeface="+mn-lt"/>
                <a:ea typeface="+mn-ea"/>
                <a:cs typeface="+mn-cs"/>
              </a:rPr>
              <a:t>回顾：齐次线性方程组的解的判定</a:t>
            </a:r>
            <a:endParaRPr lang="zh-CN" altLang="en-US" dirty="0"/>
          </a:p>
        </p:txBody>
      </p:sp>
      <p:sp>
        <p:nvSpPr>
          <p:cNvPr id="14352" name="Rectangle 16"/>
          <p:cNvSpPr>
            <a:spLocks noGrp="1"/>
          </p:cNvSpPr>
          <p:nvPr>
            <p:ph idx="1"/>
          </p:nvPr>
        </p:nvSpPr>
        <p:spPr>
          <a:xfrm>
            <a:off x="457200" y="2353945"/>
            <a:ext cx="8229600" cy="4011930"/>
          </a:xfrm>
        </p:spPr>
        <p:txBody>
          <a:bodyPr vert="horz" wrap="square" lIns="91440" tIns="45720" rIns="91440" bIns="45720" anchor="t" anchorCtr="0">
            <a:noAutofit/>
          </a:bodyPr>
          <a:lstStyle/>
          <a:p>
            <a:pPr marL="457200" indent="-457200" eaLnBrk="1" hangingPunct="1">
              <a:lnSpc>
                <a:spcPct val="130000"/>
              </a:lnSpc>
              <a:spcBef>
                <a:spcPct val="0"/>
              </a:spcBef>
              <a:buClrTx/>
              <a:buSzTx/>
              <a:buFontTx/>
              <a:buAutoNum type="arabicPeriod"/>
            </a:pPr>
            <a:r>
              <a:rPr lang="zh-CN" altLang="en-US" dirty="0">
                <a:solidFill>
                  <a:srgbClr val="000000"/>
                </a:solidFill>
              </a:rPr>
              <a:t>包含 </a:t>
            </a:r>
            <a:r>
              <a:rPr lang="en-US" altLang="zh-CN" i="1" dirty="0">
                <a:solidFill>
                  <a:srgbClr val="000000"/>
                </a:solidFill>
              </a:rPr>
              <a:t>n </a:t>
            </a:r>
            <a:r>
              <a:rPr lang="zh-CN" altLang="en-US" dirty="0">
                <a:solidFill>
                  <a:srgbClr val="000000"/>
                </a:solidFill>
              </a:rPr>
              <a:t>个未知数的齐次线性方程组 </a:t>
            </a:r>
            <a:r>
              <a:rPr lang="en-US" altLang="zh-CN" i="1" dirty="0">
                <a:solidFill>
                  <a:srgbClr val="FF0000"/>
                </a:solidFill>
              </a:rPr>
              <a:t>Ax = </a:t>
            </a:r>
            <a:r>
              <a:rPr lang="en-US" altLang="zh-CN" dirty="0">
                <a:solidFill>
                  <a:srgbClr val="FF0000"/>
                </a:solidFill>
              </a:rPr>
              <a:t>0</a:t>
            </a:r>
            <a:r>
              <a:rPr lang="en-US" altLang="zh-CN" i="1" dirty="0">
                <a:solidFill>
                  <a:srgbClr val="000000"/>
                </a:solidFill>
              </a:rPr>
              <a:t> </a:t>
            </a:r>
            <a:r>
              <a:rPr lang="zh-CN" altLang="en-US" dirty="0">
                <a:solidFill>
                  <a:srgbClr val="000000"/>
                </a:solidFill>
              </a:rPr>
              <a:t>有</a:t>
            </a:r>
            <a:r>
              <a:rPr lang="zh-CN" altLang="en-US" dirty="0">
                <a:solidFill>
                  <a:srgbClr val="FF0000"/>
                </a:solidFill>
              </a:rPr>
              <a:t>非零解</a:t>
            </a:r>
            <a:r>
              <a:rPr lang="zh-CN" altLang="en-US" dirty="0">
                <a:solidFill>
                  <a:srgbClr val="000000"/>
                </a:solidFill>
              </a:rPr>
              <a:t>的充分必要条件是系数矩阵的秩 </a:t>
            </a:r>
            <a:r>
              <a:rPr lang="en-US" altLang="zh-CN" i="1" dirty="0">
                <a:solidFill>
                  <a:srgbClr val="000000"/>
                </a:solidFill>
              </a:rPr>
              <a:t>R</a:t>
            </a:r>
            <a:r>
              <a:rPr lang="en-US" altLang="zh-CN" dirty="0">
                <a:solidFill>
                  <a:srgbClr val="000000"/>
                </a:solidFill>
              </a:rPr>
              <a:t>(</a:t>
            </a:r>
            <a:r>
              <a:rPr lang="en-US" altLang="zh-CN" i="1" dirty="0">
                <a:solidFill>
                  <a:srgbClr val="000000"/>
                </a:solidFill>
              </a:rPr>
              <a:t>A</a:t>
            </a:r>
            <a:r>
              <a:rPr lang="en-US" altLang="zh-CN" dirty="0">
                <a:solidFill>
                  <a:srgbClr val="000000"/>
                </a:solidFill>
              </a:rPr>
              <a:t>) </a:t>
            </a:r>
            <a:r>
              <a:rPr lang="en-US" altLang="zh-CN" dirty="0">
                <a:solidFill>
                  <a:srgbClr val="000000"/>
                </a:solidFill>
                <a:latin typeface="Symbol" panose="05050102010706020507" pitchFamily="18" charset="2"/>
              </a:rPr>
              <a:t>&lt;</a:t>
            </a:r>
            <a:r>
              <a:rPr lang="en-US" altLang="zh-CN" dirty="0">
                <a:solidFill>
                  <a:srgbClr val="000000"/>
                </a:solidFill>
              </a:rPr>
              <a:t> </a:t>
            </a:r>
            <a:r>
              <a:rPr lang="en-US" altLang="zh-CN" i="1" dirty="0">
                <a:solidFill>
                  <a:srgbClr val="000000"/>
                </a:solidFill>
              </a:rPr>
              <a:t>n </a:t>
            </a:r>
            <a:r>
              <a:rPr lang="zh-CN" altLang="en-US" dirty="0"/>
              <a:t>．</a:t>
            </a:r>
          </a:p>
          <a:p>
            <a:pPr marL="457200" indent="-457200" eaLnBrk="1" hangingPunct="1">
              <a:lnSpc>
                <a:spcPct val="130000"/>
              </a:lnSpc>
              <a:spcBef>
                <a:spcPct val="0"/>
              </a:spcBef>
              <a:buClrTx/>
              <a:buSzTx/>
              <a:buFontTx/>
              <a:buAutoNum type="arabicPeriod"/>
            </a:pPr>
            <a:r>
              <a:rPr lang="zh-CN" altLang="en-US" sz="3200" dirty="0">
                <a:solidFill>
                  <a:srgbClr val="000000"/>
                </a:solidFill>
                <a:sym typeface="+mn-ea"/>
              </a:rPr>
              <a:t>包含 </a:t>
            </a:r>
            <a:r>
              <a:rPr lang="en-US" altLang="zh-CN" sz="3200" i="1" dirty="0">
                <a:solidFill>
                  <a:srgbClr val="000000"/>
                </a:solidFill>
                <a:sym typeface="+mn-ea"/>
              </a:rPr>
              <a:t>n </a:t>
            </a:r>
            <a:r>
              <a:rPr lang="zh-CN" altLang="en-US" sz="3200" dirty="0">
                <a:solidFill>
                  <a:srgbClr val="000000"/>
                </a:solidFill>
                <a:sym typeface="+mn-ea"/>
              </a:rPr>
              <a:t>个未知数的齐次线性方程组 </a:t>
            </a:r>
            <a:r>
              <a:rPr lang="en-US" altLang="zh-CN" sz="3200" i="1" dirty="0">
                <a:solidFill>
                  <a:srgbClr val="FF0000"/>
                </a:solidFill>
                <a:sym typeface="+mn-ea"/>
              </a:rPr>
              <a:t>Ax = </a:t>
            </a:r>
            <a:r>
              <a:rPr lang="en-US" altLang="zh-CN" sz="3200" dirty="0">
                <a:solidFill>
                  <a:srgbClr val="FF0000"/>
                </a:solidFill>
                <a:sym typeface="+mn-ea"/>
              </a:rPr>
              <a:t>0</a:t>
            </a:r>
            <a:r>
              <a:rPr lang="en-US" altLang="zh-CN" sz="3200" i="1" dirty="0">
                <a:solidFill>
                  <a:srgbClr val="000000"/>
                </a:solidFill>
                <a:sym typeface="+mn-ea"/>
              </a:rPr>
              <a:t> </a:t>
            </a:r>
            <a:r>
              <a:rPr lang="zh-CN" altLang="en-US" sz="3200" dirty="0">
                <a:solidFill>
                  <a:srgbClr val="FF0000"/>
                </a:solidFill>
                <a:sym typeface="+mn-ea"/>
              </a:rPr>
              <a:t>只有零解</a:t>
            </a:r>
            <a:r>
              <a:rPr lang="zh-CN" altLang="en-US" sz="3200" dirty="0">
                <a:solidFill>
                  <a:srgbClr val="000000"/>
                </a:solidFill>
                <a:sym typeface="+mn-ea"/>
              </a:rPr>
              <a:t>的充分必要条件是系数矩阵的秩 </a:t>
            </a:r>
            <a:r>
              <a:rPr lang="en-US" altLang="zh-CN" sz="3200" i="1" dirty="0">
                <a:solidFill>
                  <a:srgbClr val="000000"/>
                </a:solidFill>
                <a:sym typeface="+mn-ea"/>
              </a:rPr>
              <a:t>R</a:t>
            </a:r>
            <a:r>
              <a:rPr lang="en-US" altLang="zh-CN" sz="3200" dirty="0">
                <a:solidFill>
                  <a:srgbClr val="000000"/>
                </a:solidFill>
                <a:sym typeface="+mn-ea"/>
              </a:rPr>
              <a:t>(</a:t>
            </a:r>
            <a:r>
              <a:rPr lang="en-US" altLang="zh-CN" sz="3200" i="1" dirty="0">
                <a:solidFill>
                  <a:srgbClr val="000000"/>
                </a:solidFill>
                <a:sym typeface="+mn-ea"/>
              </a:rPr>
              <a:t>A</a:t>
            </a:r>
            <a:r>
              <a:rPr lang="en-US" altLang="zh-CN" sz="3200" dirty="0">
                <a:solidFill>
                  <a:srgbClr val="000000"/>
                </a:solidFill>
                <a:sym typeface="+mn-ea"/>
              </a:rPr>
              <a:t>) = </a:t>
            </a:r>
            <a:r>
              <a:rPr lang="en-US" altLang="zh-CN" sz="3200" i="1" dirty="0">
                <a:solidFill>
                  <a:srgbClr val="000000"/>
                </a:solidFill>
                <a:sym typeface="+mn-ea"/>
              </a:rPr>
              <a:t>n </a:t>
            </a:r>
            <a:r>
              <a:rPr lang="zh-CN" altLang="en-US" sz="3200" dirty="0">
                <a:sym typeface="+mn-ea"/>
              </a:rPr>
              <a:t>．</a:t>
            </a:r>
            <a:endParaRPr lang="zh-CN" altLang="en-US" sz="3200" dirty="0">
              <a:solidFill>
                <a:srgbClr val="000000"/>
              </a:solidFill>
            </a:endParaRPr>
          </a:p>
          <a:p>
            <a:pPr marL="457200" lvl="1" indent="0" eaLnBrk="1" hangingPunct="1">
              <a:lnSpc>
                <a:spcPct val="130000"/>
              </a:lnSpc>
              <a:spcBef>
                <a:spcPct val="0"/>
              </a:spcBef>
              <a:buClr>
                <a:srgbClr val="0000FF"/>
              </a:buClr>
              <a:buSzTx/>
              <a:buFont typeface="Wingdings" panose="05000000000000000000" pitchFamily="2" charset="2"/>
              <a:buNone/>
            </a:pPr>
            <a:endParaRPr lang="zh-CN" altLang="en-US" dirty="0"/>
          </a:p>
        </p:txBody>
      </p:sp>
      <p:sp>
        <p:nvSpPr>
          <p:cNvPr id="2" name="Rectangle 2"/>
          <p:cNvSpPr>
            <a:spLocks noGrp="1"/>
          </p:cNvSpPr>
          <p:nvPr/>
        </p:nvSpPr>
        <p:spPr>
          <a:xfrm>
            <a:off x="755650" y="836930"/>
            <a:ext cx="6858000" cy="633730"/>
          </a:xfrm>
          <a:prstGeom prst="rect">
            <a:avLst/>
          </a:prstGeom>
          <a:noFill/>
          <a:ln w="9525">
            <a:noFill/>
          </a:ln>
        </p:spPr>
        <p:txBody>
          <a:bodyPr vert="horz" wrap="square" lIns="91440" tIns="45720" rIns="91440" bIns="45720" anchor="b" anchorCtr="0"/>
          <a:lstStyle>
            <a:lvl1pPr marL="0" lvl="0" indent="0" algn="ctr" defTabSz="914400" rtl="0" eaLnBrk="1" fontAlgn="base" latinLnBrk="0" hangingPunct="1">
              <a:lnSpc>
                <a:spcPct val="100000"/>
              </a:lnSpc>
              <a:spcBef>
                <a:spcPct val="0"/>
              </a:spcBef>
              <a:spcAft>
                <a:spcPct val="0"/>
              </a:spcAft>
              <a:buNone/>
              <a:defRPr sz="4500" b="0" i="0" u="none" kern="1200" baseline="0">
                <a:solidFill>
                  <a:schemeClr val="tx2"/>
                </a:solidFill>
                <a:latin typeface="+mj-lt"/>
                <a:ea typeface="+mj-ea"/>
                <a:cs typeface="+mj-cs"/>
              </a:defRPr>
            </a:lvl1pPr>
          </a:lstStyle>
          <a:p>
            <a:pPr algn="ctr" eaLnBrk="1" hangingPunct="1">
              <a:buClrTx/>
              <a:buSzTx/>
              <a:buFontTx/>
            </a:pPr>
            <a:r>
              <a:rPr lang="en-US" altLang="zh-CN" sz="3600" dirty="0">
                <a:solidFill>
                  <a:srgbClr val="FF0000"/>
                </a:solidFill>
                <a:latin typeface="楷体_GB2312"/>
                <a:ea typeface="+mj-ea"/>
                <a:cs typeface="+mj-cs"/>
              </a:rPr>
              <a:t>1 </a:t>
            </a:r>
            <a:r>
              <a:rPr lang="zh-CN" altLang="en-US" sz="3600" dirty="0">
                <a:solidFill>
                  <a:srgbClr val="FF0000"/>
                </a:solidFill>
                <a:latin typeface="楷体_GB2312"/>
                <a:ea typeface="+mj-ea"/>
                <a:cs typeface="+mj-cs"/>
              </a:rPr>
              <a:t>齐次线性方程组的解的结构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83042"/>
                                        </p:tgtEl>
                                        <p:attrNameLst>
                                          <p:attrName>style.visibility</p:attrName>
                                        </p:attrNameLst>
                                      </p:cBhvr>
                                      <p:to>
                                        <p:strVal val="visible"/>
                                      </p:to>
                                    </p:set>
                                    <p:animEffect transition="in" filter="blinds(horizontal)">
                                      <p:cBhvr>
                                        <p:cTn id="12" dur="500"/>
                                        <p:tgtEl>
                                          <p:spTgt spid="98304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52">
                                            <p:txEl>
                                              <p:pRg st="0" end="0"/>
                                            </p:txEl>
                                          </p:spTgt>
                                        </p:tgtEl>
                                        <p:attrNameLst>
                                          <p:attrName>style.visibility</p:attrName>
                                        </p:attrNameLst>
                                      </p:cBhvr>
                                      <p:to>
                                        <p:strVal val="visible"/>
                                      </p:to>
                                    </p:set>
                                    <p:animEffect transition="in" filter="blinds(horizontal)">
                                      <p:cBhvr>
                                        <p:cTn id="17" dur="500"/>
                                        <p:tgtEl>
                                          <p:spTgt spid="1435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52">
                                            <p:txEl>
                                              <p:pRg st="1" end="1"/>
                                            </p:txEl>
                                          </p:spTgt>
                                        </p:tgtEl>
                                        <p:attrNameLst>
                                          <p:attrName>style.visibility</p:attrName>
                                        </p:attrNameLst>
                                      </p:cBhvr>
                                      <p:to>
                                        <p:strVal val="visible"/>
                                      </p:to>
                                    </p:set>
                                    <p:animEffect transition="in" filter="blinds(horizontal)">
                                      <p:cBhvr>
                                        <p:cTn id="22" dur="500"/>
                                        <p:tgtEl>
                                          <p:spTgt spid="1435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42" grpId="0"/>
      <p:bldP spid="14352" grpId="0" build="p"/>
      <p:bldP spid="2"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p:cNvSpPr>
          <p:nvPr>
            <p:ph idx="1"/>
          </p:nvPr>
        </p:nvSpPr>
        <p:spPr>
          <a:xfrm>
            <a:off x="457200" y="332740"/>
            <a:ext cx="8229600" cy="6438265"/>
          </a:xfrm>
        </p:spPr>
        <p:txBody>
          <a:bodyPr vert="horz" wrap="square" lIns="91440" tIns="45720" rIns="91440" bIns="45720" anchor="t" anchorCtr="0"/>
          <a:lstStyle/>
          <a:p>
            <a:pPr eaLnBrk="1" hangingPunct="1">
              <a:buNone/>
            </a:pPr>
            <a:r>
              <a:rPr lang="zh-CN" altLang="en-US" sz="2800" b="1" dirty="0">
                <a:solidFill>
                  <a:srgbClr val="FF0000"/>
                </a:solidFill>
                <a:sym typeface="+mn-ea"/>
              </a:rPr>
              <a:t>定理</a:t>
            </a:r>
            <a:r>
              <a:rPr lang="en-US" altLang="zh-CN" sz="2800" b="1" dirty="0">
                <a:solidFill>
                  <a:srgbClr val="FF0000"/>
                </a:solidFill>
                <a:sym typeface="+mn-ea"/>
              </a:rPr>
              <a:t>3.7.1</a:t>
            </a:r>
            <a:r>
              <a:rPr lang="zh-CN" altLang="en-US" b="1" dirty="0">
                <a:solidFill>
                  <a:srgbClr val="FF0000"/>
                </a:solidFill>
              </a:rPr>
              <a:t>：</a:t>
            </a:r>
            <a:r>
              <a:rPr lang="zh-CN" altLang="en-US" sz="2800" b="1" dirty="0">
                <a:sym typeface="+mn-ea"/>
              </a:rPr>
              <a:t>若 </a:t>
            </a:r>
            <a:r>
              <a:rPr lang="en-US" altLang="zh-CN" sz="2800" b="1" i="1" dirty="0">
                <a:sym typeface="+mn-ea"/>
              </a:rPr>
              <a:t>α</a:t>
            </a:r>
            <a:r>
              <a:rPr lang="en-US" altLang="zh-CN" sz="2800" b="1" baseline="-25000" dirty="0">
                <a:solidFill>
                  <a:srgbClr val="000000"/>
                </a:solidFill>
                <a:ea typeface="楷体_GB2312"/>
                <a:sym typeface="+mn-ea"/>
              </a:rPr>
              <a:t>1</a:t>
            </a:r>
            <a:r>
              <a:rPr lang="en-US" altLang="zh-CN" sz="2800" b="1" dirty="0">
                <a:solidFill>
                  <a:srgbClr val="000000"/>
                </a:solidFill>
                <a:ea typeface="楷体_GB2312"/>
                <a:sym typeface="+mn-ea"/>
              </a:rPr>
              <a:t>, </a:t>
            </a:r>
            <a:r>
              <a:rPr lang="en-US" altLang="zh-CN" sz="2800" b="1" i="1" dirty="0">
                <a:sym typeface="+mn-ea"/>
              </a:rPr>
              <a:t>α</a:t>
            </a:r>
            <a:r>
              <a:rPr lang="en-US" altLang="zh-CN" sz="2800" b="1" baseline="-25000" dirty="0">
                <a:solidFill>
                  <a:srgbClr val="000000"/>
                </a:solidFill>
                <a:ea typeface="楷体_GB2312"/>
                <a:sym typeface="+mn-ea"/>
              </a:rPr>
              <a:t>2</a:t>
            </a:r>
            <a:r>
              <a:rPr lang="en-US" altLang="zh-CN" sz="2800" b="1" baseline="-25000" dirty="0">
                <a:latin typeface="Symbol" panose="05050102010706020507" pitchFamily="18" charset="2"/>
                <a:sym typeface="+mn-ea"/>
              </a:rPr>
              <a:t> </a:t>
            </a:r>
            <a:r>
              <a:rPr lang="zh-CN" altLang="en-US" sz="2800" b="1" dirty="0">
                <a:sym typeface="+mn-ea"/>
              </a:rPr>
              <a:t>是齐次线性方程组 </a:t>
            </a:r>
            <a:r>
              <a:rPr lang="en-US" altLang="zh-CN" sz="2800" b="1" i="1" dirty="0">
                <a:solidFill>
                  <a:srgbClr val="0000FF"/>
                </a:solidFill>
                <a:sym typeface="+mn-ea"/>
              </a:rPr>
              <a:t>Ax = </a:t>
            </a:r>
            <a:r>
              <a:rPr lang="en-US" altLang="zh-CN" sz="2800" b="1" dirty="0">
                <a:solidFill>
                  <a:srgbClr val="0000FF"/>
                </a:solidFill>
                <a:sym typeface="+mn-ea"/>
              </a:rPr>
              <a:t>0</a:t>
            </a:r>
            <a:r>
              <a:rPr lang="en-US" altLang="zh-CN" sz="2800" b="1" dirty="0">
                <a:sym typeface="+mn-ea"/>
              </a:rPr>
              <a:t> </a:t>
            </a:r>
            <a:r>
              <a:rPr lang="zh-CN" altLang="en-US" sz="2800" b="1" dirty="0">
                <a:sym typeface="+mn-ea"/>
              </a:rPr>
              <a:t>的两个解，则 </a:t>
            </a:r>
            <a:r>
              <a:rPr lang="en-US" altLang="zh-CN" sz="2800" b="1" i="1" dirty="0">
                <a:sym typeface="+mn-ea"/>
              </a:rPr>
              <a:t>α</a:t>
            </a:r>
            <a:r>
              <a:rPr lang="en-US" altLang="zh-CN" sz="2800" b="1" baseline="-25000" dirty="0">
                <a:solidFill>
                  <a:srgbClr val="000000"/>
                </a:solidFill>
                <a:ea typeface="楷体_GB2312"/>
                <a:sym typeface="+mn-ea"/>
              </a:rPr>
              <a:t>1</a:t>
            </a:r>
            <a:r>
              <a:rPr lang="en-US" altLang="zh-CN" sz="2800" b="1" dirty="0">
                <a:solidFill>
                  <a:srgbClr val="000000"/>
                </a:solidFill>
                <a:ea typeface="楷体_GB2312"/>
                <a:sym typeface="+mn-ea"/>
              </a:rPr>
              <a:t>+ </a:t>
            </a:r>
            <a:r>
              <a:rPr lang="en-US" altLang="zh-CN" sz="2800" b="1" i="1" dirty="0">
                <a:sym typeface="+mn-ea"/>
              </a:rPr>
              <a:t>α</a:t>
            </a:r>
            <a:r>
              <a:rPr lang="en-US" altLang="zh-CN" sz="2800" b="1" baseline="-25000" dirty="0">
                <a:solidFill>
                  <a:srgbClr val="000000"/>
                </a:solidFill>
                <a:ea typeface="楷体_GB2312"/>
                <a:sym typeface="+mn-ea"/>
              </a:rPr>
              <a:t>2</a:t>
            </a:r>
            <a:r>
              <a:rPr lang="zh-CN" altLang="en-US" sz="2800" b="1" dirty="0">
                <a:sym typeface="+mn-ea"/>
              </a:rPr>
              <a:t>也是 </a:t>
            </a:r>
            <a:r>
              <a:rPr lang="en-US" altLang="zh-CN" sz="2800" b="1" i="1" dirty="0">
                <a:solidFill>
                  <a:srgbClr val="0000FF"/>
                </a:solidFill>
                <a:sym typeface="+mn-ea"/>
              </a:rPr>
              <a:t>Ax = </a:t>
            </a:r>
            <a:r>
              <a:rPr lang="en-US" altLang="zh-CN" sz="2800" b="1" dirty="0">
                <a:solidFill>
                  <a:srgbClr val="0000FF"/>
                </a:solidFill>
                <a:sym typeface="+mn-ea"/>
              </a:rPr>
              <a:t>0</a:t>
            </a:r>
            <a:r>
              <a:rPr lang="en-US" altLang="zh-CN" sz="2800" b="1" dirty="0">
                <a:sym typeface="+mn-ea"/>
              </a:rPr>
              <a:t> </a:t>
            </a:r>
            <a:r>
              <a:rPr lang="zh-CN" altLang="en-US" sz="2800" b="1" dirty="0">
                <a:sym typeface="+mn-ea"/>
              </a:rPr>
              <a:t>的解．</a:t>
            </a:r>
            <a:endParaRPr lang="zh-CN" altLang="en-US" sz="2800" b="1" dirty="0">
              <a:latin typeface="楷体_GB2312"/>
            </a:endParaRPr>
          </a:p>
          <a:p>
            <a:pPr marL="457200" indent="-457200" eaLnBrk="1" hangingPunct="1">
              <a:lnSpc>
                <a:spcPct val="90000"/>
              </a:lnSpc>
              <a:spcBef>
                <a:spcPct val="50000"/>
              </a:spcBef>
              <a:buClr>
                <a:schemeClr val="accent2"/>
              </a:buClr>
              <a:buSzPct val="80000"/>
              <a:buNone/>
            </a:pPr>
            <a:r>
              <a:rPr lang="zh-CN" altLang="en-US" sz="2800" b="1" dirty="0">
                <a:solidFill>
                  <a:srgbClr val="FF0000"/>
                </a:solidFill>
                <a:sym typeface="+mn-ea"/>
              </a:rPr>
              <a:t>定理</a:t>
            </a:r>
            <a:r>
              <a:rPr lang="en-US" altLang="zh-CN" sz="2800" b="1" dirty="0">
                <a:solidFill>
                  <a:srgbClr val="FF0000"/>
                </a:solidFill>
                <a:sym typeface="+mn-ea"/>
              </a:rPr>
              <a:t>3.7.2</a:t>
            </a:r>
            <a:r>
              <a:rPr lang="zh-CN" altLang="en-US" sz="2800" b="1" dirty="0">
                <a:solidFill>
                  <a:srgbClr val="FF0000"/>
                </a:solidFill>
                <a:sym typeface="+mn-ea"/>
              </a:rPr>
              <a:t>：</a:t>
            </a:r>
            <a:r>
              <a:rPr lang="zh-CN" altLang="en-US" sz="2800" b="1" dirty="0">
                <a:sym typeface="+mn-ea"/>
              </a:rPr>
              <a:t>若 </a:t>
            </a:r>
            <a:r>
              <a:rPr lang="en-US" altLang="zh-CN" sz="2800" b="1" i="1" dirty="0">
                <a:sym typeface="+mn-ea"/>
              </a:rPr>
              <a:t>α</a:t>
            </a:r>
            <a:r>
              <a:rPr lang="zh-CN" altLang="en-US" sz="2800" b="1" dirty="0">
                <a:sym typeface="+mn-ea"/>
              </a:rPr>
              <a:t>是齐次线性方程组 </a:t>
            </a:r>
            <a:r>
              <a:rPr lang="en-US" altLang="zh-CN" sz="2800" b="1" i="1" dirty="0">
                <a:solidFill>
                  <a:srgbClr val="0000FF"/>
                </a:solidFill>
                <a:sym typeface="+mn-ea"/>
              </a:rPr>
              <a:t>Ax = </a:t>
            </a:r>
            <a:r>
              <a:rPr lang="en-US" altLang="zh-CN" sz="2800" b="1" dirty="0">
                <a:solidFill>
                  <a:srgbClr val="0000FF"/>
                </a:solidFill>
                <a:sym typeface="+mn-ea"/>
              </a:rPr>
              <a:t>0</a:t>
            </a:r>
            <a:r>
              <a:rPr lang="en-US" altLang="zh-CN" sz="2800" b="1" dirty="0">
                <a:sym typeface="+mn-ea"/>
              </a:rPr>
              <a:t> </a:t>
            </a:r>
            <a:r>
              <a:rPr lang="zh-CN" altLang="en-US" sz="2800" b="1" dirty="0">
                <a:sym typeface="+mn-ea"/>
              </a:rPr>
              <a:t>的一个解，</a:t>
            </a:r>
            <a:r>
              <a:rPr lang="en-US" altLang="zh-CN" sz="2800" b="1" i="1" dirty="0">
                <a:sym typeface="+mn-ea"/>
              </a:rPr>
              <a:t>c</a:t>
            </a:r>
            <a:r>
              <a:rPr lang="zh-CN" altLang="en-US" sz="2800" b="1" dirty="0">
                <a:sym typeface="+mn-ea"/>
              </a:rPr>
              <a:t> 是任意常数，则 </a:t>
            </a:r>
            <a:r>
              <a:rPr lang="en-US" altLang="zh-CN" sz="2800" b="1" i="1" dirty="0">
                <a:sym typeface="+mn-ea"/>
              </a:rPr>
              <a:t>cα</a:t>
            </a:r>
            <a:r>
              <a:rPr lang="zh-CN" altLang="en-US" sz="2800" b="1" dirty="0">
                <a:sym typeface="+mn-ea"/>
              </a:rPr>
              <a:t>也是 </a:t>
            </a:r>
            <a:r>
              <a:rPr lang="en-US" altLang="zh-CN" sz="2800" b="1" i="1" dirty="0">
                <a:solidFill>
                  <a:srgbClr val="0000FF"/>
                </a:solidFill>
                <a:sym typeface="+mn-ea"/>
              </a:rPr>
              <a:t>Ax = </a:t>
            </a:r>
            <a:r>
              <a:rPr lang="en-US" altLang="zh-CN" sz="2800" b="1" dirty="0">
                <a:solidFill>
                  <a:srgbClr val="0000FF"/>
                </a:solidFill>
                <a:sym typeface="+mn-ea"/>
              </a:rPr>
              <a:t>0</a:t>
            </a:r>
            <a:r>
              <a:rPr lang="en-US" altLang="zh-CN" sz="2800" b="1" dirty="0">
                <a:sym typeface="+mn-ea"/>
              </a:rPr>
              <a:t> </a:t>
            </a:r>
            <a:r>
              <a:rPr lang="zh-CN" altLang="en-US" sz="2800" b="1" dirty="0">
                <a:sym typeface="+mn-ea"/>
              </a:rPr>
              <a:t>的解．</a:t>
            </a:r>
            <a:endParaRPr lang="zh-CN" altLang="en-US" sz="2800" dirty="0">
              <a:sym typeface="+mn-ea"/>
            </a:endParaRPr>
          </a:p>
          <a:p>
            <a:pPr eaLnBrk="1" hangingPunct="1">
              <a:lnSpc>
                <a:spcPct val="90000"/>
              </a:lnSpc>
              <a:spcBef>
                <a:spcPct val="50000"/>
              </a:spcBef>
              <a:buNone/>
            </a:pPr>
            <a:r>
              <a:rPr lang="en-US" altLang="zh-CN" sz="2800" dirty="0">
                <a:sym typeface="+mn-ea"/>
              </a:rPr>
              <a:t> </a:t>
            </a:r>
            <a:r>
              <a:rPr lang="zh-CN" altLang="en-US" sz="2800" b="1" dirty="0">
                <a:solidFill>
                  <a:srgbClr val="FF0000"/>
                </a:solidFill>
                <a:sym typeface="+mn-ea"/>
              </a:rPr>
              <a:t>因此：</a:t>
            </a:r>
            <a:r>
              <a:rPr lang="zh-CN" altLang="en-US" sz="2800" b="1" dirty="0">
                <a:sym typeface="+mn-ea"/>
              </a:rPr>
              <a:t>若</a:t>
            </a:r>
            <a:r>
              <a:rPr lang="en-US" altLang="zh-CN" sz="2800" b="1" i="1" dirty="0">
                <a:sym typeface="+mn-ea"/>
              </a:rPr>
              <a:t>α</a:t>
            </a:r>
            <a:r>
              <a:rPr lang="en-US" altLang="zh-CN" sz="2800" b="1" baseline="-25000" dirty="0">
                <a:sym typeface="+mn-ea"/>
              </a:rPr>
              <a:t>1</a:t>
            </a:r>
            <a:r>
              <a:rPr lang="en-US" altLang="zh-CN" sz="2800" b="1" dirty="0">
                <a:latin typeface="Symbol" panose="05050102010706020507" pitchFamily="18" charset="2"/>
                <a:sym typeface="+mn-ea"/>
              </a:rPr>
              <a:t>, </a:t>
            </a:r>
            <a:r>
              <a:rPr lang="en-US" altLang="zh-CN" sz="2800" b="1" baseline="-25000" dirty="0">
                <a:latin typeface="Symbol" panose="05050102010706020507" pitchFamily="18" charset="2"/>
                <a:sym typeface="+mn-ea"/>
              </a:rPr>
              <a:t> </a:t>
            </a:r>
            <a:r>
              <a:rPr lang="en-US" altLang="zh-CN" sz="2800" b="1" i="1" dirty="0">
                <a:sym typeface="+mn-ea"/>
              </a:rPr>
              <a:t>α</a:t>
            </a:r>
            <a:r>
              <a:rPr lang="en-US" altLang="zh-CN" sz="2800" b="1" baseline="-25000" dirty="0">
                <a:sym typeface="+mn-ea"/>
              </a:rPr>
              <a:t>2</a:t>
            </a:r>
            <a:r>
              <a:rPr lang="en-US" altLang="zh-CN" sz="2800" b="1" dirty="0">
                <a:sym typeface="+mn-ea"/>
              </a:rPr>
              <a:t>, ...,</a:t>
            </a:r>
            <a:r>
              <a:rPr lang="en-US" altLang="zh-CN" sz="2800" b="1" i="1" dirty="0">
                <a:sym typeface="+mn-ea"/>
              </a:rPr>
              <a:t>α</a:t>
            </a:r>
            <a:r>
              <a:rPr lang="en-US" altLang="zh-CN" sz="2800" b="1" i="1" baseline="-25000" dirty="0">
                <a:sym typeface="+mn-ea"/>
              </a:rPr>
              <a:t>t</a:t>
            </a:r>
            <a:r>
              <a:rPr lang="en-US" altLang="zh-CN" sz="2800" b="1" baseline="-25000" dirty="0">
                <a:latin typeface="Symbol" panose="05050102010706020507" pitchFamily="18" charset="2"/>
                <a:sym typeface="+mn-ea"/>
              </a:rPr>
              <a:t> </a:t>
            </a:r>
            <a:r>
              <a:rPr lang="zh-CN" altLang="en-US" sz="2800" b="1" dirty="0">
                <a:sym typeface="+mn-ea"/>
              </a:rPr>
              <a:t>是齐次线性方程组 </a:t>
            </a:r>
            <a:r>
              <a:rPr lang="en-US" altLang="zh-CN" sz="2800" b="1" i="1" dirty="0">
                <a:solidFill>
                  <a:srgbClr val="0000FF"/>
                </a:solidFill>
                <a:sym typeface="+mn-ea"/>
              </a:rPr>
              <a:t>Ax = </a:t>
            </a:r>
            <a:r>
              <a:rPr lang="en-US" altLang="zh-CN" sz="2800" b="1" dirty="0">
                <a:solidFill>
                  <a:srgbClr val="0000FF"/>
                </a:solidFill>
                <a:sym typeface="+mn-ea"/>
              </a:rPr>
              <a:t>0</a:t>
            </a:r>
            <a:r>
              <a:rPr lang="en-US" altLang="zh-CN" sz="2800" b="1" dirty="0">
                <a:sym typeface="+mn-ea"/>
              </a:rPr>
              <a:t>  </a:t>
            </a:r>
            <a:r>
              <a:rPr lang="zh-CN" altLang="en-US" sz="2800" b="1" dirty="0">
                <a:sym typeface="+mn-ea"/>
              </a:rPr>
              <a:t>的解， 则 </a:t>
            </a:r>
            <a:r>
              <a:rPr lang="en-US" altLang="zh-CN" sz="2800" b="1" i="1" dirty="0">
                <a:solidFill>
                  <a:srgbClr val="FF0000"/>
                </a:solidFill>
                <a:sym typeface="+mn-ea"/>
              </a:rPr>
              <a:t>x</a:t>
            </a:r>
            <a:r>
              <a:rPr lang="en-US" altLang="zh-CN" sz="2800" b="1" dirty="0">
                <a:solidFill>
                  <a:srgbClr val="FF0000"/>
                </a:solidFill>
                <a:sym typeface="+mn-ea"/>
              </a:rPr>
              <a:t> = </a:t>
            </a:r>
            <a:r>
              <a:rPr lang="en-US" altLang="zh-CN" sz="2800" b="1" i="1" dirty="0">
                <a:solidFill>
                  <a:srgbClr val="FF0000"/>
                </a:solidFill>
                <a:sym typeface="+mn-ea"/>
              </a:rPr>
              <a:t>k</a:t>
            </a:r>
            <a:r>
              <a:rPr lang="en-US" altLang="zh-CN" sz="2800" b="1" baseline="-25000" dirty="0">
                <a:solidFill>
                  <a:srgbClr val="FF0000"/>
                </a:solidFill>
                <a:sym typeface="+mn-ea"/>
              </a:rPr>
              <a:t>1</a:t>
            </a:r>
            <a:r>
              <a:rPr lang="en-US" altLang="zh-CN" sz="2800" b="1" i="1" dirty="0">
                <a:solidFill>
                  <a:srgbClr val="FF0000"/>
                </a:solidFill>
                <a:sym typeface="+mn-ea"/>
              </a:rPr>
              <a:t>α</a:t>
            </a:r>
            <a:r>
              <a:rPr lang="en-US" altLang="zh-CN" sz="2800" b="1" baseline="-25000" dirty="0">
                <a:solidFill>
                  <a:srgbClr val="FF0000"/>
                </a:solidFill>
                <a:sym typeface="+mn-ea"/>
              </a:rPr>
              <a:t>1 </a:t>
            </a:r>
            <a:r>
              <a:rPr lang="en-US" altLang="zh-CN" sz="2800" b="1" dirty="0">
                <a:solidFill>
                  <a:srgbClr val="FF0000"/>
                </a:solidFill>
                <a:sym typeface="+mn-ea"/>
              </a:rPr>
              <a:t>+ </a:t>
            </a:r>
            <a:r>
              <a:rPr lang="en-US" altLang="zh-CN" sz="2800" b="1" i="1" dirty="0">
                <a:solidFill>
                  <a:srgbClr val="FF0000"/>
                </a:solidFill>
                <a:sym typeface="+mn-ea"/>
              </a:rPr>
              <a:t>k</a:t>
            </a:r>
            <a:r>
              <a:rPr lang="en-US" altLang="zh-CN" sz="2800" b="1" baseline="-25000" dirty="0">
                <a:solidFill>
                  <a:srgbClr val="FF0000"/>
                </a:solidFill>
                <a:sym typeface="+mn-ea"/>
              </a:rPr>
              <a:t>2</a:t>
            </a:r>
            <a:r>
              <a:rPr lang="en-US" altLang="zh-CN" sz="2800" b="1" i="1" dirty="0">
                <a:solidFill>
                  <a:srgbClr val="FF0000"/>
                </a:solidFill>
                <a:sym typeface="+mn-ea"/>
              </a:rPr>
              <a:t>α</a:t>
            </a:r>
            <a:r>
              <a:rPr lang="en-US" altLang="zh-CN" sz="2800" b="1" baseline="-25000" dirty="0">
                <a:solidFill>
                  <a:srgbClr val="FF0000"/>
                </a:solidFill>
                <a:sym typeface="+mn-ea"/>
              </a:rPr>
              <a:t>2 </a:t>
            </a:r>
            <a:r>
              <a:rPr lang="en-US" altLang="zh-CN" sz="2800" b="1" dirty="0">
                <a:solidFill>
                  <a:srgbClr val="FF0000"/>
                </a:solidFill>
                <a:sym typeface="+mn-ea"/>
              </a:rPr>
              <a:t>+ … + </a:t>
            </a:r>
            <a:r>
              <a:rPr lang="en-US" altLang="zh-CN" sz="2800" b="1" i="1" dirty="0">
                <a:solidFill>
                  <a:srgbClr val="FF0000"/>
                </a:solidFill>
                <a:sym typeface="+mn-ea"/>
              </a:rPr>
              <a:t>k</a:t>
            </a:r>
            <a:r>
              <a:rPr lang="en-US" altLang="zh-CN" sz="2800" b="1" i="1" baseline="-25000" dirty="0">
                <a:solidFill>
                  <a:srgbClr val="FF0000"/>
                </a:solidFill>
                <a:sym typeface="+mn-ea"/>
              </a:rPr>
              <a:t>t</a:t>
            </a:r>
            <a:r>
              <a:rPr lang="en-US" altLang="zh-CN" sz="2800" b="1" i="1" dirty="0">
                <a:solidFill>
                  <a:srgbClr val="FF0000"/>
                </a:solidFill>
                <a:sym typeface="+mn-ea"/>
              </a:rPr>
              <a:t>α</a:t>
            </a:r>
            <a:r>
              <a:rPr lang="en-US" altLang="zh-CN" sz="2800" b="1" i="1" baseline="-25000" dirty="0">
                <a:solidFill>
                  <a:srgbClr val="FF0000"/>
                </a:solidFill>
                <a:sym typeface="+mn-ea"/>
              </a:rPr>
              <a:t>t</a:t>
            </a:r>
            <a:r>
              <a:rPr lang="en-US" altLang="zh-CN" sz="2800" b="1" i="1" baseline="-25000" dirty="0">
                <a:sym typeface="+mn-ea"/>
              </a:rPr>
              <a:t> </a:t>
            </a:r>
            <a:r>
              <a:rPr lang="zh-CN" altLang="en-US" sz="2800" b="1" dirty="0">
                <a:sym typeface="+mn-ea"/>
              </a:rPr>
              <a:t>也是 </a:t>
            </a:r>
            <a:r>
              <a:rPr lang="en-US" altLang="zh-CN" sz="2800" b="1" i="1" dirty="0">
                <a:solidFill>
                  <a:srgbClr val="0000FF"/>
                </a:solidFill>
                <a:sym typeface="+mn-ea"/>
              </a:rPr>
              <a:t>Ax = </a:t>
            </a:r>
            <a:r>
              <a:rPr lang="en-US" altLang="zh-CN" sz="2800" b="1" dirty="0">
                <a:solidFill>
                  <a:srgbClr val="0000FF"/>
                </a:solidFill>
                <a:sym typeface="+mn-ea"/>
              </a:rPr>
              <a:t>0</a:t>
            </a:r>
            <a:r>
              <a:rPr lang="en-US" altLang="zh-CN" sz="2800" b="1" dirty="0">
                <a:sym typeface="+mn-ea"/>
              </a:rPr>
              <a:t> </a:t>
            </a:r>
            <a:r>
              <a:rPr lang="zh-CN" altLang="en-US" sz="2800" b="1" dirty="0">
                <a:sym typeface="+mn-ea"/>
              </a:rPr>
              <a:t>的解</a:t>
            </a:r>
          </a:p>
          <a:p>
            <a:pPr algn="l" eaLnBrk="1" hangingPunct="1">
              <a:lnSpc>
                <a:spcPct val="90000"/>
              </a:lnSpc>
              <a:spcBef>
                <a:spcPct val="50000"/>
              </a:spcBef>
              <a:buNone/>
            </a:pPr>
            <a:r>
              <a:rPr lang="zh-CN" altLang="en-US" sz="2800" b="1" dirty="0">
                <a:sym typeface="+mn-ea"/>
              </a:rPr>
              <a:t>以上两个定理表明齐次线性方程组 </a:t>
            </a:r>
            <a:r>
              <a:rPr lang="en-US" altLang="zh-CN" sz="2800" b="1" i="1" dirty="0">
                <a:solidFill>
                  <a:srgbClr val="0000FF"/>
                </a:solidFill>
                <a:sym typeface="+mn-ea"/>
              </a:rPr>
              <a:t>Ax = </a:t>
            </a:r>
            <a:r>
              <a:rPr lang="en-US" altLang="zh-CN" sz="2800" b="1" dirty="0">
                <a:solidFill>
                  <a:srgbClr val="0000FF"/>
                </a:solidFill>
                <a:sym typeface="+mn-ea"/>
              </a:rPr>
              <a:t>0</a:t>
            </a:r>
            <a:r>
              <a:rPr lang="en-US" altLang="zh-CN" sz="2800" b="1" dirty="0">
                <a:sym typeface="+mn-ea"/>
              </a:rPr>
              <a:t> </a:t>
            </a:r>
            <a:r>
              <a:rPr lang="zh-CN" altLang="en-US" sz="2800" b="1" dirty="0">
                <a:sym typeface="+mn-ea"/>
              </a:rPr>
              <a:t>的解集构成一个向量空间，称为齐次线性方程组 </a:t>
            </a:r>
            <a:r>
              <a:rPr lang="en-US" altLang="zh-CN" sz="2800" b="1" i="1" dirty="0">
                <a:solidFill>
                  <a:srgbClr val="0000FF"/>
                </a:solidFill>
                <a:sym typeface="+mn-ea"/>
              </a:rPr>
              <a:t>Ax = </a:t>
            </a:r>
            <a:r>
              <a:rPr lang="en-US" altLang="zh-CN" sz="2800" b="1" dirty="0">
                <a:solidFill>
                  <a:srgbClr val="0000FF"/>
                </a:solidFill>
                <a:sym typeface="+mn-ea"/>
              </a:rPr>
              <a:t>0</a:t>
            </a:r>
            <a:r>
              <a:rPr lang="en-US" altLang="zh-CN" sz="2800" b="1" dirty="0">
                <a:sym typeface="+mn-ea"/>
              </a:rPr>
              <a:t> </a:t>
            </a:r>
            <a:r>
              <a:rPr lang="zh-CN" altLang="en-US" sz="2800" b="1" dirty="0">
                <a:sym typeface="+mn-ea"/>
              </a:rPr>
              <a:t>的</a:t>
            </a:r>
            <a:r>
              <a:rPr lang="zh-CN" altLang="en-US" sz="2800" b="1" dirty="0">
                <a:solidFill>
                  <a:srgbClr val="FF0000"/>
                </a:solidFill>
                <a:sym typeface="+mn-ea"/>
              </a:rPr>
              <a:t>解空间</a:t>
            </a:r>
            <a:r>
              <a:rPr lang="zh-CN" altLang="en-US" sz="2800" b="1" dirty="0">
                <a:sym typeface="+mn-ea"/>
              </a:rPr>
              <a:t>．</a:t>
            </a:r>
          </a:p>
          <a:p>
            <a:pPr eaLnBrk="1" hangingPunct="1">
              <a:buNone/>
            </a:pPr>
            <a:r>
              <a:rPr lang="en-US" altLang="zh-CN" sz="2800" dirty="0">
                <a:sym typeface="+mn-ea"/>
              </a:rPr>
              <a:t> </a:t>
            </a:r>
            <a:r>
              <a:rPr lang="zh-CN" altLang="en-US" sz="2800" dirty="0">
                <a:sym typeface="+mn-ea"/>
              </a:rPr>
              <a:t>	</a:t>
            </a:r>
            <a:r>
              <a:rPr lang="zh-CN" altLang="en-US" sz="2800" b="1" dirty="0">
                <a:solidFill>
                  <a:schemeClr val="tx1"/>
                </a:solidFill>
                <a:sym typeface="+mn-ea"/>
              </a:rPr>
              <a:t>由向量空间的知识，我们</a:t>
            </a:r>
            <a:r>
              <a:rPr lang="zh-CN" altLang="en-US" sz="2800" b="1" dirty="0">
                <a:solidFill>
                  <a:schemeClr val="tx1"/>
                </a:solidFill>
              </a:rPr>
              <a:t>要获得齐次线性方程组解的结构，只需确定齐次线性方程组</a:t>
            </a:r>
            <a:r>
              <a:rPr lang="zh-CN" altLang="en-US" sz="2800" b="1" dirty="0">
                <a:solidFill>
                  <a:srgbClr val="FF0000"/>
                </a:solidFill>
              </a:rPr>
              <a:t>解空间的基</a:t>
            </a:r>
            <a:r>
              <a:rPr lang="zh-CN" altLang="en-US" sz="2800" b="1" dirty="0">
                <a:solidFill>
                  <a:schemeClr val="tx1"/>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wipe(down)">
                                      <p:cBhvr>
                                        <p:cTn id="7" dur="500"/>
                                        <p:tgtEl>
                                          <p:spTgt spid="368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867">
                                            <p:txEl>
                                              <p:pRg st="1" end="1"/>
                                            </p:txEl>
                                          </p:spTgt>
                                        </p:tgtEl>
                                        <p:attrNameLst>
                                          <p:attrName>style.visibility</p:attrName>
                                        </p:attrNameLst>
                                      </p:cBhvr>
                                      <p:to>
                                        <p:strVal val="visible"/>
                                      </p:to>
                                    </p:set>
                                    <p:animEffect transition="in" filter="blinds(horizontal)">
                                      <p:cBhvr>
                                        <p:cTn id="12" dur="500"/>
                                        <p:tgtEl>
                                          <p:spTgt spid="368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6867">
                                            <p:txEl>
                                              <p:pRg st="2" end="2"/>
                                            </p:txEl>
                                          </p:spTgt>
                                        </p:tgtEl>
                                        <p:attrNameLst>
                                          <p:attrName>style.visibility</p:attrName>
                                        </p:attrNameLst>
                                      </p:cBhvr>
                                      <p:to>
                                        <p:strVal val="visible"/>
                                      </p:to>
                                    </p:set>
                                    <p:animEffect transition="in" filter="blinds(horizontal)">
                                      <p:cBhvr>
                                        <p:cTn id="17" dur="500"/>
                                        <p:tgtEl>
                                          <p:spTgt spid="368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6867">
                                            <p:txEl>
                                              <p:pRg st="3" end="3"/>
                                            </p:txEl>
                                          </p:spTgt>
                                        </p:tgtEl>
                                        <p:attrNameLst>
                                          <p:attrName>style.visibility</p:attrName>
                                        </p:attrNameLst>
                                      </p:cBhvr>
                                      <p:to>
                                        <p:strVal val="visible"/>
                                      </p:to>
                                    </p:set>
                                    <p:anim calcmode="lin" valueType="num">
                                      <p:cBhvr additive="base">
                                        <p:cTn id="22" dur="5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68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36867">
                                            <p:txEl>
                                              <p:pRg st="4" end="4"/>
                                            </p:txEl>
                                          </p:spTgt>
                                        </p:tgtEl>
                                        <p:attrNameLst>
                                          <p:attrName>style.visibility</p:attrName>
                                        </p:attrNameLst>
                                      </p:cBhvr>
                                      <p:to>
                                        <p:strVal val="visible"/>
                                      </p:to>
                                    </p:set>
                                    <p:animEffect transition="in" filter="barn(inVertical)">
                                      <p:cBhvr>
                                        <p:cTn id="28" dur="500"/>
                                        <p:tgtEl>
                                          <p:spTgt spid="368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8162" name="Rectangle 2"/>
          <p:cNvSpPr>
            <a:spLocks noGrp="1"/>
          </p:cNvSpPr>
          <p:nvPr>
            <p:ph type="title"/>
          </p:nvPr>
        </p:nvSpPr>
        <p:spPr>
          <a:xfrm>
            <a:off x="611505" y="0"/>
            <a:ext cx="7772400" cy="1143000"/>
          </a:xfrm>
        </p:spPr>
        <p:txBody>
          <a:bodyPr vert="horz" wrap="square" lIns="91440" tIns="45720" rIns="91440" bIns="45720" anchor="ctr" anchorCtr="0"/>
          <a:lstStyle/>
          <a:p>
            <a:pPr eaLnBrk="1" hangingPunct="1"/>
            <a:r>
              <a:rPr lang="zh-CN" altLang="en-US" dirty="0">
                <a:solidFill>
                  <a:srgbClr val="FF0000"/>
                </a:solidFill>
              </a:rPr>
              <a:t>回顾：向量组的秩的概念</a:t>
            </a:r>
          </a:p>
        </p:txBody>
      </p:sp>
      <p:sp>
        <p:nvSpPr>
          <p:cNvPr id="89091" name="Rectangle 3"/>
          <p:cNvSpPr>
            <a:spLocks noGrp="1"/>
          </p:cNvSpPr>
          <p:nvPr>
            <p:ph idx="1"/>
          </p:nvPr>
        </p:nvSpPr>
        <p:spPr>
          <a:xfrm>
            <a:off x="172720" y="980440"/>
            <a:ext cx="8860790" cy="4615180"/>
          </a:xfrm>
        </p:spPr>
        <p:txBody>
          <a:bodyPr vert="horz" wrap="square" lIns="91440" tIns="45720" rIns="91440" bIns="45720" anchor="t" anchorCtr="0">
            <a:spAutoFit/>
          </a:bodyPr>
          <a:lstStyle/>
          <a:p>
            <a:pPr marL="457200" indent="-457200" eaLnBrk="1" hangingPunct="1">
              <a:spcBef>
                <a:spcPct val="50000"/>
              </a:spcBef>
              <a:buClr>
                <a:schemeClr val="accent2"/>
              </a:buClr>
              <a:buSzPct val="80000"/>
              <a:buNone/>
            </a:pPr>
            <a:r>
              <a:rPr lang="zh-CN" altLang="en-US" sz="2800" b="1" dirty="0">
                <a:solidFill>
                  <a:srgbClr val="0000FF"/>
                </a:solidFill>
              </a:rPr>
              <a:t>定义：</a:t>
            </a:r>
            <a:r>
              <a:rPr lang="zh-CN" altLang="en-US" sz="2800" b="1" dirty="0"/>
              <a:t>设有向量组 </a:t>
            </a:r>
            <a:r>
              <a:rPr lang="en-US" altLang="zh-CN" sz="2800" b="1" i="1" dirty="0"/>
              <a:t>A</a:t>
            </a:r>
            <a:r>
              <a:rPr lang="en-US" altLang="zh-CN" sz="2800" b="1" dirty="0"/>
              <a:t> </a:t>
            </a:r>
            <a:r>
              <a:rPr lang="zh-CN" altLang="en-US" sz="2800" b="1" dirty="0"/>
              <a:t>，如果在 </a:t>
            </a:r>
            <a:r>
              <a:rPr lang="en-US" altLang="zh-CN" sz="2800" b="1" i="1" dirty="0"/>
              <a:t>A</a:t>
            </a:r>
            <a:r>
              <a:rPr lang="en-US" altLang="zh-CN" sz="2800" b="1" dirty="0"/>
              <a:t> </a:t>
            </a:r>
            <a:r>
              <a:rPr lang="zh-CN" altLang="en-US" sz="2800" b="1" dirty="0"/>
              <a:t>中能选出 </a:t>
            </a:r>
            <a:r>
              <a:rPr lang="en-US" altLang="zh-CN" sz="2800" b="1" i="1" dirty="0"/>
              <a:t>r </a:t>
            </a:r>
            <a:r>
              <a:rPr lang="zh-CN" altLang="en-US" sz="2800" b="1" dirty="0"/>
              <a:t>个向量</a:t>
            </a:r>
            <a:r>
              <a:rPr lang="en-US" altLang="zh-CN" sz="2800" b="1" i="1" dirty="0"/>
              <a:t>a</a:t>
            </a:r>
            <a:r>
              <a:rPr lang="en-US" altLang="zh-CN" sz="2800" b="1" baseline="-25000" dirty="0"/>
              <a:t>1</a:t>
            </a:r>
            <a:r>
              <a:rPr lang="en-US" altLang="zh-CN" sz="2800" b="1" dirty="0"/>
              <a:t>, </a:t>
            </a:r>
            <a:r>
              <a:rPr lang="en-US" altLang="zh-CN" sz="2800" b="1" i="1" dirty="0"/>
              <a:t>a</a:t>
            </a:r>
            <a:r>
              <a:rPr lang="en-US" altLang="zh-CN" sz="2800" b="1" baseline="-25000" dirty="0"/>
              <a:t>2</a:t>
            </a:r>
            <a:r>
              <a:rPr lang="en-US" altLang="zh-CN" sz="2800" b="1" dirty="0"/>
              <a:t>, …, </a:t>
            </a:r>
            <a:r>
              <a:rPr lang="en-US" altLang="zh-CN" sz="2800" b="1" i="1" dirty="0"/>
              <a:t>a</a:t>
            </a:r>
            <a:r>
              <a:rPr lang="en-US" altLang="zh-CN" sz="2800" b="1" i="1" baseline="-25000" dirty="0"/>
              <a:t>r</a:t>
            </a:r>
            <a:r>
              <a:rPr lang="zh-CN" altLang="en-US" sz="2800" b="1" dirty="0"/>
              <a:t>，满足</a:t>
            </a:r>
          </a:p>
          <a:p>
            <a:pPr marL="457200" indent="-457200" eaLnBrk="1" hangingPunct="1">
              <a:spcBef>
                <a:spcPct val="50000"/>
              </a:spcBef>
              <a:buClr>
                <a:srgbClr val="0000FF"/>
              </a:buClr>
              <a:buSzTx/>
              <a:buNone/>
            </a:pPr>
            <a:r>
              <a:rPr lang="zh-CN" altLang="en-US" sz="2800" b="1" dirty="0">
                <a:solidFill>
                  <a:srgbClr val="0000FF"/>
                </a:solidFill>
              </a:rPr>
              <a:t>①</a:t>
            </a:r>
            <a:r>
              <a:rPr lang="zh-CN" altLang="en-US" sz="2800" b="1" dirty="0"/>
              <a:t>  向量组 </a:t>
            </a:r>
            <a:r>
              <a:rPr lang="en-US" altLang="zh-CN" sz="2800" b="1" i="1" dirty="0"/>
              <a:t>A</a:t>
            </a:r>
            <a:r>
              <a:rPr lang="en-US" altLang="zh-CN" sz="2800" b="1" baseline="-25000" dirty="0"/>
              <a:t>0 </a:t>
            </a:r>
            <a:r>
              <a:rPr lang="zh-CN" altLang="en-US" sz="2800" b="1" dirty="0"/>
              <a:t>：</a:t>
            </a:r>
            <a:r>
              <a:rPr lang="en-US" altLang="zh-CN" sz="2800" b="1" i="1" dirty="0"/>
              <a:t>a</a:t>
            </a:r>
            <a:r>
              <a:rPr lang="en-US" altLang="zh-CN" sz="2800" b="1" baseline="-25000" dirty="0"/>
              <a:t>1</a:t>
            </a:r>
            <a:r>
              <a:rPr lang="en-US" altLang="zh-CN" sz="2800" b="1" dirty="0"/>
              <a:t>, </a:t>
            </a:r>
            <a:r>
              <a:rPr lang="en-US" altLang="zh-CN" sz="2800" b="1" i="1" dirty="0"/>
              <a:t>a</a:t>
            </a:r>
            <a:r>
              <a:rPr lang="en-US" altLang="zh-CN" sz="2800" b="1" baseline="-25000" dirty="0"/>
              <a:t>2</a:t>
            </a:r>
            <a:r>
              <a:rPr lang="en-US" altLang="zh-CN" sz="2800" b="1" dirty="0"/>
              <a:t>, …, </a:t>
            </a:r>
            <a:r>
              <a:rPr lang="en-US" altLang="zh-CN" sz="2800" b="1" i="1" dirty="0"/>
              <a:t>a</a:t>
            </a:r>
            <a:r>
              <a:rPr lang="en-US" altLang="zh-CN" sz="2800" b="1" i="1" baseline="-25000" dirty="0"/>
              <a:t>r </a:t>
            </a:r>
            <a:r>
              <a:rPr lang="zh-CN" altLang="en-US" sz="2800" b="1" dirty="0"/>
              <a:t>线性无关；</a:t>
            </a:r>
          </a:p>
          <a:p>
            <a:pPr marL="457200" indent="-457200" eaLnBrk="1" hangingPunct="1">
              <a:spcBef>
                <a:spcPct val="50000"/>
              </a:spcBef>
              <a:buClr>
                <a:srgbClr val="0000FF"/>
              </a:buClr>
              <a:buSzTx/>
              <a:buNone/>
            </a:pPr>
            <a:r>
              <a:rPr lang="zh-CN" altLang="en-US" sz="2800" b="1" dirty="0">
                <a:solidFill>
                  <a:srgbClr val="0000FF"/>
                </a:solidFill>
              </a:rPr>
              <a:t>②</a:t>
            </a:r>
            <a:r>
              <a:rPr lang="zh-CN" altLang="en-US" sz="2800" b="1" dirty="0"/>
              <a:t>  向量组 </a:t>
            </a:r>
            <a:r>
              <a:rPr lang="en-US" altLang="zh-CN" sz="2800" b="1" i="1" dirty="0"/>
              <a:t>A</a:t>
            </a:r>
            <a:r>
              <a:rPr lang="en-US" altLang="zh-CN" sz="2800" b="1" dirty="0"/>
              <a:t> </a:t>
            </a:r>
            <a:r>
              <a:rPr lang="zh-CN" altLang="en-US" sz="2800" b="1" dirty="0"/>
              <a:t>中任意 </a:t>
            </a:r>
            <a:r>
              <a:rPr lang="en-US" altLang="zh-CN" sz="2800" b="1" i="1" dirty="0"/>
              <a:t>r </a:t>
            </a:r>
            <a:r>
              <a:rPr lang="en-US" altLang="zh-CN" sz="2800" b="1" dirty="0"/>
              <a:t>+ 1</a:t>
            </a:r>
            <a:r>
              <a:rPr lang="zh-CN" altLang="en-US" sz="2800" b="1" dirty="0"/>
              <a:t>个向量（如果 </a:t>
            </a:r>
            <a:r>
              <a:rPr lang="en-US" altLang="zh-CN" sz="2800" b="1" i="1" dirty="0"/>
              <a:t>A</a:t>
            </a:r>
            <a:r>
              <a:rPr lang="en-US" altLang="zh-CN" sz="2800" b="1" dirty="0"/>
              <a:t> </a:t>
            </a:r>
            <a:r>
              <a:rPr lang="zh-CN" altLang="en-US" sz="2800" b="1" dirty="0"/>
              <a:t>中有</a:t>
            </a:r>
            <a:r>
              <a:rPr lang="en-US" altLang="zh-CN" sz="2800" b="1" i="1" dirty="0"/>
              <a:t>r </a:t>
            </a:r>
            <a:r>
              <a:rPr lang="en-US" altLang="zh-CN" sz="2800" b="1" dirty="0"/>
              <a:t>+ 1</a:t>
            </a:r>
            <a:r>
              <a:rPr lang="zh-CN" altLang="en-US" sz="2800" b="1" dirty="0"/>
              <a:t>个向量的   话）都线性相关；</a:t>
            </a:r>
          </a:p>
          <a:p>
            <a:pPr marL="457200" indent="-457200" eaLnBrk="1" hangingPunct="1">
              <a:spcBef>
                <a:spcPct val="50000"/>
              </a:spcBef>
              <a:buClr>
                <a:srgbClr val="0000FF"/>
              </a:buClr>
              <a:buSzTx/>
              <a:buNone/>
            </a:pPr>
            <a:r>
              <a:rPr lang="zh-CN" altLang="en-US" sz="2800" b="1" dirty="0">
                <a:solidFill>
                  <a:srgbClr val="0000FF"/>
                </a:solidFill>
              </a:rPr>
              <a:t>②</a:t>
            </a:r>
            <a:r>
              <a:rPr lang="en-US" altLang="zh-CN" sz="2800" b="1" dirty="0">
                <a:solidFill>
                  <a:srgbClr val="0000FF"/>
                </a:solidFill>
              </a:rPr>
              <a:t>'</a:t>
            </a:r>
            <a:r>
              <a:rPr lang="en-US" altLang="zh-CN" sz="2800" b="1" dirty="0">
                <a:cs typeface="Times New Roman" panose="02020603050405020304" pitchFamily="18" charset="0"/>
              </a:rPr>
              <a:t> </a:t>
            </a:r>
            <a:r>
              <a:rPr lang="zh-CN" altLang="en-US" sz="2800" b="1" dirty="0"/>
              <a:t>向量组 </a:t>
            </a:r>
            <a:r>
              <a:rPr lang="en-US" altLang="zh-CN" sz="2800" b="1" i="1" dirty="0"/>
              <a:t>A</a:t>
            </a:r>
            <a:r>
              <a:rPr lang="en-US" altLang="zh-CN" sz="2800" b="1" dirty="0"/>
              <a:t> </a:t>
            </a:r>
            <a:r>
              <a:rPr lang="zh-CN" altLang="en-US" sz="2800" b="1" dirty="0"/>
              <a:t>中任意一个向量都能由向量组 </a:t>
            </a:r>
            <a:r>
              <a:rPr lang="en-US" altLang="zh-CN" sz="2800" b="1" i="1" dirty="0"/>
              <a:t>A</a:t>
            </a:r>
            <a:r>
              <a:rPr lang="en-US" altLang="zh-CN" sz="2800" b="1" baseline="-25000" dirty="0"/>
              <a:t>0</a:t>
            </a:r>
            <a:r>
              <a:rPr lang="en-US" altLang="zh-CN" sz="2800" b="1" dirty="0"/>
              <a:t> </a:t>
            </a:r>
            <a:r>
              <a:rPr lang="zh-CN" altLang="en-US" sz="2800" b="1" dirty="0"/>
              <a:t>线性表示；</a:t>
            </a:r>
          </a:p>
          <a:p>
            <a:pPr marL="457200" indent="-457200" eaLnBrk="1" hangingPunct="1">
              <a:spcBef>
                <a:spcPct val="50000"/>
              </a:spcBef>
              <a:buClr>
                <a:srgbClr val="0000FF"/>
              </a:buClr>
              <a:buSzTx/>
              <a:buNone/>
            </a:pPr>
            <a:r>
              <a:rPr lang="zh-CN" altLang="en-US" sz="2800" b="1" dirty="0"/>
              <a:t>那么称向量组 </a:t>
            </a:r>
            <a:r>
              <a:rPr lang="en-US" altLang="zh-CN" sz="2800" b="1" i="1" dirty="0"/>
              <a:t>A</a:t>
            </a:r>
            <a:r>
              <a:rPr lang="en-US" altLang="zh-CN" sz="2800" b="1" baseline="-25000" dirty="0"/>
              <a:t>0 </a:t>
            </a:r>
            <a:r>
              <a:rPr lang="zh-CN" altLang="en-US" sz="2800" b="1" dirty="0"/>
              <a:t>是向量组 </a:t>
            </a:r>
            <a:r>
              <a:rPr lang="en-US" altLang="zh-CN" sz="2800" b="1" i="1" dirty="0"/>
              <a:t>A</a:t>
            </a:r>
            <a:r>
              <a:rPr lang="en-US" altLang="zh-CN" sz="2800" b="1" dirty="0"/>
              <a:t> </a:t>
            </a:r>
            <a:r>
              <a:rPr lang="zh-CN" altLang="en-US" sz="2800" b="1" dirty="0"/>
              <a:t>的一个</a:t>
            </a:r>
            <a:r>
              <a:rPr lang="zh-CN" altLang="en-US" sz="2800" b="1" dirty="0">
                <a:solidFill>
                  <a:srgbClr val="FF0000"/>
                </a:solidFill>
              </a:rPr>
              <a:t>极大线性无关组</a:t>
            </a:r>
            <a:r>
              <a:rPr lang="zh-CN" altLang="en-US" sz="2800" b="1" dirty="0"/>
              <a:t>．</a:t>
            </a:r>
          </a:p>
          <a:p>
            <a:pPr marL="457200" indent="-457200" eaLnBrk="1" hangingPunct="1">
              <a:lnSpc>
                <a:spcPct val="130000"/>
              </a:lnSpc>
              <a:buClr>
                <a:srgbClr val="FF0000"/>
              </a:buClr>
              <a:buNone/>
            </a:pPr>
            <a:r>
              <a:rPr lang="zh-CN" altLang="en-US" sz="2800" b="1" dirty="0"/>
              <a:t>向量组的极大线性无关组一般是不唯一的．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Effect transition="in" filter="slide(fromBottom)">
                                      <p:cBhvr>
                                        <p:cTn id="7" dur="500"/>
                                        <p:tgtEl>
                                          <p:spTgt spid="890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9091">
                                            <p:txEl>
                                              <p:pRg st="1" end="1"/>
                                            </p:txEl>
                                          </p:spTgt>
                                        </p:tgtEl>
                                        <p:attrNameLst>
                                          <p:attrName>style.visibility</p:attrName>
                                        </p:attrNameLst>
                                      </p:cBhvr>
                                      <p:to>
                                        <p:strVal val="visible"/>
                                      </p:to>
                                    </p:set>
                                    <p:animEffect transition="in" filter="slide(fromBottom)">
                                      <p:cBhvr>
                                        <p:cTn id="12" dur="500"/>
                                        <p:tgtEl>
                                          <p:spTgt spid="890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9091">
                                            <p:txEl>
                                              <p:pRg st="2" end="2"/>
                                            </p:txEl>
                                          </p:spTgt>
                                        </p:tgtEl>
                                        <p:attrNameLst>
                                          <p:attrName>style.visibility</p:attrName>
                                        </p:attrNameLst>
                                      </p:cBhvr>
                                      <p:to>
                                        <p:strVal val="visible"/>
                                      </p:to>
                                    </p:set>
                                    <p:animEffect transition="in" filter="slide(fromBottom)">
                                      <p:cBhvr>
                                        <p:cTn id="17" dur="500"/>
                                        <p:tgtEl>
                                          <p:spTgt spid="890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89091">
                                            <p:txEl>
                                              <p:pRg st="3" end="3"/>
                                            </p:txEl>
                                          </p:spTgt>
                                        </p:tgtEl>
                                        <p:attrNameLst>
                                          <p:attrName>style.visibility</p:attrName>
                                        </p:attrNameLst>
                                      </p:cBhvr>
                                      <p:to>
                                        <p:strVal val="visible"/>
                                      </p:to>
                                    </p:set>
                                    <p:animEffect transition="in" filter="slide(fromBottom)">
                                      <p:cBhvr>
                                        <p:cTn id="22" dur="500"/>
                                        <p:tgtEl>
                                          <p:spTgt spid="890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89091">
                                            <p:txEl>
                                              <p:pRg st="4" end="4"/>
                                            </p:txEl>
                                          </p:spTgt>
                                        </p:tgtEl>
                                        <p:attrNameLst>
                                          <p:attrName>style.visibility</p:attrName>
                                        </p:attrNameLst>
                                      </p:cBhvr>
                                      <p:to>
                                        <p:strVal val="visible"/>
                                      </p:to>
                                    </p:set>
                                    <p:animEffect transition="in" filter="slide(fromBottom)">
                                      <p:cBhvr>
                                        <p:cTn id="27" dur="500"/>
                                        <p:tgtEl>
                                          <p:spTgt spid="890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89091">
                                            <p:txEl>
                                              <p:pRg st="5" end="5"/>
                                            </p:txEl>
                                          </p:spTgt>
                                        </p:tgtEl>
                                        <p:attrNameLst>
                                          <p:attrName>style.visibility</p:attrName>
                                        </p:attrNameLst>
                                      </p:cBhvr>
                                      <p:to>
                                        <p:strVal val="visible"/>
                                      </p:to>
                                    </p:set>
                                    <p:animEffect transition="in" filter="slide(fromBottom)">
                                      <p:cBhvr>
                                        <p:cTn id="32" dur="500"/>
                                        <p:tgtEl>
                                          <p:spTgt spid="890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9186" name="Rectangle 2"/>
          <p:cNvSpPr>
            <a:spLocks noGrp="1"/>
          </p:cNvSpPr>
          <p:nvPr>
            <p:ph type="title"/>
          </p:nvPr>
        </p:nvSpPr>
        <p:spPr>
          <a:xfrm>
            <a:off x="539750" y="188595"/>
            <a:ext cx="7772400" cy="1143000"/>
          </a:xfrm>
        </p:spPr>
        <p:txBody>
          <a:bodyPr vert="horz" wrap="square" lIns="91440" tIns="45720" rIns="91440" bIns="45720" anchor="ctr" anchorCtr="0"/>
          <a:lstStyle/>
          <a:p>
            <a:pPr eaLnBrk="1" hangingPunct="1"/>
            <a:r>
              <a:rPr lang="zh-CN" altLang="en-US" dirty="0">
                <a:solidFill>
                  <a:srgbClr val="FF0000"/>
                </a:solidFill>
                <a:sym typeface="+mn-ea"/>
              </a:rPr>
              <a:t>回顾：</a:t>
            </a:r>
            <a:r>
              <a:rPr lang="zh-CN" altLang="en-US" dirty="0">
                <a:solidFill>
                  <a:srgbClr val="FF0000"/>
                </a:solidFill>
              </a:rPr>
              <a:t>基础解系的概念</a:t>
            </a:r>
          </a:p>
        </p:txBody>
      </p:sp>
      <p:sp>
        <p:nvSpPr>
          <p:cNvPr id="105475" name="Rectangle 3"/>
          <p:cNvSpPr>
            <a:spLocks noGrp="1"/>
          </p:cNvSpPr>
          <p:nvPr>
            <p:ph idx="1"/>
          </p:nvPr>
        </p:nvSpPr>
        <p:spPr>
          <a:xfrm>
            <a:off x="457200" y="1628775"/>
            <a:ext cx="8229600" cy="4276725"/>
          </a:xfrm>
        </p:spPr>
        <p:txBody>
          <a:bodyPr vert="horz" wrap="square" lIns="91440" tIns="45720" rIns="91440" bIns="45720" anchor="t" anchorCtr="0">
            <a:spAutoFit/>
          </a:bodyPr>
          <a:lstStyle/>
          <a:p>
            <a:pPr marL="457200" indent="-457200" eaLnBrk="1" hangingPunct="1">
              <a:spcBef>
                <a:spcPct val="50000"/>
              </a:spcBef>
              <a:buClr>
                <a:schemeClr val="accent2"/>
              </a:buClr>
              <a:buSzPct val="80000"/>
              <a:buNone/>
            </a:pPr>
            <a:r>
              <a:rPr lang="zh-CN" altLang="en-US" b="1" dirty="0">
                <a:solidFill>
                  <a:srgbClr val="0000FF"/>
                </a:solidFill>
              </a:rPr>
              <a:t>定义：</a:t>
            </a:r>
            <a:r>
              <a:rPr lang="zh-CN" altLang="en-US" b="1" dirty="0"/>
              <a:t>齐次线性方程组 </a:t>
            </a:r>
            <a:r>
              <a:rPr lang="en-US" altLang="zh-CN" b="1" i="1" dirty="0">
                <a:solidFill>
                  <a:srgbClr val="0000FF"/>
                </a:solidFill>
              </a:rPr>
              <a:t>Ax = </a:t>
            </a:r>
            <a:r>
              <a:rPr lang="en-US" altLang="zh-CN" b="1" dirty="0">
                <a:solidFill>
                  <a:srgbClr val="0000FF"/>
                </a:solidFill>
              </a:rPr>
              <a:t>0 </a:t>
            </a:r>
            <a:r>
              <a:rPr lang="zh-CN" altLang="en-US" b="1" dirty="0"/>
              <a:t>的一组解向量：</a:t>
            </a:r>
            <a:r>
              <a:rPr lang="en-US" altLang="zh-CN" b="1" i="1" dirty="0">
                <a:latin typeface="Symbol" panose="05050102010706020507" pitchFamily="18" charset="2"/>
              </a:rPr>
              <a:t>x</a:t>
            </a:r>
            <a:r>
              <a:rPr lang="en-US" altLang="zh-CN" b="1" baseline="-25000" dirty="0">
                <a:latin typeface="Symbol" panose="05050102010706020507" pitchFamily="18" charset="2"/>
              </a:rPr>
              <a:t>1</a:t>
            </a:r>
            <a:r>
              <a:rPr lang="en-US" altLang="zh-CN" b="1" dirty="0">
                <a:latin typeface="Symbol" panose="05050102010706020507" pitchFamily="18" charset="2"/>
              </a:rPr>
              <a:t>, </a:t>
            </a:r>
            <a:r>
              <a:rPr lang="en-US" altLang="zh-CN" b="1" i="1" dirty="0">
                <a:latin typeface="Symbol" panose="05050102010706020507" pitchFamily="18" charset="2"/>
              </a:rPr>
              <a:t>x</a:t>
            </a:r>
            <a:r>
              <a:rPr lang="en-US" altLang="zh-CN" b="1" baseline="-25000" dirty="0">
                <a:latin typeface="Symbol" panose="05050102010706020507" pitchFamily="18" charset="2"/>
              </a:rPr>
              <a:t>2</a:t>
            </a:r>
            <a:r>
              <a:rPr lang="en-US" altLang="zh-CN" b="1" dirty="0">
                <a:latin typeface="Symbol" panose="05050102010706020507" pitchFamily="18" charset="2"/>
              </a:rPr>
              <a:t>, </a:t>
            </a:r>
            <a:r>
              <a:rPr lang="en-US" altLang="zh-CN" b="1" dirty="0"/>
              <a:t>..., </a:t>
            </a:r>
            <a:r>
              <a:rPr lang="en-US" altLang="zh-CN" b="1" i="1" dirty="0">
                <a:latin typeface="Symbol" panose="05050102010706020507" pitchFamily="18" charset="2"/>
              </a:rPr>
              <a:t>x</a:t>
            </a:r>
            <a:r>
              <a:rPr lang="en-US" altLang="zh-CN" b="1" i="1" baseline="-25000" dirty="0"/>
              <a:t>r</a:t>
            </a:r>
            <a:r>
              <a:rPr lang="zh-CN" altLang="en-US" b="1" baseline="-25000" dirty="0"/>
              <a:t>，</a:t>
            </a:r>
            <a:r>
              <a:rPr lang="zh-CN" altLang="en-US" b="1" dirty="0"/>
              <a:t>如果满足</a:t>
            </a:r>
          </a:p>
          <a:p>
            <a:pPr marL="457200" indent="-457200" eaLnBrk="1" hangingPunct="1">
              <a:spcBef>
                <a:spcPct val="50000"/>
              </a:spcBef>
              <a:buClr>
                <a:srgbClr val="0000FF"/>
              </a:buClr>
              <a:buSzTx/>
              <a:buNone/>
            </a:pPr>
            <a:r>
              <a:rPr lang="zh-CN" altLang="en-US" b="1" dirty="0">
                <a:solidFill>
                  <a:srgbClr val="0000FF"/>
                </a:solidFill>
              </a:rPr>
              <a:t>①</a:t>
            </a:r>
            <a:r>
              <a:rPr lang="zh-CN" altLang="en-US" b="1" dirty="0"/>
              <a:t> </a:t>
            </a:r>
            <a:r>
              <a:rPr lang="en-US" altLang="zh-CN" b="1" i="1" dirty="0">
                <a:latin typeface="Symbol" panose="05050102010706020507" pitchFamily="18" charset="2"/>
              </a:rPr>
              <a:t>x</a:t>
            </a:r>
            <a:r>
              <a:rPr lang="en-US" altLang="zh-CN" b="1" baseline="-25000" dirty="0">
                <a:latin typeface="Symbol" panose="05050102010706020507" pitchFamily="18" charset="2"/>
              </a:rPr>
              <a:t>1</a:t>
            </a:r>
            <a:r>
              <a:rPr lang="zh-CN" altLang="en-US" b="1" dirty="0">
                <a:latin typeface="Symbol" panose="05050102010706020507" pitchFamily="18" charset="2"/>
              </a:rPr>
              <a:t>，</a:t>
            </a:r>
            <a:r>
              <a:rPr lang="en-US" altLang="zh-CN" b="1" i="1" dirty="0">
                <a:latin typeface="Symbol" panose="05050102010706020507" pitchFamily="18" charset="2"/>
              </a:rPr>
              <a:t>x</a:t>
            </a:r>
            <a:r>
              <a:rPr lang="en-US" altLang="zh-CN" b="1" baseline="-25000" dirty="0">
                <a:latin typeface="Symbol" panose="05050102010706020507" pitchFamily="18" charset="2"/>
              </a:rPr>
              <a:t>2</a:t>
            </a:r>
            <a:r>
              <a:rPr lang="zh-CN" altLang="en-US" b="1" dirty="0">
                <a:latin typeface="Symbol" panose="05050102010706020507" pitchFamily="18" charset="2"/>
              </a:rPr>
              <a:t>，</a:t>
            </a:r>
            <a:r>
              <a:rPr lang="en-US" altLang="zh-CN" b="1" dirty="0"/>
              <a:t>...</a:t>
            </a:r>
            <a:r>
              <a:rPr lang="zh-CN" altLang="en-US" b="1" dirty="0"/>
              <a:t>，</a:t>
            </a:r>
            <a:r>
              <a:rPr lang="en-US" altLang="zh-CN" b="1" i="1" dirty="0">
                <a:latin typeface="Symbol" panose="05050102010706020507" pitchFamily="18" charset="2"/>
              </a:rPr>
              <a:t>x</a:t>
            </a:r>
            <a:r>
              <a:rPr lang="en-US" altLang="zh-CN" b="1" i="1" baseline="-25000" dirty="0"/>
              <a:t>r </a:t>
            </a:r>
            <a:r>
              <a:rPr lang="zh-CN" altLang="en-US" b="1" dirty="0"/>
              <a:t>线性无关；</a:t>
            </a:r>
          </a:p>
          <a:p>
            <a:pPr marL="457200" indent="-457200" eaLnBrk="1" hangingPunct="1">
              <a:spcBef>
                <a:spcPct val="50000"/>
              </a:spcBef>
              <a:buClr>
                <a:srgbClr val="0000FF"/>
              </a:buClr>
              <a:buSzTx/>
              <a:buNone/>
            </a:pPr>
            <a:r>
              <a:rPr lang="zh-CN" altLang="en-US" b="1" dirty="0">
                <a:solidFill>
                  <a:srgbClr val="0000FF"/>
                </a:solidFill>
              </a:rPr>
              <a:t>②</a:t>
            </a:r>
            <a:r>
              <a:rPr lang="zh-CN" altLang="en-US" b="1" dirty="0"/>
              <a:t>方程组中任意一个解都可以表示</a:t>
            </a:r>
            <a:r>
              <a:rPr lang="en-US" altLang="zh-CN" b="1" i="1" dirty="0">
                <a:latin typeface="Symbol" panose="05050102010706020507" pitchFamily="18" charset="2"/>
              </a:rPr>
              <a:t>x</a:t>
            </a:r>
            <a:r>
              <a:rPr lang="en-US" altLang="zh-CN" b="1" baseline="-25000" dirty="0">
                <a:latin typeface="Symbol" panose="05050102010706020507" pitchFamily="18" charset="2"/>
              </a:rPr>
              <a:t>1</a:t>
            </a:r>
            <a:r>
              <a:rPr lang="en-US" altLang="zh-CN" b="1" dirty="0">
                <a:latin typeface="Symbol" panose="05050102010706020507" pitchFamily="18" charset="2"/>
              </a:rPr>
              <a:t>, </a:t>
            </a:r>
            <a:r>
              <a:rPr lang="en-US" altLang="zh-CN" b="1" i="1" dirty="0">
                <a:latin typeface="Symbol" panose="05050102010706020507" pitchFamily="18" charset="2"/>
              </a:rPr>
              <a:t>x</a:t>
            </a:r>
            <a:r>
              <a:rPr lang="en-US" altLang="zh-CN" b="1" baseline="-25000" dirty="0">
                <a:latin typeface="Symbol" panose="05050102010706020507" pitchFamily="18" charset="2"/>
              </a:rPr>
              <a:t>2</a:t>
            </a:r>
            <a:r>
              <a:rPr lang="en-US" altLang="zh-CN" b="1" dirty="0">
                <a:latin typeface="Symbol" panose="05050102010706020507" pitchFamily="18" charset="2"/>
              </a:rPr>
              <a:t>, </a:t>
            </a:r>
            <a:r>
              <a:rPr lang="en-US" altLang="zh-CN" b="1" dirty="0"/>
              <a:t>..., </a:t>
            </a:r>
            <a:r>
              <a:rPr lang="en-US" altLang="zh-CN" b="1" i="1" dirty="0">
                <a:latin typeface="Symbol" panose="05050102010706020507" pitchFamily="18" charset="2"/>
              </a:rPr>
              <a:t>x</a:t>
            </a:r>
            <a:r>
              <a:rPr lang="en-US" altLang="zh-CN" b="1" i="1" baseline="-25000" dirty="0"/>
              <a:t>r </a:t>
            </a:r>
            <a:r>
              <a:rPr lang="zh-CN" altLang="en-US" b="1" dirty="0"/>
              <a:t>的线性组合，</a:t>
            </a:r>
          </a:p>
          <a:p>
            <a:pPr marL="457200" indent="-457200" eaLnBrk="1" hangingPunct="1">
              <a:spcBef>
                <a:spcPct val="50000"/>
              </a:spcBef>
              <a:buClr>
                <a:srgbClr val="0000FF"/>
              </a:buClr>
              <a:buSzTx/>
              <a:buNone/>
            </a:pPr>
            <a:r>
              <a:rPr lang="zh-CN" altLang="en-US" b="1" dirty="0"/>
              <a:t>那么称这组解是齐次线性方程组的一个</a:t>
            </a:r>
            <a:r>
              <a:rPr lang="zh-CN" altLang="en-US" b="1" dirty="0">
                <a:solidFill>
                  <a:srgbClr val="FF0000"/>
                </a:solidFill>
              </a:rPr>
              <a:t>基础解系</a:t>
            </a:r>
            <a:r>
              <a:rPr lang="zh-CN" altLang="en-US" b="1" dirty="0"/>
              <a:t>．</a:t>
            </a:r>
          </a:p>
        </p:txBody>
      </p:sp>
      <p:sp>
        <p:nvSpPr>
          <p:cNvPr id="5131" name="椭圆形标注 5130"/>
          <p:cNvSpPr/>
          <p:nvPr/>
        </p:nvSpPr>
        <p:spPr>
          <a:xfrm>
            <a:off x="4572000" y="5514975"/>
            <a:ext cx="2971800" cy="1233805"/>
          </a:xfrm>
          <a:prstGeom prst="wedgeEllipseCallout">
            <a:avLst>
              <a:gd name="adj1" fmla="val 71666"/>
              <a:gd name="adj2" fmla="val -91547"/>
            </a:avLst>
          </a:prstGeom>
          <a:solidFill>
            <a:srgbClr val="FFFF99"/>
          </a:solidFill>
          <a:ln w="9525" cap="flat" cmpd="sng">
            <a:solidFill>
              <a:schemeClr val="tx1"/>
            </a:solidFill>
            <a:prstDash val="solid"/>
            <a:miter/>
            <a:headEnd type="none" w="med" len="med"/>
            <a:tailEnd type="none" w="med" len="med"/>
          </a:ln>
        </p:spPr>
        <p:txBody>
          <a:bodyPr/>
          <a:lstStyle/>
          <a:p>
            <a:pPr algn="ctr" fontAlgn="ctr"/>
            <a:r>
              <a:rPr lang="zh-CN" altLang="en-US" sz="2400" dirty="0">
                <a:solidFill>
                  <a:srgbClr val="A80000"/>
                </a:solidFill>
                <a:latin typeface="Arial" panose="020B0604020202020204" pitchFamily="34" charset="0"/>
                <a:ea typeface="楷体_GB2312" pitchFamily="49" charset="-122"/>
              </a:rPr>
              <a:t>实际上就解空间的一组基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89186"/>
                                        </p:tgtEl>
                                        <p:attrNameLst>
                                          <p:attrName>style.visibility</p:attrName>
                                        </p:attrNameLst>
                                      </p:cBhvr>
                                      <p:to>
                                        <p:strVal val="visible"/>
                                      </p:to>
                                    </p:set>
                                    <p:animEffect transition="in" filter="blinds(horizontal)">
                                      <p:cBhvr>
                                        <p:cTn id="7" dur="500"/>
                                        <p:tgtEl>
                                          <p:spTgt spid="98918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5475">
                                            <p:txEl>
                                              <p:pRg st="0" end="0"/>
                                            </p:txEl>
                                          </p:spTgt>
                                        </p:tgtEl>
                                        <p:attrNameLst>
                                          <p:attrName>style.visibility</p:attrName>
                                        </p:attrNameLst>
                                      </p:cBhvr>
                                      <p:to>
                                        <p:strVal val="visible"/>
                                      </p:to>
                                    </p:set>
                                    <p:animEffect transition="in" filter="blinds(horizontal)">
                                      <p:cBhvr>
                                        <p:cTn id="12" dur="500"/>
                                        <p:tgtEl>
                                          <p:spTgt spid="10547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5475">
                                            <p:txEl>
                                              <p:pRg st="1" end="1"/>
                                            </p:txEl>
                                          </p:spTgt>
                                        </p:tgtEl>
                                        <p:attrNameLst>
                                          <p:attrName>style.visibility</p:attrName>
                                        </p:attrNameLst>
                                      </p:cBhvr>
                                      <p:to>
                                        <p:strVal val="visible"/>
                                      </p:to>
                                    </p:set>
                                    <p:animEffect transition="in" filter="blinds(horizontal)">
                                      <p:cBhvr>
                                        <p:cTn id="17" dur="500"/>
                                        <p:tgtEl>
                                          <p:spTgt spid="10547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5475">
                                            <p:txEl>
                                              <p:pRg st="2" end="2"/>
                                            </p:txEl>
                                          </p:spTgt>
                                        </p:tgtEl>
                                        <p:attrNameLst>
                                          <p:attrName>style.visibility</p:attrName>
                                        </p:attrNameLst>
                                      </p:cBhvr>
                                      <p:to>
                                        <p:strVal val="visible"/>
                                      </p:to>
                                    </p:set>
                                    <p:animEffect transition="in" filter="blinds(horizontal)">
                                      <p:cBhvr>
                                        <p:cTn id="22" dur="500"/>
                                        <p:tgtEl>
                                          <p:spTgt spid="10547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5475">
                                            <p:txEl>
                                              <p:pRg st="3" end="3"/>
                                            </p:txEl>
                                          </p:spTgt>
                                        </p:tgtEl>
                                        <p:attrNameLst>
                                          <p:attrName>style.visibility</p:attrName>
                                        </p:attrNameLst>
                                      </p:cBhvr>
                                      <p:to>
                                        <p:strVal val="visible"/>
                                      </p:to>
                                    </p:set>
                                    <p:animEffect transition="in" filter="blinds(horizontal)">
                                      <p:cBhvr>
                                        <p:cTn id="27" dur="500"/>
                                        <p:tgtEl>
                                          <p:spTgt spid="10547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131"/>
                                        </p:tgtEl>
                                        <p:attrNameLst>
                                          <p:attrName>style.visibility</p:attrName>
                                        </p:attrNameLst>
                                      </p:cBhvr>
                                      <p:to>
                                        <p:strVal val="visible"/>
                                      </p:to>
                                    </p:set>
                                    <p:animEffect transition="in" filter="wipe(down)">
                                      <p:cBhvr>
                                        <p:cTn id="32" dur="500"/>
                                        <p:tgtEl>
                                          <p:spTgt spid="5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9186" grpId="0"/>
      <p:bldP spid="105475" grpId="0" build="p"/>
      <p:bldP spid="5131" grpId="0" bldLvl="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17" name="Text Box 33"/>
          <p:cNvSpPr txBox="1"/>
          <p:nvPr/>
        </p:nvSpPr>
        <p:spPr>
          <a:xfrm>
            <a:off x="2500313" y="4364038"/>
            <a:ext cx="1279525" cy="366712"/>
          </a:xfrm>
          <a:prstGeom prst="rect">
            <a:avLst/>
          </a:prstGeom>
          <a:noFill/>
          <a:ln w="9525">
            <a:noFill/>
          </a:ln>
        </p:spPr>
        <p:txBody>
          <a:bodyPr/>
          <a:lstStyle/>
          <a:p>
            <a:pPr algn="ctr"/>
            <a:r>
              <a:rPr lang="zh-CN" altLang="en-US" b="1" dirty="0">
                <a:solidFill>
                  <a:srgbClr val="000000"/>
                </a:solidFill>
                <a:latin typeface="Times New Roman" panose="02020603050405020304" pitchFamily="18" charset="0"/>
                <a:ea typeface="楷体_GB2312"/>
              </a:rPr>
              <a:t>后 </a:t>
            </a:r>
            <a:r>
              <a:rPr lang="en-US" altLang="zh-CN" b="1" i="1" dirty="0">
                <a:solidFill>
                  <a:srgbClr val="000000"/>
                </a:solidFill>
                <a:latin typeface="Times New Roman" panose="02020603050405020304" pitchFamily="18" charset="0"/>
                <a:ea typeface="楷体_GB2312"/>
              </a:rPr>
              <a:t>n </a:t>
            </a:r>
            <a:r>
              <a:rPr lang="en-US" altLang="zh-CN" b="1" dirty="0">
                <a:solidFill>
                  <a:srgbClr val="000000"/>
                </a:solidFill>
                <a:latin typeface="Times New Roman" panose="02020603050405020304" pitchFamily="18" charset="0"/>
                <a:ea typeface="楷体_GB2312"/>
              </a:rPr>
              <a:t>- </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列  </a:t>
            </a:r>
          </a:p>
        </p:txBody>
      </p:sp>
      <p:sp>
        <p:nvSpPr>
          <p:cNvPr id="93215" name="Text Box 31"/>
          <p:cNvSpPr txBox="1"/>
          <p:nvPr/>
        </p:nvSpPr>
        <p:spPr>
          <a:xfrm>
            <a:off x="1196975" y="4364038"/>
            <a:ext cx="962025" cy="366712"/>
          </a:xfrm>
          <a:prstGeom prst="rect">
            <a:avLst/>
          </a:prstGeom>
          <a:noFill/>
          <a:ln w="9525">
            <a:noFill/>
          </a:ln>
        </p:spPr>
        <p:txBody>
          <a:bodyPr/>
          <a:lstStyle/>
          <a:p>
            <a:pPr algn="ctr"/>
            <a:r>
              <a:rPr lang="zh-CN" altLang="en-US" b="1" dirty="0">
                <a:solidFill>
                  <a:srgbClr val="000000"/>
                </a:solidFill>
                <a:latin typeface="Times New Roman" panose="02020603050405020304" pitchFamily="18" charset="0"/>
                <a:ea typeface="楷体_GB2312"/>
              </a:rPr>
              <a:t>前 </a:t>
            </a:r>
            <a:r>
              <a:rPr lang="en-US" altLang="zh-CN" b="1" i="1" dirty="0">
                <a:solidFill>
                  <a:srgbClr val="000000"/>
                </a:solidFill>
                <a:latin typeface="Times New Roman" panose="02020603050405020304" pitchFamily="18" charset="0"/>
                <a:ea typeface="楷体_GB2312"/>
              </a:rPr>
              <a:t>r</a:t>
            </a:r>
            <a:r>
              <a:rPr lang="en-US" altLang="zh-CN" b="1" dirty="0">
                <a:solidFill>
                  <a:srgbClr val="000000"/>
                </a:solidFill>
                <a:latin typeface="Times New Roman" panose="02020603050405020304" pitchFamily="18" charset="0"/>
                <a:ea typeface="楷体_GB2312"/>
              </a:rPr>
              <a:t> </a:t>
            </a:r>
            <a:r>
              <a:rPr lang="zh-CN" altLang="en-US" b="1" dirty="0">
                <a:solidFill>
                  <a:srgbClr val="000000"/>
                </a:solidFill>
                <a:latin typeface="Times New Roman" panose="02020603050405020304" pitchFamily="18" charset="0"/>
                <a:ea typeface="楷体_GB2312"/>
              </a:rPr>
              <a:t>列  </a:t>
            </a:r>
          </a:p>
        </p:txBody>
      </p:sp>
      <p:sp>
        <p:nvSpPr>
          <p:cNvPr id="93189" name="Rectangle 5"/>
          <p:cNvSpPr>
            <a:spLocks noGrp="1"/>
          </p:cNvSpPr>
          <p:nvPr>
            <p:ph sz="half" idx="1"/>
          </p:nvPr>
        </p:nvSpPr>
        <p:spPr>
          <a:xfrm>
            <a:off x="457200" y="455613"/>
            <a:ext cx="4038600" cy="3886200"/>
          </a:xfrm>
        </p:spPr>
        <p:txBody>
          <a:bodyPr vert="horz" wrap="square" lIns="91440" tIns="45720" rIns="91440" bIns="45720" anchor="t" anchorCtr="0"/>
          <a:lstStyle/>
          <a:p>
            <a:pPr eaLnBrk="1" hangingPunct="1">
              <a:buSzPct val="75000"/>
              <a:buFont typeface="Wingdings" panose="05000000000000000000" pitchFamily="2" charset="2"/>
              <a:buNone/>
            </a:pPr>
            <a:r>
              <a:rPr lang="zh-CN" altLang="en-US" sz="2400" dirty="0">
                <a:latin typeface="+mn-lt"/>
                <a:ea typeface="+mn-ea"/>
                <a:cs typeface="+mn-cs"/>
              </a:rPr>
              <a:t>设</a:t>
            </a:r>
            <a:r>
              <a:rPr lang="zh-CN" altLang="en-US" sz="2400" dirty="0">
                <a:solidFill>
                  <a:srgbClr val="0000FF"/>
                </a:solidFill>
                <a:latin typeface="+mn-lt"/>
                <a:ea typeface="+mn-ea"/>
                <a:cs typeface="+mn-cs"/>
              </a:rPr>
              <a:t> </a:t>
            </a:r>
            <a:r>
              <a:rPr lang="en-US" altLang="zh-CN" sz="2400" i="1" dirty="0">
                <a:latin typeface="+mn-lt"/>
                <a:ea typeface="+mn-ea"/>
                <a:cs typeface="+mn-cs"/>
              </a:rPr>
              <a:t>R</a:t>
            </a:r>
            <a:r>
              <a:rPr lang="en-US" altLang="zh-CN" sz="2400" dirty="0">
                <a:latin typeface="+mn-lt"/>
                <a:ea typeface="+mn-ea"/>
                <a:cs typeface="+mn-cs"/>
              </a:rPr>
              <a:t>(</a:t>
            </a:r>
            <a:r>
              <a:rPr lang="en-US" altLang="zh-CN" sz="2400" i="1" dirty="0">
                <a:latin typeface="+mn-lt"/>
                <a:ea typeface="+mn-ea"/>
                <a:cs typeface="+mn-cs"/>
              </a:rPr>
              <a:t>A</a:t>
            </a:r>
            <a:r>
              <a:rPr lang="en-US" altLang="zh-CN" sz="2400" dirty="0">
                <a:latin typeface="+mn-lt"/>
                <a:ea typeface="+mn-ea"/>
                <a:cs typeface="+mn-cs"/>
              </a:rPr>
              <a:t>) = </a:t>
            </a:r>
            <a:r>
              <a:rPr lang="en-US" altLang="zh-CN" sz="2400" i="1" dirty="0">
                <a:latin typeface="+mn-lt"/>
                <a:ea typeface="+mn-ea"/>
                <a:cs typeface="+mn-cs"/>
              </a:rPr>
              <a:t>r </a:t>
            </a:r>
            <a:r>
              <a:rPr lang="zh-CN" altLang="en-US" sz="2400" dirty="0">
                <a:latin typeface="+mn-lt"/>
                <a:ea typeface="+mn-ea"/>
                <a:cs typeface="+mn-cs"/>
              </a:rPr>
              <a:t>，为叙述方便，</a:t>
            </a:r>
          </a:p>
          <a:p>
            <a:pPr eaLnBrk="1" hangingPunct="1">
              <a:lnSpc>
                <a:spcPct val="120000"/>
              </a:lnSpc>
              <a:buSzPct val="75000"/>
              <a:buFont typeface="Wingdings" panose="05000000000000000000" pitchFamily="2" charset="2"/>
              <a:buNone/>
            </a:pPr>
            <a:r>
              <a:rPr lang="zh-CN" altLang="en-US" sz="2400" dirty="0">
                <a:latin typeface="+mn-lt"/>
                <a:ea typeface="+mn-ea"/>
                <a:cs typeface="+mn-cs"/>
              </a:rPr>
              <a:t>不妨设 </a:t>
            </a:r>
            <a:r>
              <a:rPr lang="en-US" altLang="zh-CN" sz="2400" i="1" dirty="0">
                <a:latin typeface="+mn-lt"/>
                <a:ea typeface="+mn-ea"/>
                <a:cs typeface="+mn-cs"/>
              </a:rPr>
              <a:t>A </a:t>
            </a:r>
            <a:r>
              <a:rPr lang="zh-CN" altLang="en-US" sz="2400" dirty="0">
                <a:solidFill>
                  <a:srgbClr val="FF0000"/>
                </a:solidFill>
                <a:latin typeface="+mn-lt"/>
                <a:ea typeface="+mn-ea"/>
                <a:cs typeface="+mn-cs"/>
              </a:rPr>
              <a:t>行最简形矩阵</a:t>
            </a:r>
            <a:r>
              <a:rPr lang="zh-CN" altLang="en-US" sz="2400" dirty="0">
                <a:latin typeface="+mn-lt"/>
                <a:ea typeface="+mn-ea"/>
                <a:cs typeface="+mn-cs"/>
              </a:rPr>
              <a:t>为</a:t>
            </a:r>
          </a:p>
        </p:txBody>
      </p:sp>
      <p:sp>
        <p:nvSpPr>
          <p:cNvPr id="93190" name="Rectangle 6"/>
          <p:cNvSpPr>
            <a:spLocks noGrp="1"/>
          </p:cNvSpPr>
          <p:nvPr>
            <p:ph sz="half" idx="2"/>
          </p:nvPr>
        </p:nvSpPr>
        <p:spPr>
          <a:xfrm>
            <a:off x="4648200" y="455613"/>
            <a:ext cx="4244975" cy="3886200"/>
          </a:xfrm>
        </p:spPr>
        <p:txBody>
          <a:bodyPr vert="horz" wrap="square" lIns="91440" tIns="45720" rIns="91440" bIns="45720" anchor="t" anchorCtr="0"/>
          <a:lstStyle/>
          <a:p>
            <a:pPr eaLnBrk="1" hangingPunct="1">
              <a:buSzPct val="75000"/>
              <a:buFont typeface="Wingdings" panose="05000000000000000000" pitchFamily="2" charset="2"/>
              <a:buNone/>
            </a:pPr>
            <a:endParaRPr lang="en-US" altLang="zh-CN" sz="2400" dirty="0">
              <a:latin typeface="+mn-lt"/>
              <a:ea typeface="+mn-ea"/>
              <a:cs typeface="+mn-cs"/>
            </a:endParaRPr>
          </a:p>
          <a:p>
            <a:pPr eaLnBrk="1" hangingPunct="1">
              <a:buSzPct val="75000"/>
              <a:buFont typeface="Wingdings" panose="05000000000000000000" pitchFamily="2" charset="2"/>
              <a:buNone/>
            </a:pPr>
            <a:r>
              <a:rPr lang="zh-CN" altLang="en-US" sz="2400" dirty="0">
                <a:latin typeface="+mn-lt"/>
                <a:ea typeface="+mn-ea"/>
                <a:cs typeface="+mn-cs"/>
              </a:rPr>
              <a:t>对应的齐次线性方程组</a:t>
            </a:r>
          </a:p>
          <a:p>
            <a:pPr eaLnBrk="1" hangingPunct="1">
              <a:buSzPct val="75000"/>
              <a:buFont typeface="Wingdings" panose="05000000000000000000" pitchFamily="2" charset="2"/>
              <a:buNone/>
            </a:pPr>
            <a:endParaRPr lang="zh-CN" altLang="en-US" sz="2400" dirty="0">
              <a:latin typeface="+mn-lt"/>
              <a:ea typeface="+mn-ea"/>
              <a:cs typeface="+mn-cs"/>
            </a:endParaRPr>
          </a:p>
          <a:p>
            <a:pPr eaLnBrk="1" hangingPunct="1">
              <a:buSzPct val="75000"/>
              <a:buFont typeface="Wingdings" panose="05000000000000000000" pitchFamily="2" charset="2"/>
              <a:buNone/>
            </a:pPr>
            <a:endParaRPr lang="zh-CN" altLang="en-US" sz="2400" dirty="0">
              <a:latin typeface="+mn-lt"/>
              <a:ea typeface="+mn-ea"/>
              <a:cs typeface="+mn-cs"/>
            </a:endParaRPr>
          </a:p>
          <a:p>
            <a:pPr eaLnBrk="1" hangingPunct="1">
              <a:buSzPct val="75000"/>
              <a:buFont typeface="Wingdings" panose="05000000000000000000" pitchFamily="2" charset="2"/>
              <a:buNone/>
            </a:pPr>
            <a:endParaRPr lang="zh-CN" altLang="en-US" sz="2400" dirty="0">
              <a:latin typeface="+mn-lt"/>
              <a:ea typeface="+mn-ea"/>
              <a:cs typeface="+mn-cs"/>
            </a:endParaRPr>
          </a:p>
          <a:p>
            <a:pPr eaLnBrk="1" hangingPunct="1">
              <a:buSzPct val="75000"/>
              <a:buFont typeface="Wingdings" panose="05000000000000000000" pitchFamily="2" charset="2"/>
              <a:buNone/>
            </a:pPr>
            <a:endParaRPr lang="zh-CN" altLang="en-US" sz="2400" dirty="0">
              <a:latin typeface="+mn-lt"/>
              <a:ea typeface="+mn-ea"/>
              <a:cs typeface="+mn-cs"/>
            </a:endParaRPr>
          </a:p>
          <a:p>
            <a:pPr eaLnBrk="1" hangingPunct="1">
              <a:buSzPct val="75000"/>
              <a:buFont typeface="Wingdings" panose="05000000000000000000" pitchFamily="2" charset="2"/>
              <a:buNone/>
            </a:pPr>
            <a:r>
              <a:rPr lang="zh-CN" altLang="en-US" sz="2400" dirty="0">
                <a:latin typeface="+mn-lt"/>
                <a:ea typeface="+mn-ea"/>
                <a:cs typeface="+mn-cs"/>
              </a:rPr>
              <a:t>令 </a:t>
            </a:r>
            <a:r>
              <a:rPr lang="en-US" altLang="zh-CN" sz="2400" i="1" dirty="0">
                <a:latin typeface="+mn-lt"/>
                <a:ea typeface="+mn-ea"/>
                <a:cs typeface="+mn-cs"/>
              </a:rPr>
              <a:t>x</a:t>
            </a:r>
            <a:r>
              <a:rPr lang="en-US" altLang="zh-CN" sz="2400" i="1" baseline="-25000" dirty="0">
                <a:latin typeface="+mn-lt"/>
                <a:ea typeface="+mn-ea"/>
                <a:cs typeface="+mn-cs"/>
              </a:rPr>
              <a:t>r</a:t>
            </a:r>
            <a:r>
              <a:rPr lang="en-US" altLang="zh-CN" sz="2400" baseline="-25000" dirty="0">
                <a:latin typeface="+mn-lt"/>
                <a:ea typeface="+mn-ea"/>
                <a:cs typeface="+mn-cs"/>
              </a:rPr>
              <a:t>+1</a:t>
            </a:r>
            <a:r>
              <a:rPr lang="en-US" altLang="zh-CN" sz="2400" dirty="0">
                <a:latin typeface="+mn-lt"/>
                <a:ea typeface="+mn-ea"/>
                <a:cs typeface="+mn-cs"/>
              </a:rPr>
              <a:t>, …, </a:t>
            </a:r>
            <a:r>
              <a:rPr lang="en-US" altLang="zh-CN" sz="2400" i="1" dirty="0">
                <a:latin typeface="+mn-lt"/>
                <a:ea typeface="+mn-ea"/>
                <a:cs typeface="+mn-cs"/>
              </a:rPr>
              <a:t>x</a:t>
            </a:r>
            <a:r>
              <a:rPr lang="en-US" altLang="zh-CN" sz="2400" i="1" baseline="-25000" dirty="0">
                <a:latin typeface="+mn-lt"/>
                <a:ea typeface="+mn-ea"/>
                <a:cs typeface="+mn-cs"/>
              </a:rPr>
              <a:t>n</a:t>
            </a:r>
            <a:r>
              <a:rPr lang="en-US" altLang="zh-CN" sz="2400" dirty="0">
                <a:latin typeface="+mn-lt"/>
                <a:ea typeface="+mn-ea"/>
                <a:cs typeface="+mn-cs"/>
              </a:rPr>
              <a:t> </a:t>
            </a:r>
            <a:r>
              <a:rPr lang="zh-CN" altLang="en-US" sz="2400" dirty="0">
                <a:latin typeface="+mn-lt"/>
                <a:ea typeface="+mn-ea"/>
                <a:cs typeface="+mn-cs"/>
              </a:rPr>
              <a:t>作自由变量，则</a:t>
            </a:r>
          </a:p>
        </p:txBody>
      </p:sp>
      <p:graphicFrame>
        <p:nvGraphicFramePr>
          <p:cNvPr id="93205" name="Object 21"/>
          <p:cNvGraphicFramePr>
            <a:graphicFrameLocks noChangeAspect="1"/>
          </p:cNvGraphicFramePr>
          <p:nvPr/>
        </p:nvGraphicFramePr>
        <p:xfrm>
          <a:off x="600075" y="1536700"/>
          <a:ext cx="3752850" cy="2782888"/>
        </p:xfrm>
        <a:graphic>
          <a:graphicData uri="http://schemas.openxmlformats.org/presentationml/2006/ole">
            <mc:AlternateContent xmlns:mc="http://schemas.openxmlformats.org/markup-compatibility/2006">
              <mc:Choice xmlns:v="urn:schemas-microsoft-com:vml" Requires="v">
                <p:oleObj r:id="rId2" imgW="2501900" imgH="1854200" progId="Equation.DSMT4">
                  <p:embed/>
                </p:oleObj>
              </mc:Choice>
              <mc:Fallback>
                <p:oleObj r:id="rId2" imgW="2501900" imgH="1854200" progId="Equation.DSMT4">
                  <p:embed/>
                  <p:pic>
                    <p:nvPicPr>
                      <p:cNvPr id="0" name="图片 4366"/>
                      <p:cNvPicPr/>
                      <p:nvPr/>
                    </p:nvPicPr>
                    <p:blipFill>
                      <a:blip r:embed="rId3"/>
                      <a:stretch>
                        <a:fillRect/>
                      </a:stretch>
                    </p:blipFill>
                    <p:spPr>
                      <a:xfrm>
                        <a:off x="600075" y="1536700"/>
                        <a:ext cx="3752850" cy="2782888"/>
                      </a:xfrm>
                      <a:prstGeom prst="rect">
                        <a:avLst/>
                      </a:prstGeom>
                      <a:noFill/>
                      <a:ln w="38100">
                        <a:noFill/>
                        <a:miter/>
                      </a:ln>
                    </p:spPr>
                  </p:pic>
                </p:oleObj>
              </mc:Fallback>
            </mc:AlternateContent>
          </a:graphicData>
        </a:graphic>
      </p:graphicFrame>
      <p:grpSp>
        <p:nvGrpSpPr>
          <p:cNvPr id="2" name="Group 22"/>
          <p:cNvGrpSpPr/>
          <p:nvPr/>
        </p:nvGrpSpPr>
        <p:grpSpPr>
          <a:xfrm>
            <a:off x="1063625" y="1871663"/>
            <a:ext cx="2960688" cy="1079500"/>
            <a:chOff x="639" y="1134"/>
            <a:chExt cx="1865" cy="680"/>
          </a:xfrm>
        </p:grpSpPr>
        <p:sp>
          <p:nvSpPr>
            <p:cNvPr id="990220" name="Line 23"/>
            <p:cNvSpPr/>
            <p:nvPr/>
          </p:nvSpPr>
          <p:spPr>
            <a:xfrm>
              <a:off x="639" y="1146"/>
              <a:ext cx="182" cy="0"/>
            </a:xfrm>
            <a:prstGeom prst="line">
              <a:avLst/>
            </a:prstGeom>
            <a:ln w="28575" cap="flat" cmpd="sng">
              <a:solidFill>
                <a:srgbClr val="0000FF"/>
              </a:solidFill>
              <a:prstDash val="solid"/>
              <a:headEnd type="none" w="med" len="med"/>
              <a:tailEnd type="none" w="med" len="med"/>
            </a:ln>
          </p:spPr>
        </p:sp>
        <p:sp>
          <p:nvSpPr>
            <p:cNvPr id="990221" name="Line 24"/>
            <p:cNvSpPr/>
            <p:nvPr/>
          </p:nvSpPr>
          <p:spPr>
            <a:xfrm>
              <a:off x="821" y="1134"/>
              <a:ext cx="0" cy="227"/>
            </a:xfrm>
            <a:prstGeom prst="line">
              <a:avLst/>
            </a:prstGeom>
            <a:ln w="28575" cap="flat" cmpd="sng">
              <a:solidFill>
                <a:srgbClr val="0000FF"/>
              </a:solidFill>
              <a:prstDash val="solid"/>
              <a:headEnd type="none" w="med" len="med"/>
              <a:tailEnd type="none" w="med" len="med"/>
            </a:ln>
          </p:spPr>
        </p:sp>
        <p:sp>
          <p:nvSpPr>
            <p:cNvPr id="990222" name="Line 25"/>
            <p:cNvSpPr/>
            <p:nvPr/>
          </p:nvSpPr>
          <p:spPr>
            <a:xfrm>
              <a:off x="814" y="1355"/>
              <a:ext cx="182" cy="0"/>
            </a:xfrm>
            <a:prstGeom prst="line">
              <a:avLst/>
            </a:prstGeom>
            <a:ln w="28575" cap="flat" cmpd="sng">
              <a:solidFill>
                <a:srgbClr val="0000FF"/>
              </a:solidFill>
              <a:prstDash val="solid"/>
              <a:headEnd type="none" w="med" len="med"/>
              <a:tailEnd type="none" w="med" len="med"/>
            </a:ln>
          </p:spPr>
        </p:sp>
        <p:sp>
          <p:nvSpPr>
            <p:cNvPr id="990223" name="Line 26"/>
            <p:cNvSpPr/>
            <p:nvPr/>
          </p:nvSpPr>
          <p:spPr>
            <a:xfrm>
              <a:off x="1008" y="1343"/>
              <a:ext cx="0" cy="227"/>
            </a:xfrm>
            <a:prstGeom prst="line">
              <a:avLst/>
            </a:prstGeom>
            <a:ln w="28575" cap="flat" cmpd="sng">
              <a:solidFill>
                <a:srgbClr val="0000FF"/>
              </a:solidFill>
              <a:prstDash val="sysDot"/>
              <a:headEnd type="none" w="med" len="med"/>
              <a:tailEnd type="none" w="med" len="med"/>
            </a:ln>
          </p:spPr>
        </p:sp>
        <p:sp>
          <p:nvSpPr>
            <p:cNvPr id="990224" name="Line 27"/>
            <p:cNvSpPr/>
            <p:nvPr/>
          </p:nvSpPr>
          <p:spPr>
            <a:xfrm>
              <a:off x="1001" y="1564"/>
              <a:ext cx="295" cy="0"/>
            </a:xfrm>
            <a:prstGeom prst="line">
              <a:avLst/>
            </a:prstGeom>
            <a:ln w="28575" cap="flat" cmpd="sng">
              <a:solidFill>
                <a:srgbClr val="0000FF"/>
              </a:solidFill>
              <a:prstDash val="sysDot"/>
              <a:headEnd type="none" w="med" len="med"/>
              <a:tailEnd type="none" w="med" len="med"/>
            </a:ln>
          </p:spPr>
        </p:sp>
        <p:sp>
          <p:nvSpPr>
            <p:cNvPr id="990225" name="Line 28"/>
            <p:cNvSpPr/>
            <p:nvPr/>
          </p:nvSpPr>
          <p:spPr>
            <a:xfrm>
              <a:off x="1287" y="1587"/>
              <a:ext cx="0" cy="227"/>
            </a:xfrm>
            <a:prstGeom prst="line">
              <a:avLst/>
            </a:prstGeom>
            <a:ln w="28575" cap="flat" cmpd="sng">
              <a:solidFill>
                <a:srgbClr val="0000FF"/>
              </a:solidFill>
              <a:prstDash val="solid"/>
              <a:headEnd type="none" w="med" len="med"/>
              <a:tailEnd type="none" w="med" len="med"/>
            </a:ln>
          </p:spPr>
        </p:sp>
        <p:sp>
          <p:nvSpPr>
            <p:cNvPr id="990226" name="Line 29"/>
            <p:cNvSpPr/>
            <p:nvPr/>
          </p:nvSpPr>
          <p:spPr>
            <a:xfrm>
              <a:off x="1280" y="1808"/>
              <a:ext cx="1224" cy="0"/>
            </a:xfrm>
            <a:prstGeom prst="line">
              <a:avLst/>
            </a:prstGeom>
            <a:ln w="28575" cap="flat" cmpd="sng">
              <a:solidFill>
                <a:srgbClr val="0000FF"/>
              </a:solidFill>
              <a:prstDash val="solid"/>
              <a:headEnd type="none" w="med" len="med"/>
              <a:tailEnd type="none" w="med" len="med"/>
            </a:ln>
          </p:spPr>
        </p:sp>
      </p:grpSp>
      <p:sp>
        <p:nvSpPr>
          <p:cNvPr id="93214" name="AutoShape 30"/>
          <p:cNvSpPr/>
          <p:nvPr/>
        </p:nvSpPr>
        <p:spPr>
          <a:xfrm rot="-5400000">
            <a:off x="1630363" y="3859213"/>
            <a:ext cx="179387" cy="1008062"/>
          </a:xfrm>
          <a:prstGeom prst="leftBrace">
            <a:avLst>
              <a:gd name="adj1" fmla="val 46829"/>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93216" name="AutoShape 32"/>
          <p:cNvSpPr/>
          <p:nvPr/>
        </p:nvSpPr>
        <p:spPr>
          <a:xfrm rot="-5400000">
            <a:off x="3098800" y="3859213"/>
            <a:ext cx="179388" cy="1008062"/>
          </a:xfrm>
          <a:prstGeom prst="leftBrace">
            <a:avLst>
              <a:gd name="adj1" fmla="val 46828"/>
              <a:gd name="adj2" fmla="val 50000"/>
            </a:avLst>
          </a:prstGeom>
          <a:noFill/>
          <a:ln w="28575"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graphicFrame>
        <p:nvGraphicFramePr>
          <p:cNvPr id="93219" name="Object 35"/>
          <p:cNvGraphicFramePr>
            <a:graphicFrameLocks noChangeAspect="1"/>
          </p:cNvGraphicFramePr>
          <p:nvPr/>
        </p:nvGraphicFramePr>
        <p:xfrm>
          <a:off x="4975225" y="1536700"/>
          <a:ext cx="3751263" cy="1425575"/>
        </p:xfrm>
        <a:graphic>
          <a:graphicData uri="http://schemas.openxmlformats.org/presentationml/2006/ole">
            <mc:AlternateContent xmlns:mc="http://schemas.openxmlformats.org/markup-compatibility/2006">
              <mc:Choice xmlns:v="urn:schemas-microsoft-com:vml" Requires="v">
                <p:oleObj r:id="rId4" imgW="2501900" imgH="952500" progId="Equation.DSMT4">
                  <p:embed/>
                </p:oleObj>
              </mc:Choice>
              <mc:Fallback>
                <p:oleObj r:id="rId4" imgW="2501900" imgH="952500" progId="Equation.DSMT4">
                  <p:embed/>
                  <p:pic>
                    <p:nvPicPr>
                      <p:cNvPr id="0" name="图片 4369"/>
                      <p:cNvPicPr/>
                      <p:nvPr/>
                    </p:nvPicPr>
                    <p:blipFill>
                      <a:blip r:embed="rId5"/>
                      <a:stretch>
                        <a:fillRect/>
                      </a:stretch>
                    </p:blipFill>
                    <p:spPr>
                      <a:xfrm>
                        <a:off x="4975225" y="1536700"/>
                        <a:ext cx="3751263" cy="1425575"/>
                      </a:xfrm>
                      <a:prstGeom prst="rect">
                        <a:avLst/>
                      </a:prstGeom>
                      <a:noFill/>
                      <a:ln w="38100">
                        <a:noFill/>
                        <a:miter/>
                      </a:ln>
                    </p:spPr>
                  </p:pic>
                </p:oleObj>
              </mc:Fallback>
            </mc:AlternateContent>
          </a:graphicData>
        </a:graphic>
      </p:graphicFrame>
      <p:graphicFrame>
        <p:nvGraphicFramePr>
          <p:cNvPr id="93220" name="Object 36"/>
          <p:cNvGraphicFramePr>
            <a:graphicFrameLocks noChangeAspect="1"/>
          </p:cNvGraphicFramePr>
          <p:nvPr/>
        </p:nvGraphicFramePr>
        <p:xfrm>
          <a:off x="4975225" y="3789363"/>
          <a:ext cx="2760663" cy="1425575"/>
        </p:xfrm>
        <a:graphic>
          <a:graphicData uri="http://schemas.openxmlformats.org/presentationml/2006/ole">
            <mc:AlternateContent xmlns:mc="http://schemas.openxmlformats.org/markup-compatibility/2006">
              <mc:Choice xmlns:v="urn:schemas-microsoft-com:vml" Requires="v">
                <p:oleObj r:id="rId6" imgW="1841500" imgH="952500" progId="Equation.DSMT4">
                  <p:embed/>
                </p:oleObj>
              </mc:Choice>
              <mc:Fallback>
                <p:oleObj r:id="rId6" imgW="1841500" imgH="952500" progId="Equation.DSMT4">
                  <p:embed/>
                  <p:pic>
                    <p:nvPicPr>
                      <p:cNvPr id="0" name="图片 4370"/>
                      <p:cNvPicPr/>
                      <p:nvPr/>
                    </p:nvPicPr>
                    <p:blipFill>
                      <a:blip r:embed="rId7"/>
                      <a:stretch>
                        <a:fillRect/>
                      </a:stretch>
                    </p:blipFill>
                    <p:spPr>
                      <a:xfrm>
                        <a:off x="4975225" y="3789363"/>
                        <a:ext cx="2760663" cy="14255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3189">
                                            <p:txEl>
                                              <p:pRg st="0" end="0"/>
                                            </p:txEl>
                                          </p:spTgt>
                                        </p:tgtEl>
                                        <p:attrNameLst>
                                          <p:attrName>style.visibility</p:attrName>
                                        </p:attrNameLst>
                                      </p:cBhvr>
                                      <p:to>
                                        <p:strVal val="visible"/>
                                      </p:to>
                                    </p:set>
                                    <p:animEffect transition="in" filter="box(in)">
                                      <p:cBhvr>
                                        <p:cTn id="7" dur="500"/>
                                        <p:tgtEl>
                                          <p:spTgt spid="93189">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93189">
                                            <p:txEl>
                                              <p:pRg st="1" end="1"/>
                                            </p:txEl>
                                          </p:spTgt>
                                        </p:tgtEl>
                                        <p:attrNameLst>
                                          <p:attrName>style.visibility</p:attrName>
                                        </p:attrNameLst>
                                      </p:cBhvr>
                                      <p:to>
                                        <p:strVal val="visible"/>
                                      </p:to>
                                    </p:set>
                                    <p:animEffect transition="in" filter="box(in)">
                                      <p:cBhvr>
                                        <p:cTn id="10" dur="500"/>
                                        <p:tgtEl>
                                          <p:spTgt spid="93189">
                                            <p:txEl>
                                              <p:pRg st="1" end="1"/>
                                            </p:txEl>
                                          </p:spTgt>
                                        </p:tgtEl>
                                      </p:cBhvr>
                                    </p:animEffect>
                                  </p:childTnLst>
                                </p:cTn>
                              </p:par>
                            </p:childTnLst>
                          </p:cTn>
                        </p:par>
                        <p:par>
                          <p:cTn id="11" fill="hold">
                            <p:stCondLst>
                              <p:cond delay="500"/>
                            </p:stCondLst>
                            <p:childTnLst>
                              <p:par>
                                <p:cTn id="12" presetID="4" presetClass="entr" presetSubtype="16" fill="hold" nodeType="afterEffect">
                                  <p:stCondLst>
                                    <p:cond delay="0"/>
                                  </p:stCondLst>
                                  <p:childTnLst>
                                    <p:set>
                                      <p:cBhvr>
                                        <p:cTn id="13" dur="1" fill="hold">
                                          <p:stCondLst>
                                            <p:cond delay="0"/>
                                          </p:stCondLst>
                                        </p:cTn>
                                        <p:tgtEl>
                                          <p:spTgt spid="93205"/>
                                        </p:tgtEl>
                                        <p:attrNameLst>
                                          <p:attrName>style.visibility</p:attrName>
                                        </p:attrNameLst>
                                      </p:cBhvr>
                                      <p:to>
                                        <p:strVal val="visible"/>
                                      </p:to>
                                    </p:set>
                                    <p:animEffect transition="in" filter="box(in)">
                                      <p:cBhvr>
                                        <p:cTn id="14" dur="500"/>
                                        <p:tgtEl>
                                          <p:spTgt spid="93205"/>
                                        </p:tgtEl>
                                      </p:cBhvr>
                                    </p:animEffect>
                                  </p:childTnLst>
                                </p:cTn>
                              </p:par>
                            </p:childTnLst>
                          </p:cTn>
                        </p:par>
                        <p:par>
                          <p:cTn id="15" fill="hold">
                            <p:stCondLst>
                              <p:cond delay="1000"/>
                            </p:stCondLst>
                            <p:childTnLst>
                              <p:par>
                                <p:cTn id="16" presetID="18" presetClass="entr" presetSubtype="6"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strips(downRight)">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93214"/>
                                        </p:tgtEl>
                                        <p:attrNameLst>
                                          <p:attrName>style.visibility</p:attrName>
                                        </p:attrNameLst>
                                      </p:cBhvr>
                                      <p:to>
                                        <p:strVal val="visible"/>
                                      </p:to>
                                    </p:set>
                                    <p:animEffect transition="in" filter="box(in)">
                                      <p:cBhvr>
                                        <p:cTn id="23" dur="500"/>
                                        <p:tgtEl>
                                          <p:spTgt spid="93214"/>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93215"/>
                                        </p:tgtEl>
                                        <p:attrNameLst>
                                          <p:attrName>style.visibility</p:attrName>
                                        </p:attrNameLst>
                                      </p:cBhvr>
                                      <p:to>
                                        <p:strVal val="visible"/>
                                      </p:to>
                                    </p:set>
                                    <p:animEffect transition="in" filter="slide(fromBottom)">
                                      <p:cBhvr>
                                        <p:cTn id="26" dur="500"/>
                                        <p:tgtEl>
                                          <p:spTgt spid="93215"/>
                                        </p:tgtEl>
                                      </p:cBhvr>
                                    </p:animEffect>
                                  </p:childTnLst>
                                </p:cTn>
                              </p:par>
                              <p:par>
                                <p:cTn id="27" presetID="4" presetClass="entr" presetSubtype="16" fill="hold" grpId="0" nodeType="withEffect">
                                  <p:stCondLst>
                                    <p:cond delay="0"/>
                                  </p:stCondLst>
                                  <p:childTnLst>
                                    <p:set>
                                      <p:cBhvr>
                                        <p:cTn id="28" dur="1" fill="hold">
                                          <p:stCondLst>
                                            <p:cond delay="0"/>
                                          </p:stCondLst>
                                        </p:cTn>
                                        <p:tgtEl>
                                          <p:spTgt spid="93216"/>
                                        </p:tgtEl>
                                        <p:attrNameLst>
                                          <p:attrName>style.visibility</p:attrName>
                                        </p:attrNameLst>
                                      </p:cBhvr>
                                      <p:to>
                                        <p:strVal val="visible"/>
                                      </p:to>
                                    </p:set>
                                    <p:animEffect transition="in" filter="box(in)">
                                      <p:cBhvr>
                                        <p:cTn id="29" dur="500"/>
                                        <p:tgtEl>
                                          <p:spTgt spid="93216"/>
                                        </p:tgtEl>
                                      </p:cBhvr>
                                    </p:animEffect>
                                  </p:childTnLst>
                                </p:cTn>
                              </p:par>
                              <p:par>
                                <p:cTn id="30" presetID="12" presetClass="entr" presetSubtype="4" fill="hold" grpId="0" nodeType="withEffect">
                                  <p:stCondLst>
                                    <p:cond delay="0"/>
                                  </p:stCondLst>
                                  <p:childTnLst>
                                    <p:set>
                                      <p:cBhvr>
                                        <p:cTn id="31" dur="1" fill="hold">
                                          <p:stCondLst>
                                            <p:cond delay="0"/>
                                          </p:stCondLst>
                                        </p:cTn>
                                        <p:tgtEl>
                                          <p:spTgt spid="93217"/>
                                        </p:tgtEl>
                                        <p:attrNameLst>
                                          <p:attrName>style.visibility</p:attrName>
                                        </p:attrNameLst>
                                      </p:cBhvr>
                                      <p:to>
                                        <p:strVal val="visible"/>
                                      </p:to>
                                    </p:set>
                                    <p:animEffect transition="in" filter="slide(fromBottom)">
                                      <p:cBhvr>
                                        <p:cTn id="32" dur="500"/>
                                        <p:tgtEl>
                                          <p:spTgt spid="9321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93190">
                                            <p:txEl>
                                              <p:pRg st="1" end="1"/>
                                            </p:txEl>
                                          </p:spTgt>
                                        </p:tgtEl>
                                        <p:attrNameLst>
                                          <p:attrName>style.visibility</p:attrName>
                                        </p:attrNameLst>
                                      </p:cBhvr>
                                      <p:to>
                                        <p:strVal val="visible"/>
                                      </p:to>
                                    </p:set>
                                    <p:animEffect transition="in" filter="box(in)">
                                      <p:cBhvr>
                                        <p:cTn id="37" dur="500"/>
                                        <p:tgtEl>
                                          <p:spTgt spid="93190">
                                            <p:txEl>
                                              <p:pRg st="1" end="1"/>
                                            </p:txEl>
                                          </p:spTgt>
                                        </p:tgtEl>
                                      </p:cBhvr>
                                    </p:animEffect>
                                  </p:childTnLst>
                                </p:cTn>
                              </p:par>
                              <p:par>
                                <p:cTn id="38" presetID="4" presetClass="entr" presetSubtype="16" fill="hold" nodeType="withEffect">
                                  <p:stCondLst>
                                    <p:cond delay="0"/>
                                  </p:stCondLst>
                                  <p:childTnLst>
                                    <p:set>
                                      <p:cBhvr>
                                        <p:cTn id="39" dur="1" fill="hold">
                                          <p:stCondLst>
                                            <p:cond delay="0"/>
                                          </p:stCondLst>
                                        </p:cTn>
                                        <p:tgtEl>
                                          <p:spTgt spid="93219"/>
                                        </p:tgtEl>
                                        <p:attrNameLst>
                                          <p:attrName>style.visibility</p:attrName>
                                        </p:attrNameLst>
                                      </p:cBhvr>
                                      <p:to>
                                        <p:strVal val="visible"/>
                                      </p:to>
                                    </p:set>
                                    <p:animEffect transition="in" filter="box(in)">
                                      <p:cBhvr>
                                        <p:cTn id="40" dur="500"/>
                                        <p:tgtEl>
                                          <p:spTgt spid="93219"/>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nodeType="clickEffect">
                                  <p:stCondLst>
                                    <p:cond delay="0"/>
                                  </p:stCondLst>
                                  <p:childTnLst>
                                    <p:set>
                                      <p:cBhvr>
                                        <p:cTn id="44" dur="1" fill="hold">
                                          <p:stCondLst>
                                            <p:cond delay="0"/>
                                          </p:stCondLst>
                                        </p:cTn>
                                        <p:tgtEl>
                                          <p:spTgt spid="93190">
                                            <p:txEl>
                                              <p:pRg st="6" end="6"/>
                                            </p:txEl>
                                          </p:spTgt>
                                        </p:tgtEl>
                                        <p:attrNameLst>
                                          <p:attrName>style.visibility</p:attrName>
                                        </p:attrNameLst>
                                      </p:cBhvr>
                                      <p:to>
                                        <p:strVal val="visible"/>
                                      </p:to>
                                    </p:set>
                                    <p:animEffect transition="in" filter="box(in)">
                                      <p:cBhvr>
                                        <p:cTn id="45" dur="500"/>
                                        <p:tgtEl>
                                          <p:spTgt spid="93190">
                                            <p:txEl>
                                              <p:pRg st="6" end="6"/>
                                            </p:txEl>
                                          </p:spTgt>
                                        </p:tgtEl>
                                      </p:cBhvr>
                                    </p:animEffect>
                                  </p:childTnLst>
                                </p:cTn>
                              </p:par>
                              <p:par>
                                <p:cTn id="46" presetID="4" presetClass="entr" presetSubtype="16" fill="hold" nodeType="withEffect">
                                  <p:stCondLst>
                                    <p:cond delay="0"/>
                                  </p:stCondLst>
                                  <p:childTnLst>
                                    <p:set>
                                      <p:cBhvr>
                                        <p:cTn id="47" dur="1" fill="hold">
                                          <p:stCondLst>
                                            <p:cond delay="0"/>
                                          </p:stCondLst>
                                        </p:cTn>
                                        <p:tgtEl>
                                          <p:spTgt spid="93220"/>
                                        </p:tgtEl>
                                        <p:attrNameLst>
                                          <p:attrName>style.visibility</p:attrName>
                                        </p:attrNameLst>
                                      </p:cBhvr>
                                      <p:to>
                                        <p:strVal val="visible"/>
                                      </p:to>
                                    </p:set>
                                    <p:animEffect transition="in" filter="box(in)">
                                      <p:cBhvr>
                                        <p:cTn id="48" dur="500"/>
                                        <p:tgtEl>
                                          <p:spTgt spid="93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17" grpId="0"/>
      <p:bldP spid="93215" grpId="0"/>
      <p:bldP spid="93214" grpId="0" bldLvl="0" animBg="1"/>
      <p:bldP spid="93216" grpId="0" bldLvl="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7282" name="Object 2"/>
          <p:cNvGraphicFramePr>
            <a:graphicFrameLocks noChangeAspect="1"/>
          </p:cNvGraphicFramePr>
          <p:nvPr/>
        </p:nvGraphicFramePr>
        <p:xfrm>
          <a:off x="1025525" y="2897188"/>
          <a:ext cx="3121025" cy="2089150"/>
        </p:xfrm>
        <a:graphic>
          <a:graphicData uri="http://schemas.openxmlformats.org/presentationml/2006/ole">
            <mc:AlternateContent xmlns:mc="http://schemas.openxmlformats.org/markup-compatibility/2006">
              <mc:Choice xmlns:v="urn:schemas-microsoft-com:vml" Requires="v">
                <p:oleObj r:id="rId2" imgW="2082800" imgH="1397000" progId="Equation.DSMT4">
                  <p:embed/>
                </p:oleObj>
              </mc:Choice>
              <mc:Fallback>
                <p:oleObj r:id="rId2" imgW="2082800" imgH="1397000" progId="Equation.DSMT4">
                  <p:embed/>
                  <p:pic>
                    <p:nvPicPr>
                      <p:cNvPr id="0" name="图片 4372"/>
                      <p:cNvPicPr/>
                      <p:nvPr/>
                    </p:nvPicPr>
                    <p:blipFill>
                      <a:blip r:embed="rId3"/>
                      <a:stretch>
                        <a:fillRect/>
                      </a:stretch>
                    </p:blipFill>
                    <p:spPr>
                      <a:xfrm>
                        <a:off x="1025525" y="2897188"/>
                        <a:ext cx="3121025" cy="2089150"/>
                      </a:xfrm>
                      <a:prstGeom prst="rect">
                        <a:avLst/>
                      </a:prstGeom>
                      <a:noFill/>
                      <a:ln w="38100">
                        <a:noFill/>
                        <a:miter/>
                      </a:ln>
                    </p:spPr>
                  </p:pic>
                </p:oleObj>
              </mc:Fallback>
            </mc:AlternateContent>
          </a:graphicData>
        </a:graphic>
      </p:graphicFrame>
      <p:sp>
        <p:nvSpPr>
          <p:cNvPr id="97283" name="Rectangle 3"/>
          <p:cNvSpPr/>
          <p:nvPr/>
        </p:nvSpPr>
        <p:spPr>
          <a:xfrm>
            <a:off x="490538" y="2063750"/>
            <a:ext cx="5076825" cy="457200"/>
          </a:xfrm>
          <a:prstGeom prst="rect">
            <a:avLst/>
          </a:prstGeom>
          <a:noFill/>
          <a:ln w="9525">
            <a:noFill/>
          </a:ln>
        </p:spPr>
        <p:txBody>
          <a:bodyPr wrap="none">
            <a:spAutoFit/>
          </a:bodyPr>
          <a:lstStyle/>
          <a:p>
            <a:r>
              <a:rPr lang="zh-CN" altLang="en-US" sz="2400" b="1" dirty="0">
                <a:solidFill>
                  <a:srgbClr val="000000"/>
                </a:solidFill>
                <a:latin typeface="Times New Roman" panose="02020603050405020304" pitchFamily="18" charset="0"/>
                <a:ea typeface="楷体_GB2312"/>
              </a:rPr>
              <a:t>令 </a:t>
            </a:r>
            <a:r>
              <a:rPr lang="en-US" altLang="zh-CN" sz="2400" b="1" i="1" dirty="0">
                <a:solidFill>
                  <a:srgbClr val="000000"/>
                </a:solidFill>
                <a:latin typeface="Times New Roman" panose="02020603050405020304" pitchFamily="18" charset="0"/>
                <a:ea typeface="楷体_GB2312"/>
              </a:rPr>
              <a:t>x</a:t>
            </a:r>
            <a:r>
              <a:rPr lang="en-US" altLang="zh-CN" sz="2400" b="1" i="1" baseline="-25000" dirty="0">
                <a:solidFill>
                  <a:srgbClr val="000000"/>
                </a:solidFill>
                <a:latin typeface="Times New Roman" panose="02020603050405020304" pitchFamily="18" charset="0"/>
                <a:ea typeface="楷体_GB2312"/>
              </a:rPr>
              <a:t>r</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c</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x</a:t>
            </a:r>
            <a:r>
              <a:rPr lang="en-US" altLang="zh-CN" sz="2400" b="1" i="1" baseline="-25000" dirty="0">
                <a:solidFill>
                  <a:srgbClr val="000000"/>
                </a:solidFill>
                <a:latin typeface="Times New Roman" panose="02020603050405020304" pitchFamily="18" charset="0"/>
                <a:ea typeface="楷体_GB2312"/>
              </a:rPr>
              <a:t>r</a:t>
            </a:r>
            <a:r>
              <a:rPr lang="en-US" altLang="zh-CN" sz="2400" b="1" baseline="-25000" dirty="0">
                <a:solidFill>
                  <a:srgbClr val="000000"/>
                </a:solidFill>
                <a:latin typeface="Times New Roman" panose="02020603050405020304" pitchFamily="18" charset="0"/>
                <a:ea typeface="楷体_GB2312"/>
              </a:rPr>
              <a:t>+2</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c</a:t>
            </a:r>
            <a:r>
              <a:rPr lang="en-US" altLang="zh-CN" sz="2400" b="1" baseline="-25000" dirty="0">
                <a:solidFill>
                  <a:srgbClr val="000000"/>
                </a:solidFill>
                <a:latin typeface="Times New Roman" panose="02020603050405020304" pitchFamily="18" charset="0"/>
                <a:ea typeface="楷体_GB2312"/>
              </a:rPr>
              <a:t>2</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x</a:t>
            </a:r>
            <a:r>
              <a:rPr lang="en-US" altLang="zh-CN" sz="2400" b="1" i="1" baseline="-25000" dirty="0">
                <a:solidFill>
                  <a:srgbClr val="000000"/>
                </a:solidFill>
                <a:latin typeface="Times New Roman" panose="02020603050405020304" pitchFamily="18" charset="0"/>
                <a:ea typeface="楷体_GB2312"/>
              </a:rPr>
              <a:t>n</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c</a:t>
            </a:r>
            <a:r>
              <a:rPr lang="en-US" altLang="zh-CN" sz="2400" b="1" i="1" baseline="-25000" dirty="0">
                <a:solidFill>
                  <a:srgbClr val="000000"/>
                </a:solidFill>
                <a:latin typeface="Times New Roman" panose="02020603050405020304" pitchFamily="18" charset="0"/>
                <a:ea typeface="楷体_GB2312"/>
              </a:rPr>
              <a:t>n-r</a:t>
            </a:r>
            <a:r>
              <a:rPr lang="en-US" altLang="zh-CN" sz="2400" b="1" baseline="-25000"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，则</a:t>
            </a:r>
          </a:p>
        </p:txBody>
      </p:sp>
      <p:graphicFrame>
        <p:nvGraphicFramePr>
          <p:cNvPr id="97284" name="Object 4"/>
          <p:cNvGraphicFramePr>
            <a:graphicFrameLocks noChangeAspect="1"/>
          </p:cNvGraphicFramePr>
          <p:nvPr/>
        </p:nvGraphicFramePr>
        <p:xfrm>
          <a:off x="4149725" y="2733675"/>
          <a:ext cx="3979863" cy="2414588"/>
        </p:xfrm>
        <a:graphic>
          <a:graphicData uri="http://schemas.openxmlformats.org/presentationml/2006/ole">
            <mc:AlternateContent xmlns:mc="http://schemas.openxmlformats.org/markup-compatibility/2006">
              <mc:Choice xmlns:v="urn:schemas-microsoft-com:vml" Requires="v">
                <p:oleObj r:id="rId4" imgW="2654300" imgH="1612900" progId="Equation.DSMT4">
                  <p:embed/>
                </p:oleObj>
              </mc:Choice>
              <mc:Fallback>
                <p:oleObj r:id="rId4" imgW="2654300" imgH="1612900" progId="Equation.DSMT4">
                  <p:embed/>
                  <p:pic>
                    <p:nvPicPr>
                      <p:cNvPr id="0" name="图片 4368"/>
                      <p:cNvPicPr/>
                      <p:nvPr/>
                    </p:nvPicPr>
                    <p:blipFill>
                      <a:blip r:embed="rId5"/>
                      <a:stretch>
                        <a:fillRect/>
                      </a:stretch>
                    </p:blipFill>
                    <p:spPr>
                      <a:xfrm>
                        <a:off x="4149725" y="2733675"/>
                        <a:ext cx="3979863" cy="2414588"/>
                      </a:xfrm>
                      <a:prstGeom prst="rect">
                        <a:avLst/>
                      </a:prstGeom>
                      <a:noFill/>
                      <a:ln w="38100">
                        <a:noFill/>
                        <a:miter/>
                      </a:ln>
                    </p:spPr>
                  </p:pic>
                </p:oleObj>
              </mc:Fallback>
            </mc:AlternateContent>
          </a:graphicData>
        </a:graphic>
      </p:graphicFrame>
      <p:sp>
        <p:nvSpPr>
          <p:cNvPr id="97285" name="AutoShape 5"/>
          <p:cNvSpPr/>
          <p:nvPr/>
        </p:nvSpPr>
        <p:spPr>
          <a:xfrm>
            <a:off x="6659563" y="1270000"/>
            <a:ext cx="2232025" cy="1079500"/>
          </a:xfrm>
          <a:prstGeom prst="cloudCallout">
            <a:avLst>
              <a:gd name="adj1" fmla="val -56755"/>
              <a:gd name="adj2" fmla="val 75296"/>
            </a:avLst>
          </a:prstGeom>
          <a:solidFill>
            <a:schemeClr val="folHlink"/>
          </a:solidFill>
          <a:ln w="9525" cap="flat" cmpd="sng">
            <a:solidFill>
              <a:schemeClr val="tx1"/>
            </a:solidFill>
            <a:prstDash val="solid"/>
            <a:headEnd type="none" w="med" len="med"/>
            <a:tailEnd type="none" w="med" len="med"/>
          </a:ln>
        </p:spPr>
        <p:txBody>
          <a:bodyPr anchor="ctr" anchorCtr="0"/>
          <a:lstStyle/>
          <a:p>
            <a:pPr algn="ctr"/>
            <a:r>
              <a:rPr lang="zh-CN" altLang="en-US" b="1" dirty="0">
                <a:solidFill>
                  <a:srgbClr val="000000"/>
                </a:solidFill>
                <a:latin typeface="Arial" panose="020B0604020202020204" pitchFamily="34" charset="0"/>
                <a:ea typeface="楷体_GB2312"/>
              </a:rPr>
              <a:t>齐次线性方程组的通解</a:t>
            </a:r>
          </a:p>
        </p:txBody>
      </p:sp>
      <p:graphicFrame>
        <p:nvGraphicFramePr>
          <p:cNvPr id="991238" name="Object 6"/>
          <p:cNvGraphicFramePr>
            <a:graphicFrameLocks noChangeAspect="1"/>
          </p:cNvGraphicFramePr>
          <p:nvPr/>
        </p:nvGraphicFramePr>
        <p:xfrm>
          <a:off x="2755900" y="433388"/>
          <a:ext cx="3598863" cy="1425575"/>
        </p:xfrm>
        <a:graphic>
          <a:graphicData uri="http://schemas.openxmlformats.org/presentationml/2006/ole">
            <mc:AlternateContent xmlns:mc="http://schemas.openxmlformats.org/markup-compatibility/2006">
              <mc:Choice xmlns:v="urn:schemas-microsoft-com:vml" Requires="v">
                <p:oleObj r:id="rId6" imgW="2400300" imgH="952500" progId="Equation.DSMT4">
                  <p:embed/>
                </p:oleObj>
              </mc:Choice>
              <mc:Fallback>
                <p:oleObj r:id="rId6" imgW="2400300" imgH="952500" progId="Equation.DSMT4">
                  <p:embed/>
                  <p:pic>
                    <p:nvPicPr>
                      <p:cNvPr id="0" name="图片 4371"/>
                      <p:cNvPicPr/>
                      <p:nvPr/>
                    </p:nvPicPr>
                    <p:blipFill>
                      <a:blip r:embed="rId7"/>
                      <a:stretch>
                        <a:fillRect/>
                      </a:stretch>
                    </p:blipFill>
                    <p:spPr>
                      <a:xfrm>
                        <a:off x="2755900" y="433388"/>
                        <a:ext cx="3598863" cy="1425575"/>
                      </a:xfrm>
                      <a:prstGeom prst="rect">
                        <a:avLst/>
                      </a:prstGeom>
                      <a:noFill/>
                      <a:ln w="38100">
                        <a:noFill/>
                        <a:miter/>
                      </a:ln>
                    </p:spPr>
                  </p:pic>
                </p:oleObj>
              </mc:Fallback>
            </mc:AlternateContent>
          </a:graphicData>
        </a:graphic>
      </p:graphicFrame>
      <p:sp>
        <p:nvSpPr>
          <p:cNvPr id="97287" name="Rectangle 7"/>
          <p:cNvSpPr/>
          <p:nvPr/>
        </p:nvSpPr>
        <p:spPr>
          <a:xfrm>
            <a:off x="490538" y="5413375"/>
            <a:ext cx="8231187" cy="457200"/>
          </a:xfrm>
          <a:prstGeom prst="rect">
            <a:avLst/>
          </a:prstGeom>
          <a:noFill/>
          <a:ln w="9525">
            <a:noFill/>
          </a:ln>
        </p:spPr>
        <p:txBody>
          <a:bodyPr>
            <a:spAutoFit/>
          </a:bodyPr>
          <a:lstStyle/>
          <a:p>
            <a:r>
              <a:rPr lang="zh-CN" altLang="en-US" sz="2400" b="1" dirty="0">
                <a:solidFill>
                  <a:srgbClr val="000000"/>
                </a:solidFill>
                <a:latin typeface="Times New Roman" panose="02020603050405020304" pitchFamily="18" charset="0"/>
                <a:ea typeface="楷体_GB2312"/>
              </a:rPr>
              <a:t>记作 </a:t>
            </a:r>
            <a:r>
              <a:rPr lang="en-US" altLang="zh-CN" sz="2400" b="1" i="1" dirty="0">
                <a:solidFill>
                  <a:srgbClr val="FF0000"/>
                </a:solidFill>
                <a:latin typeface="Times New Roman" panose="02020603050405020304" pitchFamily="18" charset="0"/>
                <a:ea typeface="楷体_GB2312"/>
              </a:rPr>
              <a:t>x</a:t>
            </a:r>
            <a:r>
              <a:rPr lang="en-US" altLang="zh-CN" sz="2400" b="1" dirty="0">
                <a:solidFill>
                  <a:srgbClr val="FF0000"/>
                </a:solidFill>
                <a:latin typeface="Times New Roman" panose="02020603050405020304" pitchFamily="18" charset="0"/>
                <a:ea typeface="楷体_GB2312"/>
              </a:rPr>
              <a:t> = </a:t>
            </a:r>
            <a:r>
              <a:rPr lang="en-US" altLang="zh-CN" sz="2400" b="1" i="1" dirty="0">
                <a:solidFill>
                  <a:srgbClr val="FF0000"/>
                </a:solidFill>
                <a:latin typeface="Times New Roman" panose="02020603050405020304" pitchFamily="18" charset="0"/>
                <a:ea typeface="楷体_GB2312"/>
              </a:rPr>
              <a:t>c</a:t>
            </a:r>
            <a:r>
              <a:rPr lang="en-US" altLang="zh-CN" sz="2400" b="1" baseline="-25000" dirty="0">
                <a:solidFill>
                  <a:srgbClr val="FF0000"/>
                </a:solidFill>
                <a:latin typeface="Times New Roman" panose="02020603050405020304" pitchFamily="18" charset="0"/>
                <a:ea typeface="楷体_GB2312"/>
              </a:rPr>
              <a:t>1</a:t>
            </a:r>
            <a:r>
              <a:rPr lang="en-US" altLang="zh-CN" sz="2400" b="1" i="1" dirty="0">
                <a:solidFill>
                  <a:srgbClr val="FF0000"/>
                </a:solidFill>
                <a:latin typeface="Symbol" panose="05050102010706020507" pitchFamily="18" charset="2"/>
                <a:ea typeface="楷体_GB2312"/>
              </a:rPr>
              <a:t>x</a:t>
            </a:r>
            <a:r>
              <a:rPr lang="en-US" altLang="zh-CN" sz="2400" b="1" baseline="-25000" dirty="0">
                <a:solidFill>
                  <a:srgbClr val="FF0000"/>
                </a:solidFill>
                <a:latin typeface="Times New Roman" panose="02020603050405020304" pitchFamily="18" charset="0"/>
                <a:ea typeface="楷体_GB2312"/>
              </a:rPr>
              <a:t>1 </a:t>
            </a:r>
            <a:r>
              <a:rPr lang="en-US" altLang="zh-CN" sz="2400" b="1" dirty="0">
                <a:solidFill>
                  <a:srgbClr val="FF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c</a:t>
            </a:r>
            <a:r>
              <a:rPr lang="en-US" altLang="zh-CN" sz="2400" b="1" baseline="-25000" dirty="0">
                <a:solidFill>
                  <a:srgbClr val="FF0000"/>
                </a:solidFill>
                <a:latin typeface="Times New Roman" panose="02020603050405020304" pitchFamily="18" charset="0"/>
                <a:ea typeface="楷体_GB2312"/>
              </a:rPr>
              <a:t>2</a:t>
            </a:r>
            <a:r>
              <a:rPr lang="en-US" altLang="zh-CN" sz="2400" b="1" i="1" dirty="0">
                <a:solidFill>
                  <a:srgbClr val="FF0000"/>
                </a:solidFill>
                <a:latin typeface="Symbol" panose="05050102010706020507" pitchFamily="18" charset="2"/>
                <a:ea typeface="楷体_GB2312"/>
              </a:rPr>
              <a:t>x</a:t>
            </a:r>
            <a:r>
              <a:rPr lang="en-US" altLang="zh-CN" sz="2400" b="1" baseline="-25000" dirty="0">
                <a:solidFill>
                  <a:srgbClr val="FF0000"/>
                </a:solidFill>
                <a:latin typeface="Times New Roman" panose="02020603050405020304" pitchFamily="18" charset="0"/>
                <a:ea typeface="楷体_GB2312"/>
              </a:rPr>
              <a:t>2 </a:t>
            </a:r>
            <a:r>
              <a:rPr lang="en-US" altLang="zh-CN" sz="2400" b="1" dirty="0">
                <a:solidFill>
                  <a:srgbClr val="FF0000"/>
                </a:solidFill>
                <a:latin typeface="Times New Roman" panose="02020603050405020304" pitchFamily="18" charset="0"/>
                <a:ea typeface="楷体_GB2312"/>
              </a:rPr>
              <a:t>+ … + </a:t>
            </a:r>
            <a:r>
              <a:rPr lang="en-US" altLang="zh-CN" sz="2400" b="1" i="1" dirty="0">
                <a:solidFill>
                  <a:srgbClr val="FF0000"/>
                </a:solidFill>
                <a:latin typeface="Times New Roman" panose="02020603050405020304" pitchFamily="18" charset="0"/>
                <a:ea typeface="楷体_GB2312"/>
              </a:rPr>
              <a:t>c</a:t>
            </a:r>
            <a:r>
              <a:rPr lang="en-US" altLang="zh-CN" sz="2400" b="1" i="1" baseline="-25000" dirty="0">
                <a:solidFill>
                  <a:srgbClr val="FF0000"/>
                </a:solidFill>
                <a:latin typeface="Times New Roman" panose="02020603050405020304" pitchFamily="18" charset="0"/>
                <a:ea typeface="楷体_GB2312"/>
              </a:rPr>
              <a:t>n</a:t>
            </a:r>
            <a:r>
              <a:rPr lang="en-US" altLang="zh-CN" sz="2400" b="1" baseline="-25000" dirty="0">
                <a:solidFill>
                  <a:srgbClr val="FF0000"/>
                </a:solidFill>
                <a:latin typeface="Times New Roman" panose="02020603050405020304" pitchFamily="18" charset="0"/>
                <a:ea typeface="楷体_GB2312"/>
              </a:rPr>
              <a:t>-</a:t>
            </a:r>
            <a:r>
              <a:rPr lang="en-US" altLang="zh-CN" sz="2400" b="1" i="1" baseline="-25000" dirty="0">
                <a:solidFill>
                  <a:srgbClr val="FF0000"/>
                </a:solidFill>
                <a:latin typeface="Times New Roman" panose="02020603050405020304" pitchFamily="18" charset="0"/>
                <a:ea typeface="楷体_GB2312"/>
              </a:rPr>
              <a:t>r</a:t>
            </a:r>
            <a:r>
              <a:rPr lang="en-US" altLang="zh-CN" sz="2400" b="1" i="1" dirty="0">
                <a:solidFill>
                  <a:srgbClr val="FF0000"/>
                </a:solidFill>
                <a:latin typeface="Symbol" panose="05050102010706020507" pitchFamily="18" charset="2"/>
                <a:ea typeface="楷体_GB2312"/>
              </a:rPr>
              <a:t>x</a:t>
            </a:r>
            <a:r>
              <a:rPr lang="en-US" altLang="zh-CN" sz="2400" b="1" i="1" baseline="-25000" dirty="0">
                <a:solidFill>
                  <a:srgbClr val="FF0000"/>
                </a:solidFill>
                <a:latin typeface="Times New Roman" panose="02020603050405020304" pitchFamily="18" charset="0"/>
                <a:ea typeface="楷体_GB2312"/>
              </a:rPr>
              <a:t>n</a:t>
            </a:r>
            <a:r>
              <a:rPr lang="en-US" altLang="zh-CN" sz="2400" b="1" baseline="-25000" dirty="0">
                <a:solidFill>
                  <a:srgbClr val="FF0000"/>
                </a:solidFill>
                <a:latin typeface="Times New Roman" panose="02020603050405020304" pitchFamily="18" charset="0"/>
                <a:ea typeface="楷体_GB2312"/>
              </a:rPr>
              <a:t>-</a:t>
            </a:r>
            <a:r>
              <a:rPr lang="en-US" altLang="zh-CN" sz="2400" b="1" i="1" baseline="-25000" dirty="0">
                <a:solidFill>
                  <a:srgbClr val="FF0000"/>
                </a:solidFill>
                <a:latin typeface="Times New Roman" panose="02020603050405020304" pitchFamily="18" charset="0"/>
                <a:ea typeface="楷体_GB2312"/>
              </a:rPr>
              <a:t>r </a:t>
            </a:r>
            <a:r>
              <a:rPr lang="zh-CN" altLang="en-US" sz="2400" b="1" dirty="0">
                <a:solidFill>
                  <a:srgbClr val="000000"/>
                </a:solidFill>
                <a:latin typeface="Times New Roman" panose="02020603050405020304" pitchFamily="18" charset="0"/>
                <a:ea typeface="楷体_GB2312"/>
              </a:rPr>
              <a:t>．（满足基础解系</a:t>
            </a:r>
            <a:r>
              <a:rPr lang="zh-CN" altLang="en-US" sz="2400" b="1" dirty="0">
                <a:solidFill>
                  <a:srgbClr val="0000FF"/>
                </a:solidFill>
                <a:latin typeface="Times New Roman" panose="02020603050405020304" pitchFamily="18" charset="0"/>
                <a:ea typeface="楷体_GB2312"/>
              </a:rPr>
              <a:t>②</a:t>
            </a:r>
            <a:r>
              <a:rPr lang="zh-CN" altLang="en-US" sz="2400" b="1" dirty="0">
                <a:solidFill>
                  <a:srgbClr val="000000"/>
                </a:solidFill>
                <a:latin typeface="Times New Roman" panose="02020603050405020304" pitchFamily="18" charset="0"/>
                <a:ea typeface="楷体_GB2312"/>
              </a:rPr>
              <a:t>）</a:t>
            </a:r>
            <a:r>
              <a:rPr lang="zh-CN" altLang="en-US" sz="2400" b="1" i="1" baseline="-25000" dirty="0">
                <a:solidFill>
                  <a:srgbClr val="000000"/>
                </a:solidFill>
                <a:latin typeface="Times New Roman" panose="02020603050405020304" pitchFamily="18" charset="0"/>
                <a:ea typeface="楷体_GB2312"/>
              </a:rPr>
              <a:t> </a:t>
            </a:r>
          </a:p>
        </p:txBody>
      </p:sp>
      <p:sp>
        <p:nvSpPr>
          <p:cNvPr id="2" name="文本框 1"/>
          <p:cNvSpPr txBox="1"/>
          <p:nvPr/>
        </p:nvSpPr>
        <p:spPr>
          <a:xfrm>
            <a:off x="395605" y="548640"/>
            <a:ext cx="1936750" cy="1383665"/>
          </a:xfrm>
          <a:prstGeom prst="rect">
            <a:avLst/>
          </a:prstGeom>
          <a:noFill/>
        </p:spPr>
        <p:txBody>
          <a:bodyPr wrap="square" rtlCol="0">
            <a:spAutoFit/>
          </a:bodyPr>
          <a:lstStyle/>
          <a:p>
            <a:r>
              <a:rPr lang="zh-CN" altLang="en-US">
                <a:solidFill>
                  <a:srgbClr val="FF0000"/>
                </a:solidFill>
              </a:rPr>
              <a:t>基础解系求解方法一：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97283"/>
                                        </p:tgtEl>
                                        <p:attrNameLst>
                                          <p:attrName>style.visibility</p:attrName>
                                        </p:attrNameLst>
                                      </p:cBhvr>
                                      <p:to>
                                        <p:strVal val="visible"/>
                                      </p:to>
                                    </p:set>
                                    <p:animEffect transition="in" filter="slide(fromBottom)">
                                      <p:cBhvr>
                                        <p:cTn id="13" dur="500"/>
                                        <p:tgtEl>
                                          <p:spTgt spid="9728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97282"/>
                                        </p:tgtEl>
                                        <p:attrNameLst>
                                          <p:attrName>style.visibility</p:attrName>
                                        </p:attrNameLst>
                                      </p:cBhvr>
                                      <p:to>
                                        <p:strVal val="visible"/>
                                      </p:to>
                                    </p:set>
                                    <p:animEffect transition="in" filter="box(in)">
                                      <p:cBhvr>
                                        <p:cTn id="18" dur="500"/>
                                        <p:tgtEl>
                                          <p:spTgt spid="97282"/>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97284"/>
                                        </p:tgtEl>
                                        <p:attrNameLst>
                                          <p:attrName>style.visibility</p:attrName>
                                        </p:attrNameLst>
                                      </p:cBhvr>
                                      <p:to>
                                        <p:strVal val="visible"/>
                                      </p:to>
                                    </p:set>
                                    <p:animEffect transition="in" filter="box(in)">
                                      <p:cBhvr>
                                        <p:cTn id="23" dur="500"/>
                                        <p:tgtEl>
                                          <p:spTgt spid="97284"/>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97285"/>
                                        </p:tgtEl>
                                        <p:attrNameLst>
                                          <p:attrName>style.visibility</p:attrName>
                                        </p:attrNameLst>
                                      </p:cBhvr>
                                      <p:to>
                                        <p:strVal val="visible"/>
                                      </p:to>
                                    </p:set>
                                    <p:anim calcmode="lin" valueType="num">
                                      <p:cBhvr additive="base">
                                        <p:cTn id="28" dur="500" fill="hold"/>
                                        <p:tgtEl>
                                          <p:spTgt spid="97285"/>
                                        </p:tgtEl>
                                        <p:attrNameLst>
                                          <p:attrName>ppt_x</p:attrName>
                                        </p:attrNameLst>
                                      </p:cBhvr>
                                      <p:tavLst>
                                        <p:tav tm="0">
                                          <p:val>
                                            <p:strVal val="1+#ppt_w/2"/>
                                          </p:val>
                                        </p:tav>
                                        <p:tav tm="100000">
                                          <p:val>
                                            <p:strVal val="#ppt_x"/>
                                          </p:val>
                                        </p:tav>
                                      </p:tavLst>
                                    </p:anim>
                                    <p:anim calcmode="lin" valueType="num">
                                      <p:cBhvr additive="base">
                                        <p:cTn id="29" dur="500" fill="hold"/>
                                        <p:tgtEl>
                                          <p:spTgt spid="97285"/>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97287"/>
                                        </p:tgtEl>
                                        <p:attrNameLst>
                                          <p:attrName>style.visibility</p:attrName>
                                        </p:attrNameLst>
                                      </p:cBhvr>
                                      <p:to>
                                        <p:strVal val="visible"/>
                                      </p:to>
                                    </p:set>
                                    <p:animEffect transition="in" filter="slide(fromBottom)">
                                      <p:cBhvr>
                                        <p:cTn id="34" dur="500"/>
                                        <p:tgtEl>
                                          <p:spTgt spid="97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p:bldP spid="97285" grpId="0" bldLvl="0" animBg="1"/>
      <p:bldP spid="97287" grpId="0"/>
      <p:bldP spid="2"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2258" name="Object 4"/>
          <p:cNvGraphicFramePr>
            <a:graphicFrameLocks noChangeAspect="1"/>
          </p:cNvGraphicFramePr>
          <p:nvPr/>
        </p:nvGraphicFramePr>
        <p:xfrm>
          <a:off x="1636713" y="423863"/>
          <a:ext cx="4248150" cy="2763837"/>
        </p:xfrm>
        <a:graphic>
          <a:graphicData uri="http://schemas.openxmlformats.org/presentationml/2006/ole">
            <mc:AlternateContent xmlns:mc="http://schemas.openxmlformats.org/markup-compatibility/2006">
              <mc:Choice xmlns:v="urn:schemas-microsoft-com:vml" Requires="v">
                <p:oleObj r:id="rId2" imgW="2832100" imgH="1841500" progId="Equation.DSMT4">
                  <p:embed/>
                </p:oleObj>
              </mc:Choice>
              <mc:Fallback>
                <p:oleObj r:id="rId2" imgW="2832100" imgH="1841500" progId="Equation.DSMT4">
                  <p:embed/>
                  <p:pic>
                    <p:nvPicPr>
                      <p:cNvPr id="0" name="图片 4367"/>
                      <p:cNvPicPr/>
                      <p:nvPr/>
                    </p:nvPicPr>
                    <p:blipFill>
                      <a:blip r:embed="rId3"/>
                      <a:stretch>
                        <a:fillRect/>
                      </a:stretch>
                    </p:blipFill>
                    <p:spPr>
                      <a:xfrm>
                        <a:off x="1636713" y="423863"/>
                        <a:ext cx="4248150" cy="2763837"/>
                      </a:xfrm>
                      <a:prstGeom prst="rect">
                        <a:avLst/>
                      </a:prstGeom>
                      <a:noFill/>
                      <a:ln w="38100">
                        <a:noFill/>
                        <a:miter/>
                      </a:ln>
                    </p:spPr>
                  </p:pic>
                </p:oleObj>
              </mc:Fallback>
            </mc:AlternateContent>
          </a:graphicData>
        </a:graphic>
      </p:graphicFrame>
      <p:sp>
        <p:nvSpPr>
          <p:cNvPr id="992259" name="Text Box 8"/>
          <p:cNvSpPr txBox="1"/>
          <p:nvPr/>
        </p:nvSpPr>
        <p:spPr>
          <a:xfrm>
            <a:off x="4029075" y="3254375"/>
            <a:ext cx="1030288" cy="400050"/>
          </a:xfrm>
          <a:prstGeom prst="rect">
            <a:avLst/>
          </a:prstGeom>
          <a:noFill/>
          <a:ln w="9525">
            <a:noFill/>
          </a:ln>
        </p:spPr>
        <p:txBody>
          <a:bodyPr wrap="none">
            <a:spAutoFit/>
          </a:bodyPr>
          <a:lstStyle/>
          <a:p>
            <a:pPr algn="ctr"/>
            <a:r>
              <a:rPr lang="en-US" altLang="zh-CN" sz="2000" b="1" i="1" dirty="0">
                <a:solidFill>
                  <a:srgbClr val="000000"/>
                </a:solidFill>
                <a:latin typeface="Times New Roman" panose="02020603050405020304" pitchFamily="18" charset="0"/>
                <a:ea typeface="楷体_GB2312"/>
              </a:rPr>
              <a:t>n</a:t>
            </a:r>
            <a:r>
              <a:rPr lang="zh-CN" altLang="en-US" sz="2000" b="1" i="1" dirty="0">
                <a:solidFill>
                  <a:srgbClr val="000000"/>
                </a:solidFill>
                <a:latin typeface="Times New Roman" panose="02020603050405020304" pitchFamily="18" charset="0"/>
                <a:ea typeface="楷体_GB2312"/>
              </a:rPr>
              <a:t> </a:t>
            </a:r>
            <a:r>
              <a:rPr lang="en-US" altLang="en-US" sz="2000" b="1" dirty="0">
                <a:solidFill>
                  <a:srgbClr val="000000"/>
                </a:solidFill>
                <a:latin typeface="Arial" panose="020B0604020202020204" pitchFamily="34" charset="0"/>
                <a:ea typeface="宋体" panose="02010600030101010101" pitchFamily="2" charset="-122"/>
              </a:rPr>
              <a:t>−</a:t>
            </a:r>
            <a:r>
              <a:rPr lang="zh-CN" altLang="en-US" sz="2000" b="1" dirty="0">
                <a:solidFill>
                  <a:srgbClr val="000000"/>
                </a:solidFill>
                <a:latin typeface="Arial" panose="020B0604020202020204" pitchFamily="34" charset="0"/>
                <a:ea typeface="宋体" panose="02010600030101010101" pitchFamily="2" charset="-122"/>
              </a:rPr>
              <a:t> </a:t>
            </a:r>
            <a:r>
              <a:rPr lang="en-US" altLang="zh-CN" sz="2000" b="1" i="1" dirty="0">
                <a:solidFill>
                  <a:srgbClr val="000000"/>
                </a:solidFill>
                <a:latin typeface="Times New Roman" panose="02020603050405020304" pitchFamily="18" charset="0"/>
                <a:ea typeface="楷体_GB2312"/>
              </a:rPr>
              <a:t>r</a:t>
            </a:r>
            <a:r>
              <a:rPr lang="en-US" altLang="zh-CN" sz="2000" b="1" dirty="0">
                <a:solidFill>
                  <a:srgbClr val="000000"/>
                </a:solidFill>
                <a:latin typeface="Times New Roman" panose="02020603050405020304" pitchFamily="18" charset="0"/>
                <a:ea typeface="楷体_GB2312"/>
              </a:rPr>
              <a:t> </a:t>
            </a:r>
            <a:r>
              <a:rPr lang="zh-CN" altLang="en-US" sz="2000" b="1" dirty="0">
                <a:solidFill>
                  <a:srgbClr val="000000"/>
                </a:solidFill>
                <a:latin typeface="Times New Roman" panose="02020603050405020304" pitchFamily="18" charset="0"/>
                <a:ea typeface="楷体_GB2312"/>
              </a:rPr>
              <a:t>列</a:t>
            </a:r>
          </a:p>
        </p:txBody>
      </p:sp>
      <p:sp>
        <p:nvSpPr>
          <p:cNvPr id="992260" name="AutoShape 9"/>
          <p:cNvSpPr/>
          <p:nvPr/>
        </p:nvSpPr>
        <p:spPr>
          <a:xfrm rot="-5400000">
            <a:off x="4438650" y="2368550"/>
            <a:ext cx="177800" cy="1724025"/>
          </a:xfrm>
          <a:prstGeom prst="leftBrace">
            <a:avLst>
              <a:gd name="adj1" fmla="val 80803"/>
              <a:gd name="adj2" fmla="val 50000"/>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992261" name="AutoShape 10"/>
          <p:cNvSpPr/>
          <p:nvPr/>
        </p:nvSpPr>
        <p:spPr>
          <a:xfrm>
            <a:off x="5969000" y="549275"/>
            <a:ext cx="176213" cy="1150938"/>
          </a:xfrm>
          <a:prstGeom prst="rightBrace">
            <a:avLst>
              <a:gd name="adj1" fmla="val 54429"/>
              <a:gd name="adj2" fmla="val 50000"/>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992262" name="Text Box 11"/>
          <p:cNvSpPr txBox="1"/>
          <p:nvPr/>
        </p:nvSpPr>
        <p:spPr>
          <a:xfrm>
            <a:off x="6183313" y="917575"/>
            <a:ext cx="920750" cy="396875"/>
          </a:xfrm>
          <a:prstGeom prst="rect">
            <a:avLst/>
          </a:prstGeom>
          <a:noFill/>
          <a:ln w="9525">
            <a:noFill/>
          </a:ln>
        </p:spPr>
        <p:txBody>
          <a:bodyPr wrap="none">
            <a:spAutoFit/>
          </a:bodyPr>
          <a:lstStyle/>
          <a:p>
            <a:pPr algn="ctr"/>
            <a:r>
              <a:rPr lang="zh-CN" altLang="en-US" sz="2000" b="1" dirty="0">
                <a:solidFill>
                  <a:srgbClr val="000000"/>
                </a:solidFill>
                <a:latin typeface="Times New Roman" panose="02020603050405020304" pitchFamily="18" charset="0"/>
                <a:ea typeface="楷体_GB2312"/>
              </a:rPr>
              <a:t>前</a:t>
            </a:r>
            <a:r>
              <a:rPr lang="zh-CN" altLang="en-US" sz="2000" b="1" i="1" dirty="0">
                <a:solidFill>
                  <a:srgbClr val="000000"/>
                </a:solidFill>
                <a:latin typeface="Times New Roman" panose="02020603050405020304" pitchFamily="18" charset="0"/>
                <a:ea typeface="楷体_GB2312"/>
              </a:rPr>
              <a:t> </a:t>
            </a:r>
            <a:r>
              <a:rPr lang="en-US" altLang="zh-CN" sz="2000" b="1" i="1" dirty="0">
                <a:solidFill>
                  <a:srgbClr val="000000"/>
                </a:solidFill>
                <a:latin typeface="Times New Roman" panose="02020603050405020304" pitchFamily="18" charset="0"/>
                <a:ea typeface="楷体_GB2312"/>
              </a:rPr>
              <a:t>r</a:t>
            </a:r>
            <a:r>
              <a:rPr lang="en-US" altLang="zh-CN" sz="2000" b="1" dirty="0">
                <a:solidFill>
                  <a:srgbClr val="000000"/>
                </a:solidFill>
                <a:latin typeface="Times New Roman" panose="02020603050405020304" pitchFamily="18" charset="0"/>
                <a:ea typeface="楷体_GB2312"/>
              </a:rPr>
              <a:t> </a:t>
            </a:r>
            <a:r>
              <a:rPr lang="zh-CN" altLang="en-US" sz="2000" b="1" dirty="0">
                <a:solidFill>
                  <a:srgbClr val="000000"/>
                </a:solidFill>
                <a:latin typeface="Times New Roman" panose="02020603050405020304" pitchFamily="18" charset="0"/>
                <a:ea typeface="楷体_GB2312"/>
              </a:rPr>
              <a:t>行</a:t>
            </a:r>
          </a:p>
        </p:txBody>
      </p:sp>
      <p:sp>
        <p:nvSpPr>
          <p:cNvPr id="992263" name="AutoShape 12"/>
          <p:cNvSpPr/>
          <p:nvPr/>
        </p:nvSpPr>
        <p:spPr>
          <a:xfrm>
            <a:off x="5969000" y="1916113"/>
            <a:ext cx="176213" cy="1150937"/>
          </a:xfrm>
          <a:prstGeom prst="rightBrace">
            <a:avLst>
              <a:gd name="adj1" fmla="val 54429"/>
              <a:gd name="adj2" fmla="val 50000"/>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992264" name="Text Box 13"/>
          <p:cNvSpPr txBox="1"/>
          <p:nvPr/>
        </p:nvSpPr>
        <p:spPr>
          <a:xfrm>
            <a:off x="6164263" y="2284413"/>
            <a:ext cx="1350962" cy="400050"/>
          </a:xfrm>
          <a:prstGeom prst="rect">
            <a:avLst/>
          </a:prstGeom>
          <a:noFill/>
          <a:ln w="9525">
            <a:noFill/>
          </a:ln>
        </p:spPr>
        <p:txBody>
          <a:bodyPr wrap="none">
            <a:spAutoFit/>
          </a:bodyPr>
          <a:lstStyle/>
          <a:p>
            <a:pPr algn="ctr"/>
            <a:r>
              <a:rPr lang="zh-CN" altLang="en-US" sz="2000" b="1" dirty="0">
                <a:solidFill>
                  <a:srgbClr val="000000"/>
                </a:solidFill>
                <a:latin typeface="Times New Roman" panose="02020603050405020304" pitchFamily="18" charset="0"/>
                <a:ea typeface="楷体_GB2312"/>
              </a:rPr>
              <a:t>后</a:t>
            </a:r>
            <a:r>
              <a:rPr lang="zh-CN" altLang="en-US" sz="2000" b="1" i="1" dirty="0">
                <a:solidFill>
                  <a:srgbClr val="000000"/>
                </a:solidFill>
                <a:latin typeface="Times New Roman" panose="02020603050405020304" pitchFamily="18" charset="0"/>
                <a:ea typeface="楷体_GB2312"/>
              </a:rPr>
              <a:t> </a:t>
            </a:r>
            <a:r>
              <a:rPr lang="en-US" altLang="zh-CN" sz="2000" b="1" i="1" dirty="0">
                <a:solidFill>
                  <a:srgbClr val="000000"/>
                </a:solidFill>
                <a:latin typeface="Times New Roman" panose="02020603050405020304" pitchFamily="18" charset="0"/>
                <a:ea typeface="楷体_GB2312"/>
              </a:rPr>
              <a:t>n</a:t>
            </a:r>
            <a:r>
              <a:rPr lang="zh-CN" altLang="en-US" sz="2000" b="1" i="1" dirty="0">
                <a:solidFill>
                  <a:srgbClr val="000000"/>
                </a:solidFill>
                <a:latin typeface="Times New Roman" panose="02020603050405020304" pitchFamily="18" charset="0"/>
                <a:ea typeface="楷体_GB2312"/>
              </a:rPr>
              <a:t> </a:t>
            </a:r>
            <a:r>
              <a:rPr lang="en-US" altLang="en-US" sz="2000" b="1" dirty="0">
                <a:solidFill>
                  <a:srgbClr val="000000"/>
                </a:solidFill>
                <a:latin typeface="Arial" panose="020B0604020202020204" pitchFamily="34" charset="0"/>
                <a:ea typeface="宋体" panose="02010600030101010101" pitchFamily="2" charset="-122"/>
              </a:rPr>
              <a:t>−</a:t>
            </a:r>
            <a:r>
              <a:rPr lang="zh-CN" altLang="en-US" sz="2000" b="1" dirty="0">
                <a:solidFill>
                  <a:srgbClr val="000000"/>
                </a:solidFill>
                <a:latin typeface="Arial" panose="020B0604020202020204" pitchFamily="34" charset="0"/>
                <a:ea typeface="宋体" panose="02010600030101010101" pitchFamily="2" charset="-122"/>
              </a:rPr>
              <a:t> </a:t>
            </a:r>
            <a:r>
              <a:rPr lang="en-US" altLang="zh-CN" sz="2000" b="1" i="1" dirty="0">
                <a:solidFill>
                  <a:srgbClr val="000000"/>
                </a:solidFill>
                <a:latin typeface="Times New Roman" panose="02020603050405020304" pitchFamily="18" charset="0"/>
                <a:ea typeface="楷体_GB2312"/>
              </a:rPr>
              <a:t>r</a:t>
            </a:r>
            <a:r>
              <a:rPr lang="en-US" altLang="zh-CN" sz="2000" b="1" dirty="0">
                <a:solidFill>
                  <a:srgbClr val="000000"/>
                </a:solidFill>
                <a:latin typeface="Times New Roman" panose="02020603050405020304" pitchFamily="18" charset="0"/>
                <a:ea typeface="楷体_GB2312"/>
              </a:rPr>
              <a:t> </a:t>
            </a:r>
            <a:r>
              <a:rPr lang="zh-CN" altLang="en-US" sz="2000" b="1" dirty="0">
                <a:solidFill>
                  <a:srgbClr val="000000"/>
                </a:solidFill>
                <a:latin typeface="Times New Roman" panose="02020603050405020304" pitchFamily="18" charset="0"/>
                <a:ea typeface="楷体_GB2312"/>
              </a:rPr>
              <a:t>行</a:t>
            </a:r>
          </a:p>
        </p:txBody>
      </p:sp>
      <p:sp>
        <p:nvSpPr>
          <p:cNvPr id="90126" name="Rectangle 14"/>
          <p:cNvSpPr/>
          <p:nvPr/>
        </p:nvSpPr>
        <p:spPr>
          <a:xfrm>
            <a:off x="457200" y="3763963"/>
            <a:ext cx="8362950" cy="1625600"/>
          </a:xfrm>
          <a:prstGeom prst="rect">
            <a:avLst/>
          </a:prstGeom>
          <a:noFill/>
          <a:ln w="9525">
            <a:noFill/>
          </a:ln>
        </p:spPr>
        <p:txBody>
          <a:bodyPr>
            <a:spAutoFit/>
          </a:bodyPr>
          <a:lstStyle/>
          <a:p>
            <a:pPr marL="342900" indent="-342900"/>
            <a:r>
              <a:rPr lang="zh-CN" altLang="en-US" sz="2400" b="1" dirty="0">
                <a:solidFill>
                  <a:srgbClr val="000000"/>
                </a:solidFill>
                <a:latin typeface="Times New Roman" panose="02020603050405020304" pitchFamily="18" charset="0"/>
                <a:ea typeface="楷体_GB2312"/>
              </a:rPr>
              <a:t>故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a:t>
            </a:r>
            <a:r>
              <a:rPr lang="en-US" altLang="zh-CN" sz="2400" b="1" i="1" dirty="0">
                <a:solidFill>
                  <a:srgbClr val="000000"/>
                </a:solidFill>
                <a:latin typeface="Symbol" panose="05050102010706020507" pitchFamily="18" charset="2"/>
                <a:ea typeface="楷体_GB2312"/>
              </a:rPr>
              <a:t>x</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a:t>
            </a:r>
            <a:r>
              <a:rPr lang="en-US" altLang="zh-CN" sz="2400" b="1" baseline="-25000" dirty="0">
                <a:solidFill>
                  <a:srgbClr val="000000"/>
                </a:solidFill>
                <a:latin typeface="Times New Roman" panose="02020603050405020304" pitchFamily="18" charset="0"/>
                <a:ea typeface="楷体_GB2312"/>
              </a:rPr>
              <a:t> </a:t>
            </a:r>
            <a:r>
              <a:rPr lang="en-US" altLang="zh-CN" sz="2400" b="1" i="1" dirty="0">
                <a:solidFill>
                  <a:srgbClr val="000000"/>
                </a:solidFill>
                <a:latin typeface="Symbol" panose="05050102010706020507" pitchFamily="18" charset="2"/>
                <a:ea typeface="楷体_GB2312"/>
              </a:rPr>
              <a:t>x</a:t>
            </a:r>
            <a:r>
              <a:rPr lang="en-US" altLang="zh-CN" sz="2400" b="1" baseline="-25000" dirty="0">
                <a:solidFill>
                  <a:srgbClr val="000000"/>
                </a:solidFill>
                <a:latin typeface="Times New Roman" panose="02020603050405020304" pitchFamily="18" charset="0"/>
                <a:ea typeface="楷体_GB2312"/>
              </a:rPr>
              <a:t>2 </a:t>
            </a:r>
            <a:r>
              <a:rPr lang="en-US" altLang="zh-CN" sz="2400" b="1" dirty="0">
                <a:solidFill>
                  <a:srgbClr val="000000"/>
                </a:solidFill>
                <a:latin typeface="Times New Roman" panose="02020603050405020304" pitchFamily="18" charset="0"/>
                <a:ea typeface="楷体_GB2312"/>
              </a:rPr>
              <a:t>, … , </a:t>
            </a:r>
            <a:r>
              <a:rPr lang="en-US" altLang="zh-CN" sz="2400" b="1" i="1" dirty="0">
                <a:solidFill>
                  <a:srgbClr val="000000"/>
                </a:solidFill>
                <a:latin typeface="Symbol" panose="05050102010706020507" pitchFamily="18" charset="2"/>
                <a:ea typeface="楷体_GB2312"/>
              </a:rPr>
              <a:t>x</a:t>
            </a:r>
            <a:r>
              <a:rPr lang="en-US" altLang="zh-CN" sz="2400" b="1" i="1" baseline="-25000" dirty="0">
                <a:solidFill>
                  <a:srgbClr val="000000"/>
                </a:solidFill>
                <a:latin typeface="Times New Roman" panose="02020603050405020304" pitchFamily="18" charset="0"/>
                <a:ea typeface="楷体_GB2312"/>
              </a:rPr>
              <a:t>n</a:t>
            </a:r>
            <a:r>
              <a:rPr lang="en-US" altLang="zh-CN" sz="2400" b="1" baseline="-25000" dirty="0">
                <a:solidFill>
                  <a:srgbClr val="000000"/>
                </a:solidFill>
                <a:latin typeface="Times New Roman" panose="02020603050405020304" pitchFamily="18" charset="0"/>
                <a:ea typeface="楷体_GB2312"/>
              </a:rPr>
              <a:t>-</a:t>
            </a:r>
            <a:r>
              <a:rPr lang="en-US" altLang="zh-CN" sz="2400" b="1" i="1" baseline="-25000" dirty="0">
                <a:solidFill>
                  <a:srgbClr val="000000"/>
                </a:solidFill>
                <a:latin typeface="Times New Roman" panose="02020603050405020304" pitchFamily="18" charset="0"/>
                <a:ea typeface="楷体_GB2312"/>
              </a:rPr>
              <a:t>r </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n</a:t>
            </a:r>
            <a:r>
              <a:rPr lang="zh-CN" altLang="en-US" sz="2400" b="1" i="1" dirty="0">
                <a:solidFill>
                  <a:srgbClr val="000000"/>
                </a:solidFill>
                <a:latin typeface="Times New Roman" panose="02020603050405020304" pitchFamily="18" charset="0"/>
                <a:ea typeface="楷体_GB2312"/>
              </a:rPr>
              <a:t> </a:t>
            </a:r>
            <a:r>
              <a:rPr lang="en-US" altLang="en-US" sz="2400" b="1" dirty="0">
                <a:solidFill>
                  <a:srgbClr val="000000"/>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r</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a:t>
            </a:r>
          </a:p>
          <a:p>
            <a:pPr marL="342900" indent="-342900">
              <a:lnSpc>
                <a:spcPct val="160000"/>
              </a:lnSpc>
            </a:pPr>
            <a:r>
              <a:rPr lang="zh-CN" altLang="en-US" sz="2400" b="1" dirty="0">
                <a:solidFill>
                  <a:srgbClr val="000000"/>
                </a:solidFill>
                <a:latin typeface="Times New Roman" panose="02020603050405020304" pitchFamily="18" charset="0"/>
                <a:ea typeface="楷体_GB2312"/>
              </a:rPr>
              <a:t>即 </a:t>
            </a:r>
            <a:r>
              <a:rPr lang="en-US" altLang="zh-CN" sz="2400" b="1" i="1" dirty="0">
                <a:solidFill>
                  <a:srgbClr val="000000"/>
                </a:solidFill>
                <a:latin typeface="Symbol" panose="05050102010706020507" pitchFamily="18" charset="2"/>
                <a:ea typeface="楷体_GB2312"/>
              </a:rPr>
              <a:t>x</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a:t>
            </a:r>
            <a:r>
              <a:rPr lang="en-US" altLang="zh-CN" sz="2400" b="1" baseline="-25000" dirty="0">
                <a:solidFill>
                  <a:srgbClr val="000000"/>
                </a:solidFill>
                <a:latin typeface="Times New Roman" panose="02020603050405020304" pitchFamily="18" charset="0"/>
                <a:ea typeface="楷体_GB2312"/>
              </a:rPr>
              <a:t> </a:t>
            </a:r>
            <a:r>
              <a:rPr lang="en-US" altLang="zh-CN" sz="2400" b="1" i="1" dirty="0">
                <a:solidFill>
                  <a:srgbClr val="000000"/>
                </a:solidFill>
                <a:latin typeface="Symbol" panose="05050102010706020507" pitchFamily="18" charset="2"/>
                <a:ea typeface="楷体_GB2312"/>
              </a:rPr>
              <a:t>x</a:t>
            </a:r>
            <a:r>
              <a:rPr lang="en-US" altLang="zh-CN" sz="2400" b="1" baseline="-25000" dirty="0">
                <a:solidFill>
                  <a:srgbClr val="000000"/>
                </a:solidFill>
                <a:latin typeface="Times New Roman" panose="02020603050405020304" pitchFamily="18" charset="0"/>
                <a:ea typeface="楷体_GB2312"/>
              </a:rPr>
              <a:t>2 </a:t>
            </a:r>
            <a:r>
              <a:rPr lang="en-US" altLang="zh-CN" sz="2400" b="1" dirty="0">
                <a:solidFill>
                  <a:srgbClr val="000000"/>
                </a:solidFill>
                <a:latin typeface="Times New Roman" panose="02020603050405020304" pitchFamily="18" charset="0"/>
                <a:ea typeface="楷体_GB2312"/>
              </a:rPr>
              <a:t>, … , </a:t>
            </a:r>
            <a:r>
              <a:rPr lang="en-US" altLang="zh-CN" sz="2400" b="1" i="1" dirty="0">
                <a:solidFill>
                  <a:srgbClr val="000000"/>
                </a:solidFill>
                <a:latin typeface="Symbol" panose="05050102010706020507" pitchFamily="18" charset="2"/>
                <a:ea typeface="楷体_GB2312"/>
              </a:rPr>
              <a:t>x</a:t>
            </a:r>
            <a:r>
              <a:rPr lang="en-US" altLang="zh-CN" sz="2400" b="1" i="1" baseline="-25000" dirty="0">
                <a:solidFill>
                  <a:srgbClr val="000000"/>
                </a:solidFill>
                <a:latin typeface="Times New Roman" panose="02020603050405020304" pitchFamily="18" charset="0"/>
                <a:ea typeface="楷体_GB2312"/>
              </a:rPr>
              <a:t>n</a:t>
            </a:r>
            <a:r>
              <a:rPr lang="en-US" altLang="zh-CN" sz="2400" b="1" baseline="-25000" dirty="0">
                <a:solidFill>
                  <a:srgbClr val="000000"/>
                </a:solidFill>
                <a:latin typeface="Times New Roman" panose="02020603050405020304" pitchFamily="18" charset="0"/>
                <a:ea typeface="楷体_GB2312"/>
              </a:rPr>
              <a:t>-</a:t>
            </a:r>
            <a:r>
              <a:rPr lang="en-US" altLang="zh-CN" sz="2400" b="1" i="1" baseline="-25000" dirty="0">
                <a:solidFill>
                  <a:srgbClr val="000000"/>
                </a:solidFill>
                <a:latin typeface="Times New Roman" panose="02020603050405020304" pitchFamily="18" charset="0"/>
                <a:ea typeface="楷体_GB2312"/>
              </a:rPr>
              <a:t>r </a:t>
            </a:r>
            <a:r>
              <a:rPr lang="zh-CN" altLang="en-US" sz="2400" b="1" dirty="0">
                <a:solidFill>
                  <a:srgbClr val="000000"/>
                </a:solidFill>
                <a:latin typeface="Times New Roman" panose="02020603050405020304" pitchFamily="18" charset="0"/>
                <a:ea typeface="楷体_GB2312"/>
              </a:rPr>
              <a:t>线性无关． （满足基础解系</a:t>
            </a:r>
            <a:r>
              <a:rPr lang="zh-CN" altLang="en-US" sz="2400" b="1" dirty="0">
                <a:solidFill>
                  <a:srgbClr val="0000FF"/>
                </a:solidFill>
                <a:latin typeface="Times New Roman" panose="02020603050405020304" pitchFamily="18" charset="0"/>
                <a:ea typeface="楷体_GB2312"/>
              </a:rPr>
              <a:t>①</a:t>
            </a:r>
            <a:r>
              <a:rPr lang="zh-CN" altLang="en-US" sz="2400" b="1" dirty="0">
                <a:solidFill>
                  <a:srgbClr val="000000"/>
                </a:solidFill>
                <a:latin typeface="Times New Roman" panose="02020603050405020304" pitchFamily="18" charset="0"/>
                <a:ea typeface="楷体_GB2312"/>
              </a:rPr>
              <a:t>）</a:t>
            </a:r>
          </a:p>
          <a:p>
            <a:pPr marL="342900" indent="-342900">
              <a:lnSpc>
                <a:spcPct val="160000"/>
              </a:lnSpc>
            </a:pPr>
            <a:r>
              <a:rPr lang="zh-CN" altLang="en-US" sz="2400" b="1" dirty="0">
                <a:solidFill>
                  <a:srgbClr val="000000"/>
                </a:solidFill>
                <a:latin typeface="Times New Roman" panose="02020603050405020304" pitchFamily="18" charset="0"/>
                <a:ea typeface="楷体_GB2312"/>
              </a:rPr>
              <a:t>于是 </a:t>
            </a:r>
            <a:r>
              <a:rPr lang="en-US" altLang="zh-CN" sz="2400" b="1" i="1" dirty="0">
                <a:solidFill>
                  <a:srgbClr val="000000"/>
                </a:solidFill>
                <a:latin typeface="Symbol" panose="05050102010706020507" pitchFamily="18" charset="2"/>
                <a:ea typeface="楷体_GB2312"/>
              </a:rPr>
              <a:t>x</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a:t>
            </a:r>
            <a:r>
              <a:rPr lang="en-US" altLang="zh-CN" sz="2400" b="1" baseline="-25000" dirty="0">
                <a:solidFill>
                  <a:srgbClr val="000000"/>
                </a:solidFill>
                <a:latin typeface="Times New Roman" panose="02020603050405020304" pitchFamily="18" charset="0"/>
                <a:ea typeface="楷体_GB2312"/>
              </a:rPr>
              <a:t> </a:t>
            </a:r>
            <a:r>
              <a:rPr lang="en-US" altLang="zh-CN" sz="2400" b="1" i="1" dirty="0">
                <a:solidFill>
                  <a:srgbClr val="000000"/>
                </a:solidFill>
                <a:latin typeface="Symbol" panose="05050102010706020507" pitchFamily="18" charset="2"/>
                <a:ea typeface="楷体_GB2312"/>
              </a:rPr>
              <a:t>x</a:t>
            </a:r>
            <a:r>
              <a:rPr lang="en-US" altLang="zh-CN" sz="2400" b="1" baseline="-25000" dirty="0">
                <a:solidFill>
                  <a:srgbClr val="000000"/>
                </a:solidFill>
                <a:latin typeface="Times New Roman" panose="02020603050405020304" pitchFamily="18" charset="0"/>
                <a:ea typeface="楷体_GB2312"/>
              </a:rPr>
              <a:t>2 </a:t>
            </a:r>
            <a:r>
              <a:rPr lang="en-US" altLang="zh-CN" sz="2400" b="1" dirty="0">
                <a:solidFill>
                  <a:srgbClr val="000000"/>
                </a:solidFill>
                <a:latin typeface="Times New Roman" panose="02020603050405020304" pitchFamily="18" charset="0"/>
                <a:ea typeface="楷体_GB2312"/>
              </a:rPr>
              <a:t>, … , </a:t>
            </a:r>
            <a:r>
              <a:rPr lang="en-US" altLang="zh-CN" sz="2400" b="1" i="1" dirty="0">
                <a:solidFill>
                  <a:srgbClr val="000000"/>
                </a:solidFill>
                <a:latin typeface="Symbol" panose="05050102010706020507" pitchFamily="18" charset="2"/>
                <a:ea typeface="楷体_GB2312"/>
              </a:rPr>
              <a:t>x</a:t>
            </a:r>
            <a:r>
              <a:rPr lang="en-US" altLang="zh-CN" sz="2400" b="1" i="1" baseline="-25000" dirty="0">
                <a:solidFill>
                  <a:srgbClr val="000000"/>
                </a:solidFill>
                <a:latin typeface="Times New Roman" panose="02020603050405020304" pitchFamily="18" charset="0"/>
                <a:ea typeface="楷体_GB2312"/>
              </a:rPr>
              <a:t>n</a:t>
            </a:r>
            <a:r>
              <a:rPr lang="en-US" altLang="zh-CN" sz="2400" b="1" baseline="-25000" dirty="0">
                <a:solidFill>
                  <a:srgbClr val="000000"/>
                </a:solidFill>
                <a:latin typeface="Times New Roman" panose="02020603050405020304" pitchFamily="18" charset="0"/>
                <a:ea typeface="楷体_GB2312"/>
              </a:rPr>
              <a:t>-</a:t>
            </a:r>
            <a:r>
              <a:rPr lang="en-US" altLang="zh-CN" sz="2400" b="1" i="1" baseline="-25000" dirty="0">
                <a:solidFill>
                  <a:srgbClr val="000000"/>
                </a:solidFill>
                <a:latin typeface="Times New Roman" panose="02020603050405020304" pitchFamily="18" charset="0"/>
                <a:ea typeface="楷体_GB2312"/>
              </a:rPr>
              <a:t>r </a:t>
            </a:r>
            <a:r>
              <a:rPr lang="zh-CN" altLang="en-US" sz="2400" b="1" dirty="0">
                <a:solidFill>
                  <a:srgbClr val="000000"/>
                </a:solidFill>
                <a:latin typeface="Times New Roman" panose="02020603050405020304" pitchFamily="18" charset="0"/>
                <a:ea typeface="楷体_GB2312"/>
              </a:rPr>
              <a:t>就是齐次线性方程组 </a:t>
            </a:r>
            <a:r>
              <a:rPr lang="en-US" altLang="zh-CN" sz="2400" b="1" i="1" dirty="0">
                <a:solidFill>
                  <a:srgbClr val="0000FF"/>
                </a:solidFill>
                <a:latin typeface="Times New Roman" panose="02020603050405020304" pitchFamily="18" charset="0"/>
                <a:ea typeface="楷体_GB2312"/>
              </a:rPr>
              <a:t>Ax = </a:t>
            </a:r>
            <a:r>
              <a:rPr lang="en-US" altLang="zh-CN" sz="2400" b="1" dirty="0">
                <a:solidFill>
                  <a:srgbClr val="0000FF"/>
                </a:solidFill>
                <a:latin typeface="Times New Roman" panose="02020603050405020304" pitchFamily="18" charset="0"/>
                <a:ea typeface="楷体_GB2312"/>
              </a:rPr>
              <a:t>0 </a:t>
            </a:r>
            <a:r>
              <a:rPr lang="zh-CN" altLang="en-US" sz="2400" b="1" dirty="0">
                <a:solidFill>
                  <a:srgbClr val="000000"/>
                </a:solidFill>
                <a:latin typeface="Times New Roman" panose="02020603050405020304" pitchFamily="18" charset="0"/>
                <a:ea typeface="楷体_GB2312"/>
              </a:rPr>
              <a:t>的基础解系．</a:t>
            </a:r>
          </a:p>
        </p:txBody>
      </p:sp>
      <p:sp>
        <p:nvSpPr>
          <p:cNvPr id="90128" name="Rectangle 16"/>
          <p:cNvSpPr/>
          <p:nvPr/>
        </p:nvSpPr>
        <p:spPr>
          <a:xfrm>
            <a:off x="3433763" y="1816100"/>
            <a:ext cx="2305050" cy="1296988"/>
          </a:xfrm>
          <a:prstGeom prst="rect">
            <a:avLst/>
          </a:prstGeom>
          <a:noFill/>
          <a:ln w="28575" cap="flat" cmpd="sng">
            <a:solidFill>
              <a:srgbClr val="0000FF"/>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90128"/>
                                        </p:tgtEl>
                                        <p:attrNameLst>
                                          <p:attrName>style.visibility</p:attrName>
                                        </p:attrNameLst>
                                      </p:cBhvr>
                                      <p:to>
                                        <p:strVal val="visible"/>
                                      </p:to>
                                    </p:set>
                                    <p:animEffect transition="in" filter="wedge">
                                      <p:cBhvr>
                                        <p:cTn id="7" dur="500"/>
                                        <p:tgtEl>
                                          <p:spTgt spid="9012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90126">
                                            <p:txEl>
                                              <p:pRg st="0" end="0"/>
                                            </p:txEl>
                                          </p:spTgt>
                                        </p:tgtEl>
                                        <p:attrNameLst>
                                          <p:attrName>style.visibility</p:attrName>
                                        </p:attrNameLst>
                                      </p:cBhvr>
                                      <p:to>
                                        <p:strVal val="visible"/>
                                      </p:to>
                                    </p:set>
                                    <p:animEffect transition="in" filter="slide(fromBottom)">
                                      <p:cBhvr>
                                        <p:cTn id="12" dur="500"/>
                                        <p:tgtEl>
                                          <p:spTgt spid="901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90126">
                                            <p:txEl>
                                              <p:pRg st="1" end="1"/>
                                            </p:txEl>
                                          </p:spTgt>
                                        </p:tgtEl>
                                        <p:attrNameLst>
                                          <p:attrName>style.visibility</p:attrName>
                                        </p:attrNameLst>
                                      </p:cBhvr>
                                      <p:to>
                                        <p:strVal val="visible"/>
                                      </p:to>
                                    </p:set>
                                    <p:animEffect transition="in" filter="slide(fromBottom)">
                                      <p:cBhvr>
                                        <p:cTn id="17" dur="500"/>
                                        <p:tgtEl>
                                          <p:spTgt spid="9012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90126">
                                            <p:txEl>
                                              <p:pRg st="2" end="2"/>
                                            </p:txEl>
                                          </p:spTgt>
                                        </p:tgtEl>
                                        <p:attrNameLst>
                                          <p:attrName>style.visibility</p:attrName>
                                        </p:attrNameLst>
                                      </p:cBhvr>
                                      <p:to>
                                        <p:strVal val="visible"/>
                                      </p:to>
                                    </p:set>
                                    <p:animEffect transition="in" filter="slide(fromBottom)">
                                      <p:cBhvr>
                                        <p:cTn id="22" dur="500"/>
                                        <p:tgtEl>
                                          <p:spTgt spid="901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26" grpId="0" build="allAtOnce"/>
      <p:bldP spid="90128" grpId="0" bldLvl="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4" name="Object 2"/>
          <p:cNvGraphicFramePr>
            <a:graphicFrameLocks noChangeAspect="1"/>
          </p:cNvGraphicFramePr>
          <p:nvPr/>
        </p:nvGraphicFramePr>
        <p:xfrm>
          <a:off x="1023938" y="2725738"/>
          <a:ext cx="3122612" cy="2432050"/>
        </p:xfrm>
        <a:graphic>
          <a:graphicData uri="http://schemas.openxmlformats.org/presentationml/2006/ole">
            <mc:AlternateContent xmlns:mc="http://schemas.openxmlformats.org/markup-compatibility/2006">
              <mc:Choice xmlns:v="urn:schemas-microsoft-com:vml" Requires="v">
                <p:oleObj r:id="rId2" imgW="2082800" imgH="1625600" progId="Equation.DSMT4">
                  <p:embed/>
                </p:oleObj>
              </mc:Choice>
              <mc:Fallback>
                <p:oleObj r:id="rId2" imgW="2082800" imgH="1625600" progId="Equation.DSMT4">
                  <p:embed/>
                  <p:pic>
                    <p:nvPicPr>
                      <p:cNvPr id="0" name="图片 4376"/>
                      <p:cNvPicPr/>
                      <p:nvPr/>
                    </p:nvPicPr>
                    <p:blipFill>
                      <a:blip r:embed="rId3"/>
                      <a:stretch>
                        <a:fillRect/>
                      </a:stretch>
                    </p:blipFill>
                    <p:spPr>
                      <a:xfrm>
                        <a:off x="1023938" y="2725738"/>
                        <a:ext cx="3122612" cy="2432050"/>
                      </a:xfrm>
                      <a:prstGeom prst="rect">
                        <a:avLst/>
                      </a:prstGeom>
                      <a:noFill/>
                      <a:ln w="38100">
                        <a:noFill/>
                        <a:miter/>
                      </a:ln>
                    </p:spPr>
                  </p:pic>
                </p:oleObj>
              </mc:Fallback>
            </mc:AlternateContent>
          </a:graphicData>
        </a:graphic>
      </p:graphicFrame>
      <p:sp>
        <p:nvSpPr>
          <p:cNvPr id="95235" name="Rectangle 3"/>
          <p:cNvSpPr/>
          <p:nvPr/>
        </p:nvSpPr>
        <p:spPr>
          <a:xfrm>
            <a:off x="490538" y="2063750"/>
            <a:ext cx="5076825" cy="457200"/>
          </a:xfrm>
          <a:prstGeom prst="rect">
            <a:avLst/>
          </a:prstGeom>
          <a:noFill/>
          <a:ln w="9525">
            <a:noFill/>
          </a:ln>
        </p:spPr>
        <p:txBody>
          <a:bodyPr wrap="none">
            <a:spAutoFit/>
          </a:bodyPr>
          <a:lstStyle/>
          <a:p>
            <a:r>
              <a:rPr lang="zh-CN" altLang="en-US" sz="2400" b="1" dirty="0">
                <a:solidFill>
                  <a:srgbClr val="000000"/>
                </a:solidFill>
                <a:latin typeface="Times New Roman" panose="02020603050405020304" pitchFamily="18" charset="0"/>
                <a:ea typeface="楷体_GB2312"/>
              </a:rPr>
              <a:t>令 </a:t>
            </a:r>
            <a:r>
              <a:rPr lang="en-US" altLang="zh-CN" sz="2400" b="1" i="1" dirty="0">
                <a:solidFill>
                  <a:srgbClr val="000000"/>
                </a:solidFill>
                <a:latin typeface="Times New Roman" panose="02020603050405020304" pitchFamily="18" charset="0"/>
                <a:ea typeface="楷体_GB2312"/>
              </a:rPr>
              <a:t>x</a:t>
            </a:r>
            <a:r>
              <a:rPr lang="en-US" altLang="zh-CN" sz="2400" b="1" i="1" baseline="-25000" dirty="0">
                <a:solidFill>
                  <a:srgbClr val="000000"/>
                </a:solidFill>
                <a:latin typeface="Times New Roman" panose="02020603050405020304" pitchFamily="18" charset="0"/>
                <a:ea typeface="楷体_GB2312"/>
              </a:rPr>
              <a:t>r</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c</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Times New Roman" panose="02020603050405020304" pitchFamily="18" charset="0"/>
                <a:ea typeface="楷体_GB2312"/>
              </a:rPr>
              <a:t>,  </a:t>
            </a:r>
            <a:r>
              <a:rPr lang="en-US" altLang="zh-CN" sz="2400" b="1" i="1" dirty="0">
                <a:solidFill>
                  <a:srgbClr val="000000"/>
                </a:solidFill>
                <a:latin typeface="Times New Roman" panose="02020603050405020304" pitchFamily="18" charset="0"/>
                <a:ea typeface="楷体_GB2312"/>
              </a:rPr>
              <a:t>x</a:t>
            </a:r>
            <a:r>
              <a:rPr lang="en-US" altLang="zh-CN" sz="2400" b="1" i="1" baseline="-25000" dirty="0">
                <a:solidFill>
                  <a:srgbClr val="000000"/>
                </a:solidFill>
                <a:latin typeface="Times New Roman" panose="02020603050405020304" pitchFamily="18" charset="0"/>
                <a:ea typeface="楷体_GB2312"/>
              </a:rPr>
              <a:t>r</a:t>
            </a:r>
            <a:r>
              <a:rPr lang="en-US" altLang="zh-CN" sz="2400" b="1" baseline="-25000" dirty="0">
                <a:solidFill>
                  <a:srgbClr val="000000"/>
                </a:solidFill>
                <a:latin typeface="Times New Roman" panose="02020603050405020304" pitchFamily="18" charset="0"/>
                <a:ea typeface="楷体_GB2312"/>
              </a:rPr>
              <a:t>+2</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c</a:t>
            </a:r>
            <a:r>
              <a:rPr lang="en-US" altLang="zh-CN" sz="2400" b="1" baseline="-25000" dirty="0">
                <a:solidFill>
                  <a:srgbClr val="000000"/>
                </a:solidFill>
                <a:latin typeface="Times New Roman" panose="02020603050405020304" pitchFamily="18" charset="0"/>
                <a:ea typeface="楷体_GB2312"/>
              </a:rPr>
              <a:t>2</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x</a:t>
            </a:r>
            <a:r>
              <a:rPr lang="en-US" altLang="zh-CN" sz="2400" b="1" i="1" baseline="-25000" dirty="0">
                <a:solidFill>
                  <a:srgbClr val="000000"/>
                </a:solidFill>
                <a:latin typeface="Times New Roman" panose="02020603050405020304" pitchFamily="18" charset="0"/>
                <a:ea typeface="楷体_GB2312"/>
              </a:rPr>
              <a:t>n</a:t>
            </a:r>
            <a:r>
              <a:rPr lang="en-US" altLang="zh-CN" sz="2400" b="1" dirty="0">
                <a:solidFill>
                  <a:srgbClr val="000000"/>
                </a:solidFill>
                <a:latin typeface="Times New Roman" panose="02020603050405020304" pitchFamily="18" charset="0"/>
                <a:ea typeface="楷体_GB2312"/>
              </a:rPr>
              <a:t> = </a:t>
            </a:r>
            <a:r>
              <a:rPr lang="en-US" altLang="zh-CN" sz="2400" b="1" i="1" dirty="0">
                <a:solidFill>
                  <a:srgbClr val="000000"/>
                </a:solidFill>
                <a:latin typeface="Times New Roman" panose="02020603050405020304" pitchFamily="18" charset="0"/>
                <a:ea typeface="楷体_GB2312"/>
              </a:rPr>
              <a:t>c</a:t>
            </a:r>
            <a:r>
              <a:rPr lang="en-US" altLang="zh-CN" sz="2400" b="1" i="1" baseline="-25000" dirty="0">
                <a:solidFill>
                  <a:srgbClr val="000000"/>
                </a:solidFill>
                <a:latin typeface="Times New Roman" panose="02020603050405020304" pitchFamily="18" charset="0"/>
                <a:ea typeface="楷体_GB2312"/>
              </a:rPr>
              <a:t>n-r</a:t>
            </a:r>
            <a:r>
              <a:rPr lang="en-US" altLang="zh-CN" sz="2400" b="1" baseline="-25000"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，则</a:t>
            </a:r>
          </a:p>
        </p:txBody>
      </p:sp>
      <p:graphicFrame>
        <p:nvGraphicFramePr>
          <p:cNvPr id="95236" name="Object 4"/>
          <p:cNvGraphicFramePr>
            <a:graphicFrameLocks noChangeAspect="1"/>
          </p:cNvGraphicFramePr>
          <p:nvPr/>
        </p:nvGraphicFramePr>
        <p:xfrm>
          <a:off x="4140200" y="2733675"/>
          <a:ext cx="3979863" cy="2414588"/>
        </p:xfrm>
        <a:graphic>
          <a:graphicData uri="http://schemas.openxmlformats.org/presentationml/2006/ole">
            <mc:AlternateContent xmlns:mc="http://schemas.openxmlformats.org/markup-compatibility/2006">
              <mc:Choice xmlns:v="urn:schemas-microsoft-com:vml" Requires="v">
                <p:oleObj r:id="rId4" imgW="2654300" imgH="1612900" progId="Equation.DSMT4">
                  <p:embed/>
                </p:oleObj>
              </mc:Choice>
              <mc:Fallback>
                <p:oleObj r:id="rId4" imgW="2654300" imgH="1612900" progId="Equation.DSMT4">
                  <p:embed/>
                  <p:pic>
                    <p:nvPicPr>
                      <p:cNvPr id="0" name="图片 4378"/>
                      <p:cNvPicPr/>
                      <p:nvPr/>
                    </p:nvPicPr>
                    <p:blipFill>
                      <a:blip r:embed="rId5"/>
                      <a:stretch>
                        <a:fillRect/>
                      </a:stretch>
                    </p:blipFill>
                    <p:spPr>
                      <a:xfrm>
                        <a:off x="4140200" y="2733675"/>
                        <a:ext cx="3979863" cy="2414588"/>
                      </a:xfrm>
                      <a:prstGeom prst="rect">
                        <a:avLst/>
                      </a:prstGeom>
                      <a:noFill/>
                      <a:ln w="38100">
                        <a:noFill/>
                        <a:miter/>
                      </a:ln>
                    </p:spPr>
                  </p:pic>
                </p:oleObj>
              </mc:Fallback>
            </mc:AlternateContent>
          </a:graphicData>
        </a:graphic>
      </p:graphicFrame>
      <p:sp>
        <p:nvSpPr>
          <p:cNvPr id="95237" name="AutoShape 5"/>
          <p:cNvSpPr/>
          <p:nvPr/>
        </p:nvSpPr>
        <p:spPr>
          <a:xfrm>
            <a:off x="6659563" y="1270000"/>
            <a:ext cx="2232025" cy="1079500"/>
          </a:xfrm>
          <a:prstGeom prst="cloudCallout">
            <a:avLst>
              <a:gd name="adj1" fmla="val -56755"/>
              <a:gd name="adj2" fmla="val 75296"/>
            </a:avLst>
          </a:prstGeom>
          <a:solidFill>
            <a:schemeClr val="folHlink"/>
          </a:solidFill>
          <a:ln w="9525" cap="flat" cmpd="sng">
            <a:solidFill>
              <a:schemeClr val="tx1"/>
            </a:solidFill>
            <a:prstDash val="solid"/>
            <a:headEnd type="none" w="med" len="med"/>
            <a:tailEnd type="none" w="med" len="med"/>
          </a:ln>
        </p:spPr>
        <p:txBody>
          <a:bodyPr anchor="ctr" anchorCtr="0"/>
          <a:lstStyle/>
          <a:p>
            <a:pPr algn="ctr"/>
            <a:r>
              <a:rPr lang="zh-CN" altLang="en-US" b="1" dirty="0">
                <a:solidFill>
                  <a:srgbClr val="000000"/>
                </a:solidFill>
                <a:latin typeface="Arial" panose="020B0604020202020204" pitchFamily="34" charset="0"/>
                <a:ea typeface="楷体_GB2312"/>
              </a:rPr>
              <a:t>线性方程组的通解</a:t>
            </a:r>
          </a:p>
        </p:txBody>
      </p:sp>
      <p:graphicFrame>
        <p:nvGraphicFramePr>
          <p:cNvPr id="993286" name="Object 6"/>
          <p:cNvGraphicFramePr>
            <a:graphicFrameLocks noChangeAspect="1"/>
          </p:cNvGraphicFramePr>
          <p:nvPr/>
        </p:nvGraphicFramePr>
        <p:xfrm>
          <a:off x="2755900" y="433388"/>
          <a:ext cx="3598863" cy="1425575"/>
        </p:xfrm>
        <a:graphic>
          <a:graphicData uri="http://schemas.openxmlformats.org/presentationml/2006/ole">
            <mc:AlternateContent xmlns:mc="http://schemas.openxmlformats.org/markup-compatibility/2006">
              <mc:Choice xmlns:v="urn:schemas-microsoft-com:vml" Requires="v">
                <p:oleObj r:id="rId6" imgW="2400300" imgH="952500" progId="Equation.DSMT4">
                  <p:embed/>
                </p:oleObj>
              </mc:Choice>
              <mc:Fallback>
                <p:oleObj r:id="rId6" imgW="2400300" imgH="952500" progId="Equation.DSMT4">
                  <p:embed/>
                  <p:pic>
                    <p:nvPicPr>
                      <p:cNvPr id="0" name="图片 4374"/>
                      <p:cNvPicPr/>
                      <p:nvPr/>
                    </p:nvPicPr>
                    <p:blipFill>
                      <a:blip r:embed="rId7"/>
                      <a:stretch>
                        <a:fillRect/>
                      </a:stretch>
                    </p:blipFill>
                    <p:spPr>
                      <a:xfrm>
                        <a:off x="2755900" y="433388"/>
                        <a:ext cx="3598863" cy="1425575"/>
                      </a:xfrm>
                      <a:prstGeom prst="rect">
                        <a:avLst/>
                      </a:prstGeom>
                      <a:noFill/>
                      <a:ln w="38100">
                        <a:noFill/>
                        <a:miter/>
                      </a:ln>
                    </p:spPr>
                  </p:pic>
                </p:oleObj>
              </mc:Fallback>
            </mc:AlternateContent>
          </a:graphicData>
        </a:graphic>
      </p:graphicFrame>
      <p:sp>
        <p:nvSpPr>
          <p:cNvPr id="95239" name="Rectangle 7"/>
          <p:cNvSpPr/>
          <p:nvPr/>
        </p:nvSpPr>
        <p:spPr>
          <a:xfrm>
            <a:off x="490538" y="5413375"/>
            <a:ext cx="8231187" cy="457200"/>
          </a:xfrm>
          <a:prstGeom prst="rect">
            <a:avLst/>
          </a:prstGeom>
          <a:noFill/>
          <a:ln w="9525">
            <a:noFill/>
          </a:ln>
        </p:spPr>
        <p:txBody>
          <a:bodyPr>
            <a:spAutoFit/>
          </a:bodyPr>
          <a:lstStyle/>
          <a:p>
            <a:r>
              <a:rPr lang="zh-CN" altLang="en-US" sz="2400" b="1" dirty="0">
                <a:solidFill>
                  <a:srgbClr val="000000"/>
                </a:solidFill>
                <a:latin typeface="Times New Roman" panose="02020603050405020304" pitchFamily="18" charset="0"/>
                <a:ea typeface="楷体_GB2312"/>
              </a:rPr>
              <a:t>记作 </a:t>
            </a:r>
            <a:r>
              <a:rPr lang="en-US" altLang="zh-CN" sz="2400" b="1" i="1" dirty="0">
                <a:solidFill>
                  <a:srgbClr val="FF0000"/>
                </a:solidFill>
                <a:latin typeface="Times New Roman" panose="02020603050405020304" pitchFamily="18" charset="0"/>
                <a:ea typeface="楷体_GB2312"/>
              </a:rPr>
              <a:t>x</a:t>
            </a:r>
            <a:r>
              <a:rPr lang="en-US" altLang="zh-CN" sz="2400" b="1" dirty="0">
                <a:solidFill>
                  <a:srgbClr val="FF0000"/>
                </a:solidFill>
                <a:latin typeface="Times New Roman" panose="02020603050405020304" pitchFamily="18" charset="0"/>
                <a:ea typeface="楷体_GB2312"/>
              </a:rPr>
              <a:t> = </a:t>
            </a:r>
            <a:r>
              <a:rPr lang="en-US" altLang="zh-CN" sz="2400" b="1" i="1" dirty="0">
                <a:solidFill>
                  <a:srgbClr val="FF0000"/>
                </a:solidFill>
                <a:latin typeface="Times New Roman" panose="02020603050405020304" pitchFamily="18" charset="0"/>
                <a:ea typeface="楷体_GB2312"/>
              </a:rPr>
              <a:t>c</a:t>
            </a:r>
            <a:r>
              <a:rPr lang="en-US" altLang="zh-CN" sz="2400" b="1" baseline="-25000" dirty="0">
                <a:solidFill>
                  <a:srgbClr val="FF0000"/>
                </a:solidFill>
                <a:latin typeface="Times New Roman" panose="02020603050405020304" pitchFamily="18" charset="0"/>
                <a:ea typeface="楷体_GB2312"/>
              </a:rPr>
              <a:t>1</a:t>
            </a:r>
            <a:r>
              <a:rPr lang="en-US" altLang="zh-CN" sz="2400" b="1" i="1" dirty="0">
                <a:solidFill>
                  <a:srgbClr val="FF0000"/>
                </a:solidFill>
                <a:latin typeface="Symbol" panose="05050102010706020507" pitchFamily="18" charset="2"/>
                <a:ea typeface="楷体_GB2312"/>
              </a:rPr>
              <a:t>x</a:t>
            </a:r>
            <a:r>
              <a:rPr lang="en-US" altLang="zh-CN" sz="2400" b="1" baseline="-25000" dirty="0">
                <a:solidFill>
                  <a:srgbClr val="FF0000"/>
                </a:solidFill>
                <a:latin typeface="Times New Roman" panose="02020603050405020304" pitchFamily="18" charset="0"/>
                <a:ea typeface="楷体_GB2312"/>
              </a:rPr>
              <a:t>1 </a:t>
            </a:r>
            <a:r>
              <a:rPr lang="en-US" altLang="zh-CN" sz="2400" b="1" dirty="0">
                <a:solidFill>
                  <a:srgbClr val="FF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c</a:t>
            </a:r>
            <a:r>
              <a:rPr lang="en-US" altLang="zh-CN" sz="2400" b="1" baseline="-25000" dirty="0">
                <a:solidFill>
                  <a:srgbClr val="FF0000"/>
                </a:solidFill>
                <a:latin typeface="Times New Roman" panose="02020603050405020304" pitchFamily="18" charset="0"/>
                <a:ea typeface="楷体_GB2312"/>
              </a:rPr>
              <a:t>2</a:t>
            </a:r>
            <a:r>
              <a:rPr lang="en-US" altLang="zh-CN" sz="2400" b="1" i="1" dirty="0">
                <a:solidFill>
                  <a:srgbClr val="FF0000"/>
                </a:solidFill>
                <a:latin typeface="Symbol" panose="05050102010706020507" pitchFamily="18" charset="2"/>
                <a:ea typeface="楷体_GB2312"/>
              </a:rPr>
              <a:t>x</a:t>
            </a:r>
            <a:r>
              <a:rPr lang="en-US" altLang="zh-CN" sz="2400" b="1" baseline="-25000" dirty="0">
                <a:solidFill>
                  <a:srgbClr val="FF0000"/>
                </a:solidFill>
                <a:latin typeface="Times New Roman" panose="02020603050405020304" pitchFamily="18" charset="0"/>
                <a:ea typeface="楷体_GB2312"/>
              </a:rPr>
              <a:t>2 </a:t>
            </a:r>
            <a:r>
              <a:rPr lang="en-US" altLang="zh-CN" sz="2400" b="1" dirty="0">
                <a:solidFill>
                  <a:srgbClr val="FF0000"/>
                </a:solidFill>
                <a:latin typeface="Times New Roman" panose="02020603050405020304" pitchFamily="18" charset="0"/>
                <a:ea typeface="楷体_GB2312"/>
              </a:rPr>
              <a:t>+ … + </a:t>
            </a:r>
            <a:r>
              <a:rPr lang="en-US" altLang="zh-CN" sz="2400" b="1" i="1" dirty="0">
                <a:solidFill>
                  <a:srgbClr val="FF0000"/>
                </a:solidFill>
                <a:latin typeface="Times New Roman" panose="02020603050405020304" pitchFamily="18" charset="0"/>
                <a:ea typeface="楷体_GB2312"/>
              </a:rPr>
              <a:t>c</a:t>
            </a:r>
            <a:r>
              <a:rPr lang="en-US" altLang="zh-CN" sz="2400" b="1" i="1" baseline="-25000" dirty="0">
                <a:solidFill>
                  <a:srgbClr val="FF0000"/>
                </a:solidFill>
                <a:latin typeface="Times New Roman" panose="02020603050405020304" pitchFamily="18" charset="0"/>
                <a:ea typeface="楷体_GB2312"/>
              </a:rPr>
              <a:t>n</a:t>
            </a:r>
            <a:r>
              <a:rPr lang="en-US" altLang="zh-CN" sz="2400" b="1" baseline="-25000" dirty="0">
                <a:solidFill>
                  <a:srgbClr val="FF0000"/>
                </a:solidFill>
                <a:latin typeface="Times New Roman" panose="02020603050405020304" pitchFamily="18" charset="0"/>
                <a:ea typeface="楷体_GB2312"/>
              </a:rPr>
              <a:t>-</a:t>
            </a:r>
            <a:r>
              <a:rPr lang="en-US" altLang="zh-CN" sz="2400" b="1" i="1" baseline="-25000" dirty="0">
                <a:solidFill>
                  <a:srgbClr val="FF0000"/>
                </a:solidFill>
                <a:latin typeface="Times New Roman" panose="02020603050405020304" pitchFamily="18" charset="0"/>
                <a:ea typeface="楷体_GB2312"/>
              </a:rPr>
              <a:t>r</a:t>
            </a:r>
            <a:r>
              <a:rPr lang="en-US" altLang="zh-CN" sz="2400" b="1" i="1" dirty="0">
                <a:solidFill>
                  <a:srgbClr val="FF0000"/>
                </a:solidFill>
                <a:latin typeface="Symbol" panose="05050102010706020507" pitchFamily="18" charset="2"/>
                <a:ea typeface="楷体_GB2312"/>
              </a:rPr>
              <a:t>x</a:t>
            </a:r>
            <a:r>
              <a:rPr lang="en-US" altLang="zh-CN" sz="2400" b="1" i="1" baseline="-25000" dirty="0">
                <a:solidFill>
                  <a:srgbClr val="FF0000"/>
                </a:solidFill>
                <a:latin typeface="Times New Roman" panose="02020603050405020304" pitchFamily="18" charset="0"/>
                <a:ea typeface="楷体_GB2312"/>
              </a:rPr>
              <a:t>n</a:t>
            </a:r>
            <a:r>
              <a:rPr lang="en-US" altLang="zh-CN" sz="2400" b="1" baseline="-25000" dirty="0">
                <a:solidFill>
                  <a:srgbClr val="FF0000"/>
                </a:solidFill>
                <a:latin typeface="Times New Roman" panose="02020603050405020304" pitchFamily="18" charset="0"/>
                <a:ea typeface="楷体_GB2312"/>
              </a:rPr>
              <a:t>-</a:t>
            </a:r>
            <a:r>
              <a:rPr lang="en-US" altLang="zh-CN" sz="2400" b="1" i="1" baseline="-25000" dirty="0">
                <a:solidFill>
                  <a:srgbClr val="FF0000"/>
                </a:solidFill>
                <a:latin typeface="Times New Roman" panose="02020603050405020304" pitchFamily="18" charset="0"/>
                <a:ea typeface="楷体_GB2312"/>
              </a:rPr>
              <a:t>r </a:t>
            </a:r>
            <a:r>
              <a:rPr lang="zh-CN" altLang="en-US" sz="2400" b="1" dirty="0">
                <a:solidFill>
                  <a:srgbClr val="000000"/>
                </a:solidFill>
                <a:latin typeface="Times New Roman" panose="02020603050405020304" pitchFamily="18" charset="0"/>
                <a:ea typeface="楷体_GB2312"/>
              </a:rPr>
              <a:t>．（满足基础解系</a:t>
            </a:r>
            <a:r>
              <a:rPr lang="zh-CN" altLang="en-US" sz="2400" b="1" dirty="0">
                <a:solidFill>
                  <a:srgbClr val="0000FF"/>
                </a:solidFill>
                <a:latin typeface="Times New Roman" panose="02020603050405020304" pitchFamily="18" charset="0"/>
                <a:ea typeface="楷体_GB2312"/>
              </a:rPr>
              <a:t>②</a:t>
            </a:r>
            <a:r>
              <a:rPr lang="zh-CN" altLang="en-US" sz="2400" b="1" dirty="0">
                <a:solidFill>
                  <a:srgbClr val="000000"/>
                </a:solidFill>
                <a:latin typeface="Times New Roman" panose="02020603050405020304" pitchFamily="18" charset="0"/>
                <a:ea typeface="楷体_GB2312"/>
              </a:rPr>
              <a:t>）</a:t>
            </a:r>
            <a:r>
              <a:rPr lang="zh-CN" altLang="en-US" sz="2400" b="1" i="1" baseline="-25000" dirty="0">
                <a:solidFill>
                  <a:srgbClr val="000000"/>
                </a:solidFill>
                <a:latin typeface="Times New Roman" panose="02020603050405020304" pitchFamily="18" charset="0"/>
                <a:ea typeface="楷体_GB231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xit" presetSubtype="0" fill="hold" grpId="0" nodeType="clickEffect">
                                  <p:stCondLst>
                                    <p:cond delay="0"/>
                                  </p:stCondLst>
                                  <p:childTnLst>
                                    <p:anim calcmode="lin" valueType="num">
                                      <p:cBhvr>
                                        <p:cTn id="6" dur="1000"/>
                                        <p:tgtEl>
                                          <p:spTgt spid="95235"/>
                                        </p:tgtEl>
                                        <p:attrNameLst>
                                          <p:attrName>ppt_x</p:attrName>
                                        </p:attrNameLst>
                                      </p:cBhvr>
                                      <p:tavLst>
                                        <p:tav tm="0">
                                          <p:val>
                                            <p:strVal val="ppt_x"/>
                                          </p:val>
                                        </p:tav>
                                        <p:tav tm="100000">
                                          <p:val>
                                            <p:strVal val="ppt_x-.2"/>
                                          </p:val>
                                        </p:tav>
                                      </p:tavLst>
                                    </p:anim>
                                    <p:anim calcmode="lin" valueType="num">
                                      <p:cBhvr>
                                        <p:cTn id="7" dur="1000"/>
                                        <p:tgtEl>
                                          <p:spTgt spid="95235"/>
                                        </p:tgtEl>
                                        <p:attrNameLst>
                                          <p:attrName>ppt_y</p:attrName>
                                        </p:attrNameLst>
                                      </p:cBhvr>
                                      <p:tavLst>
                                        <p:tav tm="0">
                                          <p:val>
                                            <p:strVal val="ppt_y"/>
                                          </p:val>
                                        </p:tav>
                                        <p:tav tm="100000">
                                          <p:val>
                                            <p:strVal val="ppt_y"/>
                                          </p:val>
                                        </p:tav>
                                      </p:tavLst>
                                    </p:anim>
                                    <p:animEffect transition="out" filter="fade">
                                      <p:cBhvr>
                                        <p:cTn id="8" dur="1000"/>
                                        <p:tgtEl>
                                          <p:spTgt spid="95235"/>
                                        </p:tgtEl>
                                      </p:cBhvr>
                                    </p:animEffect>
                                    <p:set>
                                      <p:cBhvr>
                                        <p:cTn id="9" dur="1" fill="hold">
                                          <p:stCondLst>
                                            <p:cond delay="999"/>
                                          </p:stCondLst>
                                        </p:cTn>
                                        <p:tgtEl>
                                          <p:spTgt spid="95235"/>
                                        </p:tgtEl>
                                        <p:attrNameLst>
                                          <p:attrName>style.visibility</p:attrName>
                                        </p:attrNameLst>
                                      </p:cBhvr>
                                      <p:to>
                                        <p:strVal val="hidden"/>
                                      </p:to>
                                    </p:set>
                                  </p:childTnLst>
                                </p:cTn>
                              </p:par>
                              <p:par>
                                <p:cTn id="10" presetID="29" presetClass="exit" presetSubtype="0" fill="hold" grpId="0" nodeType="withEffect">
                                  <p:stCondLst>
                                    <p:cond delay="0"/>
                                  </p:stCondLst>
                                  <p:childTnLst>
                                    <p:anim calcmode="lin" valueType="num">
                                      <p:cBhvr>
                                        <p:cTn id="11" dur="1000"/>
                                        <p:tgtEl>
                                          <p:spTgt spid="95237"/>
                                        </p:tgtEl>
                                        <p:attrNameLst>
                                          <p:attrName>ppt_x</p:attrName>
                                        </p:attrNameLst>
                                      </p:cBhvr>
                                      <p:tavLst>
                                        <p:tav tm="0">
                                          <p:val>
                                            <p:strVal val="ppt_x"/>
                                          </p:val>
                                        </p:tav>
                                        <p:tav tm="100000">
                                          <p:val>
                                            <p:strVal val="ppt_x-.2"/>
                                          </p:val>
                                        </p:tav>
                                      </p:tavLst>
                                    </p:anim>
                                    <p:anim calcmode="lin" valueType="num">
                                      <p:cBhvr>
                                        <p:cTn id="12" dur="1000"/>
                                        <p:tgtEl>
                                          <p:spTgt spid="95237"/>
                                        </p:tgtEl>
                                        <p:attrNameLst>
                                          <p:attrName>ppt_y</p:attrName>
                                        </p:attrNameLst>
                                      </p:cBhvr>
                                      <p:tavLst>
                                        <p:tav tm="0">
                                          <p:val>
                                            <p:strVal val="ppt_y"/>
                                          </p:val>
                                        </p:tav>
                                        <p:tav tm="100000">
                                          <p:val>
                                            <p:strVal val="ppt_y"/>
                                          </p:val>
                                        </p:tav>
                                      </p:tavLst>
                                    </p:anim>
                                    <p:animEffect transition="out" filter="fade">
                                      <p:cBhvr>
                                        <p:cTn id="13" dur="1000"/>
                                        <p:tgtEl>
                                          <p:spTgt spid="95237"/>
                                        </p:tgtEl>
                                      </p:cBhvr>
                                    </p:animEffect>
                                    <p:set>
                                      <p:cBhvr>
                                        <p:cTn id="14" dur="1" fill="hold">
                                          <p:stCondLst>
                                            <p:cond delay="999"/>
                                          </p:stCondLst>
                                        </p:cTn>
                                        <p:tgtEl>
                                          <p:spTgt spid="95237"/>
                                        </p:tgtEl>
                                        <p:attrNameLst>
                                          <p:attrName>style.visibility</p:attrName>
                                        </p:attrNameLst>
                                      </p:cBhvr>
                                      <p:to>
                                        <p:strVal val="hidden"/>
                                      </p:to>
                                    </p:set>
                                  </p:childTnLst>
                                </p:cTn>
                              </p:par>
                              <p:par>
                                <p:cTn id="15" presetID="29" presetClass="exit" presetSubtype="0" fill="hold" nodeType="withEffect">
                                  <p:stCondLst>
                                    <p:cond delay="0"/>
                                  </p:stCondLst>
                                  <p:childTnLst>
                                    <p:anim calcmode="lin" valueType="num">
                                      <p:cBhvr>
                                        <p:cTn id="16" dur="1000"/>
                                        <p:tgtEl>
                                          <p:spTgt spid="95234"/>
                                        </p:tgtEl>
                                        <p:attrNameLst>
                                          <p:attrName>ppt_x</p:attrName>
                                        </p:attrNameLst>
                                      </p:cBhvr>
                                      <p:tavLst>
                                        <p:tav tm="0">
                                          <p:val>
                                            <p:strVal val="ppt_x"/>
                                          </p:val>
                                        </p:tav>
                                        <p:tav tm="100000">
                                          <p:val>
                                            <p:strVal val="ppt_x-.2"/>
                                          </p:val>
                                        </p:tav>
                                      </p:tavLst>
                                    </p:anim>
                                    <p:anim calcmode="lin" valueType="num">
                                      <p:cBhvr>
                                        <p:cTn id="17" dur="1000"/>
                                        <p:tgtEl>
                                          <p:spTgt spid="95234"/>
                                        </p:tgtEl>
                                        <p:attrNameLst>
                                          <p:attrName>ppt_y</p:attrName>
                                        </p:attrNameLst>
                                      </p:cBhvr>
                                      <p:tavLst>
                                        <p:tav tm="0">
                                          <p:val>
                                            <p:strVal val="ppt_y"/>
                                          </p:val>
                                        </p:tav>
                                        <p:tav tm="100000">
                                          <p:val>
                                            <p:strVal val="ppt_y"/>
                                          </p:val>
                                        </p:tav>
                                      </p:tavLst>
                                    </p:anim>
                                    <p:animEffect transition="out" filter="fade">
                                      <p:cBhvr>
                                        <p:cTn id="18" dur="1000"/>
                                        <p:tgtEl>
                                          <p:spTgt spid="95234"/>
                                        </p:tgtEl>
                                      </p:cBhvr>
                                    </p:animEffect>
                                    <p:set>
                                      <p:cBhvr>
                                        <p:cTn id="19" dur="1" fill="hold">
                                          <p:stCondLst>
                                            <p:cond delay="999"/>
                                          </p:stCondLst>
                                        </p:cTn>
                                        <p:tgtEl>
                                          <p:spTgt spid="95234"/>
                                        </p:tgtEl>
                                        <p:attrNameLst>
                                          <p:attrName>style.visibility</p:attrName>
                                        </p:attrNameLst>
                                      </p:cBhvr>
                                      <p:to>
                                        <p:strVal val="hidden"/>
                                      </p:to>
                                    </p:set>
                                  </p:childTnLst>
                                </p:cTn>
                              </p:par>
                              <p:par>
                                <p:cTn id="20" presetID="29" presetClass="exit" presetSubtype="0" fill="hold" nodeType="withEffect">
                                  <p:stCondLst>
                                    <p:cond delay="0"/>
                                  </p:stCondLst>
                                  <p:childTnLst>
                                    <p:anim calcmode="lin" valueType="num">
                                      <p:cBhvr>
                                        <p:cTn id="21" dur="1000"/>
                                        <p:tgtEl>
                                          <p:spTgt spid="95236"/>
                                        </p:tgtEl>
                                        <p:attrNameLst>
                                          <p:attrName>ppt_x</p:attrName>
                                        </p:attrNameLst>
                                      </p:cBhvr>
                                      <p:tavLst>
                                        <p:tav tm="0">
                                          <p:val>
                                            <p:strVal val="ppt_x"/>
                                          </p:val>
                                        </p:tav>
                                        <p:tav tm="100000">
                                          <p:val>
                                            <p:strVal val="ppt_x-.2"/>
                                          </p:val>
                                        </p:tav>
                                      </p:tavLst>
                                    </p:anim>
                                    <p:anim calcmode="lin" valueType="num">
                                      <p:cBhvr>
                                        <p:cTn id="22" dur="1000"/>
                                        <p:tgtEl>
                                          <p:spTgt spid="95236"/>
                                        </p:tgtEl>
                                        <p:attrNameLst>
                                          <p:attrName>ppt_y</p:attrName>
                                        </p:attrNameLst>
                                      </p:cBhvr>
                                      <p:tavLst>
                                        <p:tav tm="0">
                                          <p:val>
                                            <p:strVal val="ppt_y"/>
                                          </p:val>
                                        </p:tav>
                                        <p:tav tm="100000">
                                          <p:val>
                                            <p:strVal val="ppt_y"/>
                                          </p:val>
                                        </p:tav>
                                      </p:tavLst>
                                    </p:anim>
                                    <p:animEffect transition="out" filter="fade">
                                      <p:cBhvr>
                                        <p:cTn id="23" dur="1000"/>
                                        <p:tgtEl>
                                          <p:spTgt spid="95236"/>
                                        </p:tgtEl>
                                      </p:cBhvr>
                                    </p:animEffect>
                                    <p:set>
                                      <p:cBhvr>
                                        <p:cTn id="24" dur="1" fill="hold">
                                          <p:stCondLst>
                                            <p:cond delay="999"/>
                                          </p:stCondLst>
                                        </p:cTn>
                                        <p:tgtEl>
                                          <p:spTgt spid="95236"/>
                                        </p:tgtEl>
                                        <p:attrNameLst>
                                          <p:attrName>style.visibility</p:attrName>
                                        </p:attrNameLst>
                                      </p:cBhvr>
                                      <p:to>
                                        <p:strVal val="hidden"/>
                                      </p:to>
                                    </p:set>
                                  </p:childTnLst>
                                </p:cTn>
                              </p:par>
                              <p:par>
                                <p:cTn id="25" presetID="29" presetClass="exit" presetSubtype="0" fill="hold" grpId="0" nodeType="withEffect">
                                  <p:stCondLst>
                                    <p:cond delay="0"/>
                                  </p:stCondLst>
                                  <p:childTnLst>
                                    <p:anim calcmode="lin" valueType="num">
                                      <p:cBhvr>
                                        <p:cTn id="26" dur="1000"/>
                                        <p:tgtEl>
                                          <p:spTgt spid="95239"/>
                                        </p:tgtEl>
                                        <p:attrNameLst>
                                          <p:attrName>ppt_x</p:attrName>
                                        </p:attrNameLst>
                                      </p:cBhvr>
                                      <p:tavLst>
                                        <p:tav tm="0">
                                          <p:val>
                                            <p:strVal val="ppt_x"/>
                                          </p:val>
                                        </p:tav>
                                        <p:tav tm="100000">
                                          <p:val>
                                            <p:strVal val="ppt_x-.2"/>
                                          </p:val>
                                        </p:tav>
                                      </p:tavLst>
                                    </p:anim>
                                    <p:anim calcmode="lin" valueType="num">
                                      <p:cBhvr>
                                        <p:cTn id="27" dur="1000"/>
                                        <p:tgtEl>
                                          <p:spTgt spid="95239"/>
                                        </p:tgtEl>
                                        <p:attrNameLst>
                                          <p:attrName>ppt_y</p:attrName>
                                        </p:attrNameLst>
                                      </p:cBhvr>
                                      <p:tavLst>
                                        <p:tav tm="0">
                                          <p:val>
                                            <p:strVal val="ppt_y"/>
                                          </p:val>
                                        </p:tav>
                                        <p:tav tm="100000">
                                          <p:val>
                                            <p:strVal val="ppt_y"/>
                                          </p:val>
                                        </p:tav>
                                      </p:tavLst>
                                    </p:anim>
                                    <p:animEffect transition="out" filter="fade">
                                      <p:cBhvr>
                                        <p:cTn id="28" dur="1000"/>
                                        <p:tgtEl>
                                          <p:spTgt spid="95239"/>
                                        </p:tgtEl>
                                      </p:cBhvr>
                                    </p:animEffect>
                                    <p:set>
                                      <p:cBhvr>
                                        <p:cTn id="29" dur="1" fill="hold">
                                          <p:stCondLst>
                                            <p:cond delay="999"/>
                                          </p:stCondLst>
                                        </p:cTn>
                                        <p:tgtEl>
                                          <p:spTgt spid="952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p:bldP spid="95237" grpId="0" bldLvl="0" animBg="1"/>
      <p:bldP spid="95239"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258" name="Object 2"/>
          <p:cNvGraphicFramePr>
            <a:graphicFrameLocks noChangeAspect="1"/>
          </p:cNvGraphicFramePr>
          <p:nvPr/>
        </p:nvGraphicFramePr>
        <p:xfrm>
          <a:off x="996950" y="2162175"/>
          <a:ext cx="2495550" cy="1404938"/>
        </p:xfrm>
        <a:graphic>
          <a:graphicData uri="http://schemas.openxmlformats.org/presentationml/2006/ole">
            <mc:AlternateContent xmlns:mc="http://schemas.openxmlformats.org/markup-compatibility/2006">
              <mc:Choice xmlns:v="urn:schemas-microsoft-com:vml" Requires="v">
                <p:oleObj r:id="rId2" imgW="1663700" imgH="939800" progId="Equation.DSMT4">
                  <p:embed/>
                </p:oleObj>
              </mc:Choice>
              <mc:Fallback>
                <p:oleObj r:id="rId2" imgW="1663700" imgH="939800" progId="Equation.DSMT4">
                  <p:embed/>
                  <p:pic>
                    <p:nvPicPr>
                      <p:cNvPr id="0" name="图片 4373"/>
                      <p:cNvPicPr/>
                      <p:nvPr/>
                    </p:nvPicPr>
                    <p:blipFill>
                      <a:blip r:embed="rId3"/>
                      <a:stretch>
                        <a:fillRect/>
                      </a:stretch>
                    </p:blipFill>
                    <p:spPr>
                      <a:xfrm>
                        <a:off x="996950" y="2162175"/>
                        <a:ext cx="2495550" cy="1404938"/>
                      </a:xfrm>
                      <a:prstGeom prst="rect">
                        <a:avLst/>
                      </a:prstGeom>
                      <a:noFill/>
                      <a:ln w="38100">
                        <a:noFill/>
                        <a:miter/>
                      </a:ln>
                    </p:spPr>
                  </p:pic>
                </p:oleObj>
              </mc:Fallback>
            </mc:AlternateContent>
          </a:graphicData>
        </a:graphic>
      </p:graphicFrame>
      <p:graphicFrame>
        <p:nvGraphicFramePr>
          <p:cNvPr id="994307" name="Object 6"/>
          <p:cNvGraphicFramePr>
            <a:graphicFrameLocks noChangeAspect="1"/>
          </p:cNvGraphicFramePr>
          <p:nvPr/>
        </p:nvGraphicFramePr>
        <p:xfrm>
          <a:off x="2755900" y="433388"/>
          <a:ext cx="3598863" cy="1425575"/>
        </p:xfrm>
        <a:graphic>
          <a:graphicData uri="http://schemas.openxmlformats.org/presentationml/2006/ole">
            <mc:AlternateContent xmlns:mc="http://schemas.openxmlformats.org/markup-compatibility/2006">
              <mc:Choice xmlns:v="urn:schemas-microsoft-com:vml" Requires="v">
                <p:oleObj r:id="rId4" imgW="2400300" imgH="952500" progId="Equation.DSMT4">
                  <p:embed/>
                </p:oleObj>
              </mc:Choice>
              <mc:Fallback>
                <p:oleObj r:id="rId4" imgW="2400300" imgH="952500" progId="Equation.DSMT4">
                  <p:embed/>
                  <p:pic>
                    <p:nvPicPr>
                      <p:cNvPr id="0" name="图片 4377"/>
                      <p:cNvPicPr/>
                      <p:nvPr/>
                    </p:nvPicPr>
                    <p:blipFill>
                      <a:blip r:embed="rId5"/>
                      <a:stretch>
                        <a:fillRect/>
                      </a:stretch>
                    </p:blipFill>
                    <p:spPr>
                      <a:xfrm>
                        <a:off x="2755900" y="433388"/>
                        <a:ext cx="3598863" cy="1425575"/>
                      </a:xfrm>
                      <a:prstGeom prst="rect">
                        <a:avLst/>
                      </a:prstGeom>
                      <a:noFill/>
                      <a:ln w="38100">
                        <a:noFill/>
                        <a:miter/>
                      </a:ln>
                    </p:spPr>
                  </p:pic>
                </p:oleObj>
              </mc:Fallback>
            </mc:AlternateContent>
          </a:graphicData>
        </a:graphic>
      </p:graphicFrame>
      <p:sp>
        <p:nvSpPr>
          <p:cNvPr id="96263" name="Rectangle 7"/>
          <p:cNvSpPr/>
          <p:nvPr/>
        </p:nvSpPr>
        <p:spPr>
          <a:xfrm>
            <a:off x="5027613" y="4362450"/>
            <a:ext cx="3937000" cy="1479550"/>
          </a:xfrm>
          <a:prstGeom prst="rect">
            <a:avLst/>
          </a:prstGeom>
          <a:noFill/>
          <a:ln w="9525">
            <a:noFill/>
          </a:ln>
        </p:spPr>
        <p:txBody>
          <a:bodyPr>
            <a:spAutoFit/>
          </a:bodyPr>
          <a:lstStyle/>
          <a:p>
            <a:r>
              <a:rPr lang="zh-CN" altLang="en-US" sz="2400" b="1" dirty="0">
                <a:solidFill>
                  <a:srgbClr val="000000"/>
                </a:solidFill>
                <a:latin typeface="Times New Roman" panose="02020603050405020304" pitchFamily="18" charset="0"/>
                <a:ea typeface="楷体_GB2312"/>
              </a:rPr>
              <a:t>此即为 </a:t>
            </a:r>
            <a:r>
              <a:rPr lang="en-US" altLang="zh-CN" sz="2400" b="1" i="1" dirty="0">
                <a:solidFill>
                  <a:srgbClr val="000000"/>
                </a:solidFill>
                <a:latin typeface="Times New Roman" panose="02020603050405020304" pitchFamily="18" charset="0"/>
                <a:ea typeface="楷体_GB2312"/>
              </a:rPr>
              <a:t>Ax = </a:t>
            </a:r>
            <a:r>
              <a:rPr lang="en-US" altLang="zh-CN" sz="2400" b="1" dirty="0">
                <a:solidFill>
                  <a:srgbClr val="000000"/>
                </a:solidFill>
                <a:latin typeface="Times New Roman" panose="02020603050405020304" pitchFamily="18" charset="0"/>
                <a:ea typeface="楷体_GB2312"/>
              </a:rPr>
              <a:t>0</a:t>
            </a:r>
            <a:r>
              <a:rPr lang="en-US" altLang="zh-CN" sz="2400" b="1" dirty="0">
                <a:solidFill>
                  <a:srgbClr val="0000FF"/>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的基础解系．</a:t>
            </a:r>
          </a:p>
          <a:p>
            <a:pPr>
              <a:lnSpc>
                <a:spcPct val="140000"/>
              </a:lnSpc>
            </a:pPr>
            <a:r>
              <a:rPr lang="zh-CN" altLang="en-US" sz="2400" b="1" dirty="0">
                <a:solidFill>
                  <a:srgbClr val="000000"/>
                </a:solidFill>
                <a:latin typeface="Times New Roman" panose="02020603050405020304" pitchFamily="18" charset="0"/>
                <a:ea typeface="楷体_GB2312"/>
              </a:rPr>
              <a:t>通解为</a:t>
            </a:r>
          </a:p>
          <a:p>
            <a:pPr>
              <a:lnSpc>
                <a:spcPct val="140000"/>
              </a:lnSpc>
            </a:pPr>
            <a:r>
              <a:rPr lang="zh-CN" altLang="en-US" sz="2400" b="1" dirty="0">
                <a:solidFill>
                  <a:srgbClr val="000000"/>
                </a:solidFill>
                <a:latin typeface="Times New Roman" panose="02020603050405020304" pitchFamily="18" charset="0"/>
                <a:ea typeface="楷体_GB2312"/>
              </a:rPr>
              <a:t> </a:t>
            </a:r>
            <a:r>
              <a:rPr lang="en-US" altLang="zh-CN" sz="2400" b="1" i="1" dirty="0">
                <a:solidFill>
                  <a:srgbClr val="FF0000"/>
                </a:solidFill>
                <a:latin typeface="Symbol" panose="05050102010706020507" pitchFamily="18" charset="2"/>
                <a:ea typeface="楷体_GB2312"/>
              </a:rPr>
              <a:t>x</a:t>
            </a:r>
            <a:r>
              <a:rPr lang="en-US" altLang="zh-CN" sz="2400" b="1" dirty="0">
                <a:solidFill>
                  <a:srgbClr val="FF0000"/>
                </a:solidFill>
                <a:latin typeface="Times New Roman" panose="02020603050405020304" pitchFamily="18" charset="0"/>
                <a:ea typeface="楷体_GB2312"/>
              </a:rPr>
              <a:t> = </a:t>
            </a:r>
            <a:r>
              <a:rPr lang="en-US" altLang="zh-CN" sz="2400" b="1" i="1" dirty="0">
                <a:solidFill>
                  <a:srgbClr val="FF0000"/>
                </a:solidFill>
                <a:latin typeface="Times New Roman" panose="02020603050405020304" pitchFamily="18" charset="0"/>
                <a:ea typeface="楷体_GB2312"/>
              </a:rPr>
              <a:t>c</a:t>
            </a:r>
            <a:r>
              <a:rPr lang="en-US" altLang="zh-CN" sz="2400" b="1" baseline="-25000" dirty="0">
                <a:solidFill>
                  <a:srgbClr val="FF0000"/>
                </a:solidFill>
                <a:latin typeface="Times New Roman" panose="02020603050405020304" pitchFamily="18" charset="0"/>
                <a:ea typeface="楷体_GB2312"/>
              </a:rPr>
              <a:t>1</a:t>
            </a:r>
            <a:r>
              <a:rPr lang="en-US" altLang="zh-CN" sz="2400" b="1" i="1" dirty="0">
                <a:solidFill>
                  <a:srgbClr val="FF0000"/>
                </a:solidFill>
                <a:latin typeface="Symbol" panose="05050102010706020507" pitchFamily="18" charset="2"/>
                <a:ea typeface="楷体_GB2312"/>
              </a:rPr>
              <a:t>x</a:t>
            </a:r>
            <a:r>
              <a:rPr lang="en-US" altLang="zh-CN" sz="2400" b="1" baseline="-25000" dirty="0">
                <a:solidFill>
                  <a:srgbClr val="FF0000"/>
                </a:solidFill>
                <a:latin typeface="Times New Roman" panose="02020603050405020304" pitchFamily="18" charset="0"/>
                <a:ea typeface="楷体_GB2312"/>
              </a:rPr>
              <a:t>1 </a:t>
            </a:r>
            <a:r>
              <a:rPr lang="en-US" altLang="zh-CN" sz="2400" b="1" dirty="0">
                <a:solidFill>
                  <a:srgbClr val="FF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c</a:t>
            </a:r>
            <a:r>
              <a:rPr lang="en-US" altLang="zh-CN" sz="2400" b="1" baseline="-25000" dirty="0">
                <a:solidFill>
                  <a:srgbClr val="FF0000"/>
                </a:solidFill>
                <a:latin typeface="Times New Roman" panose="02020603050405020304" pitchFamily="18" charset="0"/>
                <a:ea typeface="楷体_GB2312"/>
              </a:rPr>
              <a:t>2</a:t>
            </a:r>
            <a:r>
              <a:rPr lang="en-US" altLang="zh-CN" sz="2400" b="1" i="1" dirty="0">
                <a:solidFill>
                  <a:srgbClr val="FF0000"/>
                </a:solidFill>
                <a:latin typeface="Symbol" panose="05050102010706020507" pitchFamily="18" charset="2"/>
                <a:ea typeface="楷体_GB2312"/>
              </a:rPr>
              <a:t>x</a:t>
            </a:r>
            <a:r>
              <a:rPr lang="en-US" altLang="zh-CN" sz="2400" b="1" baseline="-25000" dirty="0">
                <a:solidFill>
                  <a:srgbClr val="FF0000"/>
                </a:solidFill>
                <a:latin typeface="Times New Roman" panose="02020603050405020304" pitchFamily="18" charset="0"/>
                <a:ea typeface="楷体_GB2312"/>
              </a:rPr>
              <a:t>2 </a:t>
            </a:r>
            <a:r>
              <a:rPr lang="en-US" altLang="zh-CN" sz="2400" b="1" dirty="0">
                <a:solidFill>
                  <a:srgbClr val="FF0000"/>
                </a:solidFill>
                <a:latin typeface="Times New Roman" panose="02020603050405020304" pitchFamily="18" charset="0"/>
                <a:ea typeface="楷体_GB2312"/>
              </a:rPr>
              <a:t>+ … + </a:t>
            </a:r>
            <a:r>
              <a:rPr lang="en-US" altLang="zh-CN" sz="2400" b="1" i="1" dirty="0">
                <a:solidFill>
                  <a:srgbClr val="FF0000"/>
                </a:solidFill>
                <a:latin typeface="Times New Roman" panose="02020603050405020304" pitchFamily="18" charset="0"/>
                <a:ea typeface="楷体_GB2312"/>
              </a:rPr>
              <a:t>c</a:t>
            </a:r>
            <a:r>
              <a:rPr lang="en-US" altLang="zh-CN" sz="2400" b="1" i="1" baseline="-25000" dirty="0">
                <a:solidFill>
                  <a:srgbClr val="FF0000"/>
                </a:solidFill>
                <a:latin typeface="Times New Roman" panose="02020603050405020304" pitchFamily="18" charset="0"/>
                <a:ea typeface="楷体_GB2312"/>
              </a:rPr>
              <a:t>n</a:t>
            </a:r>
            <a:r>
              <a:rPr lang="en-US" altLang="zh-CN" sz="2400" b="1" baseline="-25000" dirty="0">
                <a:solidFill>
                  <a:srgbClr val="FF0000"/>
                </a:solidFill>
                <a:latin typeface="Times New Roman" panose="02020603050405020304" pitchFamily="18" charset="0"/>
                <a:ea typeface="楷体_GB2312"/>
              </a:rPr>
              <a:t>-</a:t>
            </a:r>
            <a:r>
              <a:rPr lang="en-US" altLang="zh-CN" sz="2400" b="1" i="1" baseline="-25000" dirty="0">
                <a:solidFill>
                  <a:srgbClr val="FF0000"/>
                </a:solidFill>
                <a:latin typeface="Times New Roman" panose="02020603050405020304" pitchFamily="18" charset="0"/>
                <a:ea typeface="楷体_GB2312"/>
              </a:rPr>
              <a:t>r</a:t>
            </a:r>
            <a:r>
              <a:rPr lang="en-US" altLang="zh-CN" sz="2400" b="1" i="1" dirty="0">
                <a:solidFill>
                  <a:srgbClr val="FF0000"/>
                </a:solidFill>
                <a:latin typeface="Symbol" panose="05050102010706020507" pitchFamily="18" charset="2"/>
                <a:ea typeface="楷体_GB2312"/>
              </a:rPr>
              <a:t>x</a:t>
            </a:r>
            <a:r>
              <a:rPr lang="en-US" altLang="zh-CN" sz="2400" b="1" i="1" baseline="-25000" dirty="0">
                <a:solidFill>
                  <a:srgbClr val="FF0000"/>
                </a:solidFill>
                <a:latin typeface="Times New Roman" panose="02020603050405020304" pitchFamily="18" charset="0"/>
                <a:ea typeface="楷体_GB2312"/>
              </a:rPr>
              <a:t>n</a:t>
            </a:r>
            <a:r>
              <a:rPr lang="en-US" altLang="zh-CN" sz="2400" b="1" baseline="-25000" dirty="0">
                <a:solidFill>
                  <a:srgbClr val="FF0000"/>
                </a:solidFill>
                <a:latin typeface="Times New Roman" panose="02020603050405020304" pitchFamily="18" charset="0"/>
                <a:ea typeface="楷体_GB2312"/>
              </a:rPr>
              <a:t>-</a:t>
            </a:r>
            <a:r>
              <a:rPr lang="en-US" altLang="zh-CN" sz="2400" b="1" i="1" baseline="-25000" dirty="0">
                <a:solidFill>
                  <a:srgbClr val="FF0000"/>
                </a:solidFill>
                <a:latin typeface="Times New Roman" panose="02020603050405020304" pitchFamily="18" charset="0"/>
                <a:ea typeface="楷体_GB2312"/>
              </a:rPr>
              <a:t>r </a:t>
            </a:r>
          </a:p>
        </p:txBody>
      </p:sp>
      <p:graphicFrame>
        <p:nvGraphicFramePr>
          <p:cNvPr id="96264" name="Object 8"/>
          <p:cNvGraphicFramePr>
            <a:graphicFrameLocks noChangeAspect="1"/>
          </p:cNvGraphicFramePr>
          <p:nvPr/>
        </p:nvGraphicFramePr>
        <p:xfrm>
          <a:off x="4140200" y="2141538"/>
          <a:ext cx="3463925" cy="1425575"/>
        </p:xfrm>
        <a:graphic>
          <a:graphicData uri="http://schemas.openxmlformats.org/presentationml/2006/ole">
            <mc:AlternateContent xmlns:mc="http://schemas.openxmlformats.org/markup-compatibility/2006">
              <mc:Choice xmlns:v="urn:schemas-microsoft-com:vml" Requires="v">
                <p:oleObj r:id="rId6" imgW="2311400" imgH="952500" progId="Equation.DSMT4">
                  <p:embed/>
                </p:oleObj>
              </mc:Choice>
              <mc:Fallback>
                <p:oleObj r:id="rId6" imgW="2311400" imgH="952500" progId="Equation.DSMT4">
                  <p:embed/>
                  <p:pic>
                    <p:nvPicPr>
                      <p:cNvPr id="0" name="图片 4379"/>
                      <p:cNvPicPr/>
                      <p:nvPr/>
                    </p:nvPicPr>
                    <p:blipFill>
                      <a:blip r:embed="rId7"/>
                      <a:stretch>
                        <a:fillRect/>
                      </a:stretch>
                    </p:blipFill>
                    <p:spPr>
                      <a:xfrm>
                        <a:off x="4140200" y="2141538"/>
                        <a:ext cx="3463925" cy="1425575"/>
                      </a:xfrm>
                      <a:prstGeom prst="rect">
                        <a:avLst/>
                      </a:prstGeom>
                      <a:noFill/>
                      <a:ln w="38100">
                        <a:noFill/>
                        <a:miter/>
                      </a:ln>
                    </p:spPr>
                  </p:pic>
                </p:oleObj>
              </mc:Fallback>
            </mc:AlternateContent>
          </a:graphicData>
        </a:graphic>
      </p:graphicFrame>
      <p:graphicFrame>
        <p:nvGraphicFramePr>
          <p:cNvPr id="96265" name="Object 9"/>
          <p:cNvGraphicFramePr>
            <a:graphicFrameLocks noChangeAspect="1"/>
          </p:cNvGraphicFramePr>
          <p:nvPr/>
        </p:nvGraphicFramePr>
        <p:xfrm>
          <a:off x="574675" y="3894138"/>
          <a:ext cx="4170363" cy="2414587"/>
        </p:xfrm>
        <a:graphic>
          <a:graphicData uri="http://schemas.openxmlformats.org/presentationml/2006/ole">
            <mc:AlternateContent xmlns:mc="http://schemas.openxmlformats.org/markup-compatibility/2006">
              <mc:Choice xmlns:v="urn:schemas-microsoft-com:vml" Requires="v">
                <p:oleObj r:id="rId8" imgW="2781300" imgH="1612900" progId="Equation.DSMT4">
                  <p:embed/>
                </p:oleObj>
              </mc:Choice>
              <mc:Fallback>
                <p:oleObj r:id="rId8" imgW="2781300" imgH="1612900" progId="Equation.DSMT4">
                  <p:embed/>
                  <p:pic>
                    <p:nvPicPr>
                      <p:cNvPr id="0" name="图片 4375"/>
                      <p:cNvPicPr/>
                      <p:nvPr/>
                    </p:nvPicPr>
                    <p:blipFill>
                      <a:blip r:embed="rId9"/>
                      <a:stretch>
                        <a:fillRect/>
                      </a:stretch>
                    </p:blipFill>
                    <p:spPr>
                      <a:xfrm>
                        <a:off x="574675" y="3894138"/>
                        <a:ext cx="4170363" cy="2414587"/>
                      </a:xfrm>
                      <a:prstGeom prst="rect">
                        <a:avLst/>
                      </a:prstGeom>
                      <a:noFill/>
                      <a:ln w="38100">
                        <a:noFill/>
                        <a:miter/>
                      </a:ln>
                    </p:spPr>
                  </p:pic>
                </p:oleObj>
              </mc:Fallback>
            </mc:AlternateContent>
          </a:graphicData>
        </a:graphic>
      </p:graphicFrame>
      <p:sp>
        <p:nvSpPr>
          <p:cNvPr id="96266" name="Rectangle 10"/>
          <p:cNvSpPr/>
          <p:nvPr/>
        </p:nvSpPr>
        <p:spPr>
          <a:xfrm>
            <a:off x="490538" y="2635250"/>
            <a:ext cx="3721100" cy="457200"/>
          </a:xfrm>
          <a:prstGeom prst="rect">
            <a:avLst/>
          </a:prstGeom>
          <a:noFill/>
          <a:ln w="9525">
            <a:noFill/>
          </a:ln>
        </p:spPr>
        <p:txBody>
          <a:bodyPr>
            <a:spAutoFit/>
          </a:bodyPr>
          <a:lstStyle/>
          <a:p>
            <a:pPr algn="r"/>
            <a:r>
              <a:rPr lang="zh-CN" altLang="en-US" sz="2400" b="1" dirty="0">
                <a:solidFill>
                  <a:srgbClr val="000000"/>
                </a:solidFill>
                <a:latin typeface="Times New Roman" panose="02020603050405020304" pitchFamily="18" charset="0"/>
                <a:ea typeface="楷体_GB2312"/>
              </a:rPr>
              <a:t>，则</a:t>
            </a:r>
          </a:p>
        </p:txBody>
      </p:sp>
      <p:sp>
        <p:nvSpPr>
          <p:cNvPr id="96267" name="Rectangle 11"/>
          <p:cNvSpPr/>
          <p:nvPr/>
        </p:nvSpPr>
        <p:spPr>
          <a:xfrm>
            <a:off x="490538" y="2635250"/>
            <a:ext cx="3721100" cy="457200"/>
          </a:xfrm>
          <a:prstGeom prst="rect">
            <a:avLst/>
          </a:prstGeom>
          <a:noFill/>
          <a:ln w="9525">
            <a:noFill/>
          </a:ln>
        </p:spPr>
        <p:txBody>
          <a:bodyPr>
            <a:spAutoFit/>
          </a:bodyPr>
          <a:lstStyle/>
          <a:p>
            <a:r>
              <a:rPr lang="zh-CN" altLang="en-US" sz="2400" b="1" dirty="0">
                <a:solidFill>
                  <a:srgbClr val="000000"/>
                </a:solidFill>
                <a:latin typeface="Times New Roman" panose="02020603050405020304" pitchFamily="18" charset="0"/>
                <a:ea typeface="楷体_GB2312"/>
              </a:rPr>
              <a:t>令</a:t>
            </a:r>
          </a:p>
        </p:txBody>
      </p:sp>
      <p:sp>
        <p:nvSpPr>
          <p:cNvPr id="96268" name="Rectangle 12"/>
          <p:cNvSpPr/>
          <p:nvPr/>
        </p:nvSpPr>
        <p:spPr>
          <a:xfrm>
            <a:off x="2268538" y="2133600"/>
            <a:ext cx="431800" cy="1439863"/>
          </a:xfrm>
          <a:prstGeom prst="rect">
            <a:avLst/>
          </a:prstGeom>
          <a:solidFill>
            <a:schemeClr val="bg1"/>
          </a:solidFill>
          <a:ln w="9525">
            <a:noFill/>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96269" name="Rectangle 13"/>
          <p:cNvSpPr/>
          <p:nvPr/>
        </p:nvSpPr>
        <p:spPr>
          <a:xfrm>
            <a:off x="2700338" y="2133600"/>
            <a:ext cx="792162" cy="1439863"/>
          </a:xfrm>
          <a:prstGeom prst="rect">
            <a:avLst/>
          </a:prstGeom>
          <a:solidFill>
            <a:schemeClr val="bg1"/>
          </a:solidFill>
          <a:ln w="9525">
            <a:noFill/>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96270" name="Rectangle 14"/>
          <p:cNvSpPr/>
          <p:nvPr/>
        </p:nvSpPr>
        <p:spPr>
          <a:xfrm>
            <a:off x="5578475" y="2133600"/>
            <a:ext cx="755650" cy="1439863"/>
          </a:xfrm>
          <a:prstGeom prst="rect">
            <a:avLst/>
          </a:prstGeom>
          <a:solidFill>
            <a:schemeClr val="bg1"/>
          </a:solidFill>
          <a:ln w="9525">
            <a:noFill/>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96271" name="Rectangle 15"/>
          <p:cNvSpPr/>
          <p:nvPr/>
        </p:nvSpPr>
        <p:spPr>
          <a:xfrm>
            <a:off x="6327775" y="2133600"/>
            <a:ext cx="1339850" cy="1439863"/>
          </a:xfrm>
          <a:prstGeom prst="rect">
            <a:avLst/>
          </a:prstGeom>
          <a:solidFill>
            <a:schemeClr val="bg1"/>
          </a:solidFill>
          <a:ln w="9525">
            <a:noFill/>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96272" name="Rectangle 16"/>
          <p:cNvSpPr/>
          <p:nvPr/>
        </p:nvSpPr>
        <p:spPr>
          <a:xfrm>
            <a:off x="3362325" y="476250"/>
            <a:ext cx="395288" cy="1368425"/>
          </a:xfrm>
          <a:prstGeom prst="rect">
            <a:avLst/>
          </a:prstGeom>
          <a:noFill/>
          <a:ln w="28575" cap="flat" cmpd="sng">
            <a:solidFill>
              <a:srgbClr val="0000FF"/>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96273" name="Rectangle 17"/>
          <p:cNvSpPr/>
          <p:nvPr/>
        </p:nvSpPr>
        <p:spPr>
          <a:xfrm>
            <a:off x="5378450" y="476250"/>
            <a:ext cx="647700" cy="1368425"/>
          </a:xfrm>
          <a:prstGeom prst="rect">
            <a:avLst/>
          </a:prstGeom>
          <a:noFill/>
          <a:ln w="28575" cap="flat" cmpd="sng">
            <a:solidFill>
              <a:srgbClr val="0000FF"/>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96274" name="Rectangle 18"/>
          <p:cNvSpPr/>
          <p:nvPr/>
        </p:nvSpPr>
        <p:spPr>
          <a:xfrm>
            <a:off x="4133850" y="476250"/>
            <a:ext cx="438150" cy="1368425"/>
          </a:xfrm>
          <a:prstGeom prst="rect">
            <a:avLst/>
          </a:prstGeom>
          <a:noFill/>
          <a:ln w="28575" cap="flat" cmpd="sng">
            <a:solidFill>
              <a:srgbClr val="0000FF"/>
            </a:solidFill>
            <a:prstDash val="solid"/>
            <a:miter/>
            <a:headEnd type="none" w="med" len="med"/>
            <a:tailEnd type="none" w="med" len="med"/>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2" name="文本框 1"/>
          <p:cNvSpPr txBox="1"/>
          <p:nvPr/>
        </p:nvSpPr>
        <p:spPr>
          <a:xfrm>
            <a:off x="395605" y="548640"/>
            <a:ext cx="1936750" cy="1383665"/>
          </a:xfrm>
          <a:prstGeom prst="rect">
            <a:avLst/>
          </a:prstGeom>
          <a:noFill/>
        </p:spPr>
        <p:txBody>
          <a:bodyPr wrap="square" rtlCol="0">
            <a:spAutoFit/>
          </a:bodyPr>
          <a:lstStyle/>
          <a:p>
            <a:r>
              <a:rPr lang="zh-CN" altLang="en-US">
                <a:solidFill>
                  <a:srgbClr val="FF0000"/>
                </a:solidFill>
              </a:rPr>
              <a:t>基础解系求解方法二：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94307"/>
                                        </p:tgtEl>
                                        <p:attrNameLst>
                                          <p:attrName>style.visibility</p:attrName>
                                        </p:attrNameLst>
                                      </p:cBhvr>
                                      <p:to>
                                        <p:strVal val="visible"/>
                                      </p:to>
                                    </p:set>
                                    <p:animEffect transition="in" filter="blinds(horizontal)">
                                      <p:cBhvr>
                                        <p:cTn id="12" dur="500"/>
                                        <p:tgtEl>
                                          <p:spTgt spid="994307"/>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96267"/>
                                        </p:tgtEl>
                                        <p:attrNameLst>
                                          <p:attrName>style.visibility</p:attrName>
                                        </p:attrNameLst>
                                      </p:cBhvr>
                                      <p:to>
                                        <p:strVal val="visible"/>
                                      </p:to>
                                    </p:set>
                                    <p:animEffect transition="in" filter="wipe(left)">
                                      <p:cBhvr>
                                        <p:cTn id="15" dur="500"/>
                                        <p:tgtEl>
                                          <p:spTgt spid="9626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6258"/>
                                        </p:tgtEl>
                                        <p:attrNameLst>
                                          <p:attrName>style.visibility</p:attrName>
                                        </p:attrNameLst>
                                      </p:cBhvr>
                                      <p:to>
                                        <p:strVal val="visible"/>
                                      </p:to>
                                    </p:set>
                                    <p:animEffect transition="in" filter="wipe(left)">
                                      <p:cBhvr>
                                        <p:cTn id="20" dur="500"/>
                                        <p:tgtEl>
                                          <p:spTgt spid="9625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96272"/>
                                        </p:tgtEl>
                                        <p:attrNameLst>
                                          <p:attrName>style.visibility</p:attrName>
                                        </p:attrNameLst>
                                      </p:cBhvr>
                                      <p:to>
                                        <p:strVal val="visible"/>
                                      </p:to>
                                    </p:set>
                                    <p:animEffect transition="in" filter="wipe(up)">
                                      <p:cBhvr>
                                        <p:cTn id="25" dur="500"/>
                                        <p:tgtEl>
                                          <p:spTgt spid="9627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6266"/>
                                        </p:tgtEl>
                                        <p:attrNameLst>
                                          <p:attrName>style.visibility</p:attrName>
                                        </p:attrNameLst>
                                      </p:cBhvr>
                                      <p:to>
                                        <p:strVal val="visible"/>
                                      </p:to>
                                    </p:set>
                                    <p:animEffect transition="in" filter="wipe(left)">
                                      <p:cBhvr>
                                        <p:cTn id="30" dur="500"/>
                                        <p:tgtEl>
                                          <p:spTgt spid="96266"/>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96264"/>
                                        </p:tgtEl>
                                        <p:attrNameLst>
                                          <p:attrName>style.visibility</p:attrName>
                                        </p:attrNameLst>
                                      </p:cBhvr>
                                      <p:to>
                                        <p:strVal val="visible"/>
                                      </p:to>
                                    </p:set>
                                    <p:animEffect transition="in" filter="wipe(left)">
                                      <p:cBhvr>
                                        <p:cTn id="34" dur="500"/>
                                        <p:tgtEl>
                                          <p:spTgt spid="9626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xit" presetSubtype="1" fill="hold" grpId="0" nodeType="clickEffect">
                                  <p:stCondLst>
                                    <p:cond delay="0"/>
                                  </p:stCondLst>
                                  <p:childTnLst>
                                    <p:animEffect transition="out" filter="wipe(up)">
                                      <p:cBhvr>
                                        <p:cTn id="38" dur="500"/>
                                        <p:tgtEl>
                                          <p:spTgt spid="96268"/>
                                        </p:tgtEl>
                                      </p:cBhvr>
                                    </p:animEffect>
                                    <p:set>
                                      <p:cBhvr>
                                        <p:cTn id="39" dur="1" fill="hold">
                                          <p:stCondLst>
                                            <p:cond delay="499"/>
                                          </p:stCondLst>
                                        </p:cTn>
                                        <p:tgtEl>
                                          <p:spTgt spid="96268"/>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96274"/>
                                        </p:tgtEl>
                                        <p:attrNameLst>
                                          <p:attrName>style.visibility</p:attrName>
                                        </p:attrNameLst>
                                      </p:cBhvr>
                                      <p:to>
                                        <p:strVal val="visible"/>
                                      </p:to>
                                    </p:set>
                                    <p:animEffect transition="in" filter="wipe(up)">
                                      <p:cBhvr>
                                        <p:cTn id="44" dur="500"/>
                                        <p:tgtEl>
                                          <p:spTgt spid="96274"/>
                                        </p:tgtEl>
                                      </p:cBhvr>
                                    </p:animEffect>
                                  </p:childTnLst>
                                </p:cTn>
                              </p:par>
                              <p:par>
                                <p:cTn id="45" presetID="22" presetClass="exit" presetSubtype="1" fill="hold" grpId="0" nodeType="withEffect">
                                  <p:stCondLst>
                                    <p:cond delay="0"/>
                                  </p:stCondLst>
                                  <p:childTnLst>
                                    <p:animEffect transition="out" filter="wipe(up)">
                                      <p:cBhvr>
                                        <p:cTn id="46" dur="500"/>
                                        <p:tgtEl>
                                          <p:spTgt spid="96270"/>
                                        </p:tgtEl>
                                      </p:cBhvr>
                                    </p:animEffect>
                                    <p:set>
                                      <p:cBhvr>
                                        <p:cTn id="47" dur="1" fill="hold">
                                          <p:stCondLst>
                                            <p:cond delay="499"/>
                                          </p:stCondLst>
                                        </p:cTn>
                                        <p:tgtEl>
                                          <p:spTgt spid="96270"/>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xit" presetSubtype="1" fill="hold" grpId="0" nodeType="clickEffect">
                                  <p:stCondLst>
                                    <p:cond delay="0"/>
                                  </p:stCondLst>
                                  <p:childTnLst>
                                    <p:animEffect transition="out" filter="wipe(up)">
                                      <p:cBhvr>
                                        <p:cTn id="51" dur="500"/>
                                        <p:tgtEl>
                                          <p:spTgt spid="96269"/>
                                        </p:tgtEl>
                                      </p:cBhvr>
                                    </p:animEffect>
                                    <p:set>
                                      <p:cBhvr>
                                        <p:cTn id="52" dur="1" fill="hold">
                                          <p:stCondLst>
                                            <p:cond delay="499"/>
                                          </p:stCondLst>
                                        </p:cTn>
                                        <p:tgtEl>
                                          <p:spTgt spid="96269"/>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96273"/>
                                        </p:tgtEl>
                                        <p:attrNameLst>
                                          <p:attrName>style.visibility</p:attrName>
                                        </p:attrNameLst>
                                      </p:cBhvr>
                                      <p:to>
                                        <p:strVal val="visible"/>
                                      </p:to>
                                    </p:set>
                                    <p:animEffect transition="in" filter="wipe(up)">
                                      <p:cBhvr>
                                        <p:cTn id="57" dur="500"/>
                                        <p:tgtEl>
                                          <p:spTgt spid="96273"/>
                                        </p:tgtEl>
                                      </p:cBhvr>
                                    </p:animEffect>
                                  </p:childTnLst>
                                </p:cTn>
                              </p:par>
                              <p:par>
                                <p:cTn id="58" presetID="22" presetClass="exit" presetSubtype="1" fill="hold" grpId="0" nodeType="withEffect">
                                  <p:stCondLst>
                                    <p:cond delay="0"/>
                                  </p:stCondLst>
                                  <p:childTnLst>
                                    <p:animEffect transition="out" filter="wipe(up)">
                                      <p:cBhvr>
                                        <p:cTn id="59" dur="500"/>
                                        <p:tgtEl>
                                          <p:spTgt spid="96271"/>
                                        </p:tgtEl>
                                      </p:cBhvr>
                                    </p:animEffect>
                                    <p:set>
                                      <p:cBhvr>
                                        <p:cTn id="60" dur="1" fill="hold">
                                          <p:stCondLst>
                                            <p:cond delay="499"/>
                                          </p:stCondLst>
                                        </p:cTn>
                                        <p:tgtEl>
                                          <p:spTgt spid="96271"/>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nodeType="clickEffect">
                                  <p:stCondLst>
                                    <p:cond delay="0"/>
                                  </p:stCondLst>
                                  <p:childTnLst>
                                    <p:set>
                                      <p:cBhvr>
                                        <p:cTn id="64" dur="1" fill="hold">
                                          <p:stCondLst>
                                            <p:cond delay="0"/>
                                          </p:stCondLst>
                                        </p:cTn>
                                        <p:tgtEl>
                                          <p:spTgt spid="96265"/>
                                        </p:tgtEl>
                                        <p:attrNameLst>
                                          <p:attrName>style.visibility</p:attrName>
                                        </p:attrNameLst>
                                      </p:cBhvr>
                                      <p:to>
                                        <p:strVal val="visible"/>
                                      </p:to>
                                    </p:set>
                                    <p:animEffect transition="in" filter="box(in)">
                                      <p:cBhvr>
                                        <p:cTn id="65" dur="500"/>
                                        <p:tgtEl>
                                          <p:spTgt spid="96265"/>
                                        </p:tgtEl>
                                      </p:cBhvr>
                                    </p:animEffect>
                                  </p:childTnLst>
                                </p:cTn>
                              </p:par>
                            </p:childTnLst>
                          </p:cTn>
                        </p:par>
                      </p:childTnLst>
                    </p:cTn>
                  </p:par>
                  <p:par>
                    <p:cTn id="66" fill="hold">
                      <p:stCondLst>
                        <p:cond delay="indefinite"/>
                      </p:stCondLst>
                      <p:childTnLst>
                        <p:par>
                          <p:cTn id="67" fill="hold">
                            <p:stCondLst>
                              <p:cond delay="0"/>
                            </p:stCondLst>
                            <p:childTnLst>
                              <p:par>
                                <p:cTn id="68" presetID="4" presetClass="entr" presetSubtype="16" fill="hold" grpId="0" nodeType="clickEffect">
                                  <p:stCondLst>
                                    <p:cond delay="0"/>
                                  </p:stCondLst>
                                  <p:childTnLst>
                                    <p:set>
                                      <p:cBhvr>
                                        <p:cTn id="69" dur="1" fill="hold">
                                          <p:stCondLst>
                                            <p:cond delay="0"/>
                                          </p:stCondLst>
                                        </p:cTn>
                                        <p:tgtEl>
                                          <p:spTgt spid="96263">
                                            <p:txEl>
                                              <p:pRg st="0" end="0"/>
                                            </p:txEl>
                                          </p:spTgt>
                                        </p:tgtEl>
                                        <p:attrNameLst>
                                          <p:attrName>style.visibility</p:attrName>
                                        </p:attrNameLst>
                                      </p:cBhvr>
                                      <p:to>
                                        <p:strVal val="visible"/>
                                      </p:to>
                                    </p:set>
                                    <p:animEffect transition="in" filter="box(in)">
                                      <p:cBhvr>
                                        <p:cTn id="70" dur="500"/>
                                        <p:tgtEl>
                                          <p:spTgt spid="96263">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4" presetClass="entr" presetSubtype="16" fill="hold" grpId="0" nodeType="clickEffect">
                                  <p:stCondLst>
                                    <p:cond delay="0"/>
                                  </p:stCondLst>
                                  <p:childTnLst>
                                    <p:set>
                                      <p:cBhvr>
                                        <p:cTn id="74" dur="1" fill="hold">
                                          <p:stCondLst>
                                            <p:cond delay="0"/>
                                          </p:stCondLst>
                                        </p:cTn>
                                        <p:tgtEl>
                                          <p:spTgt spid="96263">
                                            <p:txEl>
                                              <p:pRg st="1" end="1"/>
                                            </p:txEl>
                                          </p:spTgt>
                                        </p:tgtEl>
                                        <p:attrNameLst>
                                          <p:attrName>style.visibility</p:attrName>
                                        </p:attrNameLst>
                                      </p:cBhvr>
                                      <p:to>
                                        <p:strVal val="visible"/>
                                      </p:to>
                                    </p:set>
                                    <p:animEffect transition="in" filter="box(in)">
                                      <p:cBhvr>
                                        <p:cTn id="75" dur="500"/>
                                        <p:tgtEl>
                                          <p:spTgt spid="96263">
                                            <p:txEl>
                                              <p:pRg st="1" end="1"/>
                                            </p:txEl>
                                          </p:spTgt>
                                        </p:tgtEl>
                                      </p:cBhvr>
                                    </p:animEffect>
                                  </p:childTnLst>
                                </p:cTn>
                              </p:par>
                              <p:par>
                                <p:cTn id="76" presetID="4" presetClass="entr" presetSubtype="16" fill="hold" grpId="0" nodeType="withEffect">
                                  <p:stCondLst>
                                    <p:cond delay="0"/>
                                  </p:stCondLst>
                                  <p:childTnLst>
                                    <p:set>
                                      <p:cBhvr>
                                        <p:cTn id="77" dur="1" fill="hold">
                                          <p:stCondLst>
                                            <p:cond delay="0"/>
                                          </p:stCondLst>
                                        </p:cTn>
                                        <p:tgtEl>
                                          <p:spTgt spid="96263">
                                            <p:txEl>
                                              <p:pRg st="2" end="2"/>
                                            </p:txEl>
                                          </p:spTgt>
                                        </p:tgtEl>
                                        <p:attrNameLst>
                                          <p:attrName>style.visibility</p:attrName>
                                        </p:attrNameLst>
                                      </p:cBhvr>
                                      <p:to>
                                        <p:strVal val="visible"/>
                                      </p:to>
                                    </p:set>
                                    <p:animEffect transition="in" filter="box(in)">
                                      <p:cBhvr>
                                        <p:cTn id="78" dur="500"/>
                                        <p:tgtEl>
                                          <p:spTgt spid="962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3" grpId="0" build="p"/>
      <p:bldP spid="96266" grpId="0"/>
      <p:bldP spid="96267" grpId="0"/>
      <p:bldP spid="96268" grpId="0" bldLvl="0" animBg="1"/>
      <p:bldP spid="96269" grpId="0" bldLvl="0" animBg="1"/>
      <p:bldP spid="96270" grpId="0" bldLvl="0" animBg="1"/>
      <p:bldP spid="96271" grpId="0" bldLvl="0" animBg="1"/>
      <p:bldP spid="96272" grpId="0" bldLvl="0" animBg="1"/>
      <p:bldP spid="96273" grpId="0" bldLvl="0" animBg="1"/>
      <p:bldP spid="96274" grpId="0" bldLvl="0" animBg="1"/>
      <p:bldP spid="2"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p:cNvSpPr>
          <p:nvPr>
            <p:ph idx="1"/>
          </p:nvPr>
        </p:nvSpPr>
        <p:spPr>
          <a:xfrm>
            <a:off x="135890" y="1628775"/>
            <a:ext cx="8632190" cy="1860550"/>
          </a:xfrm>
        </p:spPr>
        <p:txBody>
          <a:bodyPr vert="horz" wrap="none" lIns="91440" tIns="45720" rIns="91440" bIns="45720" anchor="t" anchorCtr="0">
            <a:noAutofit/>
          </a:bodyPr>
          <a:lstStyle/>
          <a:p>
            <a:pPr algn="l" eaLnBrk="1" hangingPunct="1">
              <a:buNone/>
            </a:pPr>
            <a:r>
              <a:rPr lang="zh-CN" altLang="en-US" sz="2800" b="1" dirty="0">
                <a:solidFill>
                  <a:srgbClr val="FF0000"/>
                </a:solidFill>
              </a:rPr>
              <a:t>例</a:t>
            </a:r>
            <a:r>
              <a:rPr lang="en-US" altLang="zh-CN" sz="2800" b="1" dirty="0">
                <a:solidFill>
                  <a:srgbClr val="FF0000"/>
                </a:solidFill>
              </a:rPr>
              <a:t>3.7.1</a:t>
            </a:r>
            <a:r>
              <a:rPr lang="en-US" altLang="zh-CN" sz="2800" dirty="0">
                <a:solidFill>
                  <a:srgbClr val="FF0000"/>
                </a:solidFill>
              </a:rPr>
              <a:t>  </a:t>
            </a:r>
            <a:r>
              <a:rPr lang="zh-CN" altLang="en-US" sz="2800" dirty="0"/>
              <a:t>齐次线性方程组</a:t>
            </a:r>
            <a:r>
              <a:rPr lang="zh-CN" altLang="en-US" dirty="0"/>
              <a:t>                                             </a:t>
            </a:r>
          </a:p>
          <a:p>
            <a:pPr algn="l" eaLnBrk="1" hangingPunct="1">
              <a:buNone/>
            </a:pPr>
            <a:endParaRPr lang="zh-CN" altLang="en-US" sz="2800" dirty="0">
              <a:solidFill>
                <a:schemeClr val="tx1"/>
              </a:solidFill>
            </a:endParaRPr>
          </a:p>
          <a:p>
            <a:pPr algn="l" eaLnBrk="1" hangingPunct="1">
              <a:buNone/>
            </a:pPr>
            <a:r>
              <a:rPr lang="zh-CN" altLang="en-US" sz="2800" dirty="0">
                <a:solidFill>
                  <a:schemeClr val="tx1"/>
                </a:solidFill>
              </a:rPr>
              <a:t>础解系与通解</a:t>
            </a:r>
            <a:r>
              <a:rPr lang="en-US" altLang="zh-CN" sz="2800" dirty="0">
                <a:solidFill>
                  <a:schemeClr val="tx1"/>
                </a:solidFill>
              </a:rPr>
              <a:t>.</a:t>
            </a:r>
            <a:endParaRPr lang="zh-CN" altLang="en-US" sz="2800" dirty="0">
              <a:solidFill>
                <a:schemeClr val="tx1"/>
              </a:solidFill>
            </a:endParaRPr>
          </a:p>
          <a:p>
            <a:pPr algn="l" eaLnBrk="1" hangingPunct="1">
              <a:buNone/>
            </a:pPr>
            <a:endParaRPr lang="zh-CN" altLang="en-US" sz="2800" dirty="0">
              <a:solidFill>
                <a:schemeClr val="tx1"/>
              </a:solidFill>
            </a:endParaRPr>
          </a:p>
        </p:txBody>
      </p:sp>
      <p:graphicFrame>
        <p:nvGraphicFramePr>
          <p:cNvPr id="996356" name="Object 7"/>
          <p:cNvGraphicFramePr>
            <a:graphicFrameLocks noChangeAspect="1"/>
          </p:cNvGraphicFramePr>
          <p:nvPr/>
        </p:nvGraphicFramePr>
        <p:xfrm>
          <a:off x="4140042" y="1182370"/>
          <a:ext cx="3314065" cy="1884045"/>
        </p:xfrm>
        <a:graphic>
          <a:graphicData uri="http://schemas.openxmlformats.org/presentationml/2006/ole">
            <mc:AlternateContent xmlns:mc="http://schemas.openxmlformats.org/markup-compatibility/2006">
              <mc:Choice xmlns:v="urn:schemas-microsoft-com:vml" Requires="v">
                <p:oleObj r:id="rId2" imgW="1651000" imgH="939800" progId="Equation.DSMT4">
                  <p:embed/>
                </p:oleObj>
              </mc:Choice>
              <mc:Fallback>
                <p:oleObj r:id="rId2" imgW="1651000" imgH="939800" progId="Equation.DSMT4">
                  <p:embed/>
                  <p:pic>
                    <p:nvPicPr>
                      <p:cNvPr id="0" name="图片 4387"/>
                      <p:cNvPicPr/>
                      <p:nvPr/>
                    </p:nvPicPr>
                    <p:blipFill>
                      <a:blip r:embed="rId3"/>
                      <a:stretch>
                        <a:fillRect/>
                      </a:stretch>
                    </p:blipFill>
                    <p:spPr>
                      <a:xfrm>
                        <a:off x="4140042" y="1182370"/>
                        <a:ext cx="3314065" cy="1884045"/>
                      </a:xfrm>
                      <a:prstGeom prst="rect">
                        <a:avLst/>
                      </a:prstGeom>
                      <a:noFill/>
                      <a:ln w="38100">
                        <a:noFill/>
                        <a:miter/>
                      </a:ln>
                    </p:spPr>
                  </p:pic>
                </p:oleObj>
              </mc:Fallback>
            </mc:AlternateContent>
          </a:graphicData>
        </a:graphic>
      </p:graphicFrame>
      <p:graphicFrame>
        <p:nvGraphicFramePr>
          <p:cNvPr id="106504" name="Object 8"/>
          <p:cNvGraphicFramePr>
            <a:graphicFrameLocks noChangeAspect="1"/>
          </p:cNvGraphicFramePr>
          <p:nvPr/>
        </p:nvGraphicFramePr>
        <p:xfrm>
          <a:off x="611505" y="4220845"/>
          <a:ext cx="8100695" cy="1721485"/>
        </p:xfrm>
        <a:graphic>
          <a:graphicData uri="http://schemas.openxmlformats.org/presentationml/2006/ole">
            <mc:AlternateContent xmlns:mc="http://schemas.openxmlformats.org/markup-compatibility/2006">
              <mc:Choice xmlns:v="urn:schemas-microsoft-com:vml" Requires="v">
                <p:oleObj r:id="rId4" imgW="4356100" imgH="927100" progId="Equation.DSMT4">
                  <p:embed/>
                </p:oleObj>
              </mc:Choice>
              <mc:Fallback>
                <p:oleObj r:id="rId4" imgW="4356100" imgH="927100" progId="Equation.DSMT4">
                  <p:embed/>
                  <p:pic>
                    <p:nvPicPr>
                      <p:cNvPr id="0" name="图片 4380"/>
                      <p:cNvPicPr/>
                      <p:nvPr/>
                    </p:nvPicPr>
                    <p:blipFill>
                      <a:blip r:embed="rId5"/>
                      <a:stretch>
                        <a:fillRect/>
                      </a:stretch>
                    </p:blipFill>
                    <p:spPr>
                      <a:xfrm>
                        <a:off x="611505" y="4220845"/>
                        <a:ext cx="8100695" cy="1721485"/>
                      </a:xfrm>
                      <a:prstGeom prst="rect">
                        <a:avLst/>
                      </a:prstGeom>
                      <a:noFill/>
                      <a:ln w="38100">
                        <a:noFill/>
                        <a:miter/>
                      </a:ln>
                    </p:spPr>
                  </p:pic>
                </p:oleObj>
              </mc:Fallback>
            </mc:AlternateContent>
          </a:graphicData>
        </a:graphic>
      </p:graphicFrame>
      <p:sp>
        <p:nvSpPr>
          <p:cNvPr id="106508" name="Rectangle 12"/>
          <p:cNvSpPr/>
          <p:nvPr/>
        </p:nvSpPr>
        <p:spPr>
          <a:xfrm>
            <a:off x="2339975" y="6093460"/>
            <a:ext cx="6610350" cy="460375"/>
          </a:xfrm>
          <a:prstGeom prst="rect">
            <a:avLst/>
          </a:prstGeom>
          <a:noFill/>
          <a:ln w="9525">
            <a:noFill/>
          </a:ln>
        </p:spPr>
        <p:txBody>
          <a:bodyPr wrap="none">
            <a:spAutoFit/>
          </a:bodyPr>
          <a:lstStyle/>
          <a:p>
            <a:pPr algn="l"/>
            <a:r>
              <a:rPr lang="zh-CN" altLang="en-US" sz="2400" b="1" dirty="0">
                <a:solidFill>
                  <a:srgbClr val="000000"/>
                </a:solidFill>
                <a:latin typeface="Times New Roman" panose="02020603050405020304" pitchFamily="18" charset="0"/>
                <a:ea typeface="楷体_GB2312"/>
              </a:rPr>
              <a:t>即方程组的基础解系含有两个线性无关的向量，</a:t>
            </a:r>
          </a:p>
        </p:txBody>
      </p:sp>
      <p:sp>
        <p:nvSpPr>
          <p:cNvPr id="995330" name="Text Box 2"/>
          <p:cNvSpPr txBox="1"/>
          <p:nvPr/>
        </p:nvSpPr>
        <p:spPr>
          <a:xfrm>
            <a:off x="395605" y="188595"/>
            <a:ext cx="8148320" cy="1076960"/>
          </a:xfrm>
          <a:prstGeom prst="rect">
            <a:avLst/>
          </a:prstGeom>
          <a:noFill/>
          <a:ln w="9525">
            <a:noFill/>
          </a:ln>
        </p:spPr>
        <p:txBody>
          <a:bodyPr>
            <a:noAutofit/>
          </a:bodyPr>
          <a:lstStyle/>
          <a:p>
            <a:pPr marL="457200" indent="-457200">
              <a:lnSpc>
                <a:spcPct val="90000"/>
              </a:lnSpc>
              <a:spcBef>
                <a:spcPct val="50000"/>
              </a:spcBef>
              <a:buClr>
                <a:srgbClr val="9999CC"/>
              </a:buClr>
              <a:buSzPct val="80000"/>
              <a:buFont typeface="Wingdings" panose="05000000000000000000" pitchFamily="2" charset="2"/>
            </a:pPr>
            <a:r>
              <a:rPr lang="zh-CN" altLang="en-US" sz="2400" dirty="0">
                <a:solidFill>
                  <a:srgbClr val="FF0000"/>
                </a:solidFill>
                <a:latin typeface="Times New Roman" panose="02020603050405020304" pitchFamily="18" charset="0"/>
                <a:ea typeface="楷体_GB2312"/>
              </a:rPr>
              <a:t>定理</a:t>
            </a:r>
            <a:r>
              <a:rPr lang="en-US" altLang="zh-CN" sz="2400" dirty="0">
                <a:solidFill>
                  <a:srgbClr val="FF0000"/>
                </a:solidFill>
                <a:latin typeface="Times New Roman" panose="02020603050405020304" pitchFamily="18" charset="0"/>
                <a:ea typeface="楷体_GB2312"/>
              </a:rPr>
              <a:t>3.7.3</a:t>
            </a:r>
            <a:r>
              <a:rPr lang="zh-CN" altLang="en-US" sz="2400" dirty="0">
                <a:solidFill>
                  <a:srgbClr val="FF0000"/>
                </a:solidFill>
                <a:latin typeface="Times New Roman" panose="02020603050405020304" pitchFamily="18" charset="0"/>
                <a:ea typeface="楷体_GB2312"/>
              </a:rPr>
              <a:t>：</a:t>
            </a:r>
            <a:r>
              <a:rPr lang="zh-CN" altLang="en-US" sz="2400" dirty="0">
                <a:solidFill>
                  <a:srgbClr val="000000"/>
                </a:solidFill>
                <a:latin typeface="Times New Roman" panose="02020603050405020304" pitchFamily="18" charset="0"/>
                <a:ea typeface="楷体_GB2312"/>
              </a:rPr>
              <a:t>设齐次线性方程组</a:t>
            </a:r>
            <a:r>
              <a:rPr lang="en-US" altLang="zh-CN" sz="2400" i="1" dirty="0">
                <a:solidFill>
                  <a:srgbClr val="0000FF"/>
                </a:solidFill>
                <a:sym typeface="+mn-ea"/>
              </a:rPr>
              <a:t>A</a:t>
            </a:r>
            <a:r>
              <a:rPr lang="en-US" altLang="zh-CN" sz="2400" i="1" baseline="-25000" dirty="0">
                <a:solidFill>
                  <a:srgbClr val="0000FF"/>
                </a:solidFill>
                <a:sym typeface="+mn-ea"/>
              </a:rPr>
              <a:t>m×n</a:t>
            </a:r>
            <a:r>
              <a:rPr lang="en-US" altLang="zh-CN" sz="2400" i="1" dirty="0">
                <a:solidFill>
                  <a:srgbClr val="0000FF"/>
                </a:solidFill>
                <a:sym typeface="+mn-ea"/>
              </a:rPr>
              <a:t>x = </a:t>
            </a:r>
            <a:r>
              <a:rPr lang="en-US" altLang="zh-CN" sz="2400" dirty="0">
                <a:solidFill>
                  <a:srgbClr val="0000FF"/>
                </a:solidFill>
                <a:sym typeface="+mn-ea"/>
              </a:rPr>
              <a:t>0</a:t>
            </a:r>
            <a:r>
              <a:rPr lang="en-US" altLang="zh-CN" sz="2400" dirty="0">
                <a:sym typeface="+mn-ea"/>
              </a:rPr>
              <a:t> </a:t>
            </a:r>
            <a:r>
              <a:rPr lang="zh-CN" altLang="en-US" sz="2400" dirty="0">
                <a:solidFill>
                  <a:srgbClr val="000000"/>
                </a:solidFill>
                <a:latin typeface="Times New Roman" panose="02020603050405020304" pitchFamily="18" charset="0"/>
                <a:ea typeface="楷体_GB2312"/>
              </a:rPr>
              <a:t>的系数矩阵的秩</a:t>
            </a:r>
            <a:r>
              <a:rPr lang="en-US" altLang="zh-CN" sz="2400" i="1" dirty="0">
                <a:solidFill>
                  <a:srgbClr val="000000"/>
                </a:solidFill>
                <a:ea typeface="楷体_GB2312"/>
                <a:sym typeface="+mn-ea"/>
              </a:rPr>
              <a:t>R</a:t>
            </a:r>
            <a:r>
              <a:rPr lang="en-US" altLang="zh-CN" sz="2400" dirty="0">
                <a:solidFill>
                  <a:srgbClr val="000000"/>
                </a:solidFill>
                <a:ea typeface="楷体_GB2312"/>
                <a:sym typeface="+mn-ea"/>
              </a:rPr>
              <a:t>(</a:t>
            </a:r>
            <a:r>
              <a:rPr lang="en-US" altLang="zh-CN" sz="2400" i="1" dirty="0">
                <a:solidFill>
                  <a:srgbClr val="000000"/>
                </a:solidFill>
                <a:ea typeface="楷体_GB2312"/>
                <a:sym typeface="+mn-ea"/>
              </a:rPr>
              <a:t>A</a:t>
            </a:r>
            <a:r>
              <a:rPr lang="en-US" altLang="zh-CN" sz="2400" dirty="0">
                <a:solidFill>
                  <a:srgbClr val="000000"/>
                </a:solidFill>
                <a:ea typeface="楷体_GB2312"/>
                <a:sym typeface="+mn-ea"/>
              </a:rPr>
              <a:t>) = </a:t>
            </a:r>
            <a:r>
              <a:rPr lang="en-US" altLang="zh-CN" sz="2400" i="1" dirty="0">
                <a:solidFill>
                  <a:srgbClr val="000000"/>
                </a:solidFill>
                <a:ea typeface="楷体_GB2312"/>
                <a:sym typeface="+mn-ea"/>
              </a:rPr>
              <a:t>r&lt;n</a:t>
            </a:r>
            <a:r>
              <a:rPr lang="zh-CN" altLang="en-US" sz="2400" dirty="0">
                <a:solidFill>
                  <a:srgbClr val="000000"/>
                </a:solidFill>
                <a:latin typeface="Times New Roman" panose="02020603050405020304" pitchFamily="18" charset="0"/>
                <a:ea typeface="楷体_GB2312"/>
              </a:rPr>
              <a:t>，则它一定有基础解系，且基础解系所含解向量的个数为 </a:t>
            </a:r>
            <a:r>
              <a:rPr lang="en-US" altLang="zh-CN" sz="2400" i="1" dirty="0">
                <a:solidFill>
                  <a:srgbClr val="000000"/>
                </a:solidFill>
                <a:latin typeface="Times New Roman" panose="02020603050405020304" pitchFamily="18" charset="0"/>
                <a:ea typeface="楷体_GB2312"/>
              </a:rPr>
              <a:t>n</a:t>
            </a:r>
            <a:r>
              <a:rPr lang="en-US" altLang="zh-CN" sz="2400" dirty="0">
                <a:solidFill>
                  <a:srgbClr val="000000"/>
                </a:solidFill>
                <a:latin typeface="Times New Roman" panose="02020603050405020304" pitchFamily="18" charset="0"/>
                <a:ea typeface="楷体_GB2312"/>
              </a:rPr>
              <a:t>-</a:t>
            </a:r>
            <a:r>
              <a:rPr lang="en-US" altLang="zh-CN" sz="2400" i="1" dirty="0">
                <a:solidFill>
                  <a:srgbClr val="000000"/>
                </a:solidFill>
                <a:ea typeface="楷体_GB2312"/>
                <a:sym typeface="+mn-ea"/>
              </a:rPr>
              <a:t>r</a:t>
            </a:r>
            <a:r>
              <a:rPr lang="en-US" altLang="zh-CN" sz="2400" i="1" dirty="0">
                <a:solidFill>
                  <a:srgbClr val="000000"/>
                </a:solidFill>
                <a:latin typeface="Times New Roman" panose="02020603050405020304" pitchFamily="18" charset="0"/>
                <a:ea typeface="楷体_GB2312"/>
              </a:rPr>
              <a:t> .</a:t>
            </a:r>
            <a:endParaRPr lang="zh-CN" altLang="en-US" sz="2400" dirty="0">
              <a:solidFill>
                <a:srgbClr val="000000"/>
              </a:solidFill>
              <a:latin typeface="Times New Roman" panose="02020603050405020304" pitchFamily="18" charset="0"/>
              <a:ea typeface="楷体_GB2312"/>
            </a:endParaRPr>
          </a:p>
          <a:p>
            <a:pPr marL="457200" indent="-457200">
              <a:lnSpc>
                <a:spcPct val="90000"/>
              </a:lnSpc>
              <a:spcBef>
                <a:spcPct val="50000"/>
              </a:spcBef>
              <a:buClr>
                <a:srgbClr val="9999CC"/>
              </a:buClr>
              <a:buSzPct val="80000"/>
              <a:buFont typeface="Wingdings" panose="05000000000000000000" pitchFamily="2" charset="2"/>
            </a:pPr>
            <a:endParaRPr lang="zh-CN" altLang="en-US" sz="2400" dirty="0">
              <a:solidFill>
                <a:srgbClr val="000000"/>
              </a:solidFill>
              <a:latin typeface="Times New Roman" panose="02020603050405020304" pitchFamily="18" charset="0"/>
              <a:ea typeface="楷体_GB2312"/>
            </a:endParaRPr>
          </a:p>
        </p:txBody>
      </p:sp>
      <p:sp>
        <p:nvSpPr>
          <p:cNvPr id="3" name="文本框 2"/>
          <p:cNvSpPr txBox="1"/>
          <p:nvPr/>
        </p:nvSpPr>
        <p:spPr>
          <a:xfrm>
            <a:off x="395605" y="3203575"/>
            <a:ext cx="7867650" cy="521970"/>
          </a:xfrm>
          <a:prstGeom prst="rect">
            <a:avLst/>
          </a:prstGeom>
          <a:noFill/>
        </p:spPr>
        <p:txBody>
          <a:bodyPr wrap="square" rtlCol="0" anchor="t">
            <a:spAutoFit/>
          </a:bodyPr>
          <a:lstStyle/>
          <a:p>
            <a:pPr>
              <a:buNone/>
            </a:pPr>
            <a:r>
              <a:rPr lang="zh-CN" altLang="en-US" dirty="0">
                <a:solidFill>
                  <a:srgbClr val="0000FF"/>
                </a:solidFill>
                <a:sym typeface="+mn-ea"/>
              </a:rPr>
              <a:t>方法</a:t>
            </a:r>
            <a:r>
              <a:rPr lang="en-US" altLang="zh-CN" dirty="0">
                <a:solidFill>
                  <a:srgbClr val="0000FF"/>
                </a:solidFill>
                <a:sym typeface="+mn-ea"/>
              </a:rPr>
              <a:t>1</a:t>
            </a:r>
            <a:r>
              <a:rPr lang="zh-CN" altLang="en-US" dirty="0">
                <a:solidFill>
                  <a:srgbClr val="0000FF"/>
                </a:solidFill>
                <a:sym typeface="+mn-ea"/>
              </a:rPr>
              <a:t>：</a:t>
            </a:r>
            <a:r>
              <a:rPr lang="zh-CN" altLang="en-US" dirty="0">
                <a:solidFill>
                  <a:srgbClr val="FF0000"/>
                </a:solidFill>
                <a:sym typeface="+mn-ea"/>
              </a:rPr>
              <a:t>先求出通解，再从通解求得基础解系．</a:t>
            </a:r>
          </a:p>
        </p:txBody>
      </p:sp>
      <p:sp>
        <p:nvSpPr>
          <p:cNvPr id="4" name="文本框 3"/>
          <p:cNvSpPr txBox="1"/>
          <p:nvPr/>
        </p:nvSpPr>
        <p:spPr>
          <a:xfrm>
            <a:off x="209550" y="3717290"/>
            <a:ext cx="8902700" cy="521970"/>
          </a:xfrm>
          <a:prstGeom prst="rect">
            <a:avLst/>
          </a:prstGeom>
          <a:noFill/>
        </p:spPr>
        <p:txBody>
          <a:bodyPr wrap="square" rtlCol="0" anchor="t">
            <a:spAutoFit/>
          </a:bodyPr>
          <a:lstStyle/>
          <a:p>
            <a:r>
              <a:rPr lang="zh-CN" altLang="en-US" dirty="0">
                <a:solidFill>
                  <a:srgbClr val="0000FF"/>
                </a:solidFill>
                <a:sym typeface="+mn-ea"/>
              </a:rPr>
              <a:t>解</a:t>
            </a:r>
            <a:r>
              <a:rPr lang="en-US" altLang="zh-CN" dirty="0">
                <a:solidFill>
                  <a:srgbClr val="0000FF"/>
                </a:solidFill>
                <a:sym typeface="+mn-ea"/>
              </a:rPr>
              <a:t> </a:t>
            </a:r>
            <a:r>
              <a:rPr lang="zh-CN" altLang="en-US" dirty="0">
                <a:sym typeface="+mn-ea"/>
              </a:rPr>
              <a:t>对方程组的系数矩阵</a:t>
            </a:r>
            <a:r>
              <a:rPr lang="en-US" altLang="zh-CN" i="1" dirty="0">
                <a:solidFill>
                  <a:srgbClr val="000000"/>
                </a:solidFill>
                <a:ea typeface="楷体_GB2312"/>
                <a:sym typeface="+mn-ea"/>
              </a:rPr>
              <a:t>A</a:t>
            </a:r>
            <a:r>
              <a:rPr lang="zh-CN" altLang="en-US" dirty="0">
                <a:sym typeface="+mn-ea"/>
              </a:rPr>
              <a:t>作初等行变换化为行最简形：</a:t>
            </a:r>
          </a:p>
        </p:txBody>
      </p:sp>
      <p:graphicFrame>
        <p:nvGraphicFramePr>
          <p:cNvPr id="2" name="对象 -2147478835"/>
          <p:cNvGraphicFramePr/>
          <p:nvPr/>
        </p:nvGraphicFramePr>
        <p:xfrm>
          <a:off x="417830" y="6093460"/>
          <a:ext cx="1753235" cy="439420"/>
        </p:xfrm>
        <a:graphic>
          <a:graphicData uri="http://schemas.openxmlformats.org/presentationml/2006/ole">
            <mc:AlternateContent xmlns:mc="http://schemas.openxmlformats.org/markup-compatibility/2006">
              <mc:Choice xmlns:v="urn:schemas-microsoft-com:vml" Requires="v">
                <p:oleObj r:id="rId6" imgW="862965" imgH="203200" progId="Equation.DSMT4">
                  <p:embed/>
                </p:oleObj>
              </mc:Choice>
              <mc:Fallback>
                <p:oleObj r:id="rId6" imgW="862965" imgH="203200" progId="Equation.DSMT4">
                  <p:embed/>
                  <p:pic>
                    <p:nvPicPr>
                      <p:cNvPr id="0" name="图片 3075"/>
                      <p:cNvPicPr/>
                      <p:nvPr/>
                    </p:nvPicPr>
                    <p:blipFill>
                      <a:blip r:embed="rId7"/>
                      <a:stretch>
                        <a:fillRect/>
                      </a:stretch>
                    </p:blipFill>
                    <p:spPr>
                      <a:xfrm>
                        <a:off x="417830" y="6093460"/>
                        <a:ext cx="1753235" cy="43942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Effect transition="in" filter="blinds(horizontal)">
                                      <p:cBhvr>
                                        <p:cTn id="7" dur="500"/>
                                        <p:tgtEl>
                                          <p:spTgt spid="1064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96356"/>
                                        </p:tgtEl>
                                        <p:attrNameLst>
                                          <p:attrName>style.visibility</p:attrName>
                                        </p:attrNameLst>
                                      </p:cBhvr>
                                      <p:to>
                                        <p:strVal val="visible"/>
                                      </p:to>
                                    </p:set>
                                    <p:animEffect transition="in" filter="blinds(horizontal)">
                                      <p:cBhvr>
                                        <p:cTn id="12" dur="500"/>
                                        <p:tgtEl>
                                          <p:spTgt spid="99635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6499">
                                            <p:txEl>
                                              <p:pRg st="2" end="2"/>
                                            </p:txEl>
                                          </p:spTgt>
                                        </p:tgtEl>
                                        <p:attrNameLst>
                                          <p:attrName>style.visibility</p:attrName>
                                        </p:attrNameLst>
                                      </p:cBhvr>
                                      <p:to>
                                        <p:strVal val="visible"/>
                                      </p:to>
                                    </p:set>
                                    <p:animEffect transition="in" filter="blinds(horizontal)">
                                      <p:cBhvr>
                                        <p:cTn id="17" dur="500"/>
                                        <p:tgtEl>
                                          <p:spTgt spid="1064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106504"/>
                                        </p:tgtEl>
                                        <p:attrNameLst>
                                          <p:attrName>style.visibility</p:attrName>
                                        </p:attrNameLst>
                                      </p:cBhvr>
                                      <p:to>
                                        <p:strVal val="visible"/>
                                      </p:to>
                                    </p:set>
                                    <p:animEffect transition="in" filter="box(in)">
                                      <p:cBhvr>
                                        <p:cTn id="33" dur="500"/>
                                        <p:tgtEl>
                                          <p:spTgt spid="10650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down)">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6508"/>
                                        </p:tgtEl>
                                        <p:attrNameLst>
                                          <p:attrName>style.visibility</p:attrName>
                                        </p:attrNameLst>
                                      </p:cBhvr>
                                      <p:to>
                                        <p:strVal val="visible"/>
                                      </p:to>
                                    </p:set>
                                    <p:anim calcmode="lin" valueType="num">
                                      <p:cBhvr additive="base">
                                        <p:cTn id="43" dur="500" fill="hold"/>
                                        <p:tgtEl>
                                          <p:spTgt spid="106508"/>
                                        </p:tgtEl>
                                        <p:attrNameLst>
                                          <p:attrName>ppt_x</p:attrName>
                                        </p:attrNameLst>
                                      </p:cBhvr>
                                      <p:tavLst>
                                        <p:tav tm="0">
                                          <p:val>
                                            <p:strVal val="#ppt_x"/>
                                          </p:val>
                                        </p:tav>
                                        <p:tav tm="100000">
                                          <p:val>
                                            <p:strVal val="#ppt_x"/>
                                          </p:val>
                                        </p:tav>
                                      </p:tavLst>
                                    </p:anim>
                                    <p:anim calcmode="lin" valueType="num">
                                      <p:cBhvr additive="base">
                                        <p:cTn id="44" dur="500" fill="hold"/>
                                        <p:tgtEl>
                                          <p:spTgt spid="1065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uiExpand="1" build="p"/>
      <p:bldP spid="106508" grpId="0"/>
      <p:bldP spid="3" grpId="0"/>
      <p:bldP spid="4"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505" name="Object 9"/>
          <p:cNvGraphicFramePr>
            <a:graphicFrameLocks noChangeAspect="1"/>
          </p:cNvGraphicFramePr>
          <p:nvPr/>
        </p:nvGraphicFramePr>
        <p:xfrm>
          <a:off x="3707924" y="2276475"/>
          <a:ext cx="2161540" cy="965200"/>
        </p:xfrm>
        <a:graphic>
          <a:graphicData uri="http://schemas.openxmlformats.org/presentationml/2006/ole">
            <mc:AlternateContent xmlns:mc="http://schemas.openxmlformats.org/markup-compatibility/2006">
              <mc:Choice xmlns:v="urn:schemas-microsoft-com:vml" Requires="v">
                <p:oleObj r:id="rId2" imgW="1079500" imgH="482600" progId="Equation.DSMT4">
                  <p:embed/>
                </p:oleObj>
              </mc:Choice>
              <mc:Fallback>
                <p:oleObj r:id="rId2" imgW="1079500" imgH="482600" progId="Equation.DSMT4">
                  <p:embed/>
                  <p:pic>
                    <p:nvPicPr>
                      <p:cNvPr id="0" name="图片 4382"/>
                      <p:cNvPicPr/>
                      <p:nvPr/>
                    </p:nvPicPr>
                    <p:blipFill>
                      <a:blip r:embed="rId3"/>
                      <a:stretch>
                        <a:fillRect/>
                      </a:stretch>
                    </p:blipFill>
                    <p:spPr>
                      <a:xfrm>
                        <a:off x="3707924" y="2276475"/>
                        <a:ext cx="2161540" cy="965200"/>
                      </a:xfrm>
                      <a:prstGeom prst="rect">
                        <a:avLst/>
                      </a:prstGeom>
                      <a:noFill/>
                      <a:ln w="38100">
                        <a:noFill/>
                        <a:miter/>
                      </a:ln>
                    </p:spPr>
                  </p:pic>
                </p:oleObj>
              </mc:Fallback>
            </mc:AlternateContent>
          </a:graphicData>
        </a:graphic>
      </p:graphicFrame>
      <p:graphicFrame>
        <p:nvGraphicFramePr>
          <p:cNvPr id="106506" name="Object 10"/>
          <p:cNvGraphicFramePr>
            <a:graphicFrameLocks noChangeAspect="1"/>
          </p:cNvGraphicFramePr>
          <p:nvPr/>
        </p:nvGraphicFramePr>
        <p:xfrm>
          <a:off x="3420111" y="4293235"/>
          <a:ext cx="2037080" cy="1879600"/>
        </p:xfrm>
        <a:graphic>
          <a:graphicData uri="http://schemas.openxmlformats.org/presentationml/2006/ole">
            <mc:AlternateContent xmlns:mc="http://schemas.openxmlformats.org/markup-compatibility/2006">
              <mc:Choice xmlns:v="urn:schemas-microsoft-com:vml" Requires="v">
                <p:oleObj r:id="rId4" imgW="1016000" imgH="939800" progId="Equation.DSMT4">
                  <p:embed/>
                </p:oleObj>
              </mc:Choice>
              <mc:Fallback>
                <p:oleObj r:id="rId4" imgW="1016000" imgH="939800" progId="Equation.DSMT4">
                  <p:embed/>
                  <p:pic>
                    <p:nvPicPr>
                      <p:cNvPr id="0" name="图片 4383"/>
                      <p:cNvPicPr/>
                      <p:nvPr/>
                    </p:nvPicPr>
                    <p:blipFill>
                      <a:blip r:embed="rId5"/>
                      <a:stretch>
                        <a:fillRect/>
                      </a:stretch>
                    </p:blipFill>
                    <p:spPr>
                      <a:xfrm>
                        <a:off x="3420111" y="4293235"/>
                        <a:ext cx="2037080" cy="1879600"/>
                      </a:xfrm>
                      <a:prstGeom prst="rect">
                        <a:avLst/>
                      </a:prstGeom>
                      <a:noFill/>
                      <a:ln w="38100">
                        <a:noFill/>
                        <a:miter/>
                      </a:ln>
                    </p:spPr>
                  </p:pic>
                </p:oleObj>
              </mc:Fallback>
            </mc:AlternateContent>
          </a:graphicData>
        </a:graphic>
      </p:graphicFrame>
      <p:sp>
        <p:nvSpPr>
          <p:cNvPr id="4" name="文本框 3"/>
          <p:cNvSpPr txBox="1"/>
          <p:nvPr/>
        </p:nvSpPr>
        <p:spPr>
          <a:xfrm>
            <a:off x="179705" y="2492375"/>
            <a:ext cx="4572000" cy="460375"/>
          </a:xfrm>
          <a:prstGeom prst="rect">
            <a:avLst/>
          </a:prstGeom>
          <a:noFill/>
        </p:spPr>
        <p:txBody>
          <a:bodyPr wrap="square" rtlCol="0" anchor="t">
            <a:spAutoFit/>
          </a:bodyPr>
          <a:lstStyle/>
          <a:p>
            <a:r>
              <a:rPr lang="zh-CN" altLang="en-US" sz="2400" dirty="0">
                <a:solidFill>
                  <a:srgbClr val="000000"/>
                </a:solidFill>
                <a:ea typeface="楷体_GB2312"/>
                <a:sym typeface="+mn-ea"/>
              </a:rPr>
              <a:t>原方程组的同解方程组为</a:t>
            </a:r>
          </a:p>
        </p:txBody>
      </p:sp>
      <p:graphicFrame>
        <p:nvGraphicFramePr>
          <p:cNvPr id="106504" name="Object 8"/>
          <p:cNvGraphicFramePr>
            <a:graphicFrameLocks noChangeAspect="1"/>
          </p:cNvGraphicFramePr>
          <p:nvPr/>
        </p:nvGraphicFramePr>
        <p:xfrm>
          <a:off x="395605" y="260350"/>
          <a:ext cx="8100695" cy="1721485"/>
        </p:xfrm>
        <a:graphic>
          <a:graphicData uri="http://schemas.openxmlformats.org/presentationml/2006/ole">
            <mc:AlternateContent xmlns:mc="http://schemas.openxmlformats.org/markup-compatibility/2006">
              <mc:Choice xmlns:v="urn:schemas-microsoft-com:vml" Requires="v">
                <p:oleObj r:id="rId6" imgW="4356100" imgH="927100" progId="Equation.DSMT4">
                  <p:embed/>
                </p:oleObj>
              </mc:Choice>
              <mc:Fallback>
                <p:oleObj r:id="rId6" imgW="4356100" imgH="927100" progId="Equation.DSMT4">
                  <p:embed/>
                  <p:pic>
                    <p:nvPicPr>
                      <p:cNvPr id="0" name="图片 4380"/>
                      <p:cNvPicPr/>
                      <p:nvPr/>
                    </p:nvPicPr>
                    <p:blipFill>
                      <a:blip r:embed="rId7"/>
                      <a:stretch>
                        <a:fillRect/>
                      </a:stretch>
                    </p:blipFill>
                    <p:spPr>
                      <a:xfrm>
                        <a:off x="395605" y="260350"/>
                        <a:ext cx="8100695" cy="1721485"/>
                      </a:xfrm>
                      <a:prstGeom prst="rect">
                        <a:avLst/>
                      </a:prstGeom>
                      <a:noFill/>
                      <a:ln w="38100">
                        <a:noFill/>
                        <a:miter/>
                      </a:ln>
                    </p:spPr>
                  </p:pic>
                </p:oleObj>
              </mc:Fallback>
            </mc:AlternateContent>
          </a:graphicData>
        </a:graphic>
      </p:graphicFrame>
      <p:sp>
        <p:nvSpPr>
          <p:cNvPr id="97283" name="Rectangle 3"/>
          <p:cNvSpPr/>
          <p:nvPr/>
        </p:nvSpPr>
        <p:spPr>
          <a:xfrm>
            <a:off x="251143" y="3284855"/>
            <a:ext cx="8581390" cy="460375"/>
          </a:xfrm>
          <a:prstGeom prst="rect">
            <a:avLst/>
          </a:prstGeom>
          <a:noFill/>
          <a:ln w="9525">
            <a:noFill/>
          </a:ln>
        </p:spPr>
        <p:txBody>
          <a:bodyPr wrap="none">
            <a:spAutoFit/>
          </a:bodyPr>
          <a:lstStyle/>
          <a:p>
            <a:pPr algn="l"/>
            <a:r>
              <a:rPr lang="zh-CN" altLang="en-US" sz="2400" b="1" dirty="0">
                <a:solidFill>
                  <a:srgbClr val="000000"/>
                </a:solidFill>
                <a:latin typeface="Times New Roman" panose="02020603050405020304" pitchFamily="18" charset="0"/>
                <a:ea typeface="楷体_GB2312"/>
              </a:rPr>
              <a:t>选取自由未知数</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2</a:t>
            </a:r>
            <a:r>
              <a:rPr lang="en-US" altLang="zh-CN" sz="2400" dirty="0">
                <a:solidFill>
                  <a:srgbClr val="FF0000"/>
                </a:solidFill>
                <a:ea typeface="楷体_GB2312"/>
                <a:sym typeface="+mn-ea"/>
              </a:rPr>
              <a:t> ,  </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4</a:t>
            </a:r>
            <a:r>
              <a:rPr lang="en-US" altLang="zh-CN" sz="2400" dirty="0">
                <a:solidFill>
                  <a:srgbClr val="000000"/>
                </a:solidFill>
                <a:ea typeface="楷体_GB2312"/>
                <a:sym typeface="+mn-ea"/>
              </a:rPr>
              <a:t> ,</a:t>
            </a:r>
            <a:r>
              <a:rPr lang="zh-CN" altLang="en-US" sz="2400" b="1" dirty="0">
                <a:solidFill>
                  <a:srgbClr val="000000"/>
                </a:solidFill>
                <a:latin typeface="Times New Roman" panose="02020603050405020304" pitchFamily="18" charset="0"/>
                <a:ea typeface="楷体_GB2312"/>
              </a:rPr>
              <a:t>令 </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2</a:t>
            </a:r>
            <a:r>
              <a:rPr lang="en-US" altLang="zh-CN" sz="2400" dirty="0">
                <a:solidFill>
                  <a:srgbClr val="FF0000"/>
                </a:solidFill>
                <a:ea typeface="楷体_GB2312"/>
                <a:sym typeface="+mn-ea"/>
              </a:rPr>
              <a:t> </a:t>
            </a:r>
            <a:r>
              <a:rPr lang="en-US" altLang="zh-CN" sz="2400" b="1" dirty="0">
                <a:solidFill>
                  <a:srgbClr val="FF0000"/>
                </a:solidFill>
                <a:latin typeface="Times New Roman" panose="02020603050405020304" pitchFamily="18" charset="0"/>
                <a:ea typeface="楷体_GB2312"/>
              </a:rPr>
              <a:t>= </a:t>
            </a:r>
            <a:r>
              <a:rPr lang="en-US" altLang="zh-CN" sz="2400" b="1" i="1" dirty="0">
                <a:solidFill>
                  <a:srgbClr val="FF0000"/>
                </a:solidFill>
                <a:latin typeface="Times New Roman" panose="02020603050405020304" pitchFamily="18" charset="0"/>
                <a:ea typeface="楷体_GB2312"/>
              </a:rPr>
              <a:t>c</a:t>
            </a:r>
            <a:r>
              <a:rPr lang="en-US" altLang="zh-CN" sz="2400" b="1" baseline="-25000" dirty="0">
                <a:solidFill>
                  <a:srgbClr val="FF0000"/>
                </a:solidFill>
                <a:latin typeface="Times New Roman" panose="02020603050405020304" pitchFamily="18" charset="0"/>
                <a:ea typeface="楷体_GB2312"/>
              </a:rPr>
              <a:t>1</a:t>
            </a:r>
            <a:r>
              <a:rPr lang="en-US" altLang="zh-CN" sz="2400" b="1" dirty="0">
                <a:solidFill>
                  <a:srgbClr val="FF0000"/>
                </a:solidFill>
                <a:latin typeface="Times New Roman" panose="02020603050405020304" pitchFamily="18" charset="0"/>
                <a:ea typeface="楷体_GB2312"/>
              </a:rPr>
              <a:t>, </a:t>
            </a:r>
            <a:r>
              <a:rPr lang="en-US" altLang="zh-CN" sz="2400" dirty="0">
                <a:solidFill>
                  <a:srgbClr val="FF0000"/>
                </a:solidFill>
                <a:ea typeface="楷体_GB2312"/>
                <a:sym typeface="+mn-ea"/>
              </a:rPr>
              <a:t> </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4</a:t>
            </a:r>
            <a:r>
              <a:rPr lang="en-US" altLang="zh-CN" sz="2400" b="1" dirty="0">
                <a:solidFill>
                  <a:srgbClr val="FF0000"/>
                </a:solidFill>
                <a:latin typeface="Times New Roman" panose="02020603050405020304" pitchFamily="18" charset="0"/>
                <a:ea typeface="楷体_GB2312"/>
              </a:rPr>
              <a:t> = </a:t>
            </a:r>
            <a:r>
              <a:rPr lang="en-US" altLang="zh-CN" sz="2400" b="1" i="1" dirty="0">
                <a:solidFill>
                  <a:srgbClr val="FF0000"/>
                </a:solidFill>
                <a:latin typeface="Times New Roman" panose="02020603050405020304" pitchFamily="18" charset="0"/>
                <a:ea typeface="楷体_GB2312"/>
              </a:rPr>
              <a:t>c</a:t>
            </a:r>
            <a:r>
              <a:rPr lang="en-US" altLang="zh-CN" sz="2400" b="1" baseline="-25000" dirty="0">
                <a:solidFill>
                  <a:srgbClr val="FF0000"/>
                </a:solidFill>
                <a:latin typeface="Times New Roman" panose="02020603050405020304" pitchFamily="18" charset="0"/>
                <a:ea typeface="楷体_GB2312"/>
              </a:rPr>
              <a:t>2</a:t>
            </a:r>
            <a:r>
              <a:rPr lang="zh-CN" altLang="en-US" sz="2400" b="1" dirty="0">
                <a:solidFill>
                  <a:srgbClr val="FF0000"/>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则得方程组的通解为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6504"/>
                                        </p:tgtEl>
                                        <p:attrNameLst>
                                          <p:attrName>style.visibility</p:attrName>
                                        </p:attrNameLst>
                                      </p:cBhvr>
                                      <p:to>
                                        <p:strVal val="visible"/>
                                      </p:to>
                                    </p:set>
                                    <p:animEffect transition="in" filter="blinds(horizontal)">
                                      <p:cBhvr>
                                        <p:cTn id="7" dur="500"/>
                                        <p:tgtEl>
                                          <p:spTgt spid="1065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06505"/>
                                        </p:tgtEl>
                                        <p:attrNameLst>
                                          <p:attrName>style.visibility</p:attrName>
                                        </p:attrNameLst>
                                      </p:cBhvr>
                                      <p:to>
                                        <p:strVal val="visible"/>
                                      </p:to>
                                    </p:set>
                                    <p:animEffect transition="in" filter="box(in)">
                                      <p:cBhvr>
                                        <p:cTn id="17" dur="500"/>
                                        <p:tgtEl>
                                          <p:spTgt spid="106505"/>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97283"/>
                                        </p:tgtEl>
                                        <p:attrNameLst>
                                          <p:attrName>style.visibility</p:attrName>
                                        </p:attrNameLst>
                                      </p:cBhvr>
                                      <p:to>
                                        <p:strVal val="visible"/>
                                      </p:to>
                                    </p:set>
                                    <p:animEffect transition="in" filter="slide(fromBottom)">
                                      <p:cBhvr>
                                        <p:cTn id="22" dur="500"/>
                                        <p:tgtEl>
                                          <p:spTgt spid="9728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6506"/>
                                        </p:tgtEl>
                                        <p:attrNameLst>
                                          <p:attrName>style.visibility</p:attrName>
                                        </p:attrNameLst>
                                      </p:cBhvr>
                                      <p:to>
                                        <p:strVal val="visible"/>
                                      </p:to>
                                    </p:set>
                                    <p:animEffect transition="in" filter="blinds(horizontal)">
                                      <p:cBhvr>
                                        <p:cTn id="27" dur="500"/>
                                        <p:tgtEl>
                                          <p:spTgt spid="106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7283"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12"/>
          <p:cNvSpPr/>
          <p:nvPr/>
        </p:nvSpPr>
        <p:spPr>
          <a:xfrm>
            <a:off x="457200" y="455613"/>
            <a:ext cx="8291513" cy="460375"/>
          </a:xfrm>
          <a:prstGeom prst="rect">
            <a:avLst/>
          </a:prstGeom>
          <a:noFill/>
          <a:ln w="9525">
            <a:noFill/>
          </a:ln>
        </p:spPr>
        <p:txBody>
          <a:bodyPr>
            <a:spAutoFit/>
          </a:bodyPr>
          <a:lstStyle/>
          <a:p>
            <a:pPr marL="342900" indent="-342900">
              <a:spcBef>
                <a:spcPct val="20000"/>
              </a:spcBef>
              <a:buClr>
                <a:srgbClr val="9999CC"/>
              </a:buClr>
              <a:buSzPct val="80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通解的向量形式为</a:t>
            </a:r>
            <a:endParaRPr lang="zh-CN" altLang="en-US" sz="2400" b="1" baseline="30000" dirty="0">
              <a:solidFill>
                <a:srgbClr val="000000"/>
              </a:solidFill>
              <a:latin typeface="Times New Roman" panose="02020603050405020304" pitchFamily="18" charset="0"/>
              <a:ea typeface="楷体_GB2312"/>
            </a:endParaRPr>
          </a:p>
        </p:txBody>
      </p:sp>
      <p:graphicFrame>
        <p:nvGraphicFramePr>
          <p:cNvPr id="88080" name="Object 16"/>
          <p:cNvGraphicFramePr>
            <a:graphicFrameLocks noChangeAspect="1"/>
          </p:cNvGraphicFramePr>
          <p:nvPr/>
        </p:nvGraphicFramePr>
        <p:xfrm>
          <a:off x="438785" y="1052513"/>
          <a:ext cx="5419725" cy="1882775"/>
        </p:xfrm>
        <a:graphic>
          <a:graphicData uri="http://schemas.openxmlformats.org/presentationml/2006/ole">
            <mc:AlternateContent xmlns:mc="http://schemas.openxmlformats.org/markup-compatibility/2006">
              <mc:Choice xmlns:v="urn:schemas-microsoft-com:vml" Requires="v">
                <p:oleObj r:id="rId2" imgW="2552700" imgH="939800" progId="Equation.DSMT4">
                  <p:embed/>
                </p:oleObj>
              </mc:Choice>
              <mc:Fallback>
                <p:oleObj r:id="rId2" imgW="2552700" imgH="939800" progId="Equation.DSMT4">
                  <p:embed/>
                  <p:pic>
                    <p:nvPicPr>
                      <p:cNvPr id="0" name="图片 4385"/>
                      <p:cNvPicPr/>
                      <p:nvPr/>
                    </p:nvPicPr>
                    <p:blipFill>
                      <a:blip r:embed="rId3"/>
                      <a:stretch>
                        <a:fillRect/>
                      </a:stretch>
                    </p:blipFill>
                    <p:spPr>
                      <a:xfrm>
                        <a:off x="438785" y="1052513"/>
                        <a:ext cx="5419725" cy="1882775"/>
                      </a:xfrm>
                      <a:prstGeom prst="rect">
                        <a:avLst/>
                      </a:prstGeom>
                      <a:noFill/>
                      <a:ln w="38100">
                        <a:noFill/>
                        <a:miter/>
                      </a:ln>
                    </p:spPr>
                  </p:pic>
                </p:oleObj>
              </mc:Fallback>
            </mc:AlternateContent>
          </a:graphicData>
        </a:graphic>
      </p:graphicFrame>
      <p:sp>
        <p:nvSpPr>
          <p:cNvPr id="88081" name="Text Box 17"/>
          <p:cNvSpPr txBox="1"/>
          <p:nvPr/>
        </p:nvSpPr>
        <p:spPr>
          <a:xfrm>
            <a:off x="323215" y="4724718"/>
            <a:ext cx="8231188" cy="1272540"/>
          </a:xfrm>
          <a:prstGeom prst="rect">
            <a:avLst/>
          </a:prstGeom>
          <a:noFill/>
          <a:ln w="9525">
            <a:noFill/>
          </a:ln>
        </p:spPr>
        <p:txBody>
          <a:bodyPr>
            <a:spAutoFit/>
          </a:bodyPr>
          <a:lstStyle/>
          <a:p>
            <a:pPr marL="457200" indent="-457200">
              <a:lnSpc>
                <a:spcPct val="90000"/>
              </a:lnSpc>
              <a:spcBef>
                <a:spcPct val="50000"/>
              </a:spcBef>
              <a:buClr>
                <a:srgbClr val="9999CC"/>
              </a:buClr>
              <a:buSzPct val="80000"/>
              <a:buFont typeface="Wingdings" panose="05000000000000000000" pitchFamily="2" charset="2"/>
            </a:pPr>
            <a:r>
              <a:rPr lang="zh-CN" altLang="en-US" sz="2400" b="1" dirty="0">
                <a:solidFill>
                  <a:srgbClr val="000000"/>
                </a:solidFill>
                <a:latin typeface="Symbol" panose="05050102010706020507" pitchFamily="18" charset="2"/>
                <a:ea typeface="楷体_GB2312"/>
              </a:rPr>
              <a:t>则</a:t>
            </a:r>
            <a:r>
              <a:rPr lang="en-US" altLang="zh-CN" sz="2400" b="1" i="1" dirty="0">
                <a:solidFill>
                  <a:srgbClr val="000000"/>
                </a:solidFill>
                <a:latin typeface="Symbol" panose="05050102010706020507" pitchFamily="18" charset="2"/>
                <a:ea typeface="楷体_GB2312"/>
              </a:rPr>
              <a:t>η</a:t>
            </a:r>
            <a:r>
              <a:rPr lang="en-US" altLang="zh-CN" sz="2400" b="1" baseline="-25000" dirty="0">
                <a:solidFill>
                  <a:srgbClr val="000000"/>
                </a:solidFill>
                <a:latin typeface="Times New Roman" panose="02020603050405020304" pitchFamily="18" charset="0"/>
                <a:ea typeface="楷体_GB2312"/>
              </a:rPr>
              <a:t>1</a:t>
            </a:r>
            <a:r>
              <a:rPr lang="en-US" altLang="zh-CN" sz="2400" b="1" dirty="0">
                <a:solidFill>
                  <a:srgbClr val="000000"/>
                </a:solidFill>
                <a:latin typeface="Symbol" panose="05050102010706020507" pitchFamily="18" charset="2"/>
                <a:ea typeface="楷体_GB2312"/>
              </a:rPr>
              <a:t>, </a:t>
            </a:r>
            <a:r>
              <a:rPr lang="en-US" altLang="zh-CN" sz="2400" i="1" dirty="0">
                <a:solidFill>
                  <a:srgbClr val="000000"/>
                </a:solidFill>
                <a:latin typeface="Symbol" panose="05050102010706020507" pitchFamily="18" charset="2"/>
                <a:ea typeface="楷体_GB2312"/>
                <a:sym typeface="+mn-ea"/>
              </a:rPr>
              <a:t>η</a:t>
            </a:r>
            <a:r>
              <a:rPr lang="en-US" altLang="zh-CN" sz="2400" b="1" baseline="-25000" dirty="0">
                <a:solidFill>
                  <a:srgbClr val="000000"/>
                </a:solidFill>
                <a:latin typeface="Times New Roman" panose="02020603050405020304" pitchFamily="18" charset="0"/>
                <a:ea typeface="楷体_GB2312"/>
              </a:rPr>
              <a:t>2 </a:t>
            </a:r>
            <a:r>
              <a:rPr lang="zh-CN" altLang="en-US" sz="2400" b="1" dirty="0">
                <a:solidFill>
                  <a:srgbClr val="000000"/>
                </a:solidFill>
                <a:latin typeface="Times New Roman" panose="02020603050405020304" pitchFamily="18" charset="0"/>
                <a:ea typeface="楷体_GB2312"/>
              </a:rPr>
              <a:t>是原方程组的基础解系，即方程组的通解为</a:t>
            </a:r>
            <a:r>
              <a:rPr lang="en-US" altLang="zh-CN" sz="2400" i="1" dirty="0">
                <a:solidFill>
                  <a:srgbClr val="000000"/>
                </a:solidFill>
                <a:latin typeface="Symbol" panose="05050102010706020507" pitchFamily="18" charset="2"/>
                <a:ea typeface="楷体_GB2312"/>
                <a:sym typeface="+mn-ea"/>
              </a:rPr>
              <a:t>η=</a:t>
            </a:r>
            <a:r>
              <a:rPr lang="en-US" altLang="zh-CN" sz="2400" i="1" dirty="0">
                <a:ea typeface="楷体_GB2312"/>
                <a:sym typeface="+mn-ea"/>
              </a:rPr>
              <a:t>c</a:t>
            </a:r>
            <a:r>
              <a:rPr lang="en-US" altLang="zh-CN" sz="2400" baseline="-25000" dirty="0">
                <a:ea typeface="楷体_GB2312"/>
                <a:sym typeface="+mn-ea"/>
              </a:rPr>
              <a:t>1</a:t>
            </a:r>
            <a:r>
              <a:rPr lang="en-US" altLang="zh-CN" sz="2400" i="1" dirty="0">
                <a:solidFill>
                  <a:srgbClr val="000000"/>
                </a:solidFill>
                <a:latin typeface="Symbol" panose="05050102010706020507" pitchFamily="18" charset="2"/>
                <a:ea typeface="楷体_GB2312"/>
                <a:sym typeface="+mn-ea"/>
              </a:rPr>
              <a:t>η</a:t>
            </a:r>
            <a:r>
              <a:rPr lang="en-US" altLang="zh-CN" sz="2400" baseline="-25000" dirty="0">
                <a:solidFill>
                  <a:srgbClr val="000000"/>
                </a:solidFill>
                <a:ea typeface="楷体_GB2312"/>
                <a:sym typeface="+mn-ea"/>
              </a:rPr>
              <a:t>1</a:t>
            </a:r>
            <a:r>
              <a:rPr lang="en-US" altLang="zh-CN" sz="2400" dirty="0">
                <a:solidFill>
                  <a:srgbClr val="000000"/>
                </a:solidFill>
                <a:latin typeface="Symbol" panose="05050102010706020507" pitchFamily="18" charset="2"/>
                <a:ea typeface="楷体_GB2312"/>
                <a:sym typeface="+mn-ea"/>
              </a:rPr>
              <a:t>+ </a:t>
            </a:r>
            <a:r>
              <a:rPr lang="en-US" altLang="zh-CN" sz="2400" i="1" dirty="0">
                <a:ea typeface="楷体_GB2312"/>
                <a:sym typeface="+mn-ea"/>
              </a:rPr>
              <a:t>c</a:t>
            </a:r>
            <a:r>
              <a:rPr lang="en-US" altLang="zh-CN" sz="2400" baseline="-25000" dirty="0">
                <a:ea typeface="楷体_GB2312"/>
                <a:sym typeface="+mn-ea"/>
              </a:rPr>
              <a:t>2</a:t>
            </a:r>
            <a:r>
              <a:rPr lang="en-US" altLang="zh-CN" sz="2400" i="1" dirty="0">
                <a:solidFill>
                  <a:srgbClr val="000000"/>
                </a:solidFill>
                <a:latin typeface="Symbol" panose="05050102010706020507" pitchFamily="18" charset="2"/>
                <a:ea typeface="楷体_GB2312"/>
                <a:sym typeface="+mn-ea"/>
              </a:rPr>
              <a:t>η</a:t>
            </a:r>
            <a:r>
              <a:rPr lang="en-US" altLang="zh-CN" sz="2400" baseline="-25000" dirty="0">
                <a:solidFill>
                  <a:srgbClr val="000000"/>
                </a:solidFill>
                <a:ea typeface="楷体_GB2312"/>
                <a:sym typeface="+mn-ea"/>
              </a:rPr>
              <a:t>2 </a:t>
            </a:r>
            <a:r>
              <a:rPr lang="en-US" altLang="zh-CN" sz="2400" dirty="0">
                <a:ea typeface="楷体_GB2312"/>
                <a:sym typeface="+mn-ea"/>
              </a:rPr>
              <a:t>, </a:t>
            </a:r>
            <a:r>
              <a:rPr lang="en-US" altLang="zh-CN" sz="2400" i="1" dirty="0">
                <a:ea typeface="楷体_GB2312"/>
                <a:sym typeface="+mn-ea"/>
              </a:rPr>
              <a:t>c</a:t>
            </a:r>
            <a:r>
              <a:rPr lang="en-US" altLang="zh-CN" sz="2400" baseline="-25000" dirty="0">
                <a:ea typeface="楷体_GB2312"/>
                <a:sym typeface="+mn-ea"/>
              </a:rPr>
              <a:t>1</a:t>
            </a:r>
            <a:r>
              <a:rPr lang="en-US" altLang="zh-CN" sz="2400" dirty="0">
                <a:ea typeface="楷体_GB2312"/>
                <a:sym typeface="+mn-ea"/>
              </a:rPr>
              <a:t>, </a:t>
            </a:r>
            <a:r>
              <a:rPr lang="en-US" altLang="zh-CN" sz="2400" i="1" dirty="0">
                <a:ea typeface="楷体_GB2312"/>
                <a:sym typeface="+mn-ea"/>
              </a:rPr>
              <a:t>c</a:t>
            </a:r>
            <a:r>
              <a:rPr lang="en-US" altLang="zh-CN" sz="2400" baseline="-25000" dirty="0">
                <a:ea typeface="楷体_GB2312"/>
                <a:sym typeface="+mn-ea"/>
              </a:rPr>
              <a:t>2</a:t>
            </a:r>
            <a:r>
              <a:rPr lang="zh-CN" altLang="en-US" sz="2400" dirty="0">
                <a:ea typeface="楷体_GB2312"/>
                <a:sym typeface="+mn-ea"/>
              </a:rPr>
              <a:t>任意常数</a:t>
            </a:r>
            <a:r>
              <a:rPr lang="zh-CN" altLang="en-US" sz="2400" b="1" dirty="0">
                <a:solidFill>
                  <a:srgbClr val="000000"/>
                </a:solidFill>
                <a:latin typeface="Times New Roman" panose="02020603050405020304" pitchFamily="18" charset="0"/>
                <a:ea typeface="楷体_GB2312"/>
              </a:rPr>
              <a:t>．</a:t>
            </a:r>
          </a:p>
          <a:p>
            <a:pPr marL="457200" indent="-457200">
              <a:lnSpc>
                <a:spcPct val="90000"/>
              </a:lnSpc>
              <a:spcBef>
                <a:spcPct val="50000"/>
              </a:spcBef>
              <a:buClr>
                <a:srgbClr val="9999CC"/>
              </a:buClr>
              <a:buSzPct val="80000"/>
              <a:buFont typeface="Wingdings" panose="05000000000000000000" pitchFamily="2" charset="2"/>
            </a:pPr>
            <a:endParaRPr lang="en-US" altLang="zh-CN" sz="2400" b="1" dirty="0">
              <a:solidFill>
                <a:srgbClr val="000000"/>
              </a:solidFill>
              <a:latin typeface="Times New Roman" panose="02020603050405020304" pitchFamily="18" charset="0"/>
              <a:ea typeface="楷体_GB2312"/>
            </a:endParaRPr>
          </a:p>
        </p:txBody>
      </p:sp>
      <p:sp>
        <p:nvSpPr>
          <p:cNvPr id="2" name="文本框 1"/>
          <p:cNvSpPr txBox="1"/>
          <p:nvPr/>
        </p:nvSpPr>
        <p:spPr>
          <a:xfrm>
            <a:off x="5858510" y="1700530"/>
            <a:ext cx="2890520" cy="460375"/>
          </a:xfrm>
          <a:prstGeom prst="rect">
            <a:avLst/>
          </a:prstGeom>
          <a:noFill/>
        </p:spPr>
        <p:txBody>
          <a:bodyPr wrap="square" rtlCol="0" anchor="t">
            <a:spAutoFit/>
          </a:bodyPr>
          <a:lstStyle/>
          <a:p>
            <a:r>
              <a:rPr lang="zh-CN" altLang="en-US" sz="2400" dirty="0">
                <a:solidFill>
                  <a:schemeClr val="tx1"/>
                </a:solidFill>
                <a:ea typeface="楷体_GB2312"/>
                <a:sym typeface="+mn-ea"/>
              </a:rPr>
              <a:t>其中</a:t>
            </a:r>
            <a:r>
              <a:rPr lang="en-US" altLang="zh-CN" sz="2400" i="1" dirty="0">
                <a:solidFill>
                  <a:schemeClr val="tx1"/>
                </a:solidFill>
                <a:ea typeface="楷体_GB2312"/>
                <a:sym typeface="+mn-ea"/>
              </a:rPr>
              <a:t>c</a:t>
            </a:r>
            <a:r>
              <a:rPr lang="en-US" altLang="zh-CN" sz="2400" baseline="-25000" dirty="0">
                <a:solidFill>
                  <a:schemeClr val="tx1"/>
                </a:solidFill>
                <a:ea typeface="楷体_GB2312"/>
                <a:sym typeface="+mn-ea"/>
              </a:rPr>
              <a:t>1</a:t>
            </a:r>
            <a:r>
              <a:rPr lang="en-US" altLang="zh-CN" sz="2400" dirty="0">
                <a:solidFill>
                  <a:schemeClr val="tx1"/>
                </a:solidFill>
                <a:ea typeface="楷体_GB2312"/>
                <a:sym typeface="+mn-ea"/>
              </a:rPr>
              <a:t>, </a:t>
            </a:r>
            <a:r>
              <a:rPr lang="en-US" altLang="zh-CN" sz="2400" i="1" dirty="0">
                <a:solidFill>
                  <a:schemeClr val="tx1"/>
                </a:solidFill>
                <a:ea typeface="楷体_GB2312"/>
                <a:sym typeface="+mn-ea"/>
              </a:rPr>
              <a:t>c</a:t>
            </a:r>
            <a:r>
              <a:rPr lang="en-US" altLang="zh-CN" sz="2400" baseline="-25000" dirty="0">
                <a:solidFill>
                  <a:schemeClr val="tx1"/>
                </a:solidFill>
                <a:ea typeface="楷体_GB2312"/>
                <a:sym typeface="+mn-ea"/>
              </a:rPr>
              <a:t>2</a:t>
            </a:r>
            <a:r>
              <a:rPr lang="zh-CN" altLang="en-US" sz="2400" dirty="0">
                <a:solidFill>
                  <a:schemeClr val="tx1"/>
                </a:solidFill>
                <a:ea typeface="楷体_GB2312"/>
                <a:sym typeface="+mn-ea"/>
              </a:rPr>
              <a:t>任意常数，</a:t>
            </a:r>
          </a:p>
        </p:txBody>
      </p:sp>
      <p:graphicFrame>
        <p:nvGraphicFramePr>
          <p:cNvPr id="5" name="Object 16"/>
          <p:cNvGraphicFramePr>
            <a:graphicFrameLocks noChangeAspect="1"/>
          </p:cNvGraphicFramePr>
          <p:nvPr/>
        </p:nvGraphicFramePr>
        <p:xfrm>
          <a:off x="755650" y="2852738"/>
          <a:ext cx="3047365" cy="1857375"/>
        </p:xfrm>
        <a:graphic>
          <a:graphicData uri="http://schemas.openxmlformats.org/presentationml/2006/ole">
            <mc:AlternateContent xmlns:mc="http://schemas.openxmlformats.org/markup-compatibility/2006">
              <mc:Choice xmlns:v="urn:schemas-microsoft-com:vml" Requires="v">
                <p:oleObj r:id="rId4" imgW="1435100" imgH="927100" progId="Equation.DSMT4">
                  <p:embed/>
                </p:oleObj>
              </mc:Choice>
              <mc:Fallback>
                <p:oleObj r:id="rId4" imgW="1435100" imgH="927100" progId="Equation.DSMT4">
                  <p:embed/>
                  <p:pic>
                    <p:nvPicPr>
                      <p:cNvPr id="0" name="图片 4385"/>
                      <p:cNvPicPr/>
                      <p:nvPr/>
                    </p:nvPicPr>
                    <p:blipFill>
                      <a:blip r:embed="rId5"/>
                      <a:stretch>
                        <a:fillRect/>
                      </a:stretch>
                    </p:blipFill>
                    <p:spPr>
                      <a:xfrm>
                        <a:off x="755650" y="2852738"/>
                        <a:ext cx="3047365" cy="1857375"/>
                      </a:xfrm>
                      <a:prstGeom prst="rect">
                        <a:avLst/>
                      </a:prstGeom>
                      <a:noFill/>
                      <a:ln w="38100">
                        <a:noFill/>
                        <a:miter/>
                      </a:ln>
                    </p:spPr>
                  </p:pic>
                </p:oleObj>
              </mc:Fallback>
            </mc:AlternateContent>
          </a:graphicData>
        </a:graphic>
      </p:graphicFrame>
      <p:sp>
        <p:nvSpPr>
          <p:cNvPr id="7" name="文本框 6"/>
          <p:cNvSpPr txBox="1"/>
          <p:nvPr/>
        </p:nvSpPr>
        <p:spPr>
          <a:xfrm>
            <a:off x="251460" y="3644900"/>
            <a:ext cx="720725" cy="423545"/>
          </a:xfrm>
          <a:prstGeom prst="rect">
            <a:avLst/>
          </a:prstGeom>
          <a:noFill/>
        </p:spPr>
        <p:txBody>
          <a:bodyPr wrap="square" rtlCol="0">
            <a:spAutoFit/>
          </a:bodyPr>
          <a:lstStyle/>
          <a:p>
            <a:pPr marL="457200" indent="-457200">
              <a:lnSpc>
                <a:spcPct val="90000"/>
              </a:lnSpc>
              <a:spcBef>
                <a:spcPct val="50000"/>
              </a:spcBef>
              <a:buClr>
                <a:srgbClr val="9999CC"/>
              </a:buClr>
              <a:buSzPct val="80000"/>
              <a:buFont typeface="Wingdings" panose="05000000000000000000" pitchFamily="2" charset="2"/>
            </a:pPr>
            <a:r>
              <a:rPr lang="zh-CN" altLang="en-US" sz="2400" dirty="0">
                <a:solidFill>
                  <a:srgbClr val="000000"/>
                </a:solidFill>
                <a:ea typeface="楷体_GB2312"/>
              </a:rPr>
              <a:t>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97378"/>
                                        </p:tgtEl>
                                        <p:attrNameLst>
                                          <p:attrName>style.visibility</p:attrName>
                                        </p:attrNameLst>
                                      </p:cBhvr>
                                      <p:to>
                                        <p:strVal val="visible"/>
                                      </p:to>
                                    </p:set>
                                    <p:animEffect transition="in" filter="blinds(horizontal)">
                                      <p:cBhvr>
                                        <p:cTn id="7" dur="500"/>
                                        <p:tgtEl>
                                          <p:spTgt spid="99737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8080"/>
                                        </p:tgtEl>
                                        <p:attrNameLst>
                                          <p:attrName>style.visibility</p:attrName>
                                        </p:attrNameLst>
                                      </p:cBhvr>
                                      <p:to>
                                        <p:strVal val="visible"/>
                                      </p:to>
                                    </p:set>
                                    <p:animEffect transition="in" filter="box(in)">
                                      <p:cBhvr>
                                        <p:cTn id="12" dur="500"/>
                                        <p:tgtEl>
                                          <p:spTgt spid="880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ox(i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88081">
                                            <p:txEl>
                                              <p:charRg st="55" end="55"/>
                                            </p:txEl>
                                          </p:spTgt>
                                        </p:tgtEl>
                                        <p:attrNameLst>
                                          <p:attrName>style.visibility</p:attrName>
                                        </p:attrNameLst>
                                      </p:cBhvr>
                                      <p:to>
                                        <p:strVal val="visible"/>
                                      </p:to>
                                    </p:set>
                                    <p:animEffect transition="in" filter="slide(fromBottom)">
                                      <p:cBhvr>
                                        <p:cTn id="32" dur="500"/>
                                        <p:tgtEl>
                                          <p:spTgt spid="88081">
                                            <p:txEl>
                                              <p:charRg st="55" end="5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1" nodeType="clickEffect">
                                  <p:stCondLst>
                                    <p:cond delay="0"/>
                                  </p:stCondLst>
                                  <p:childTnLst>
                                    <p:set>
                                      <p:cBhvr>
                                        <p:cTn id="36" dur="1" fill="hold">
                                          <p:stCondLst>
                                            <p:cond delay="0"/>
                                          </p:stCondLst>
                                        </p:cTn>
                                        <p:tgtEl>
                                          <p:spTgt spid="88081">
                                            <p:txEl>
                                              <p:pRg st="0" end="0"/>
                                            </p:txEl>
                                          </p:spTgt>
                                        </p:tgtEl>
                                        <p:attrNameLst>
                                          <p:attrName>style.visibility</p:attrName>
                                        </p:attrNameLst>
                                      </p:cBhvr>
                                      <p:to>
                                        <p:strVal val="visible"/>
                                      </p:to>
                                    </p:set>
                                    <p:animEffect transition="in" filter="blinds(horizontal)">
                                      <p:cBhvr>
                                        <p:cTn id="37" dur="500"/>
                                        <p:tgtEl>
                                          <p:spTgt spid="8808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7378" grpId="0"/>
      <p:bldP spid="88081" grpId="0" build="p"/>
      <p:bldP spid="88081" grpId="1" build="allAtOnce" bldLvl="0"/>
      <p:bldP spid="2" grpId="0"/>
      <p:bldP spid="7"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2" name="Rectangle 2"/>
          <p:cNvSpPr/>
          <p:nvPr/>
        </p:nvSpPr>
        <p:spPr>
          <a:xfrm>
            <a:off x="455613" y="455613"/>
            <a:ext cx="8291512" cy="457200"/>
          </a:xfrm>
          <a:prstGeom prst="rect">
            <a:avLst/>
          </a:prstGeom>
          <a:noFill/>
          <a:ln w="9525">
            <a:noFill/>
          </a:ln>
        </p:spPr>
        <p:txBody>
          <a:bodyPr>
            <a:spAutoFit/>
          </a:bodyPr>
          <a:lstStyle/>
          <a:p>
            <a:pPr marL="342900" indent="-342900">
              <a:spcBef>
                <a:spcPct val="20000"/>
              </a:spcBef>
              <a:buClr>
                <a:srgbClr val="00007D"/>
              </a:buClr>
              <a:buSzPct val="75000"/>
              <a:buFont typeface="Wingdings" panose="05000000000000000000" pitchFamily="2" charset="2"/>
            </a:pPr>
            <a:r>
              <a:rPr lang="zh-CN" altLang="en-US" sz="2400" b="1" dirty="0">
                <a:solidFill>
                  <a:srgbClr val="0000FF"/>
                </a:solidFill>
                <a:latin typeface="Times New Roman" panose="02020603050405020304" pitchFamily="18" charset="0"/>
                <a:ea typeface="楷体_GB2312"/>
              </a:rPr>
              <a:t>方法</a:t>
            </a:r>
            <a:r>
              <a:rPr lang="en-US" altLang="zh-CN" sz="2400" b="1" dirty="0">
                <a:solidFill>
                  <a:srgbClr val="0000FF"/>
                </a:solidFill>
                <a:latin typeface="Times New Roman" panose="02020603050405020304" pitchFamily="18" charset="0"/>
                <a:ea typeface="楷体_GB2312"/>
              </a:rPr>
              <a:t>2</a:t>
            </a:r>
            <a:r>
              <a:rPr lang="zh-CN" altLang="en-US" sz="2400" b="1" dirty="0">
                <a:solidFill>
                  <a:srgbClr val="0000FF"/>
                </a:solidFill>
                <a:latin typeface="Times New Roman" panose="02020603050405020304" pitchFamily="18" charset="0"/>
                <a:ea typeface="楷体_GB2312"/>
              </a:rPr>
              <a:t>：</a:t>
            </a:r>
            <a:r>
              <a:rPr lang="zh-CN" altLang="en-US" sz="2400" b="1" dirty="0">
                <a:solidFill>
                  <a:srgbClr val="FF0000"/>
                </a:solidFill>
                <a:latin typeface="Times New Roman" panose="02020603050405020304" pitchFamily="18" charset="0"/>
                <a:ea typeface="楷体_GB2312"/>
              </a:rPr>
              <a:t>先求出基础解系，再写出通解．</a:t>
            </a:r>
          </a:p>
        </p:txBody>
      </p:sp>
      <p:graphicFrame>
        <p:nvGraphicFramePr>
          <p:cNvPr id="108553" name="Object 9"/>
          <p:cNvGraphicFramePr>
            <a:graphicFrameLocks noChangeAspect="1"/>
          </p:cNvGraphicFramePr>
          <p:nvPr/>
        </p:nvGraphicFramePr>
        <p:xfrm>
          <a:off x="521970" y="824230"/>
          <a:ext cx="8173085" cy="1736725"/>
        </p:xfrm>
        <a:graphic>
          <a:graphicData uri="http://schemas.openxmlformats.org/presentationml/2006/ole">
            <mc:AlternateContent xmlns:mc="http://schemas.openxmlformats.org/markup-compatibility/2006">
              <mc:Choice xmlns:v="urn:schemas-microsoft-com:vml" Requires="v">
                <p:oleObj r:id="rId2" imgW="4356100" imgH="927100" progId="Equation.DSMT4">
                  <p:embed/>
                </p:oleObj>
              </mc:Choice>
              <mc:Fallback>
                <p:oleObj r:id="rId2" imgW="4356100" imgH="927100" progId="Equation.DSMT4">
                  <p:embed/>
                  <p:pic>
                    <p:nvPicPr>
                      <p:cNvPr id="0" name="图片 4390"/>
                      <p:cNvPicPr/>
                      <p:nvPr/>
                    </p:nvPicPr>
                    <p:blipFill>
                      <a:blip r:embed="rId3"/>
                      <a:stretch>
                        <a:fillRect/>
                      </a:stretch>
                    </p:blipFill>
                    <p:spPr>
                      <a:xfrm>
                        <a:off x="521970" y="824230"/>
                        <a:ext cx="8173085" cy="1736725"/>
                      </a:xfrm>
                      <a:prstGeom prst="rect">
                        <a:avLst/>
                      </a:prstGeom>
                      <a:noFill/>
                      <a:ln w="38100">
                        <a:noFill/>
                        <a:miter/>
                      </a:ln>
                    </p:spPr>
                  </p:pic>
                </p:oleObj>
              </mc:Fallback>
            </mc:AlternateContent>
          </a:graphicData>
        </a:graphic>
      </p:graphicFrame>
      <p:sp>
        <p:nvSpPr>
          <p:cNvPr id="108568" name="Text Box 24"/>
          <p:cNvSpPr txBox="1"/>
          <p:nvPr/>
        </p:nvSpPr>
        <p:spPr>
          <a:xfrm>
            <a:off x="455613" y="3963988"/>
            <a:ext cx="3327400" cy="420687"/>
          </a:xfrm>
          <a:prstGeom prst="rect">
            <a:avLst/>
          </a:prstGeom>
          <a:noFill/>
          <a:ln w="9525">
            <a:noFill/>
          </a:ln>
        </p:spPr>
        <p:txBody>
          <a:bodyPr>
            <a:spAutoFit/>
          </a:bodyPr>
          <a:lstStyle/>
          <a:p>
            <a:pPr marL="457200" indent="-457200">
              <a:lnSpc>
                <a:spcPct val="90000"/>
              </a:lnSpc>
              <a:spcBef>
                <a:spcPct val="50000"/>
              </a:spcBef>
              <a:buClr>
                <a:srgbClr val="9999CC"/>
              </a:buClr>
              <a:buSzPct val="80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令</a:t>
            </a:r>
          </a:p>
        </p:txBody>
      </p:sp>
      <p:graphicFrame>
        <p:nvGraphicFramePr>
          <p:cNvPr id="108569" name="Object 25"/>
          <p:cNvGraphicFramePr>
            <a:graphicFrameLocks noChangeAspect="1"/>
          </p:cNvGraphicFramePr>
          <p:nvPr/>
        </p:nvGraphicFramePr>
        <p:xfrm>
          <a:off x="975360" y="3692525"/>
          <a:ext cx="2084705" cy="965200"/>
        </p:xfrm>
        <a:graphic>
          <a:graphicData uri="http://schemas.openxmlformats.org/presentationml/2006/ole">
            <mc:AlternateContent xmlns:mc="http://schemas.openxmlformats.org/markup-compatibility/2006">
              <mc:Choice xmlns:v="urn:schemas-microsoft-com:vml" Requires="v">
                <p:oleObj r:id="rId4" imgW="1041400" imgH="482600" progId="Equation.DSMT4">
                  <p:embed/>
                </p:oleObj>
              </mc:Choice>
              <mc:Fallback>
                <p:oleObj r:id="rId4" imgW="1041400" imgH="482600" progId="Equation.DSMT4">
                  <p:embed/>
                  <p:pic>
                    <p:nvPicPr>
                      <p:cNvPr id="0" name="图片 4388"/>
                      <p:cNvPicPr/>
                      <p:nvPr/>
                    </p:nvPicPr>
                    <p:blipFill>
                      <a:blip r:embed="rId5"/>
                      <a:stretch>
                        <a:fillRect/>
                      </a:stretch>
                    </p:blipFill>
                    <p:spPr>
                      <a:xfrm>
                        <a:off x="975360" y="3692525"/>
                        <a:ext cx="2084705" cy="965200"/>
                      </a:xfrm>
                      <a:prstGeom prst="rect">
                        <a:avLst/>
                      </a:prstGeom>
                      <a:noFill/>
                      <a:ln w="38100">
                        <a:noFill/>
                        <a:miter/>
                      </a:ln>
                    </p:spPr>
                  </p:pic>
                </p:oleObj>
              </mc:Fallback>
            </mc:AlternateContent>
          </a:graphicData>
        </a:graphic>
      </p:graphicFrame>
      <p:graphicFrame>
        <p:nvGraphicFramePr>
          <p:cNvPr id="108570" name="Object 26"/>
          <p:cNvGraphicFramePr>
            <a:graphicFrameLocks noChangeAspect="1"/>
          </p:cNvGraphicFramePr>
          <p:nvPr/>
        </p:nvGraphicFramePr>
        <p:xfrm>
          <a:off x="3932873" y="3692525"/>
          <a:ext cx="2440305" cy="965200"/>
        </p:xfrm>
        <a:graphic>
          <a:graphicData uri="http://schemas.openxmlformats.org/presentationml/2006/ole">
            <mc:AlternateContent xmlns:mc="http://schemas.openxmlformats.org/markup-compatibility/2006">
              <mc:Choice xmlns:v="urn:schemas-microsoft-com:vml" Requires="v">
                <p:oleObj r:id="rId6" imgW="1219200" imgH="482600" progId="Equation.DSMT4">
                  <p:embed/>
                </p:oleObj>
              </mc:Choice>
              <mc:Fallback>
                <p:oleObj r:id="rId6" imgW="1219200" imgH="482600" progId="Equation.DSMT4">
                  <p:embed/>
                  <p:pic>
                    <p:nvPicPr>
                      <p:cNvPr id="0" name="图片 4384"/>
                      <p:cNvPicPr/>
                      <p:nvPr/>
                    </p:nvPicPr>
                    <p:blipFill>
                      <a:blip r:embed="rId7"/>
                      <a:stretch>
                        <a:fillRect/>
                      </a:stretch>
                    </p:blipFill>
                    <p:spPr>
                      <a:xfrm>
                        <a:off x="3932873" y="3692525"/>
                        <a:ext cx="2440305" cy="965200"/>
                      </a:xfrm>
                      <a:prstGeom prst="rect">
                        <a:avLst/>
                      </a:prstGeom>
                      <a:noFill/>
                      <a:ln w="38100">
                        <a:noFill/>
                        <a:miter/>
                      </a:ln>
                    </p:spPr>
                  </p:pic>
                </p:oleObj>
              </mc:Fallback>
            </mc:AlternateContent>
          </a:graphicData>
        </a:graphic>
      </p:graphicFrame>
      <p:graphicFrame>
        <p:nvGraphicFramePr>
          <p:cNvPr id="108574" name="Object 30"/>
          <p:cNvGraphicFramePr>
            <a:graphicFrameLocks noChangeAspect="1"/>
          </p:cNvGraphicFramePr>
          <p:nvPr/>
        </p:nvGraphicFramePr>
        <p:xfrm>
          <a:off x="1979613" y="4653439"/>
          <a:ext cx="2804160" cy="1859915"/>
        </p:xfrm>
        <a:graphic>
          <a:graphicData uri="http://schemas.openxmlformats.org/presentationml/2006/ole">
            <mc:AlternateContent xmlns:mc="http://schemas.openxmlformats.org/markup-compatibility/2006">
              <mc:Choice xmlns:v="urn:schemas-microsoft-com:vml" Requires="v">
                <p:oleObj r:id="rId8" imgW="1397000" imgH="927100" progId="Equation.DSMT4">
                  <p:embed/>
                </p:oleObj>
              </mc:Choice>
              <mc:Fallback>
                <p:oleObj r:id="rId8" imgW="1397000" imgH="927100" progId="Equation.DSMT4">
                  <p:embed/>
                  <p:pic>
                    <p:nvPicPr>
                      <p:cNvPr id="0" name="图片 4389"/>
                      <p:cNvPicPr/>
                      <p:nvPr/>
                    </p:nvPicPr>
                    <p:blipFill>
                      <a:blip r:embed="rId9"/>
                      <a:stretch>
                        <a:fillRect/>
                      </a:stretch>
                    </p:blipFill>
                    <p:spPr>
                      <a:xfrm>
                        <a:off x="1979613" y="4653439"/>
                        <a:ext cx="2804160" cy="1859915"/>
                      </a:xfrm>
                      <a:prstGeom prst="rect">
                        <a:avLst/>
                      </a:prstGeom>
                      <a:noFill/>
                      <a:ln w="38100">
                        <a:noFill/>
                        <a:miter/>
                      </a:ln>
                    </p:spPr>
                  </p:pic>
                </p:oleObj>
              </mc:Fallback>
            </mc:AlternateContent>
          </a:graphicData>
        </a:graphic>
      </p:graphicFrame>
      <p:sp>
        <p:nvSpPr>
          <p:cNvPr id="108575" name="Text Box 31"/>
          <p:cNvSpPr txBox="1"/>
          <p:nvPr/>
        </p:nvSpPr>
        <p:spPr>
          <a:xfrm>
            <a:off x="35243" y="5373053"/>
            <a:ext cx="7937500" cy="423545"/>
          </a:xfrm>
          <a:prstGeom prst="rect">
            <a:avLst/>
          </a:prstGeom>
          <a:noFill/>
          <a:ln w="9525">
            <a:noFill/>
          </a:ln>
        </p:spPr>
        <p:txBody>
          <a:bodyPr>
            <a:spAutoFit/>
          </a:bodyPr>
          <a:lstStyle/>
          <a:p>
            <a:pPr marL="457200" indent="-457200">
              <a:lnSpc>
                <a:spcPct val="90000"/>
              </a:lnSpc>
              <a:spcBef>
                <a:spcPct val="50000"/>
              </a:spcBef>
              <a:buClr>
                <a:srgbClr val="9999CC"/>
              </a:buClr>
              <a:buSzPct val="80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得到基础解系</a:t>
            </a:r>
          </a:p>
        </p:txBody>
      </p:sp>
      <p:sp>
        <p:nvSpPr>
          <p:cNvPr id="108576" name="Text Box 32"/>
          <p:cNvSpPr txBox="1"/>
          <p:nvPr/>
        </p:nvSpPr>
        <p:spPr>
          <a:xfrm>
            <a:off x="455613" y="3963988"/>
            <a:ext cx="3327400" cy="420687"/>
          </a:xfrm>
          <a:prstGeom prst="rect">
            <a:avLst/>
          </a:prstGeom>
          <a:noFill/>
          <a:ln w="9525">
            <a:noFill/>
          </a:ln>
        </p:spPr>
        <p:txBody>
          <a:bodyPr>
            <a:spAutoFit/>
          </a:bodyPr>
          <a:lstStyle/>
          <a:p>
            <a:pPr marL="457200" indent="-457200" algn="r">
              <a:lnSpc>
                <a:spcPct val="90000"/>
              </a:lnSpc>
              <a:spcBef>
                <a:spcPct val="50000"/>
              </a:spcBef>
              <a:buClr>
                <a:srgbClr val="9999CC"/>
              </a:buClr>
              <a:buSzPct val="80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，得</a:t>
            </a:r>
          </a:p>
        </p:txBody>
      </p:sp>
      <p:sp>
        <p:nvSpPr>
          <p:cNvPr id="108577" name="AutoShape 33"/>
          <p:cNvSpPr/>
          <p:nvPr/>
        </p:nvSpPr>
        <p:spPr>
          <a:xfrm>
            <a:off x="6516053" y="2924810"/>
            <a:ext cx="2555875" cy="1800225"/>
          </a:xfrm>
          <a:prstGeom prst="cloudCallout">
            <a:avLst>
              <a:gd name="adj1" fmla="val -124944"/>
              <a:gd name="adj2" fmla="val 83580"/>
            </a:avLst>
          </a:prstGeom>
          <a:solidFill>
            <a:schemeClr val="accent1"/>
          </a:solidFill>
          <a:ln w="9525" cap="flat" cmpd="sng">
            <a:solidFill>
              <a:schemeClr val="tx1"/>
            </a:solidFill>
            <a:prstDash val="solid"/>
            <a:headEnd type="none" w="med" len="med"/>
            <a:tailEnd type="none" w="med" len="med"/>
          </a:ln>
        </p:spPr>
        <p:txBody>
          <a:bodyPr anchor="ctr" anchorCtr="0"/>
          <a:lstStyle/>
          <a:p>
            <a:r>
              <a:rPr lang="zh-CN" altLang="en-US" sz="2000" b="1" dirty="0">
                <a:solidFill>
                  <a:srgbClr val="000000"/>
                </a:solidFill>
                <a:latin typeface="Arial" panose="020B0604020202020204" pitchFamily="34" charset="0"/>
                <a:ea typeface="楷体_GB2312"/>
              </a:rPr>
              <a:t>还能找出其它基础解系吗？</a:t>
            </a:r>
          </a:p>
        </p:txBody>
      </p:sp>
      <p:sp>
        <p:nvSpPr>
          <p:cNvPr id="108578" name="Rectangle 34"/>
          <p:cNvSpPr/>
          <p:nvPr/>
        </p:nvSpPr>
        <p:spPr>
          <a:xfrm>
            <a:off x="2425700" y="3673475"/>
            <a:ext cx="647700" cy="1008063"/>
          </a:xfrm>
          <a:prstGeom prst="rect">
            <a:avLst/>
          </a:prstGeom>
          <a:solidFill>
            <a:schemeClr val="bg1"/>
          </a:solidFill>
          <a:ln w="9525">
            <a:noFill/>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sp>
        <p:nvSpPr>
          <p:cNvPr id="108579" name="Rectangle 35"/>
          <p:cNvSpPr/>
          <p:nvPr/>
        </p:nvSpPr>
        <p:spPr>
          <a:xfrm>
            <a:off x="5580063" y="3673475"/>
            <a:ext cx="792162" cy="1008063"/>
          </a:xfrm>
          <a:prstGeom prst="rect">
            <a:avLst/>
          </a:prstGeom>
          <a:solidFill>
            <a:schemeClr val="bg1"/>
          </a:solidFill>
          <a:ln w="9525">
            <a:noFill/>
          </a:ln>
        </p:spPr>
        <p:txBody>
          <a:bodyPr wrap="none" anchor="ctr" anchorCtr="0"/>
          <a:lstStyle/>
          <a:p>
            <a:endParaRPr lang="zh-CN" altLang="en-US" dirty="0">
              <a:solidFill>
                <a:srgbClr val="000000"/>
              </a:solidFill>
              <a:latin typeface="Arial" panose="020B0604020202020204" pitchFamily="34" charset="0"/>
              <a:ea typeface="宋体" panose="02010600030101010101" pitchFamily="2" charset="-122"/>
            </a:endParaRPr>
          </a:p>
        </p:txBody>
      </p:sp>
      <p:graphicFrame>
        <p:nvGraphicFramePr>
          <p:cNvPr id="106505" name="Object 9"/>
          <p:cNvGraphicFramePr>
            <a:graphicFrameLocks noChangeAspect="1"/>
          </p:cNvGraphicFramePr>
          <p:nvPr/>
        </p:nvGraphicFramePr>
        <p:xfrm>
          <a:off x="3707924" y="2634615"/>
          <a:ext cx="2161540" cy="965200"/>
        </p:xfrm>
        <a:graphic>
          <a:graphicData uri="http://schemas.openxmlformats.org/presentationml/2006/ole">
            <mc:AlternateContent xmlns:mc="http://schemas.openxmlformats.org/markup-compatibility/2006">
              <mc:Choice xmlns:v="urn:schemas-microsoft-com:vml" Requires="v">
                <p:oleObj r:id="rId10" imgW="1079500" imgH="482600" progId="Equation.DSMT4">
                  <p:embed/>
                </p:oleObj>
              </mc:Choice>
              <mc:Fallback>
                <p:oleObj r:id="rId10" imgW="1079500" imgH="482600" progId="Equation.DSMT4">
                  <p:embed/>
                  <p:pic>
                    <p:nvPicPr>
                      <p:cNvPr id="0" name="图片 4382"/>
                      <p:cNvPicPr/>
                      <p:nvPr/>
                    </p:nvPicPr>
                    <p:blipFill>
                      <a:blip r:embed="rId11"/>
                      <a:stretch>
                        <a:fillRect/>
                      </a:stretch>
                    </p:blipFill>
                    <p:spPr>
                      <a:xfrm>
                        <a:off x="3707924" y="2634615"/>
                        <a:ext cx="2161540" cy="965200"/>
                      </a:xfrm>
                      <a:prstGeom prst="rect">
                        <a:avLst/>
                      </a:prstGeom>
                      <a:noFill/>
                      <a:ln w="38100">
                        <a:noFill/>
                        <a:miter/>
                      </a:ln>
                    </p:spPr>
                  </p:pic>
                </p:oleObj>
              </mc:Fallback>
            </mc:AlternateContent>
          </a:graphicData>
        </a:graphic>
      </p:graphicFrame>
      <p:sp>
        <p:nvSpPr>
          <p:cNvPr id="4" name="文本框 3"/>
          <p:cNvSpPr txBox="1"/>
          <p:nvPr/>
        </p:nvSpPr>
        <p:spPr>
          <a:xfrm>
            <a:off x="187325" y="2841625"/>
            <a:ext cx="4572000" cy="460375"/>
          </a:xfrm>
          <a:prstGeom prst="rect">
            <a:avLst/>
          </a:prstGeom>
          <a:noFill/>
        </p:spPr>
        <p:txBody>
          <a:bodyPr wrap="square" rtlCol="0" anchor="t">
            <a:spAutoFit/>
          </a:bodyPr>
          <a:lstStyle/>
          <a:p>
            <a:r>
              <a:rPr lang="zh-CN" altLang="en-US" sz="2400" dirty="0">
                <a:solidFill>
                  <a:srgbClr val="000000"/>
                </a:solidFill>
                <a:ea typeface="楷体_GB2312"/>
                <a:sym typeface="+mn-ea"/>
              </a:rPr>
              <a:t>原方程组的同解方程组为</a:t>
            </a:r>
          </a:p>
        </p:txBody>
      </p:sp>
      <p:sp>
        <p:nvSpPr>
          <p:cNvPr id="2" name="文本框 1"/>
          <p:cNvSpPr txBox="1"/>
          <p:nvPr/>
        </p:nvSpPr>
        <p:spPr>
          <a:xfrm>
            <a:off x="4787900" y="5229225"/>
            <a:ext cx="4060825" cy="1272540"/>
          </a:xfrm>
          <a:prstGeom prst="rect">
            <a:avLst/>
          </a:prstGeom>
          <a:noFill/>
        </p:spPr>
        <p:txBody>
          <a:bodyPr wrap="square" rtlCol="0" anchor="t">
            <a:spAutoFit/>
          </a:bodyPr>
          <a:lstStyle/>
          <a:p>
            <a:pPr marL="457200" indent="-457200">
              <a:lnSpc>
                <a:spcPct val="90000"/>
              </a:lnSpc>
              <a:spcBef>
                <a:spcPct val="50000"/>
              </a:spcBef>
              <a:buClr>
                <a:srgbClr val="9999CC"/>
              </a:buClr>
              <a:buSzPct val="80000"/>
              <a:buFont typeface="Wingdings" panose="05000000000000000000" pitchFamily="2" charset="2"/>
            </a:pPr>
            <a:r>
              <a:rPr lang="zh-CN" altLang="en-US" sz="2400" dirty="0">
                <a:solidFill>
                  <a:srgbClr val="000000"/>
                </a:solidFill>
                <a:ea typeface="楷体_GB2312"/>
                <a:sym typeface="+mn-ea"/>
              </a:rPr>
              <a:t>方程组的通解为</a:t>
            </a:r>
            <a:r>
              <a:rPr lang="en-US" altLang="zh-CN" sz="2400" i="1" dirty="0">
                <a:solidFill>
                  <a:srgbClr val="000000"/>
                </a:solidFill>
                <a:latin typeface="Symbol" panose="05050102010706020507" pitchFamily="18" charset="2"/>
                <a:ea typeface="楷体_GB2312"/>
                <a:sym typeface="+mn-ea"/>
              </a:rPr>
              <a:t>η=</a:t>
            </a:r>
            <a:r>
              <a:rPr lang="en-US" altLang="zh-CN" sz="2400" i="1" dirty="0">
                <a:ea typeface="楷体_GB2312"/>
                <a:sym typeface="+mn-ea"/>
              </a:rPr>
              <a:t>c</a:t>
            </a:r>
            <a:r>
              <a:rPr lang="en-US" altLang="zh-CN" sz="2400" baseline="-25000" dirty="0">
                <a:ea typeface="楷体_GB2312"/>
                <a:sym typeface="+mn-ea"/>
              </a:rPr>
              <a:t>1</a:t>
            </a:r>
            <a:r>
              <a:rPr lang="en-US" altLang="zh-CN" sz="2400" i="1" dirty="0">
                <a:solidFill>
                  <a:srgbClr val="000000"/>
                </a:solidFill>
                <a:latin typeface="Symbol" panose="05050102010706020507" pitchFamily="18" charset="2"/>
                <a:ea typeface="楷体_GB2312"/>
                <a:sym typeface="+mn-ea"/>
              </a:rPr>
              <a:t>η</a:t>
            </a:r>
            <a:r>
              <a:rPr lang="en-US" altLang="zh-CN" sz="2400" baseline="-25000" dirty="0">
                <a:solidFill>
                  <a:srgbClr val="000000"/>
                </a:solidFill>
                <a:ea typeface="楷体_GB2312"/>
                <a:sym typeface="+mn-ea"/>
              </a:rPr>
              <a:t>1</a:t>
            </a:r>
            <a:r>
              <a:rPr lang="en-US" altLang="zh-CN" sz="2400" dirty="0">
                <a:solidFill>
                  <a:srgbClr val="000000"/>
                </a:solidFill>
                <a:latin typeface="Symbol" panose="05050102010706020507" pitchFamily="18" charset="2"/>
                <a:ea typeface="楷体_GB2312"/>
                <a:sym typeface="+mn-ea"/>
              </a:rPr>
              <a:t>+ </a:t>
            </a:r>
            <a:r>
              <a:rPr lang="en-US" altLang="zh-CN" sz="2400" i="1" dirty="0">
                <a:ea typeface="楷体_GB2312"/>
                <a:sym typeface="+mn-ea"/>
              </a:rPr>
              <a:t>c</a:t>
            </a:r>
            <a:r>
              <a:rPr lang="en-US" altLang="zh-CN" sz="2400" baseline="-25000" dirty="0">
                <a:ea typeface="楷体_GB2312"/>
                <a:sym typeface="+mn-ea"/>
              </a:rPr>
              <a:t>2</a:t>
            </a:r>
            <a:r>
              <a:rPr lang="en-US" altLang="zh-CN" sz="2400" i="1" dirty="0">
                <a:solidFill>
                  <a:srgbClr val="000000"/>
                </a:solidFill>
                <a:latin typeface="Symbol" panose="05050102010706020507" pitchFamily="18" charset="2"/>
                <a:ea typeface="楷体_GB2312"/>
                <a:sym typeface="+mn-ea"/>
              </a:rPr>
              <a:t>η</a:t>
            </a:r>
            <a:r>
              <a:rPr lang="en-US" altLang="zh-CN" sz="2400" baseline="-25000" dirty="0">
                <a:solidFill>
                  <a:srgbClr val="000000"/>
                </a:solidFill>
                <a:ea typeface="楷体_GB2312"/>
                <a:sym typeface="+mn-ea"/>
              </a:rPr>
              <a:t>2 </a:t>
            </a:r>
            <a:r>
              <a:rPr lang="en-US" altLang="zh-CN" sz="2400" dirty="0">
                <a:ea typeface="楷体_GB2312"/>
                <a:sym typeface="+mn-ea"/>
              </a:rPr>
              <a:t>, </a:t>
            </a:r>
            <a:r>
              <a:rPr lang="en-US" altLang="zh-CN" sz="2400" i="1" dirty="0">
                <a:ea typeface="楷体_GB2312"/>
                <a:sym typeface="+mn-ea"/>
              </a:rPr>
              <a:t>c</a:t>
            </a:r>
            <a:r>
              <a:rPr lang="en-US" altLang="zh-CN" sz="2400" baseline="-25000" dirty="0">
                <a:ea typeface="楷体_GB2312"/>
                <a:sym typeface="+mn-ea"/>
              </a:rPr>
              <a:t>1</a:t>
            </a:r>
            <a:r>
              <a:rPr lang="en-US" altLang="zh-CN" sz="2400" dirty="0">
                <a:ea typeface="楷体_GB2312"/>
                <a:sym typeface="+mn-ea"/>
              </a:rPr>
              <a:t>, </a:t>
            </a:r>
            <a:r>
              <a:rPr lang="en-US" altLang="zh-CN" sz="2400" i="1" dirty="0">
                <a:ea typeface="楷体_GB2312"/>
                <a:sym typeface="+mn-ea"/>
              </a:rPr>
              <a:t>c</a:t>
            </a:r>
            <a:r>
              <a:rPr lang="en-US" altLang="zh-CN" sz="2400" baseline="-25000" dirty="0">
                <a:ea typeface="楷体_GB2312"/>
                <a:sym typeface="+mn-ea"/>
              </a:rPr>
              <a:t>2</a:t>
            </a:r>
            <a:r>
              <a:rPr lang="zh-CN" altLang="en-US" sz="2400" dirty="0">
                <a:ea typeface="楷体_GB2312"/>
                <a:sym typeface="+mn-ea"/>
              </a:rPr>
              <a:t>任意常数</a:t>
            </a:r>
            <a:r>
              <a:rPr lang="zh-CN" altLang="en-US" sz="2400" dirty="0">
                <a:solidFill>
                  <a:srgbClr val="000000"/>
                </a:solidFill>
                <a:ea typeface="楷体_GB2312"/>
                <a:sym typeface="+mn-ea"/>
              </a:rPr>
              <a:t>．</a:t>
            </a:r>
            <a:endParaRPr lang="zh-CN" altLang="en-US" sz="2400" b="1" dirty="0">
              <a:solidFill>
                <a:srgbClr val="000000"/>
              </a:solidFill>
              <a:latin typeface="Times New Roman" panose="02020603050405020304" pitchFamily="18" charset="0"/>
              <a:ea typeface="楷体_GB2312"/>
            </a:endParaRPr>
          </a:p>
          <a:p>
            <a:pPr marL="457200" indent="-457200">
              <a:lnSpc>
                <a:spcPct val="90000"/>
              </a:lnSpc>
              <a:spcBef>
                <a:spcPct val="50000"/>
              </a:spcBef>
              <a:buClr>
                <a:srgbClr val="9999CC"/>
              </a:buClr>
              <a:buSzPct val="80000"/>
              <a:buFont typeface="Wingdings" panose="05000000000000000000" pitchFamily="2" charset="2"/>
            </a:pPr>
            <a:endParaRPr lang="zh-CN" altLang="en-US" sz="2400" b="1" dirty="0">
              <a:solidFill>
                <a:srgbClr val="000000"/>
              </a:solidFill>
              <a:latin typeface="Times New Roman" panose="02020603050405020304" pitchFamily="18" charset="0"/>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98402"/>
                                        </p:tgtEl>
                                        <p:attrNameLst>
                                          <p:attrName>style.visibility</p:attrName>
                                        </p:attrNameLst>
                                      </p:cBhvr>
                                      <p:to>
                                        <p:strVal val="visible"/>
                                      </p:to>
                                    </p:set>
                                    <p:animEffect transition="in" filter="blinds(horizontal)">
                                      <p:cBhvr>
                                        <p:cTn id="7" dur="500"/>
                                        <p:tgtEl>
                                          <p:spTgt spid="99840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855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linds(horizontal)">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106505"/>
                                        </p:tgtEl>
                                        <p:attrNameLst>
                                          <p:attrName>style.visibility</p:attrName>
                                        </p:attrNameLst>
                                      </p:cBhvr>
                                      <p:to>
                                        <p:strVal val="visible"/>
                                      </p:to>
                                    </p:set>
                                    <p:animEffect transition="in" filter="box(in)">
                                      <p:cBhvr>
                                        <p:cTn id="21" dur="500"/>
                                        <p:tgtEl>
                                          <p:spTgt spid="10650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8568"/>
                                        </p:tgtEl>
                                        <p:attrNameLst>
                                          <p:attrName>style.visibility</p:attrName>
                                        </p:attrNameLst>
                                      </p:cBhvr>
                                      <p:to>
                                        <p:strVal val="visible"/>
                                      </p:to>
                                    </p:set>
                                    <p:animEffect transition="in" filter="wipe(left)">
                                      <p:cBhvr>
                                        <p:cTn id="26" dur="500"/>
                                        <p:tgtEl>
                                          <p:spTgt spid="108568"/>
                                        </p:tgtEl>
                                      </p:cBhvr>
                                    </p:animEffect>
                                  </p:childTnLst>
                                </p:cTn>
                              </p:par>
                              <p:par>
                                <p:cTn id="27" presetID="22" presetClass="entr" presetSubtype="8" fill="hold" nodeType="withEffect">
                                  <p:stCondLst>
                                    <p:cond delay="0"/>
                                  </p:stCondLst>
                                  <p:childTnLst>
                                    <p:set>
                                      <p:cBhvr>
                                        <p:cTn id="28" dur="1" fill="hold">
                                          <p:stCondLst>
                                            <p:cond delay="0"/>
                                          </p:stCondLst>
                                        </p:cTn>
                                        <p:tgtEl>
                                          <p:spTgt spid="108569"/>
                                        </p:tgtEl>
                                        <p:attrNameLst>
                                          <p:attrName>style.visibility</p:attrName>
                                        </p:attrNameLst>
                                      </p:cBhvr>
                                      <p:to>
                                        <p:strVal val="visible"/>
                                      </p:to>
                                    </p:set>
                                    <p:animEffect transition="in" filter="wipe(left)">
                                      <p:cBhvr>
                                        <p:cTn id="29" dur="500"/>
                                        <p:tgtEl>
                                          <p:spTgt spid="10856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8576"/>
                                        </p:tgtEl>
                                        <p:attrNameLst>
                                          <p:attrName>style.visibility</p:attrName>
                                        </p:attrNameLst>
                                      </p:cBhvr>
                                      <p:to>
                                        <p:strVal val="visible"/>
                                      </p:to>
                                    </p:set>
                                    <p:animEffect transition="in" filter="wipe(left)">
                                      <p:cBhvr>
                                        <p:cTn id="34" dur="500"/>
                                        <p:tgtEl>
                                          <p:spTgt spid="108576"/>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08570"/>
                                        </p:tgtEl>
                                        <p:attrNameLst>
                                          <p:attrName>style.visibility</p:attrName>
                                        </p:attrNameLst>
                                      </p:cBhvr>
                                      <p:to>
                                        <p:strVal val="visible"/>
                                      </p:to>
                                    </p:set>
                                    <p:animEffect transition="in" filter="wipe(left)">
                                      <p:cBhvr>
                                        <p:cTn id="38" dur="500"/>
                                        <p:tgtEl>
                                          <p:spTgt spid="10857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xit" presetSubtype="1" fill="hold" grpId="0" nodeType="clickEffect">
                                  <p:stCondLst>
                                    <p:cond delay="0"/>
                                  </p:stCondLst>
                                  <p:childTnLst>
                                    <p:animEffect transition="out" filter="wipe(up)">
                                      <p:cBhvr>
                                        <p:cTn id="42" dur="500"/>
                                        <p:tgtEl>
                                          <p:spTgt spid="108578"/>
                                        </p:tgtEl>
                                      </p:cBhvr>
                                    </p:animEffect>
                                    <p:set>
                                      <p:cBhvr>
                                        <p:cTn id="43" dur="1" fill="hold">
                                          <p:stCondLst>
                                            <p:cond delay="499"/>
                                          </p:stCondLst>
                                        </p:cTn>
                                        <p:tgtEl>
                                          <p:spTgt spid="108578"/>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22" presetClass="exit" presetSubtype="1" fill="hold" grpId="0" nodeType="clickEffect">
                                  <p:stCondLst>
                                    <p:cond delay="0"/>
                                  </p:stCondLst>
                                  <p:childTnLst>
                                    <p:animEffect transition="out" filter="wipe(up)">
                                      <p:cBhvr>
                                        <p:cTn id="47" dur="500"/>
                                        <p:tgtEl>
                                          <p:spTgt spid="108579"/>
                                        </p:tgtEl>
                                      </p:cBhvr>
                                    </p:animEffect>
                                    <p:set>
                                      <p:cBhvr>
                                        <p:cTn id="48" dur="1" fill="hold">
                                          <p:stCondLst>
                                            <p:cond delay="499"/>
                                          </p:stCondLst>
                                        </p:cTn>
                                        <p:tgtEl>
                                          <p:spTgt spid="10857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108575"/>
                                        </p:tgtEl>
                                        <p:attrNameLst>
                                          <p:attrName>style.visibility</p:attrName>
                                        </p:attrNameLst>
                                      </p:cBhvr>
                                      <p:to>
                                        <p:strVal val="visible"/>
                                      </p:to>
                                    </p:set>
                                    <p:anim calcmode="lin" valueType="num">
                                      <p:cBhvr>
                                        <p:cTn id="53" dur="500" fill="hold"/>
                                        <p:tgtEl>
                                          <p:spTgt spid="108575"/>
                                        </p:tgtEl>
                                        <p:attrNameLst>
                                          <p:attrName>ppt_w</p:attrName>
                                        </p:attrNameLst>
                                      </p:cBhvr>
                                      <p:tavLst>
                                        <p:tav tm="0">
                                          <p:val>
                                            <p:fltVal val="0"/>
                                          </p:val>
                                        </p:tav>
                                        <p:tav tm="100000">
                                          <p:val>
                                            <p:strVal val="#ppt_w"/>
                                          </p:val>
                                        </p:tav>
                                      </p:tavLst>
                                    </p:anim>
                                    <p:anim calcmode="lin" valueType="num">
                                      <p:cBhvr>
                                        <p:cTn id="54" dur="500" fill="hold"/>
                                        <p:tgtEl>
                                          <p:spTgt spid="108575"/>
                                        </p:tgtEl>
                                        <p:attrNameLst>
                                          <p:attrName>ppt_h</p:attrName>
                                        </p:attrNameLst>
                                      </p:cBhvr>
                                      <p:tavLst>
                                        <p:tav tm="0">
                                          <p:val>
                                            <p:fltVal val="0"/>
                                          </p:val>
                                        </p:tav>
                                        <p:tav tm="100000">
                                          <p:val>
                                            <p:strVal val="#ppt_h"/>
                                          </p:val>
                                        </p:tav>
                                      </p:tavLst>
                                    </p:anim>
                                  </p:childTnLst>
                                </p:cTn>
                              </p:par>
                              <p:par>
                                <p:cTn id="55" presetID="23" presetClass="entr" presetSubtype="16" fill="hold" nodeType="withEffect">
                                  <p:stCondLst>
                                    <p:cond delay="0"/>
                                  </p:stCondLst>
                                  <p:childTnLst>
                                    <p:set>
                                      <p:cBhvr>
                                        <p:cTn id="56" dur="1" fill="hold">
                                          <p:stCondLst>
                                            <p:cond delay="0"/>
                                          </p:stCondLst>
                                        </p:cTn>
                                        <p:tgtEl>
                                          <p:spTgt spid="108574"/>
                                        </p:tgtEl>
                                        <p:attrNameLst>
                                          <p:attrName>style.visibility</p:attrName>
                                        </p:attrNameLst>
                                      </p:cBhvr>
                                      <p:to>
                                        <p:strVal val="visible"/>
                                      </p:to>
                                    </p:set>
                                    <p:anim calcmode="lin" valueType="num">
                                      <p:cBhvr>
                                        <p:cTn id="57" dur="500" fill="hold"/>
                                        <p:tgtEl>
                                          <p:spTgt spid="108574"/>
                                        </p:tgtEl>
                                        <p:attrNameLst>
                                          <p:attrName>ppt_w</p:attrName>
                                        </p:attrNameLst>
                                      </p:cBhvr>
                                      <p:tavLst>
                                        <p:tav tm="0">
                                          <p:val>
                                            <p:fltVal val="0"/>
                                          </p:val>
                                        </p:tav>
                                        <p:tav tm="100000">
                                          <p:val>
                                            <p:strVal val="#ppt_w"/>
                                          </p:val>
                                        </p:tav>
                                      </p:tavLst>
                                    </p:anim>
                                    <p:anim calcmode="lin" valueType="num">
                                      <p:cBhvr>
                                        <p:cTn id="58" dur="500" fill="hold"/>
                                        <p:tgtEl>
                                          <p:spTgt spid="108574"/>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20" presetClass="entr" presetSubtype="0" fill="hold" grpId="0" nodeType="clickEffect">
                                  <p:stCondLst>
                                    <p:cond delay="0"/>
                                  </p:stCondLst>
                                  <p:childTnLst>
                                    <p:set>
                                      <p:cBhvr>
                                        <p:cTn id="62" dur="1" fill="hold">
                                          <p:stCondLst>
                                            <p:cond delay="0"/>
                                          </p:stCondLst>
                                        </p:cTn>
                                        <p:tgtEl>
                                          <p:spTgt spid="108577"/>
                                        </p:tgtEl>
                                        <p:attrNameLst>
                                          <p:attrName>style.visibility</p:attrName>
                                        </p:attrNameLst>
                                      </p:cBhvr>
                                      <p:to>
                                        <p:strVal val="visible"/>
                                      </p:to>
                                    </p:set>
                                    <p:animEffect transition="in" filter="wedge">
                                      <p:cBhvr>
                                        <p:cTn id="63" dur="500"/>
                                        <p:tgtEl>
                                          <p:spTgt spid="108577"/>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blinds(horizontal)">
                                      <p:cBhvr>
                                        <p:cTn id="6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8402" grpId="0"/>
      <p:bldP spid="108568" grpId="0"/>
      <p:bldP spid="108575" grpId="0"/>
      <p:bldP spid="108576" grpId="0"/>
      <p:bldP spid="108577" grpId="0" bldLvl="0" animBg="1"/>
      <p:bldP spid="108578" grpId="0" bldLvl="0" animBg="1"/>
      <p:bldP spid="108579" grpId="0" bldLvl="0" animBg="1"/>
      <p:bldP spid="4" grpId="0"/>
      <p:bldP spid="2"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3" name="Rectangle 2"/>
          <p:cNvSpPr>
            <a:spLocks noGrp="1"/>
          </p:cNvSpPr>
          <p:nvPr>
            <p:ph type="title" idx="4294967295"/>
          </p:nvPr>
        </p:nvSpPr>
        <p:spPr>
          <a:xfrm>
            <a:off x="611505" y="332740"/>
            <a:ext cx="7792720" cy="710565"/>
          </a:xfrm>
        </p:spPr>
        <p:txBody>
          <a:bodyPr vert="horz" wrap="square" lIns="91440" tIns="45720" rIns="91440" bIns="45720" anchor="b" anchorCtr="0"/>
          <a:lstStyle/>
          <a:p>
            <a:pPr algn="l" eaLnBrk="1" hangingPunct="1"/>
            <a:r>
              <a:rPr lang="en-US" altLang="zh-CN" sz="2800" b="1" dirty="0">
                <a:solidFill>
                  <a:srgbClr val="FF3300"/>
                </a:solidFill>
              </a:rPr>
              <a:t>2</a:t>
            </a:r>
            <a:r>
              <a:rPr lang="zh-CN" altLang="en-US" sz="2800" b="1" dirty="0">
                <a:solidFill>
                  <a:srgbClr val="FF3300"/>
                </a:solidFill>
              </a:rPr>
              <a:t>  非齐次线性方程组解的结构</a:t>
            </a:r>
            <a:r>
              <a:rPr lang="zh-CN" altLang="en-US" dirty="0"/>
              <a:t> </a:t>
            </a:r>
          </a:p>
        </p:txBody>
      </p:sp>
      <p:sp>
        <p:nvSpPr>
          <p:cNvPr id="983042" name="Rectangle 12"/>
          <p:cNvSpPr>
            <a:spLocks noGrp="1"/>
          </p:cNvSpPr>
          <p:nvPr/>
        </p:nvSpPr>
        <p:spPr>
          <a:xfrm>
            <a:off x="381000" y="692785"/>
            <a:ext cx="7772400" cy="1143000"/>
          </a:xfrm>
          <a:prstGeom prst="rect">
            <a:avLst/>
          </a:prstGeom>
          <a:noFill/>
          <a:ln w="9525">
            <a:noFill/>
          </a:ln>
        </p:spPr>
        <p:txBody>
          <a:bodyPr vert="horz" wrap="square" lIns="91440" tIns="45720" rIns="91440" bIns="45720" anchor="ctr" anchorCtr="0"/>
          <a:lst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eaLnBrk="1" hangingPunct="1"/>
            <a:r>
              <a:rPr lang="zh-CN" altLang="en-US" sz="3200" dirty="0">
                <a:solidFill>
                  <a:srgbClr val="0000FF"/>
                </a:solidFill>
                <a:latin typeface="+mn-lt"/>
                <a:ea typeface="+mn-ea"/>
                <a:cs typeface="+mn-cs"/>
              </a:rPr>
              <a:t>回顾：非线性方程组的解的判定</a:t>
            </a:r>
            <a:endParaRPr lang="zh-CN" altLang="en-US" dirty="0"/>
          </a:p>
        </p:txBody>
      </p:sp>
      <p:sp>
        <p:nvSpPr>
          <p:cNvPr id="14352" name="Rectangle 16"/>
          <p:cNvSpPr>
            <a:spLocks noGrp="1"/>
          </p:cNvSpPr>
          <p:nvPr/>
        </p:nvSpPr>
        <p:spPr>
          <a:xfrm>
            <a:off x="457200" y="1628775"/>
            <a:ext cx="8229600" cy="4243070"/>
          </a:xfrm>
          <a:prstGeom prst="rect">
            <a:avLst/>
          </a:prstGeom>
          <a:noFill/>
          <a:ln w="9525">
            <a:noFill/>
          </a:ln>
        </p:spPr>
        <p:txBody>
          <a:bodyPr vert="horz" wrap="square" lIns="91440" tIns="45720" rIns="91440" bIns="45720" anchor="t" anchorCtr="0">
            <a:noAutofit/>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0" indent="0" eaLnBrk="1" hangingPunct="1">
              <a:lnSpc>
                <a:spcPct val="130000"/>
              </a:lnSpc>
              <a:spcBef>
                <a:spcPct val="0"/>
              </a:spcBef>
              <a:buClrTx/>
              <a:buSzTx/>
              <a:buFontTx/>
              <a:buNone/>
            </a:pPr>
            <a:r>
              <a:rPr lang="en-US" altLang="zh-CN" dirty="0">
                <a:solidFill>
                  <a:srgbClr val="000000"/>
                </a:solidFill>
              </a:rPr>
              <a:t>1. </a:t>
            </a:r>
            <a:r>
              <a:rPr lang="zh-CN" altLang="en-US" dirty="0">
                <a:solidFill>
                  <a:srgbClr val="000000"/>
                </a:solidFill>
              </a:rPr>
              <a:t>包含 </a:t>
            </a:r>
            <a:r>
              <a:rPr lang="en-US" altLang="zh-CN" i="1" dirty="0">
                <a:solidFill>
                  <a:srgbClr val="000000"/>
                </a:solidFill>
              </a:rPr>
              <a:t>n </a:t>
            </a:r>
            <a:r>
              <a:rPr lang="zh-CN" altLang="en-US" dirty="0">
                <a:solidFill>
                  <a:srgbClr val="000000"/>
                </a:solidFill>
              </a:rPr>
              <a:t>个未知数的非齐次线性方程组 </a:t>
            </a:r>
            <a:r>
              <a:rPr lang="en-US" altLang="zh-CN" i="1" dirty="0">
                <a:solidFill>
                  <a:srgbClr val="FF0000"/>
                </a:solidFill>
              </a:rPr>
              <a:t>Ax = b</a:t>
            </a:r>
            <a:r>
              <a:rPr lang="en-US" altLang="zh-CN" i="1" dirty="0">
                <a:solidFill>
                  <a:srgbClr val="000000"/>
                </a:solidFill>
              </a:rPr>
              <a:t> </a:t>
            </a:r>
            <a:r>
              <a:rPr lang="zh-CN" altLang="en-US" dirty="0">
                <a:solidFill>
                  <a:srgbClr val="000000"/>
                </a:solidFill>
              </a:rPr>
              <a:t>有解的充分必要条件是系数矩阵的秩 </a:t>
            </a:r>
            <a:r>
              <a:rPr lang="en-US" altLang="zh-CN" i="1" dirty="0">
                <a:solidFill>
                  <a:srgbClr val="000000"/>
                </a:solidFill>
              </a:rPr>
              <a:t>R</a:t>
            </a:r>
            <a:r>
              <a:rPr lang="en-US" altLang="zh-CN" dirty="0">
                <a:solidFill>
                  <a:srgbClr val="000000"/>
                </a:solidFill>
              </a:rPr>
              <a:t>(</a:t>
            </a:r>
            <a:r>
              <a:rPr lang="en-US" altLang="zh-CN" i="1" dirty="0">
                <a:solidFill>
                  <a:srgbClr val="000000"/>
                </a:solidFill>
              </a:rPr>
              <a:t>A</a:t>
            </a:r>
            <a:r>
              <a:rPr lang="en-US" altLang="zh-CN" dirty="0">
                <a:solidFill>
                  <a:srgbClr val="000000"/>
                </a:solidFill>
              </a:rPr>
              <a:t>) = R(</a:t>
            </a:r>
            <a:r>
              <a:rPr lang="en-US" altLang="zh-CN" i="1" dirty="0">
                <a:solidFill>
                  <a:srgbClr val="000000"/>
                </a:solidFill>
              </a:rPr>
              <a:t>A</a:t>
            </a:r>
            <a:r>
              <a:rPr lang="en-US" altLang="zh-CN" dirty="0">
                <a:solidFill>
                  <a:srgbClr val="000000"/>
                </a:solidFill>
              </a:rPr>
              <a:t>, </a:t>
            </a:r>
            <a:r>
              <a:rPr lang="en-US" altLang="zh-CN" i="1" dirty="0">
                <a:solidFill>
                  <a:srgbClr val="000000"/>
                </a:solidFill>
              </a:rPr>
              <a:t>b</a:t>
            </a:r>
            <a:r>
              <a:rPr lang="en-US" altLang="zh-CN" dirty="0">
                <a:solidFill>
                  <a:srgbClr val="000000"/>
                </a:solidFill>
              </a:rPr>
              <a:t>)</a:t>
            </a:r>
            <a:r>
              <a:rPr lang="zh-CN" altLang="en-US" dirty="0">
                <a:solidFill>
                  <a:srgbClr val="000000"/>
                </a:solidFill>
              </a:rPr>
              <a:t>，并且</a:t>
            </a:r>
          </a:p>
          <a:p>
            <a:pPr marL="914400" lvl="1" indent="-457200" eaLnBrk="1" hangingPunct="1">
              <a:lnSpc>
                <a:spcPct val="130000"/>
              </a:lnSpc>
              <a:spcBef>
                <a:spcPct val="0"/>
              </a:spcBef>
              <a:buClr>
                <a:srgbClr val="0000FF"/>
              </a:buClr>
              <a:buSzTx/>
              <a:buFont typeface="Wingdings" panose="05000000000000000000" pitchFamily="2" charset="2"/>
              <a:buChar char="p"/>
            </a:pPr>
            <a:r>
              <a:rPr lang="zh-CN" altLang="en-US" dirty="0">
                <a:solidFill>
                  <a:srgbClr val="000000"/>
                </a:solidFill>
              </a:rPr>
              <a:t>当</a:t>
            </a:r>
            <a:r>
              <a:rPr lang="en-US" altLang="zh-CN" i="1" dirty="0">
                <a:solidFill>
                  <a:srgbClr val="000000"/>
                </a:solidFill>
              </a:rPr>
              <a:t>R</a:t>
            </a:r>
            <a:r>
              <a:rPr lang="en-US" altLang="zh-CN" dirty="0">
                <a:solidFill>
                  <a:srgbClr val="000000"/>
                </a:solidFill>
              </a:rPr>
              <a:t>(</a:t>
            </a:r>
            <a:r>
              <a:rPr lang="en-US" altLang="zh-CN" i="1" dirty="0">
                <a:solidFill>
                  <a:srgbClr val="000000"/>
                </a:solidFill>
              </a:rPr>
              <a:t>A</a:t>
            </a:r>
            <a:r>
              <a:rPr lang="en-US" altLang="zh-CN" dirty="0">
                <a:solidFill>
                  <a:srgbClr val="000000"/>
                </a:solidFill>
              </a:rPr>
              <a:t>) = </a:t>
            </a:r>
            <a:r>
              <a:rPr lang="en-US" altLang="zh-CN" i="1" dirty="0">
                <a:solidFill>
                  <a:srgbClr val="000000"/>
                </a:solidFill>
              </a:rPr>
              <a:t>R</a:t>
            </a:r>
            <a:r>
              <a:rPr lang="en-US" altLang="zh-CN" dirty="0">
                <a:solidFill>
                  <a:srgbClr val="000000"/>
                </a:solidFill>
              </a:rPr>
              <a:t>(</a:t>
            </a:r>
            <a:r>
              <a:rPr lang="en-US" altLang="zh-CN" i="1" dirty="0">
                <a:solidFill>
                  <a:srgbClr val="000000"/>
                </a:solidFill>
              </a:rPr>
              <a:t>A</a:t>
            </a:r>
            <a:r>
              <a:rPr lang="en-US" altLang="zh-CN" dirty="0">
                <a:solidFill>
                  <a:srgbClr val="000000"/>
                </a:solidFill>
              </a:rPr>
              <a:t>, </a:t>
            </a:r>
            <a:r>
              <a:rPr lang="en-US" altLang="zh-CN" i="1" dirty="0">
                <a:solidFill>
                  <a:srgbClr val="000000"/>
                </a:solidFill>
              </a:rPr>
              <a:t>b</a:t>
            </a:r>
            <a:r>
              <a:rPr lang="en-US" altLang="zh-CN" dirty="0">
                <a:solidFill>
                  <a:srgbClr val="000000"/>
                </a:solidFill>
              </a:rPr>
              <a:t>) = </a:t>
            </a:r>
            <a:r>
              <a:rPr lang="en-US" altLang="zh-CN" i="1" dirty="0">
                <a:solidFill>
                  <a:srgbClr val="000000"/>
                </a:solidFill>
              </a:rPr>
              <a:t>n</a:t>
            </a:r>
            <a:r>
              <a:rPr lang="zh-CN" altLang="en-US" dirty="0">
                <a:solidFill>
                  <a:srgbClr val="000000"/>
                </a:solidFill>
              </a:rPr>
              <a:t>时，方程组有</a:t>
            </a:r>
            <a:r>
              <a:rPr lang="zh-CN" altLang="en-US" dirty="0">
                <a:solidFill>
                  <a:srgbClr val="0000FF"/>
                </a:solidFill>
              </a:rPr>
              <a:t>唯一解</a:t>
            </a:r>
            <a:r>
              <a:rPr lang="zh-CN" altLang="en-US" dirty="0">
                <a:solidFill>
                  <a:srgbClr val="000000"/>
                </a:solidFill>
              </a:rPr>
              <a:t>；</a:t>
            </a:r>
          </a:p>
          <a:p>
            <a:pPr marL="914400" lvl="1" indent="-457200" eaLnBrk="1" hangingPunct="1">
              <a:lnSpc>
                <a:spcPct val="130000"/>
              </a:lnSpc>
              <a:spcBef>
                <a:spcPct val="0"/>
              </a:spcBef>
              <a:buClr>
                <a:srgbClr val="0000FF"/>
              </a:buClr>
              <a:buSzTx/>
              <a:buFont typeface="Wingdings" panose="05000000000000000000" pitchFamily="2" charset="2"/>
              <a:buChar char="p"/>
            </a:pPr>
            <a:r>
              <a:rPr lang="zh-CN" altLang="en-US" dirty="0">
                <a:solidFill>
                  <a:srgbClr val="000000"/>
                </a:solidFill>
              </a:rPr>
              <a:t>当</a:t>
            </a:r>
            <a:r>
              <a:rPr lang="en-US" altLang="zh-CN" i="1" dirty="0">
                <a:solidFill>
                  <a:srgbClr val="000000"/>
                </a:solidFill>
              </a:rPr>
              <a:t>R</a:t>
            </a:r>
            <a:r>
              <a:rPr lang="en-US" altLang="zh-CN" dirty="0">
                <a:solidFill>
                  <a:srgbClr val="000000"/>
                </a:solidFill>
              </a:rPr>
              <a:t>(</a:t>
            </a:r>
            <a:r>
              <a:rPr lang="en-US" altLang="zh-CN" i="1" dirty="0">
                <a:solidFill>
                  <a:srgbClr val="000000"/>
                </a:solidFill>
              </a:rPr>
              <a:t>A</a:t>
            </a:r>
            <a:r>
              <a:rPr lang="en-US" altLang="zh-CN" dirty="0">
                <a:solidFill>
                  <a:srgbClr val="000000"/>
                </a:solidFill>
              </a:rPr>
              <a:t>) = </a:t>
            </a:r>
            <a:r>
              <a:rPr lang="en-US" altLang="zh-CN" i="1" dirty="0">
                <a:solidFill>
                  <a:srgbClr val="000000"/>
                </a:solidFill>
              </a:rPr>
              <a:t>R</a:t>
            </a:r>
            <a:r>
              <a:rPr lang="en-US" altLang="zh-CN" dirty="0">
                <a:solidFill>
                  <a:srgbClr val="000000"/>
                </a:solidFill>
              </a:rPr>
              <a:t>(</a:t>
            </a:r>
            <a:r>
              <a:rPr lang="en-US" altLang="zh-CN" i="1" dirty="0">
                <a:solidFill>
                  <a:srgbClr val="000000"/>
                </a:solidFill>
              </a:rPr>
              <a:t>A</a:t>
            </a:r>
            <a:r>
              <a:rPr lang="en-US" altLang="zh-CN" dirty="0">
                <a:solidFill>
                  <a:srgbClr val="000000"/>
                </a:solidFill>
              </a:rPr>
              <a:t>, </a:t>
            </a:r>
            <a:r>
              <a:rPr lang="en-US" altLang="zh-CN" i="1" dirty="0">
                <a:solidFill>
                  <a:srgbClr val="000000"/>
                </a:solidFill>
              </a:rPr>
              <a:t>b</a:t>
            </a:r>
            <a:r>
              <a:rPr lang="en-US" altLang="zh-CN" dirty="0">
                <a:solidFill>
                  <a:srgbClr val="000000"/>
                </a:solidFill>
              </a:rPr>
              <a:t>) </a:t>
            </a:r>
            <a:r>
              <a:rPr lang="en-US" altLang="zh-CN" dirty="0">
                <a:solidFill>
                  <a:srgbClr val="000000"/>
                </a:solidFill>
                <a:latin typeface="Symbol" panose="05050102010706020507" pitchFamily="18" charset="2"/>
              </a:rPr>
              <a:t>&lt;</a:t>
            </a:r>
            <a:r>
              <a:rPr lang="en-US" altLang="zh-CN" dirty="0">
                <a:solidFill>
                  <a:srgbClr val="000000"/>
                </a:solidFill>
              </a:rPr>
              <a:t> </a:t>
            </a:r>
            <a:r>
              <a:rPr lang="en-US" altLang="zh-CN" i="1" dirty="0">
                <a:solidFill>
                  <a:srgbClr val="000000"/>
                </a:solidFill>
              </a:rPr>
              <a:t>n</a:t>
            </a:r>
            <a:r>
              <a:rPr lang="zh-CN" altLang="en-US" dirty="0">
                <a:solidFill>
                  <a:srgbClr val="000000"/>
                </a:solidFill>
              </a:rPr>
              <a:t>时，方程组有</a:t>
            </a:r>
            <a:r>
              <a:rPr lang="zh-CN" altLang="en-US" dirty="0">
                <a:solidFill>
                  <a:srgbClr val="0000FF"/>
                </a:solidFill>
              </a:rPr>
              <a:t>无限多个解</a:t>
            </a:r>
            <a:r>
              <a:rPr lang="zh-CN" altLang="en-US" dirty="0"/>
              <a:t>．</a:t>
            </a:r>
          </a:p>
          <a:p>
            <a:pPr marL="914400" lvl="1" indent="-457200" eaLnBrk="1" hangingPunct="1">
              <a:lnSpc>
                <a:spcPct val="130000"/>
              </a:lnSpc>
              <a:spcBef>
                <a:spcPct val="0"/>
              </a:spcBef>
              <a:buClr>
                <a:srgbClr val="0000FF"/>
              </a:buClr>
              <a:buSzTx/>
              <a:buFont typeface="Wingdings" panose="05000000000000000000" pitchFamily="2" charset="2"/>
              <a:buChar char="p"/>
            </a:pPr>
            <a:r>
              <a:rPr lang="zh-CN" altLang="en-US" dirty="0">
                <a:solidFill>
                  <a:srgbClr val="000000"/>
                </a:solidFill>
                <a:sym typeface="+mn-ea"/>
              </a:rPr>
              <a:t>当</a:t>
            </a:r>
            <a:r>
              <a:rPr lang="en-US" altLang="zh-CN" i="1" dirty="0">
                <a:solidFill>
                  <a:srgbClr val="000000"/>
                </a:solidFill>
                <a:sym typeface="+mn-ea"/>
              </a:rPr>
              <a:t>R</a:t>
            </a:r>
            <a:r>
              <a:rPr lang="en-US" altLang="zh-CN" dirty="0">
                <a:solidFill>
                  <a:srgbClr val="000000"/>
                </a:solidFill>
                <a:sym typeface="+mn-ea"/>
              </a:rPr>
              <a:t>(</a:t>
            </a:r>
            <a:r>
              <a:rPr lang="en-US" altLang="zh-CN" i="1" dirty="0">
                <a:solidFill>
                  <a:srgbClr val="000000"/>
                </a:solidFill>
                <a:sym typeface="+mn-ea"/>
              </a:rPr>
              <a:t>A</a:t>
            </a:r>
            <a:r>
              <a:rPr lang="en-US" altLang="zh-CN" dirty="0">
                <a:solidFill>
                  <a:srgbClr val="000000"/>
                </a:solidFill>
                <a:sym typeface="+mn-ea"/>
              </a:rPr>
              <a:t>) </a:t>
            </a:r>
            <a:r>
              <a:rPr lang="en-US" altLang="zh-CN" dirty="0">
                <a:solidFill>
                  <a:srgbClr val="000000"/>
                </a:solidFill>
                <a:latin typeface="Arial" panose="020B0604020202020204" pitchFamily="34" charset="0"/>
                <a:cs typeface="Arial" panose="020B0604020202020204" pitchFamily="34" charset="0"/>
                <a:sym typeface="+mn-ea"/>
              </a:rPr>
              <a:t>≠</a:t>
            </a:r>
            <a:r>
              <a:rPr lang="en-US" altLang="zh-CN" dirty="0">
                <a:solidFill>
                  <a:srgbClr val="000000"/>
                </a:solidFill>
                <a:sym typeface="+mn-ea"/>
              </a:rPr>
              <a:t> </a:t>
            </a:r>
            <a:r>
              <a:rPr lang="en-US" altLang="zh-CN" i="1" dirty="0">
                <a:solidFill>
                  <a:srgbClr val="000000"/>
                </a:solidFill>
                <a:sym typeface="+mn-ea"/>
              </a:rPr>
              <a:t>R</a:t>
            </a:r>
            <a:r>
              <a:rPr lang="en-US" altLang="zh-CN" dirty="0">
                <a:solidFill>
                  <a:srgbClr val="000000"/>
                </a:solidFill>
                <a:sym typeface="+mn-ea"/>
              </a:rPr>
              <a:t>(</a:t>
            </a:r>
            <a:r>
              <a:rPr lang="en-US" altLang="zh-CN" i="1" dirty="0">
                <a:solidFill>
                  <a:srgbClr val="000000"/>
                </a:solidFill>
                <a:sym typeface="+mn-ea"/>
              </a:rPr>
              <a:t>A</a:t>
            </a:r>
            <a:r>
              <a:rPr lang="en-US" altLang="zh-CN" dirty="0">
                <a:solidFill>
                  <a:srgbClr val="000000"/>
                </a:solidFill>
                <a:sym typeface="+mn-ea"/>
              </a:rPr>
              <a:t>, </a:t>
            </a:r>
            <a:r>
              <a:rPr lang="en-US" altLang="zh-CN" i="1" dirty="0">
                <a:solidFill>
                  <a:srgbClr val="000000"/>
                </a:solidFill>
                <a:sym typeface="+mn-ea"/>
              </a:rPr>
              <a:t>b</a:t>
            </a:r>
            <a:r>
              <a:rPr lang="en-US" altLang="zh-CN" dirty="0">
                <a:solidFill>
                  <a:srgbClr val="000000"/>
                </a:solidFill>
                <a:sym typeface="+mn-ea"/>
              </a:rPr>
              <a:t>) </a:t>
            </a:r>
            <a:r>
              <a:rPr lang="zh-CN" altLang="en-US" dirty="0">
                <a:solidFill>
                  <a:srgbClr val="000000"/>
                </a:solidFill>
                <a:sym typeface="+mn-ea"/>
              </a:rPr>
              <a:t>时方程组有</a:t>
            </a:r>
            <a:r>
              <a:rPr lang="zh-CN" altLang="en-US" dirty="0">
                <a:solidFill>
                  <a:srgbClr val="0000FF"/>
                </a:solidFill>
                <a:sym typeface="+mn-ea"/>
              </a:rPr>
              <a:t>无解</a:t>
            </a:r>
            <a:r>
              <a:rPr lang="zh-CN" altLang="en-US" dirty="0">
                <a:sym typeface="+mn-ea"/>
              </a:rPr>
              <a:t>．</a:t>
            </a:r>
            <a:endParaRPr lang="zh-CN" altLang="en-US" dirty="0"/>
          </a:p>
          <a:p>
            <a:pPr marL="0" lvl="1" indent="-457200" eaLnBrk="1" hangingPunct="1">
              <a:lnSpc>
                <a:spcPct val="130000"/>
              </a:lnSpc>
              <a:spcBef>
                <a:spcPct val="0"/>
              </a:spcBef>
              <a:buClr>
                <a:srgbClr val="0000FF"/>
              </a:buClr>
              <a:buSzTx/>
              <a:buFont typeface="Wingdings" panose="05000000000000000000" pitchFamily="2" charset="2"/>
              <a:buChar char="p"/>
            </a:pPr>
            <a:endParaRPr lang="zh-CN" altLang="en-US" dirty="0"/>
          </a:p>
          <a:p>
            <a:pPr marL="914400" lvl="1" indent="-457200" eaLnBrk="1" hangingPunct="1">
              <a:lnSpc>
                <a:spcPct val="130000"/>
              </a:lnSpc>
              <a:spcBef>
                <a:spcPct val="0"/>
              </a:spcBef>
              <a:buClr>
                <a:srgbClr val="0000FF"/>
              </a:buClr>
              <a:buSzTx/>
              <a:buFont typeface="Wingdings" panose="05000000000000000000" pitchFamily="2" charset="2"/>
              <a:buChar char="p"/>
            </a:pPr>
            <a:endParaRPr lang="zh-CN" altLang="en-US" dirty="0"/>
          </a:p>
          <a:p>
            <a:pPr marL="914400" lvl="1" indent="-457200" eaLnBrk="1" hangingPunct="1">
              <a:lnSpc>
                <a:spcPct val="130000"/>
              </a:lnSpc>
              <a:spcBef>
                <a:spcPct val="0"/>
              </a:spcBef>
              <a:buClr>
                <a:srgbClr val="0000FF"/>
              </a:buClr>
              <a:buSzTx/>
              <a:buFont typeface="Wingdings" panose="05000000000000000000" pitchFamily="2" charset="2"/>
              <a:buChar char="p"/>
            </a:pPr>
            <a:endParaRPr lang="zh-CN" altLang="en-US"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97840" y="476250"/>
            <a:ext cx="7947660" cy="1383665"/>
          </a:xfrm>
          <a:prstGeom prst="rect">
            <a:avLst/>
          </a:prstGeom>
          <a:noFill/>
        </p:spPr>
        <p:txBody>
          <a:bodyPr wrap="square" rtlCol="0" anchor="t">
            <a:spAutoFit/>
          </a:bodyPr>
          <a:lstStyle/>
          <a:p>
            <a:r>
              <a:rPr lang="zh-CN" altLang="en-US" sz="2400" dirty="0">
                <a:noFill/>
                <a:ea typeface="楷体_GB2312"/>
                <a:sym typeface="+mn-ea"/>
              </a:rPr>
              <a:t> </a:t>
            </a:r>
            <a:r>
              <a:rPr lang="zh-CN" altLang="en-US" dirty="0">
                <a:solidFill>
                  <a:srgbClr val="FF0000"/>
                </a:solidFill>
                <a:ea typeface="楷体_GB2312"/>
                <a:sym typeface="+mn-ea"/>
              </a:rPr>
              <a:t>定义</a:t>
            </a:r>
            <a:r>
              <a:rPr lang="en-US" altLang="zh-CN" dirty="0">
                <a:solidFill>
                  <a:srgbClr val="FF0000"/>
                </a:solidFill>
                <a:ea typeface="楷体_GB2312"/>
                <a:sym typeface="+mn-ea"/>
              </a:rPr>
              <a:t>3.7.2 </a:t>
            </a:r>
            <a:r>
              <a:rPr lang="zh-CN" altLang="en-US" dirty="0">
                <a:solidFill>
                  <a:srgbClr val="000000"/>
                </a:solidFill>
                <a:ea typeface="楷体_GB2312"/>
                <a:sym typeface="+mn-ea"/>
              </a:rPr>
              <a:t>非齐次线性方程组</a:t>
            </a:r>
            <a:r>
              <a:rPr lang="en-US" altLang="zh-CN" i="1" dirty="0">
                <a:solidFill>
                  <a:srgbClr val="0000FF"/>
                </a:solidFill>
                <a:sym typeface="+mn-ea"/>
              </a:rPr>
              <a:t>Ax = b</a:t>
            </a:r>
            <a:r>
              <a:rPr lang="zh-CN" altLang="en-US" dirty="0">
                <a:solidFill>
                  <a:schemeClr val="tx1"/>
                </a:solidFill>
                <a:sym typeface="+mn-ea"/>
              </a:rPr>
              <a:t>对应的</a:t>
            </a:r>
            <a:r>
              <a:rPr lang="zh-CN" altLang="en-US" dirty="0">
                <a:solidFill>
                  <a:srgbClr val="000000"/>
                </a:solidFill>
                <a:ea typeface="楷体_GB2312"/>
                <a:sym typeface="+mn-ea"/>
              </a:rPr>
              <a:t>齐次线性方程组</a:t>
            </a:r>
            <a:r>
              <a:rPr lang="en-US" altLang="zh-CN" i="1" dirty="0">
                <a:solidFill>
                  <a:srgbClr val="0000FF"/>
                </a:solidFill>
                <a:sym typeface="+mn-ea"/>
              </a:rPr>
              <a:t>Ax = </a:t>
            </a:r>
            <a:r>
              <a:rPr lang="en-US" altLang="zh-CN" dirty="0">
                <a:solidFill>
                  <a:srgbClr val="0000FF"/>
                </a:solidFill>
                <a:sym typeface="+mn-ea"/>
              </a:rPr>
              <a:t>0</a:t>
            </a:r>
            <a:r>
              <a:rPr lang="zh-CN" altLang="en-US" dirty="0">
                <a:solidFill>
                  <a:srgbClr val="000000"/>
                </a:solidFill>
                <a:ea typeface="楷体_GB2312"/>
                <a:sym typeface="+mn-ea"/>
              </a:rPr>
              <a:t>，称为非齐次线性方程组</a:t>
            </a:r>
            <a:r>
              <a:rPr lang="en-US" altLang="zh-CN" i="1" dirty="0">
                <a:solidFill>
                  <a:srgbClr val="0000FF"/>
                </a:solidFill>
                <a:sym typeface="+mn-ea"/>
              </a:rPr>
              <a:t>Ax = b</a:t>
            </a:r>
            <a:r>
              <a:rPr lang="zh-CN" altLang="en-US" dirty="0">
                <a:solidFill>
                  <a:srgbClr val="000000"/>
                </a:solidFill>
                <a:ea typeface="楷体_GB2312"/>
                <a:sym typeface="+mn-ea"/>
              </a:rPr>
              <a:t>的</a:t>
            </a:r>
            <a:r>
              <a:rPr lang="zh-CN" altLang="en-US" dirty="0">
                <a:solidFill>
                  <a:srgbClr val="FF0000"/>
                </a:solidFill>
                <a:ea typeface="楷体_GB2312"/>
                <a:sym typeface="+mn-ea"/>
              </a:rPr>
              <a:t>导出组</a:t>
            </a:r>
            <a:r>
              <a:rPr lang="zh-CN" altLang="en-US" sz="2400" dirty="0">
                <a:solidFill>
                  <a:srgbClr val="FF0000"/>
                </a:solidFill>
                <a:ea typeface="楷体_GB2312"/>
                <a:sym typeface="+mn-ea"/>
              </a:rPr>
              <a:t>。</a:t>
            </a:r>
            <a:endParaRPr lang="zh-CN" altLang="en-US" sz="2400" dirty="0">
              <a:solidFill>
                <a:srgbClr val="FF0000"/>
              </a:solidFill>
              <a:latin typeface="Times New Roman" panose="02020603050405020304" pitchFamily="18" charset="0"/>
              <a:ea typeface="楷体_GB2312"/>
              <a:sym typeface="+mn-ea"/>
            </a:endParaRPr>
          </a:p>
        </p:txBody>
      </p:sp>
      <p:sp>
        <p:nvSpPr>
          <p:cNvPr id="3" name="文本框 2"/>
          <p:cNvSpPr txBox="1"/>
          <p:nvPr/>
        </p:nvSpPr>
        <p:spPr>
          <a:xfrm>
            <a:off x="611505" y="1988820"/>
            <a:ext cx="7593330" cy="953135"/>
          </a:xfrm>
          <a:prstGeom prst="rect">
            <a:avLst/>
          </a:prstGeom>
          <a:noFill/>
        </p:spPr>
        <p:txBody>
          <a:bodyPr wrap="square" rtlCol="0">
            <a:spAutoFit/>
          </a:bodyPr>
          <a:lstStyle/>
          <a:p>
            <a:r>
              <a:rPr lang="zh-CN" altLang="en-US" dirty="0">
                <a:solidFill>
                  <a:srgbClr val="000000"/>
                </a:solidFill>
                <a:latin typeface="宋体" panose="02010600030101010101" pitchFamily="2" charset="-122"/>
                <a:sym typeface="+mn-ea"/>
              </a:rPr>
              <a:t>非齐次线性方程</a:t>
            </a:r>
            <a:r>
              <a:rPr lang="en-US" altLang="zh-CN" i="1" dirty="0">
                <a:solidFill>
                  <a:srgbClr val="0000FF"/>
                </a:solidFill>
                <a:sym typeface="+mn-ea"/>
              </a:rPr>
              <a:t>Ax = b</a:t>
            </a:r>
            <a:r>
              <a:rPr lang="zh-CN" altLang="en-US" dirty="0">
                <a:solidFill>
                  <a:srgbClr val="000000"/>
                </a:solidFill>
                <a:latin typeface="宋体" panose="02010600030101010101" pitchFamily="2" charset="-122"/>
                <a:sym typeface="+mn-ea"/>
              </a:rPr>
              <a:t>的解与它的导出组</a:t>
            </a:r>
            <a:r>
              <a:rPr lang="en-US" altLang="zh-CN" i="1" dirty="0">
                <a:solidFill>
                  <a:srgbClr val="0000FF"/>
                </a:solidFill>
                <a:sym typeface="+mn-ea"/>
              </a:rPr>
              <a:t>Ax = </a:t>
            </a:r>
            <a:r>
              <a:rPr lang="en-US" altLang="zh-CN" dirty="0">
                <a:solidFill>
                  <a:srgbClr val="0000FF"/>
                </a:solidFill>
                <a:sym typeface="+mn-ea"/>
              </a:rPr>
              <a:t>0</a:t>
            </a:r>
            <a:r>
              <a:rPr lang="zh-CN" altLang="en-US" dirty="0">
                <a:solidFill>
                  <a:srgbClr val="000000"/>
                </a:solidFill>
                <a:latin typeface="宋体" panose="02010600030101010101" pitchFamily="2" charset="-122"/>
                <a:sym typeface="+mn-ea"/>
              </a:rPr>
              <a:t>的解之间有如下关系：</a:t>
            </a:r>
            <a:endParaRPr lang="zh-CN" altLang="en-US" dirty="0">
              <a:solidFill>
                <a:srgbClr val="000000"/>
              </a:solidFill>
              <a:latin typeface="宋体" panose="02010600030101010101" pitchFamily="2" charset="-122"/>
            </a:endParaRPr>
          </a:p>
        </p:txBody>
      </p:sp>
      <p:sp>
        <p:nvSpPr>
          <p:cNvPr id="4" name="文本框 3"/>
          <p:cNvSpPr txBox="1"/>
          <p:nvPr/>
        </p:nvSpPr>
        <p:spPr>
          <a:xfrm>
            <a:off x="611505" y="3037205"/>
            <a:ext cx="8027670" cy="1383665"/>
          </a:xfrm>
          <a:prstGeom prst="rect">
            <a:avLst/>
          </a:prstGeom>
          <a:noFill/>
        </p:spPr>
        <p:txBody>
          <a:bodyPr wrap="square" rtlCol="0" anchor="t">
            <a:spAutoFit/>
          </a:bodyPr>
          <a:lstStyle/>
          <a:p>
            <a:r>
              <a:rPr lang="zh-CN" altLang="en-US" sz="2400" dirty="0">
                <a:noFill/>
                <a:ea typeface="楷体_GB2312"/>
                <a:sym typeface="+mn-ea"/>
              </a:rPr>
              <a:t> </a:t>
            </a:r>
            <a:r>
              <a:rPr lang="zh-CN" altLang="en-US" dirty="0">
                <a:solidFill>
                  <a:srgbClr val="FF0000"/>
                </a:solidFill>
                <a:ea typeface="楷体_GB2312"/>
                <a:sym typeface="+mn-ea"/>
              </a:rPr>
              <a:t>性质</a:t>
            </a:r>
            <a:r>
              <a:rPr lang="en-US" altLang="zh-CN" dirty="0">
                <a:solidFill>
                  <a:srgbClr val="FF0000"/>
                </a:solidFill>
                <a:ea typeface="楷体_GB2312"/>
                <a:sym typeface="+mn-ea"/>
              </a:rPr>
              <a:t>3.7.1 </a:t>
            </a:r>
            <a:r>
              <a:rPr lang="en-US" altLang="zh-CN" b="0" i="1" dirty="0">
                <a:solidFill>
                  <a:srgbClr val="000000"/>
                </a:solidFill>
                <a:latin typeface="Symbol" panose="05050102010706020507" pitchFamily="18" charset="2"/>
                <a:ea typeface="楷体_GB2312"/>
                <a:sym typeface="+mn-ea"/>
              </a:rPr>
              <a:t>η</a:t>
            </a:r>
            <a:r>
              <a:rPr lang="en-US" altLang="zh-CN" b="0" baseline="-25000" dirty="0">
                <a:solidFill>
                  <a:srgbClr val="000000"/>
                </a:solidFill>
                <a:ea typeface="楷体_GB2312"/>
                <a:sym typeface="+mn-ea"/>
              </a:rPr>
              <a:t>1</a:t>
            </a:r>
            <a:r>
              <a:rPr lang="zh-CN" altLang="en-US" b="0" dirty="0">
                <a:solidFill>
                  <a:srgbClr val="000000"/>
                </a:solidFill>
                <a:latin typeface="Symbol" panose="05050102010706020507" pitchFamily="18" charset="2"/>
                <a:ea typeface="楷体_GB2312"/>
                <a:sym typeface="+mn-ea"/>
              </a:rPr>
              <a:t>，</a:t>
            </a:r>
            <a:r>
              <a:rPr lang="en-US" altLang="zh-CN" b="0" i="1" dirty="0">
                <a:solidFill>
                  <a:srgbClr val="000000"/>
                </a:solidFill>
                <a:latin typeface="Symbol" panose="05050102010706020507" pitchFamily="18" charset="2"/>
                <a:ea typeface="楷体_GB2312"/>
                <a:sym typeface="+mn-ea"/>
              </a:rPr>
              <a:t>η</a:t>
            </a:r>
            <a:r>
              <a:rPr lang="en-US" altLang="zh-CN" b="0" baseline="-25000" dirty="0">
                <a:solidFill>
                  <a:srgbClr val="000000"/>
                </a:solidFill>
                <a:ea typeface="楷体_GB2312"/>
                <a:sym typeface="+mn-ea"/>
              </a:rPr>
              <a:t>2</a:t>
            </a:r>
            <a:r>
              <a:rPr lang="zh-CN" altLang="en-US" dirty="0">
                <a:solidFill>
                  <a:srgbClr val="000000"/>
                </a:solidFill>
                <a:sym typeface="+mn-ea"/>
              </a:rPr>
              <a:t>是</a:t>
            </a:r>
            <a:r>
              <a:rPr lang="zh-CN" altLang="en-US" dirty="0">
                <a:solidFill>
                  <a:srgbClr val="000000"/>
                </a:solidFill>
                <a:ea typeface="楷体_GB2312"/>
                <a:sym typeface="+mn-ea"/>
              </a:rPr>
              <a:t>非齐次线性方程组</a:t>
            </a:r>
            <a:r>
              <a:rPr lang="en-US" altLang="zh-CN" i="1" dirty="0">
                <a:solidFill>
                  <a:srgbClr val="0000FF"/>
                </a:solidFill>
                <a:sym typeface="+mn-ea"/>
              </a:rPr>
              <a:t>Ax = b</a:t>
            </a:r>
            <a:r>
              <a:rPr lang="en-US" altLang="zh-CN" baseline="-25000" dirty="0">
                <a:solidFill>
                  <a:srgbClr val="000000"/>
                </a:solidFill>
                <a:ea typeface="楷体_GB2312"/>
                <a:sym typeface="+mn-ea"/>
              </a:rPr>
              <a:t> </a:t>
            </a:r>
            <a:r>
              <a:rPr lang="en-US" altLang="zh-CN" dirty="0">
                <a:solidFill>
                  <a:srgbClr val="FF0000"/>
                </a:solidFill>
                <a:ea typeface="楷体_GB2312"/>
                <a:sym typeface="+mn-ea"/>
              </a:rPr>
              <a:t> </a:t>
            </a:r>
            <a:r>
              <a:rPr lang="zh-CN" altLang="en-US" dirty="0">
                <a:solidFill>
                  <a:srgbClr val="000000"/>
                </a:solidFill>
                <a:sym typeface="+mn-ea"/>
              </a:rPr>
              <a:t>的解，则</a:t>
            </a:r>
            <a:r>
              <a:rPr lang="en-US" altLang="zh-CN" b="0" i="1" dirty="0">
                <a:solidFill>
                  <a:srgbClr val="000000"/>
                </a:solidFill>
                <a:latin typeface="Symbol" panose="05050102010706020507" pitchFamily="18" charset="2"/>
                <a:ea typeface="楷体_GB2312"/>
                <a:sym typeface="+mn-ea"/>
              </a:rPr>
              <a:t>η</a:t>
            </a:r>
            <a:r>
              <a:rPr lang="en-US" altLang="zh-CN" b="0" baseline="-25000" dirty="0">
                <a:solidFill>
                  <a:srgbClr val="000000"/>
                </a:solidFill>
                <a:ea typeface="楷体_GB2312"/>
                <a:sym typeface="+mn-ea"/>
              </a:rPr>
              <a:t>1</a:t>
            </a:r>
            <a:r>
              <a:rPr lang="en-US" altLang="zh-CN" b="0" dirty="0">
                <a:solidFill>
                  <a:srgbClr val="000000"/>
                </a:solidFill>
                <a:ea typeface="楷体_GB2312"/>
                <a:sym typeface="+mn-ea"/>
              </a:rPr>
              <a:t>-</a:t>
            </a:r>
            <a:r>
              <a:rPr lang="en-US" altLang="zh-CN" b="0" i="1" dirty="0">
                <a:solidFill>
                  <a:srgbClr val="000000"/>
                </a:solidFill>
                <a:latin typeface="Symbol" panose="05050102010706020507" pitchFamily="18" charset="2"/>
                <a:ea typeface="楷体_GB2312"/>
                <a:sym typeface="+mn-ea"/>
              </a:rPr>
              <a:t>η</a:t>
            </a:r>
            <a:r>
              <a:rPr lang="en-US" altLang="zh-CN" b="0" baseline="-25000" dirty="0">
                <a:solidFill>
                  <a:srgbClr val="000000"/>
                </a:solidFill>
                <a:ea typeface="楷体_GB2312"/>
                <a:sym typeface="+mn-ea"/>
              </a:rPr>
              <a:t>2</a:t>
            </a:r>
            <a:r>
              <a:rPr lang="zh-CN" altLang="en-US" dirty="0">
                <a:solidFill>
                  <a:srgbClr val="000000"/>
                </a:solidFill>
                <a:sym typeface="+mn-ea"/>
              </a:rPr>
              <a:t>是</a:t>
            </a:r>
            <a:r>
              <a:rPr lang="zh-CN" altLang="en-US" dirty="0">
                <a:solidFill>
                  <a:srgbClr val="000000"/>
                </a:solidFill>
                <a:latin typeface="宋体" panose="02010600030101010101" pitchFamily="2" charset="-122"/>
                <a:sym typeface="+mn-ea"/>
              </a:rPr>
              <a:t>导出</a:t>
            </a:r>
            <a:r>
              <a:rPr lang="zh-CN" altLang="en-US" dirty="0">
                <a:solidFill>
                  <a:srgbClr val="000000"/>
                </a:solidFill>
                <a:ea typeface="楷体_GB2312"/>
                <a:sym typeface="+mn-ea"/>
              </a:rPr>
              <a:t>组</a:t>
            </a:r>
            <a:r>
              <a:rPr lang="en-US" altLang="zh-CN" i="1" dirty="0">
                <a:solidFill>
                  <a:srgbClr val="0000FF"/>
                </a:solidFill>
                <a:sym typeface="+mn-ea"/>
              </a:rPr>
              <a:t>Ax = </a:t>
            </a:r>
            <a:r>
              <a:rPr lang="en-US" altLang="zh-CN" dirty="0">
                <a:solidFill>
                  <a:srgbClr val="0000FF"/>
                </a:solidFill>
                <a:sym typeface="+mn-ea"/>
              </a:rPr>
              <a:t>0</a:t>
            </a:r>
            <a:r>
              <a:rPr lang="zh-CN" altLang="en-US" dirty="0">
                <a:solidFill>
                  <a:srgbClr val="000000"/>
                </a:solidFill>
                <a:sym typeface="+mn-ea"/>
              </a:rPr>
              <a:t>的解</a:t>
            </a:r>
            <a:r>
              <a:rPr lang="en-US" altLang="zh-CN" dirty="0">
                <a:solidFill>
                  <a:srgbClr val="000000"/>
                </a:solidFill>
                <a:sym typeface="+mn-ea"/>
              </a:rPr>
              <a:t>.</a:t>
            </a:r>
            <a:endParaRPr lang="zh-CN" altLang="en-US" b="1" dirty="0">
              <a:solidFill>
                <a:srgbClr val="000000"/>
              </a:solidFill>
              <a:latin typeface="Times New Roman" panose="02020603050405020304" pitchFamily="18" charset="0"/>
            </a:endParaRPr>
          </a:p>
          <a:p>
            <a:endParaRPr lang="en-US" altLang="zh-CN" dirty="0">
              <a:solidFill>
                <a:srgbClr val="FF0000"/>
              </a:solidFill>
              <a:ea typeface="楷体_GB2312"/>
              <a:sym typeface="+mn-ea"/>
            </a:endParaRPr>
          </a:p>
        </p:txBody>
      </p:sp>
      <p:sp>
        <p:nvSpPr>
          <p:cNvPr id="5" name="文本框 4"/>
          <p:cNvSpPr txBox="1"/>
          <p:nvPr/>
        </p:nvSpPr>
        <p:spPr>
          <a:xfrm>
            <a:off x="611505" y="4567555"/>
            <a:ext cx="8124190" cy="1591945"/>
          </a:xfrm>
          <a:prstGeom prst="rect">
            <a:avLst/>
          </a:prstGeom>
          <a:noFill/>
        </p:spPr>
        <p:txBody>
          <a:bodyPr wrap="square" rtlCol="0" anchor="t">
            <a:noAutofit/>
          </a:bodyPr>
          <a:lstStyle/>
          <a:p>
            <a:r>
              <a:rPr lang="zh-CN" altLang="en-US" sz="2400" dirty="0">
                <a:noFill/>
                <a:ea typeface="楷体_GB2312"/>
                <a:sym typeface="+mn-ea"/>
              </a:rPr>
              <a:t> </a:t>
            </a:r>
            <a:r>
              <a:rPr lang="zh-CN" altLang="en-US" dirty="0">
                <a:solidFill>
                  <a:srgbClr val="FF0000"/>
                </a:solidFill>
                <a:ea typeface="楷体_GB2312"/>
                <a:sym typeface="+mn-ea"/>
              </a:rPr>
              <a:t>性质</a:t>
            </a:r>
            <a:r>
              <a:rPr lang="en-US" altLang="zh-CN" dirty="0">
                <a:solidFill>
                  <a:srgbClr val="FF0000"/>
                </a:solidFill>
                <a:ea typeface="楷体_GB2312"/>
                <a:sym typeface="+mn-ea"/>
              </a:rPr>
              <a:t>3.7.2 </a:t>
            </a:r>
            <a:r>
              <a:rPr lang="en-US" altLang="zh-CN" i="1" dirty="0">
                <a:solidFill>
                  <a:srgbClr val="000000"/>
                </a:solidFill>
                <a:latin typeface="Symbol" panose="05050102010706020507" pitchFamily="18" charset="2"/>
                <a:ea typeface="楷体_GB2312"/>
                <a:sym typeface="+mn-ea"/>
              </a:rPr>
              <a:t>x</a:t>
            </a:r>
            <a:r>
              <a:rPr lang="zh-CN" altLang="en-US" dirty="0">
                <a:solidFill>
                  <a:srgbClr val="000000"/>
                </a:solidFill>
                <a:sym typeface="+mn-ea"/>
              </a:rPr>
              <a:t>是</a:t>
            </a:r>
            <a:r>
              <a:rPr lang="zh-CN" altLang="en-US" dirty="0">
                <a:solidFill>
                  <a:srgbClr val="000000"/>
                </a:solidFill>
                <a:ea typeface="楷体_GB2312"/>
                <a:sym typeface="+mn-ea"/>
              </a:rPr>
              <a:t>非齐次线性方程组</a:t>
            </a:r>
            <a:r>
              <a:rPr lang="en-US" altLang="zh-CN" i="1" dirty="0">
                <a:solidFill>
                  <a:srgbClr val="0000FF"/>
                </a:solidFill>
                <a:sym typeface="+mn-ea"/>
              </a:rPr>
              <a:t>Ax = b</a:t>
            </a:r>
            <a:r>
              <a:rPr lang="en-US" altLang="zh-CN" baseline="-25000" dirty="0">
                <a:solidFill>
                  <a:srgbClr val="000000"/>
                </a:solidFill>
                <a:ea typeface="楷体_GB2312"/>
                <a:sym typeface="+mn-ea"/>
              </a:rPr>
              <a:t> </a:t>
            </a:r>
            <a:r>
              <a:rPr lang="en-US" altLang="zh-CN" dirty="0">
                <a:solidFill>
                  <a:srgbClr val="FF0000"/>
                </a:solidFill>
                <a:ea typeface="楷体_GB2312"/>
                <a:sym typeface="+mn-ea"/>
              </a:rPr>
              <a:t> </a:t>
            </a:r>
            <a:r>
              <a:rPr lang="zh-CN" altLang="en-US" dirty="0">
                <a:solidFill>
                  <a:srgbClr val="000000"/>
                </a:solidFill>
                <a:sym typeface="+mn-ea"/>
              </a:rPr>
              <a:t>的解，</a:t>
            </a:r>
            <a:r>
              <a:rPr lang="en-US" altLang="zh-CN" b="0" i="1" dirty="0">
                <a:solidFill>
                  <a:srgbClr val="000000"/>
                </a:solidFill>
                <a:latin typeface="Symbol" panose="05050102010706020507" pitchFamily="18" charset="2"/>
                <a:ea typeface="楷体_GB2312"/>
                <a:sym typeface="+mn-ea"/>
              </a:rPr>
              <a:t>η</a:t>
            </a:r>
            <a:r>
              <a:rPr lang="zh-CN" altLang="en-US" dirty="0">
                <a:solidFill>
                  <a:srgbClr val="000000"/>
                </a:solidFill>
                <a:sym typeface="+mn-ea"/>
              </a:rPr>
              <a:t>是其</a:t>
            </a:r>
            <a:r>
              <a:rPr lang="zh-CN" altLang="en-US" dirty="0">
                <a:solidFill>
                  <a:srgbClr val="000000"/>
                </a:solidFill>
                <a:latin typeface="宋体" panose="02010600030101010101" pitchFamily="2" charset="-122"/>
                <a:sym typeface="+mn-ea"/>
              </a:rPr>
              <a:t>导出</a:t>
            </a:r>
            <a:r>
              <a:rPr lang="zh-CN" altLang="en-US" dirty="0">
                <a:solidFill>
                  <a:srgbClr val="000000"/>
                </a:solidFill>
                <a:ea typeface="楷体_GB2312"/>
                <a:sym typeface="+mn-ea"/>
              </a:rPr>
              <a:t>组</a:t>
            </a:r>
            <a:r>
              <a:rPr lang="en-US" altLang="zh-CN" i="1" dirty="0">
                <a:solidFill>
                  <a:srgbClr val="0000FF"/>
                </a:solidFill>
                <a:sym typeface="+mn-ea"/>
              </a:rPr>
              <a:t>Ax = </a:t>
            </a:r>
            <a:r>
              <a:rPr lang="en-US" altLang="zh-CN" dirty="0">
                <a:solidFill>
                  <a:srgbClr val="0000FF"/>
                </a:solidFill>
                <a:sym typeface="+mn-ea"/>
              </a:rPr>
              <a:t>0</a:t>
            </a:r>
            <a:r>
              <a:rPr lang="zh-CN" altLang="en-US" dirty="0">
                <a:solidFill>
                  <a:srgbClr val="000000"/>
                </a:solidFill>
                <a:sym typeface="+mn-ea"/>
              </a:rPr>
              <a:t>的解，则</a:t>
            </a:r>
            <a:r>
              <a:rPr lang="en-US" altLang="zh-CN" i="1" dirty="0">
                <a:solidFill>
                  <a:srgbClr val="000000"/>
                </a:solidFill>
                <a:latin typeface="Symbol" panose="05050102010706020507" pitchFamily="18" charset="2"/>
                <a:ea typeface="楷体_GB2312"/>
                <a:sym typeface="+mn-ea"/>
              </a:rPr>
              <a:t>x</a:t>
            </a:r>
            <a:r>
              <a:rPr lang="en-US" altLang="zh-CN" dirty="0">
                <a:solidFill>
                  <a:srgbClr val="000000"/>
                </a:solidFill>
                <a:latin typeface="Symbol" panose="05050102010706020507" pitchFamily="18" charset="2"/>
                <a:ea typeface="楷体_GB2312"/>
                <a:sym typeface="+mn-ea"/>
              </a:rPr>
              <a:t>+</a:t>
            </a:r>
            <a:r>
              <a:rPr lang="en-US" altLang="zh-CN" b="0" i="1" dirty="0">
                <a:solidFill>
                  <a:srgbClr val="000000"/>
                </a:solidFill>
                <a:latin typeface="Symbol" panose="05050102010706020507" pitchFamily="18" charset="2"/>
                <a:ea typeface="楷体_GB2312"/>
                <a:sym typeface="+mn-ea"/>
              </a:rPr>
              <a:t>η</a:t>
            </a:r>
            <a:r>
              <a:rPr lang="zh-CN" altLang="en-US" dirty="0">
                <a:solidFill>
                  <a:srgbClr val="000000"/>
                </a:solidFill>
                <a:sym typeface="+mn-ea"/>
              </a:rPr>
              <a:t>是</a:t>
            </a:r>
            <a:r>
              <a:rPr lang="zh-CN" altLang="en-US" dirty="0">
                <a:solidFill>
                  <a:srgbClr val="000000"/>
                </a:solidFill>
                <a:ea typeface="楷体_GB2312"/>
                <a:sym typeface="+mn-ea"/>
              </a:rPr>
              <a:t>非齐次线性方程组</a:t>
            </a:r>
            <a:r>
              <a:rPr lang="en-US" altLang="zh-CN" i="1" dirty="0">
                <a:solidFill>
                  <a:srgbClr val="0000FF"/>
                </a:solidFill>
                <a:sym typeface="+mn-ea"/>
              </a:rPr>
              <a:t>Ax = b</a:t>
            </a:r>
            <a:r>
              <a:rPr lang="en-US" altLang="zh-CN" baseline="-25000" dirty="0">
                <a:solidFill>
                  <a:srgbClr val="000000"/>
                </a:solidFill>
                <a:ea typeface="楷体_GB2312"/>
                <a:sym typeface="+mn-ea"/>
              </a:rPr>
              <a:t> </a:t>
            </a:r>
            <a:r>
              <a:rPr lang="en-US" altLang="zh-CN" dirty="0">
                <a:solidFill>
                  <a:srgbClr val="FF0000"/>
                </a:solidFill>
                <a:ea typeface="楷体_GB2312"/>
                <a:sym typeface="+mn-ea"/>
              </a:rPr>
              <a:t> </a:t>
            </a:r>
            <a:r>
              <a:rPr lang="zh-CN" altLang="en-US" dirty="0">
                <a:solidFill>
                  <a:srgbClr val="000000"/>
                </a:solidFill>
                <a:sym typeface="+mn-ea"/>
              </a:rPr>
              <a:t>的解</a:t>
            </a:r>
            <a:r>
              <a:rPr lang="en-US" altLang="zh-CN" dirty="0">
                <a:solidFill>
                  <a:srgbClr val="000000"/>
                </a:solidFill>
                <a:sym typeface="+mn-ea"/>
              </a:rPr>
              <a:t>.</a:t>
            </a:r>
            <a:endParaRPr lang="zh-CN" altLang="en-US" b="1" dirty="0">
              <a:solidFill>
                <a:srgbClr val="000000"/>
              </a:solidFill>
              <a:latin typeface="Times New Roman" panose="02020603050405020304" pitchFamily="18" charset="0"/>
            </a:endParaRPr>
          </a:p>
          <a:p>
            <a:endParaRPr lang="en-US" altLang="zh-CN" dirty="0">
              <a:solidFill>
                <a:srgbClr val="FF0000"/>
              </a:solidFill>
              <a:ea typeface="楷体_GB2312"/>
              <a:sym typeface="+mn-ea"/>
            </a:endParaRPr>
          </a:p>
        </p:txBody>
      </p:sp>
      <p:sp>
        <p:nvSpPr>
          <p:cNvPr id="6" name="文本框 5"/>
          <p:cNvSpPr txBox="1"/>
          <p:nvPr/>
        </p:nvSpPr>
        <p:spPr>
          <a:xfrm>
            <a:off x="1115695" y="6092825"/>
            <a:ext cx="1641475" cy="521970"/>
          </a:xfrm>
          <a:prstGeom prst="rect">
            <a:avLst/>
          </a:prstGeom>
          <a:noFill/>
        </p:spPr>
        <p:txBody>
          <a:bodyPr wrap="square" rtlCol="0" anchor="t">
            <a:spAutoFit/>
          </a:bodyPr>
          <a:lstStyle/>
          <a:p>
            <a:r>
              <a:rPr lang="zh-CN" altLang="en-US" dirty="0">
                <a:solidFill>
                  <a:srgbClr val="FF0000"/>
                </a:solidFill>
                <a:ea typeface="楷体_GB2312"/>
                <a:sym typeface="+mn-ea"/>
              </a:rPr>
              <a:t>证明略</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23850" y="116840"/>
            <a:ext cx="8124190" cy="2863850"/>
          </a:xfrm>
          <a:prstGeom prst="rect">
            <a:avLst/>
          </a:prstGeom>
          <a:noFill/>
        </p:spPr>
        <p:txBody>
          <a:bodyPr wrap="square" rtlCol="0" anchor="t">
            <a:noAutofit/>
          </a:bodyPr>
          <a:lstStyle/>
          <a:p>
            <a:r>
              <a:rPr lang="zh-CN" altLang="en-US" sz="2400" dirty="0">
                <a:noFill/>
                <a:ea typeface="楷体_GB2312"/>
                <a:sym typeface="+mn-ea"/>
              </a:rPr>
              <a:t> </a:t>
            </a:r>
            <a:r>
              <a:rPr lang="zh-CN" altLang="en-US" sz="2800" dirty="0">
                <a:solidFill>
                  <a:srgbClr val="FF0000"/>
                </a:solidFill>
                <a:ea typeface="楷体_GB2312"/>
                <a:sym typeface="+mn-ea"/>
              </a:rPr>
              <a:t>定</a:t>
            </a:r>
            <a:r>
              <a:rPr lang="zh-CN" altLang="en-US" dirty="0">
                <a:solidFill>
                  <a:srgbClr val="FF0000"/>
                </a:solidFill>
                <a:ea typeface="楷体_GB2312"/>
                <a:sym typeface="+mn-ea"/>
              </a:rPr>
              <a:t>理</a:t>
            </a:r>
            <a:r>
              <a:rPr lang="en-US" altLang="zh-CN" dirty="0">
                <a:solidFill>
                  <a:srgbClr val="FF0000"/>
                </a:solidFill>
                <a:ea typeface="楷体_GB2312"/>
                <a:sym typeface="+mn-ea"/>
              </a:rPr>
              <a:t>3.7.4  </a:t>
            </a:r>
            <a:r>
              <a:rPr lang="en-US" altLang="zh-CN" i="1" dirty="0">
                <a:solidFill>
                  <a:srgbClr val="000000"/>
                </a:solidFill>
                <a:latin typeface="Symbol" panose="05050102010706020507" pitchFamily="18" charset="2"/>
                <a:ea typeface="楷体_GB2312"/>
                <a:sym typeface="+mn-ea"/>
              </a:rPr>
              <a:t>x</a:t>
            </a:r>
            <a:r>
              <a:rPr lang="en-US" altLang="zh-CN" baseline="-25000" dirty="0">
                <a:solidFill>
                  <a:srgbClr val="000000"/>
                </a:solidFill>
                <a:latin typeface="Symbol" panose="05050102010706020507" pitchFamily="18" charset="2"/>
                <a:ea typeface="楷体_GB2312"/>
                <a:sym typeface="+mn-ea"/>
              </a:rPr>
              <a:t>0</a:t>
            </a:r>
            <a:r>
              <a:rPr lang="zh-CN" altLang="en-US" dirty="0">
                <a:solidFill>
                  <a:srgbClr val="000000"/>
                </a:solidFill>
                <a:sym typeface="+mn-ea"/>
              </a:rPr>
              <a:t>是</a:t>
            </a:r>
            <a:r>
              <a:rPr lang="en-US" altLang="zh-CN" i="1" dirty="0">
                <a:solidFill>
                  <a:srgbClr val="000000"/>
                </a:solidFill>
                <a:sym typeface="+mn-ea"/>
              </a:rPr>
              <a:t>n</a:t>
            </a:r>
            <a:r>
              <a:rPr lang="zh-CN" altLang="en-US" dirty="0">
                <a:solidFill>
                  <a:srgbClr val="000000"/>
                </a:solidFill>
                <a:sym typeface="+mn-ea"/>
              </a:rPr>
              <a:t>元</a:t>
            </a:r>
            <a:r>
              <a:rPr lang="zh-CN" altLang="en-US" dirty="0">
                <a:solidFill>
                  <a:srgbClr val="000000"/>
                </a:solidFill>
                <a:ea typeface="楷体_GB2312"/>
                <a:sym typeface="+mn-ea"/>
              </a:rPr>
              <a:t>非齐次线性方程组</a:t>
            </a:r>
            <a:r>
              <a:rPr lang="en-US" altLang="zh-CN" i="1" dirty="0">
                <a:solidFill>
                  <a:srgbClr val="0000FF"/>
                </a:solidFill>
                <a:sym typeface="+mn-ea"/>
              </a:rPr>
              <a:t>Ax = b</a:t>
            </a:r>
            <a:r>
              <a:rPr lang="en-US" altLang="zh-CN" baseline="-25000" dirty="0">
                <a:solidFill>
                  <a:srgbClr val="000000"/>
                </a:solidFill>
                <a:ea typeface="楷体_GB2312"/>
                <a:sym typeface="+mn-ea"/>
              </a:rPr>
              <a:t> </a:t>
            </a:r>
            <a:r>
              <a:rPr lang="en-US" altLang="zh-CN" dirty="0">
                <a:solidFill>
                  <a:srgbClr val="FF0000"/>
                </a:solidFill>
                <a:ea typeface="楷体_GB2312"/>
                <a:sym typeface="+mn-ea"/>
              </a:rPr>
              <a:t> </a:t>
            </a:r>
            <a:r>
              <a:rPr lang="zh-CN" altLang="en-US" dirty="0">
                <a:solidFill>
                  <a:srgbClr val="000000"/>
                </a:solidFill>
                <a:sym typeface="+mn-ea"/>
              </a:rPr>
              <a:t>的一个解（称之为</a:t>
            </a:r>
            <a:r>
              <a:rPr lang="zh-CN" altLang="en-US" dirty="0">
                <a:solidFill>
                  <a:srgbClr val="FF0000"/>
                </a:solidFill>
                <a:sym typeface="+mn-ea"/>
              </a:rPr>
              <a:t>特解</a:t>
            </a:r>
            <a:r>
              <a:rPr lang="zh-CN" altLang="en-US" dirty="0">
                <a:solidFill>
                  <a:srgbClr val="000000"/>
                </a:solidFill>
                <a:sym typeface="+mn-ea"/>
              </a:rPr>
              <a:t>），</a:t>
            </a:r>
            <a:r>
              <a:rPr lang="en-US" altLang="zh-CN" i="1" dirty="0">
                <a:solidFill>
                  <a:srgbClr val="000000"/>
                </a:solidFill>
                <a:sym typeface="+mn-ea"/>
              </a:rPr>
              <a:t>R</a:t>
            </a:r>
            <a:r>
              <a:rPr lang="en-US" altLang="zh-CN" dirty="0">
                <a:solidFill>
                  <a:srgbClr val="000000"/>
                </a:solidFill>
                <a:sym typeface="+mn-ea"/>
              </a:rPr>
              <a:t>(</a:t>
            </a:r>
            <a:r>
              <a:rPr lang="en-US" altLang="zh-CN" i="1" dirty="0">
                <a:solidFill>
                  <a:srgbClr val="000000"/>
                </a:solidFill>
                <a:sym typeface="+mn-ea"/>
              </a:rPr>
              <a:t>A</a:t>
            </a:r>
            <a:r>
              <a:rPr lang="en-US" altLang="zh-CN" dirty="0">
                <a:solidFill>
                  <a:srgbClr val="000000"/>
                </a:solidFill>
                <a:sym typeface="+mn-ea"/>
              </a:rPr>
              <a:t>) = </a:t>
            </a:r>
            <a:r>
              <a:rPr lang="en-US" altLang="zh-CN" i="1" dirty="0">
                <a:solidFill>
                  <a:srgbClr val="000000"/>
                </a:solidFill>
                <a:sym typeface="+mn-ea"/>
              </a:rPr>
              <a:t>R</a:t>
            </a:r>
            <a:r>
              <a:rPr lang="en-US" altLang="zh-CN" dirty="0">
                <a:solidFill>
                  <a:srgbClr val="000000"/>
                </a:solidFill>
                <a:sym typeface="+mn-ea"/>
              </a:rPr>
              <a:t>(</a:t>
            </a:r>
            <a:r>
              <a:rPr lang="en-US" altLang="zh-CN" i="1" dirty="0">
                <a:solidFill>
                  <a:srgbClr val="000000"/>
                </a:solidFill>
                <a:sym typeface="+mn-ea"/>
              </a:rPr>
              <a:t>A</a:t>
            </a:r>
            <a:r>
              <a:rPr lang="en-US" altLang="zh-CN" dirty="0">
                <a:solidFill>
                  <a:srgbClr val="000000"/>
                </a:solidFill>
                <a:sym typeface="+mn-ea"/>
              </a:rPr>
              <a:t>, </a:t>
            </a:r>
            <a:r>
              <a:rPr lang="en-US" altLang="zh-CN" i="1" dirty="0">
                <a:solidFill>
                  <a:srgbClr val="000000"/>
                </a:solidFill>
                <a:sym typeface="+mn-ea"/>
              </a:rPr>
              <a:t>b</a:t>
            </a:r>
            <a:r>
              <a:rPr lang="en-US" altLang="zh-CN" dirty="0">
                <a:solidFill>
                  <a:srgbClr val="000000"/>
                </a:solidFill>
                <a:sym typeface="+mn-ea"/>
              </a:rPr>
              <a:t>) = r</a:t>
            </a:r>
            <a:r>
              <a:rPr lang="zh-CN" altLang="en-US" dirty="0">
                <a:solidFill>
                  <a:srgbClr val="000000"/>
                </a:solidFill>
                <a:sym typeface="+mn-ea"/>
              </a:rPr>
              <a:t>，</a:t>
            </a:r>
            <a:r>
              <a:rPr lang="en-US" altLang="zh-CN" b="0" i="1" dirty="0">
                <a:solidFill>
                  <a:srgbClr val="000000"/>
                </a:solidFill>
                <a:latin typeface="Symbol" panose="05050102010706020507" pitchFamily="18" charset="2"/>
                <a:ea typeface="楷体_GB2312"/>
                <a:sym typeface="+mn-ea"/>
              </a:rPr>
              <a:t>η</a:t>
            </a:r>
            <a:r>
              <a:rPr lang="en-US" altLang="zh-CN" baseline="-25000" dirty="0">
                <a:latin typeface="Symbol" panose="05050102010706020507" pitchFamily="18" charset="2"/>
                <a:sym typeface="+mn-ea"/>
              </a:rPr>
              <a:t>1</a:t>
            </a:r>
            <a:r>
              <a:rPr lang="zh-CN" altLang="en-US" dirty="0">
                <a:latin typeface="Symbol" panose="05050102010706020507" pitchFamily="18" charset="2"/>
                <a:sym typeface="+mn-ea"/>
              </a:rPr>
              <a:t>，</a:t>
            </a:r>
            <a:r>
              <a:rPr lang="en-US" altLang="zh-CN" b="0" i="1" dirty="0">
                <a:solidFill>
                  <a:srgbClr val="000000"/>
                </a:solidFill>
                <a:latin typeface="Symbol" panose="05050102010706020507" pitchFamily="18" charset="2"/>
                <a:ea typeface="楷体_GB2312"/>
                <a:sym typeface="+mn-ea"/>
              </a:rPr>
              <a:t>η</a:t>
            </a:r>
            <a:r>
              <a:rPr lang="en-US" altLang="zh-CN" baseline="-25000" dirty="0">
                <a:latin typeface="Symbol" panose="05050102010706020507" pitchFamily="18" charset="2"/>
                <a:sym typeface="+mn-ea"/>
              </a:rPr>
              <a:t>2</a:t>
            </a:r>
            <a:r>
              <a:rPr lang="zh-CN" altLang="en-US" dirty="0">
                <a:latin typeface="Symbol" panose="05050102010706020507" pitchFamily="18" charset="2"/>
                <a:sym typeface="+mn-ea"/>
              </a:rPr>
              <a:t>，</a:t>
            </a:r>
            <a:r>
              <a:rPr lang="en-US" altLang="zh-CN" dirty="0">
                <a:sym typeface="+mn-ea"/>
              </a:rPr>
              <a:t>...</a:t>
            </a:r>
            <a:r>
              <a:rPr lang="zh-CN" altLang="en-US" dirty="0">
                <a:sym typeface="+mn-ea"/>
              </a:rPr>
              <a:t>，</a:t>
            </a:r>
            <a:r>
              <a:rPr lang="en-US" altLang="zh-CN" b="0" i="1" dirty="0">
                <a:solidFill>
                  <a:srgbClr val="000000"/>
                </a:solidFill>
                <a:latin typeface="Symbol" panose="05050102010706020507" pitchFamily="18" charset="2"/>
                <a:ea typeface="楷体_GB2312"/>
                <a:sym typeface="+mn-ea"/>
              </a:rPr>
              <a:t>η</a:t>
            </a:r>
            <a:r>
              <a:rPr lang="en-US" altLang="zh-CN" i="1" baseline="-25000" dirty="0">
                <a:solidFill>
                  <a:srgbClr val="000000"/>
                </a:solidFill>
                <a:sym typeface="+mn-ea"/>
              </a:rPr>
              <a:t>n</a:t>
            </a:r>
            <a:r>
              <a:rPr lang="en-US" altLang="zh-CN" baseline="-25000" dirty="0">
                <a:solidFill>
                  <a:srgbClr val="000000"/>
                </a:solidFill>
                <a:sym typeface="+mn-ea"/>
              </a:rPr>
              <a:t>-</a:t>
            </a:r>
            <a:r>
              <a:rPr lang="en-US" altLang="zh-CN" i="1" baseline="-25000" dirty="0">
                <a:sym typeface="+mn-ea"/>
              </a:rPr>
              <a:t>r </a:t>
            </a:r>
            <a:r>
              <a:rPr lang="zh-CN" altLang="en-US" dirty="0">
                <a:solidFill>
                  <a:srgbClr val="000000"/>
                </a:solidFill>
                <a:sym typeface="+mn-ea"/>
              </a:rPr>
              <a:t>是其</a:t>
            </a:r>
            <a:r>
              <a:rPr lang="zh-CN" altLang="en-US" dirty="0">
                <a:solidFill>
                  <a:srgbClr val="000000"/>
                </a:solidFill>
                <a:latin typeface="宋体" panose="02010600030101010101" pitchFamily="2" charset="-122"/>
                <a:sym typeface="+mn-ea"/>
              </a:rPr>
              <a:t>导出</a:t>
            </a:r>
            <a:r>
              <a:rPr lang="zh-CN" altLang="en-US" dirty="0">
                <a:solidFill>
                  <a:srgbClr val="000000"/>
                </a:solidFill>
                <a:ea typeface="楷体_GB2312"/>
                <a:sym typeface="+mn-ea"/>
              </a:rPr>
              <a:t>组</a:t>
            </a:r>
            <a:r>
              <a:rPr lang="en-US" altLang="zh-CN" i="1" dirty="0">
                <a:solidFill>
                  <a:srgbClr val="0000FF"/>
                </a:solidFill>
                <a:sym typeface="+mn-ea"/>
              </a:rPr>
              <a:t>Ax = </a:t>
            </a:r>
            <a:r>
              <a:rPr lang="en-US" altLang="zh-CN" dirty="0">
                <a:solidFill>
                  <a:srgbClr val="0000FF"/>
                </a:solidFill>
                <a:sym typeface="+mn-ea"/>
              </a:rPr>
              <a:t>0</a:t>
            </a:r>
            <a:r>
              <a:rPr lang="zh-CN" altLang="en-US" dirty="0">
                <a:solidFill>
                  <a:srgbClr val="000000"/>
                </a:solidFill>
                <a:sym typeface="+mn-ea"/>
              </a:rPr>
              <a:t>的基础解系，则</a:t>
            </a:r>
            <a:r>
              <a:rPr lang="zh-CN" altLang="en-US" dirty="0">
                <a:solidFill>
                  <a:srgbClr val="000000"/>
                </a:solidFill>
                <a:ea typeface="楷体_GB2312"/>
                <a:sym typeface="+mn-ea"/>
              </a:rPr>
              <a:t>非齐次线性方程组</a:t>
            </a:r>
            <a:r>
              <a:rPr lang="en-US" altLang="zh-CN" i="1" dirty="0">
                <a:solidFill>
                  <a:srgbClr val="0000FF"/>
                </a:solidFill>
                <a:sym typeface="+mn-ea"/>
              </a:rPr>
              <a:t>Ax = b</a:t>
            </a:r>
            <a:r>
              <a:rPr lang="en-US" altLang="zh-CN" baseline="-25000" dirty="0">
                <a:solidFill>
                  <a:srgbClr val="000000"/>
                </a:solidFill>
                <a:ea typeface="楷体_GB2312"/>
                <a:sym typeface="+mn-ea"/>
              </a:rPr>
              <a:t> </a:t>
            </a:r>
            <a:r>
              <a:rPr lang="en-US" altLang="zh-CN" dirty="0">
                <a:solidFill>
                  <a:srgbClr val="FF0000"/>
                </a:solidFill>
                <a:ea typeface="楷体_GB2312"/>
                <a:sym typeface="+mn-ea"/>
              </a:rPr>
              <a:t> </a:t>
            </a:r>
            <a:r>
              <a:rPr lang="zh-CN" altLang="en-US" dirty="0">
                <a:solidFill>
                  <a:srgbClr val="000000"/>
                </a:solidFill>
                <a:sym typeface="+mn-ea"/>
              </a:rPr>
              <a:t>的通解为：</a:t>
            </a:r>
            <a:endParaRPr lang="zh-CN" altLang="en-US" b="1" dirty="0">
              <a:solidFill>
                <a:srgbClr val="000000"/>
              </a:solidFill>
              <a:latin typeface="Times New Roman" panose="02020603050405020304" pitchFamily="18" charset="0"/>
            </a:endParaRPr>
          </a:p>
          <a:p>
            <a:pPr algn="ctr"/>
            <a:r>
              <a:rPr lang="en-US" altLang="zh-CN" b="0" i="1" dirty="0">
                <a:solidFill>
                  <a:srgbClr val="000000"/>
                </a:solidFill>
                <a:latin typeface="Symbol" panose="05050102010706020507" pitchFamily="18" charset="2"/>
                <a:ea typeface="楷体_GB2312"/>
                <a:sym typeface="+mn-ea"/>
              </a:rPr>
              <a:t>η</a:t>
            </a:r>
            <a:r>
              <a:rPr lang="en-US" altLang="zh-CN" b="0" dirty="0">
                <a:solidFill>
                  <a:srgbClr val="000000"/>
                </a:solidFill>
                <a:latin typeface="Symbol" panose="05050102010706020507" pitchFamily="18" charset="2"/>
                <a:ea typeface="楷体_GB2312"/>
                <a:sym typeface="+mn-ea"/>
              </a:rPr>
              <a:t>=</a:t>
            </a:r>
            <a:r>
              <a:rPr lang="en-US" altLang="zh-CN" i="1" dirty="0">
                <a:solidFill>
                  <a:srgbClr val="000000"/>
                </a:solidFill>
                <a:latin typeface="Symbol" panose="05050102010706020507" pitchFamily="18" charset="2"/>
                <a:ea typeface="楷体_GB2312"/>
                <a:sym typeface="+mn-ea"/>
              </a:rPr>
              <a:t>x</a:t>
            </a:r>
            <a:r>
              <a:rPr lang="en-US" altLang="zh-CN" baseline="-25000" dirty="0">
                <a:solidFill>
                  <a:srgbClr val="000000"/>
                </a:solidFill>
                <a:latin typeface="Symbol" panose="05050102010706020507" pitchFamily="18" charset="2"/>
                <a:ea typeface="楷体_GB2312"/>
                <a:sym typeface="+mn-ea"/>
              </a:rPr>
              <a:t>0</a:t>
            </a:r>
            <a:r>
              <a:rPr lang="en-US" altLang="zh-CN" dirty="0">
                <a:solidFill>
                  <a:srgbClr val="000000"/>
                </a:solidFill>
                <a:latin typeface="Symbol" panose="05050102010706020507" pitchFamily="18" charset="2"/>
                <a:ea typeface="楷体_GB2312"/>
                <a:sym typeface="+mn-ea"/>
              </a:rPr>
              <a:t>+</a:t>
            </a:r>
            <a:r>
              <a:rPr lang="en-US" altLang="zh-CN" i="1" dirty="0">
                <a:sym typeface="+mn-ea"/>
              </a:rPr>
              <a:t>c</a:t>
            </a:r>
            <a:r>
              <a:rPr lang="en-US" altLang="zh-CN" baseline="-25000" dirty="0">
                <a:latin typeface="Symbol" panose="05050102010706020507" pitchFamily="18" charset="2"/>
                <a:sym typeface="+mn-ea"/>
              </a:rPr>
              <a:t>1</a:t>
            </a:r>
            <a:r>
              <a:rPr lang="en-US" altLang="zh-CN" b="0" i="1" dirty="0">
                <a:solidFill>
                  <a:srgbClr val="000000"/>
                </a:solidFill>
                <a:latin typeface="Symbol" panose="05050102010706020507" pitchFamily="18" charset="2"/>
                <a:ea typeface="楷体_GB2312"/>
                <a:sym typeface="+mn-ea"/>
              </a:rPr>
              <a:t>η</a:t>
            </a:r>
            <a:r>
              <a:rPr lang="en-US" altLang="zh-CN" baseline="-25000" dirty="0">
                <a:latin typeface="Symbol" panose="05050102010706020507" pitchFamily="18" charset="2"/>
                <a:sym typeface="+mn-ea"/>
              </a:rPr>
              <a:t>1</a:t>
            </a:r>
            <a:r>
              <a:rPr lang="en-US" altLang="zh-CN" dirty="0">
                <a:latin typeface="Symbol" panose="05050102010706020507" pitchFamily="18" charset="2"/>
                <a:sym typeface="+mn-ea"/>
              </a:rPr>
              <a:t>+</a:t>
            </a:r>
            <a:r>
              <a:rPr lang="en-US" altLang="zh-CN" i="1" dirty="0">
                <a:sym typeface="+mn-ea"/>
              </a:rPr>
              <a:t>c</a:t>
            </a:r>
            <a:r>
              <a:rPr lang="en-US" altLang="zh-CN" baseline="-25000" dirty="0">
                <a:latin typeface="Symbol" panose="05050102010706020507" pitchFamily="18" charset="2"/>
                <a:sym typeface="+mn-ea"/>
              </a:rPr>
              <a:t>2</a:t>
            </a:r>
            <a:r>
              <a:rPr lang="en-US" altLang="zh-CN" b="0" i="1" dirty="0">
                <a:solidFill>
                  <a:srgbClr val="000000"/>
                </a:solidFill>
                <a:latin typeface="Symbol" panose="05050102010706020507" pitchFamily="18" charset="2"/>
                <a:ea typeface="楷体_GB2312"/>
                <a:sym typeface="+mn-ea"/>
              </a:rPr>
              <a:t>η</a:t>
            </a:r>
            <a:r>
              <a:rPr lang="en-US" altLang="zh-CN" baseline="-25000" dirty="0">
                <a:latin typeface="Symbol" panose="05050102010706020507" pitchFamily="18" charset="2"/>
                <a:sym typeface="+mn-ea"/>
              </a:rPr>
              <a:t>2</a:t>
            </a:r>
            <a:r>
              <a:rPr lang="en-US" altLang="zh-CN" dirty="0">
                <a:latin typeface="Symbol" panose="05050102010706020507" pitchFamily="18" charset="2"/>
                <a:sym typeface="+mn-ea"/>
              </a:rPr>
              <a:t>+</a:t>
            </a:r>
            <a:r>
              <a:rPr lang="en-US" altLang="zh-CN" dirty="0">
                <a:sym typeface="+mn-ea"/>
              </a:rPr>
              <a:t>...+</a:t>
            </a:r>
            <a:r>
              <a:rPr lang="en-US" altLang="zh-CN" i="1" dirty="0">
                <a:sym typeface="+mn-ea"/>
              </a:rPr>
              <a:t>c</a:t>
            </a:r>
            <a:r>
              <a:rPr lang="en-US" altLang="zh-CN" i="1" baseline="-25000" dirty="0">
                <a:solidFill>
                  <a:srgbClr val="000000"/>
                </a:solidFill>
                <a:sym typeface="+mn-ea"/>
              </a:rPr>
              <a:t>n</a:t>
            </a:r>
            <a:r>
              <a:rPr lang="en-US" altLang="zh-CN" baseline="-25000" dirty="0">
                <a:solidFill>
                  <a:srgbClr val="000000"/>
                </a:solidFill>
                <a:sym typeface="+mn-ea"/>
              </a:rPr>
              <a:t>-</a:t>
            </a:r>
            <a:r>
              <a:rPr lang="en-US" altLang="zh-CN" i="1" baseline="-25000" dirty="0">
                <a:sym typeface="+mn-ea"/>
              </a:rPr>
              <a:t>r</a:t>
            </a:r>
            <a:r>
              <a:rPr lang="en-US" altLang="zh-CN" b="0" i="1" dirty="0">
                <a:solidFill>
                  <a:srgbClr val="000000"/>
                </a:solidFill>
                <a:latin typeface="Symbol" panose="05050102010706020507" pitchFamily="18" charset="2"/>
                <a:ea typeface="楷体_GB2312"/>
                <a:sym typeface="+mn-ea"/>
              </a:rPr>
              <a:t>η</a:t>
            </a:r>
            <a:r>
              <a:rPr lang="en-US" altLang="zh-CN" i="1" baseline="-25000" dirty="0">
                <a:solidFill>
                  <a:srgbClr val="000000"/>
                </a:solidFill>
                <a:sym typeface="+mn-ea"/>
              </a:rPr>
              <a:t>n</a:t>
            </a:r>
            <a:r>
              <a:rPr lang="en-US" altLang="zh-CN" baseline="-25000" dirty="0">
                <a:solidFill>
                  <a:srgbClr val="000000"/>
                </a:solidFill>
                <a:sym typeface="+mn-ea"/>
              </a:rPr>
              <a:t>-</a:t>
            </a:r>
            <a:r>
              <a:rPr lang="en-US" altLang="zh-CN" i="1" baseline="-25000" dirty="0">
                <a:sym typeface="+mn-ea"/>
              </a:rPr>
              <a:t>r </a:t>
            </a:r>
            <a:r>
              <a:rPr lang="zh-CN" altLang="en-US" dirty="0">
                <a:solidFill>
                  <a:srgbClr val="000000"/>
                </a:solidFill>
                <a:sym typeface="+mn-ea"/>
              </a:rPr>
              <a:t>，</a:t>
            </a:r>
          </a:p>
          <a:p>
            <a:pPr algn="l"/>
            <a:r>
              <a:rPr lang="zh-CN" altLang="en-US" dirty="0">
                <a:solidFill>
                  <a:srgbClr val="000000"/>
                </a:solidFill>
                <a:latin typeface="Symbol" panose="05050102010706020507" pitchFamily="18" charset="2"/>
                <a:ea typeface="楷体_GB2312"/>
                <a:sym typeface="+mn-ea"/>
              </a:rPr>
              <a:t>其中</a:t>
            </a:r>
            <a:r>
              <a:rPr lang="en-US" altLang="zh-CN" i="1" dirty="0">
                <a:sym typeface="+mn-ea"/>
              </a:rPr>
              <a:t>c</a:t>
            </a:r>
            <a:r>
              <a:rPr lang="en-US" altLang="zh-CN" baseline="-25000" dirty="0">
                <a:latin typeface="Symbol" panose="05050102010706020507" pitchFamily="18" charset="2"/>
                <a:sym typeface="+mn-ea"/>
              </a:rPr>
              <a:t>1</a:t>
            </a:r>
            <a:r>
              <a:rPr lang="zh-CN" altLang="en-US" b="0" dirty="0">
                <a:solidFill>
                  <a:srgbClr val="000000"/>
                </a:solidFill>
                <a:latin typeface="Symbol" panose="05050102010706020507" pitchFamily="18" charset="2"/>
                <a:ea typeface="楷体_GB2312"/>
                <a:sym typeface="+mn-ea"/>
              </a:rPr>
              <a:t>，</a:t>
            </a:r>
            <a:r>
              <a:rPr lang="en-US" altLang="zh-CN" i="1" dirty="0">
                <a:sym typeface="+mn-ea"/>
              </a:rPr>
              <a:t>c</a:t>
            </a:r>
            <a:r>
              <a:rPr lang="en-US" altLang="zh-CN" baseline="-25000" dirty="0">
                <a:latin typeface="Symbol" panose="05050102010706020507" pitchFamily="18" charset="2"/>
                <a:sym typeface="+mn-ea"/>
              </a:rPr>
              <a:t>2</a:t>
            </a:r>
            <a:r>
              <a:rPr lang="zh-CN" altLang="en-US" b="0" dirty="0">
                <a:solidFill>
                  <a:srgbClr val="000000"/>
                </a:solidFill>
                <a:latin typeface="Symbol" panose="05050102010706020507" pitchFamily="18" charset="2"/>
                <a:ea typeface="楷体_GB2312"/>
                <a:sym typeface="+mn-ea"/>
              </a:rPr>
              <a:t>，</a:t>
            </a:r>
            <a:r>
              <a:rPr lang="en-US" altLang="zh-CN" dirty="0">
                <a:sym typeface="+mn-ea"/>
              </a:rPr>
              <a:t>...</a:t>
            </a:r>
            <a:r>
              <a:rPr lang="zh-CN" altLang="en-US" dirty="0">
                <a:sym typeface="+mn-ea"/>
              </a:rPr>
              <a:t>，</a:t>
            </a:r>
            <a:r>
              <a:rPr lang="en-US" altLang="zh-CN" i="1" dirty="0">
                <a:sym typeface="+mn-ea"/>
              </a:rPr>
              <a:t>c</a:t>
            </a:r>
            <a:r>
              <a:rPr lang="en-US" altLang="zh-CN" i="1" baseline="-25000" dirty="0">
                <a:solidFill>
                  <a:srgbClr val="000000"/>
                </a:solidFill>
                <a:sym typeface="+mn-ea"/>
              </a:rPr>
              <a:t>n</a:t>
            </a:r>
            <a:r>
              <a:rPr lang="en-US" altLang="zh-CN" baseline="-25000" dirty="0">
                <a:solidFill>
                  <a:srgbClr val="000000"/>
                </a:solidFill>
                <a:sym typeface="+mn-ea"/>
              </a:rPr>
              <a:t>-</a:t>
            </a:r>
            <a:r>
              <a:rPr lang="en-US" altLang="zh-CN" i="1" baseline="-25000" dirty="0">
                <a:sym typeface="+mn-ea"/>
              </a:rPr>
              <a:t>r</a:t>
            </a:r>
            <a:r>
              <a:rPr lang="zh-CN" altLang="en-US" dirty="0">
                <a:solidFill>
                  <a:srgbClr val="000000"/>
                </a:solidFill>
                <a:latin typeface="Symbol" panose="05050102010706020507" pitchFamily="18" charset="2"/>
                <a:ea typeface="楷体_GB2312"/>
                <a:sym typeface="+mn-ea"/>
              </a:rPr>
              <a:t>为任意常数</a:t>
            </a:r>
            <a:r>
              <a:rPr lang="en-US" altLang="zh-CN" dirty="0">
                <a:solidFill>
                  <a:srgbClr val="000000"/>
                </a:solidFill>
                <a:latin typeface="Symbol" panose="05050102010706020507" pitchFamily="18" charset="2"/>
                <a:ea typeface="楷体_GB2312"/>
                <a:sym typeface="+mn-ea"/>
              </a:rPr>
              <a:t>.</a:t>
            </a:r>
          </a:p>
        </p:txBody>
      </p:sp>
      <p:sp>
        <p:nvSpPr>
          <p:cNvPr id="3082" name="Text Box 10"/>
          <p:cNvSpPr txBox="1"/>
          <p:nvPr/>
        </p:nvSpPr>
        <p:spPr>
          <a:xfrm>
            <a:off x="395605" y="2997200"/>
            <a:ext cx="7315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dirty="0">
                <a:solidFill>
                  <a:srgbClr val="FF0000"/>
                </a:solidFill>
                <a:latin typeface="宋体" panose="02010600030101010101" pitchFamily="2" charset="-122"/>
              </a:rPr>
              <a:t>求解非齐次线性方程组 </a:t>
            </a:r>
            <a:r>
              <a:rPr lang="en-US" altLang="zh-CN" sz="2400" i="1" dirty="0">
                <a:solidFill>
                  <a:srgbClr val="FF0000"/>
                </a:solidFill>
                <a:latin typeface="宋体" panose="02010600030101010101" pitchFamily="2" charset="-122"/>
              </a:rPr>
              <a:t>Ax=b </a:t>
            </a:r>
            <a:r>
              <a:rPr lang="zh-CN" altLang="en-US" sz="2400" dirty="0">
                <a:solidFill>
                  <a:srgbClr val="FF0000"/>
                </a:solidFill>
                <a:latin typeface="宋体" panose="02010600030101010101" pitchFamily="2" charset="-122"/>
              </a:rPr>
              <a:t>的过程可分为以下步骤</a:t>
            </a:r>
            <a:r>
              <a:rPr lang="zh-CN" altLang="en-US" sz="2400" dirty="0">
                <a:solidFill>
                  <a:srgbClr val="000000"/>
                </a:solidFill>
                <a:latin typeface="宋体" panose="02010600030101010101" pitchFamily="2" charset="-122"/>
              </a:rPr>
              <a:t>：</a:t>
            </a:r>
            <a:r>
              <a:rPr lang="zh-CN" altLang="en-US" sz="2400" dirty="0">
                <a:solidFill>
                  <a:srgbClr val="000000"/>
                </a:solidFill>
                <a:latin typeface="Times New Roman" panose="02020603050405020304" pitchFamily="18" charset="0"/>
              </a:rPr>
              <a:t> </a:t>
            </a:r>
          </a:p>
        </p:txBody>
      </p:sp>
      <p:sp>
        <p:nvSpPr>
          <p:cNvPr id="305164" name="Rectangle 12"/>
          <p:cNvSpPr/>
          <p:nvPr/>
        </p:nvSpPr>
        <p:spPr>
          <a:xfrm>
            <a:off x="467360" y="3573145"/>
            <a:ext cx="8621395" cy="829945"/>
          </a:xfrm>
          <a:prstGeom prst="rect">
            <a:avLst/>
          </a:prstGeom>
          <a:noFill/>
          <a:ln w="9525">
            <a:noFill/>
          </a:ln>
          <a:extLst>
            <a:ext uri="{909E8E84-426E-40DD-AFC4-6F175D3DCCD1}">
              <a14:hiddenFill xmlns:a14="http://schemas.microsoft.com/office/drawing/2010/main">
                <a:solidFill>
                  <a:srgbClr val="FFCC99"/>
                </a:solidFill>
              </a14:hiddenFill>
            </a:ext>
          </a:extLst>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dirty="0">
                <a:solidFill>
                  <a:srgbClr val="000000"/>
                </a:solidFill>
                <a:latin typeface="宋体" panose="02010600030101010101" pitchFamily="2" charset="-122"/>
              </a:rPr>
              <a:t>（</a:t>
            </a:r>
            <a:r>
              <a:rPr lang="en-US" altLang="zh-CN" sz="2400" dirty="0">
                <a:solidFill>
                  <a:srgbClr val="000000"/>
                </a:solidFill>
                <a:latin typeface="宋体" panose="02010600030101010101" pitchFamily="2" charset="-122"/>
              </a:rPr>
              <a:t>1</a:t>
            </a:r>
            <a:r>
              <a:rPr lang="zh-CN" altLang="en-US" sz="2400" dirty="0">
                <a:solidFill>
                  <a:srgbClr val="000000"/>
                </a:solidFill>
                <a:latin typeface="宋体" panose="02010600030101010101" pitchFamily="2" charset="-122"/>
              </a:rPr>
              <a:t>）判断系数矩阵的秩</a:t>
            </a:r>
            <a:r>
              <a:rPr lang="en-US" altLang="zh-CN" sz="2400" i="1" dirty="0">
                <a:solidFill>
                  <a:srgbClr val="000000"/>
                </a:solidFill>
                <a:sym typeface="+mn-ea"/>
              </a:rPr>
              <a:t>R</a:t>
            </a:r>
            <a:r>
              <a:rPr lang="en-US" altLang="zh-CN" sz="2400" dirty="0">
                <a:solidFill>
                  <a:srgbClr val="000000"/>
                </a:solidFill>
                <a:sym typeface="+mn-ea"/>
              </a:rPr>
              <a:t>(</a:t>
            </a:r>
            <a:r>
              <a:rPr lang="en-US" altLang="zh-CN" sz="2400" i="1" dirty="0">
                <a:solidFill>
                  <a:srgbClr val="000000"/>
                </a:solidFill>
                <a:sym typeface="+mn-ea"/>
              </a:rPr>
              <a:t>A</a:t>
            </a:r>
            <a:r>
              <a:rPr lang="en-US" altLang="zh-CN" sz="2400" dirty="0">
                <a:solidFill>
                  <a:srgbClr val="000000"/>
                </a:solidFill>
                <a:sym typeface="+mn-ea"/>
              </a:rPr>
              <a:t>)</a:t>
            </a:r>
            <a:r>
              <a:rPr lang="zh-CN" altLang="en-US" sz="2400" dirty="0">
                <a:solidFill>
                  <a:srgbClr val="000000"/>
                </a:solidFill>
                <a:latin typeface="宋体" panose="02010600030101010101" pitchFamily="2" charset="-122"/>
              </a:rPr>
              <a:t>是否等于增广矩阵的秩</a:t>
            </a:r>
            <a:r>
              <a:rPr lang="en-US" altLang="zh-CN" sz="2400" dirty="0">
                <a:solidFill>
                  <a:srgbClr val="000000"/>
                </a:solidFill>
                <a:sym typeface="+mn-ea"/>
              </a:rPr>
              <a:t> </a:t>
            </a:r>
            <a:r>
              <a:rPr lang="en-US" altLang="zh-CN" sz="2400" i="1" dirty="0">
                <a:solidFill>
                  <a:srgbClr val="000000"/>
                </a:solidFill>
                <a:sym typeface="+mn-ea"/>
              </a:rPr>
              <a:t>R</a:t>
            </a:r>
            <a:r>
              <a:rPr lang="en-US" altLang="zh-CN" sz="2400" dirty="0">
                <a:solidFill>
                  <a:srgbClr val="000000"/>
                </a:solidFill>
                <a:sym typeface="+mn-ea"/>
              </a:rPr>
              <a:t>(</a:t>
            </a:r>
            <a:r>
              <a:rPr lang="en-US" altLang="zh-CN" sz="2400" i="1" dirty="0">
                <a:solidFill>
                  <a:srgbClr val="000000"/>
                </a:solidFill>
                <a:sym typeface="+mn-ea"/>
              </a:rPr>
              <a:t>A</a:t>
            </a:r>
            <a:r>
              <a:rPr lang="en-US" altLang="zh-CN" sz="2400" dirty="0">
                <a:solidFill>
                  <a:srgbClr val="000000"/>
                </a:solidFill>
                <a:sym typeface="+mn-ea"/>
              </a:rPr>
              <a:t>, </a:t>
            </a:r>
            <a:r>
              <a:rPr lang="en-US" altLang="zh-CN" sz="2400" i="1" dirty="0">
                <a:solidFill>
                  <a:srgbClr val="000000"/>
                </a:solidFill>
                <a:sym typeface="+mn-ea"/>
              </a:rPr>
              <a:t>b</a:t>
            </a:r>
            <a:r>
              <a:rPr lang="en-US" altLang="zh-CN" sz="2400" dirty="0">
                <a:solidFill>
                  <a:srgbClr val="000000"/>
                </a:solidFill>
                <a:sym typeface="+mn-ea"/>
              </a:rPr>
              <a:t>) </a:t>
            </a:r>
            <a:r>
              <a:rPr lang="zh-CN" altLang="en-US" sz="2400" dirty="0">
                <a:solidFill>
                  <a:srgbClr val="000000"/>
                </a:solidFill>
                <a:latin typeface="宋体" panose="02010600030101010101" pitchFamily="2" charset="-122"/>
              </a:rPr>
              <a:t>，由此检验非齐次线性方程组是否有解；</a:t>
            </a:r>
            <a:r>
              <a:rPr lang="zh-CN" altLang="en-US" sz="2400" dirty="0">
                <a:solidFill>
                  <a:srgbClr val="000000"/>
                </a:solidFill>
                <a:latin typeface="Times New Roman" panose="02020603050405020304" pitchFamily="18" charset="0"/>
              </a:rPr>
              <a:t> </a:t>
            </a:r>
          </a:p>
        </p:txBody>
      </p:sp>
      <p:sp>
        <p:nvSpPr>
          <p:cNvPr id="3" name="文本框 2"/>
          <p:cNvSpPr txBox="1"/>
          <p:nvPr/>
        </p:nvSpPr>
        <p:spPr>
          <a:xfrm>
            <a:off x="395605" y="4364990"/>
            <a:ext cx="7885430" cy="829945"/>
          </a:xfrm>
          <a:prstGeom prst="rect">
            <a:avLst/>
          </a:prstGeom>
          <a:noFill/>
        </p:spPr>
        <p:txBody>
          <a:bodyPr wrap="square" rtlCol="0" anchor="t">
            <a:spAutoFit/>
          </a:bodyPr>
          <a:lstStyle/>
          <a:p>
            <a:pPr marL="0" lvl="0" indent="0" algn="just" eaLnBrk="1" hangingPunct="1">
              <a:spcBef>
                <a:spcPct val="0"/>
              </a:spcBef>
              <a:buClrTx/>
              <a:buSzTx/>
              <a:buFontTx/>
              <a:buNone/>
            </a:pPr>
            <a:r>
              <a:rPr lang="zh-CN" altLang="en-US" sz="2400" dirty="0">
                <a:solidFill>
                  <a:srgbClr val="000000"/>
                </a:solidFill>
                <a:latin typeface="宋体" panose="02010600030101010101" pitchFamily="2" charset="-122"/>
                <a:sym typeface="+mn-ea"/>
              </a:rPr>
              <a:t>（</a:t>
            </a:r>
            <a:r>
              <a:rPr lang="en-US" altLang="zh-CN" sz="2400" dirty="0">
                <a:solidFill>
                  <a:srgbClr val="000000"/>
                </a:solidFill>
                <a:latin typeface="宋体" panose="02010600030101010101" pitchFamily="2" charset="-122"/>
                <a:sym typeface="+mn-ea"/>
              </a:rPr>
              <a:t>2</a:t>
            </a:r>
            <a:r>
              <a:rPr lang="zh-CN" altLang="en-US" sz="2400" dirty="0">
                <a:solidFill>
                  <a:srgbClr val="000000"/>
                </a:solidFill>
                <a:latin typeface="宋体" panose="02010600030101010101" pitchFamily="2" charset="-122"/>
                <a:sym typeface="+mn-ea"/>
              </a:rPr>
              <a:t>）如果</a:t>
            </a:r>
            <a:r>
              <a:rPr lang="zh-CN" altLang="en-US" sz="2400" dirty="0">
                <a:noFill/>
                <a:latin typeface="宋体" panose="02010600030101010101" pitchFamily="2" charset="-122"/>
                <a:sym typeface="+mn-ea"/>
              </a:rPr>
              <a:t> </a:t>
            </a:r>
            <a:r>
              <a:rPr lang="en-US" altLang="zh-CN" sz="2400" i="1" dirty="0">
                <a:solidFill>
                  <a:srgbClr val="000000"/>
                </a:solidFill>
                <a:sym typeface="+mn-ea"/>
              </a:rPr>
              <a:t>R</a:t>
            </a:r>
            <a:r>
              <a:rPr lang="en-US" altLang="zh-CN" sz="2400" dirty="0">
                <a:solidFill>
                  <a:srgbClr val="000000"/>
                </a:solidFill>
                <a:sym typeface="+mn-ea"/>
              </a:rPr>
              <a:t>(</a:t>
            </a:r>
            <a:r>
              <a:rPr lang="en-US" altLang="zh-CN" sz="2400" i="1" dirty="0">
                <a:solidFill>
                  <a:srgbClr val="000000"/>
                </a:solidFill>
                <a:sym typeface="+mn-ea"/>
              </a:rPr>
              <a:t>A</a:t>
            </a:r>
            <a:r>
              <a:rPr lang="en-US" altLang="zh-CN" sz="2400" dirty="0">
                <a:solidFill>
                  <a:srgbClr val="000000"/>
                </a:solidFill>
                <a:sym typeface="+mn-ea"/>
              </a:rPr>
              <a:t>) = </a:t>
            </a:r>
            <a:r>
              <a:rPr lang="en-US" altLang="zh-CN" sz="2400" i="1" dirty="0">
                <a:solidFill>
                  <a:srgbClr val="000000"/>
                </a:solidFill>
                <a:sym typeface="+mn-ea"/>
              </a:rPr>
              <a:t>R</a:t>
            </a:r>
            <a:r>
              <a:rPr lang="en-US" altLang="zh-CN" sz="2400" dirty="0">
                <a:solidFill>
                  <a:srgbClr val="000000"/>
                </a:solidFill>
                <a:sym typeface="+mn-ea"/>
              </a:rPr>
              <a:t>(</a:t>
            </a:r>
            <a:r>
              <a:rPr lang="en-US" altLang="zh-CN" sz="2400" i="1" dirty="0">
                <a:solidFill>
                  <a:srgbClr val="000000"/>
                </a:solidFill>
                <a:sym typeface="+mn-ea"/>
              </a:rPr>
              <a:t>A</a:t>
            </a:r>
            <a:r>
              <a:rPr lang="en-US" altLang="zh-CN" sz="2400" dirty="0">
                <a:solidFill>
                  <a:srgbClr val="000000"/>
                </a:solidFill>
                <a:sym typeface="+mn-ea"/>
              </a:rPr>
              <a:t>, </a:t>
            </a:r>
            <a:r>
              <a:rPr lang="en-US" altLang="zh-CN" sz="2400" i="1" dirty="0">
                <a:solidFill>
                  <a:srgbClr val="000000"/>
                </a:solidFill>
                <a:sym typeface="+mn-ea"/>
              </a:rPr>
              <a:t>b</a:t>
            </a:r>
            <a:r>
              <a:rPr lang="en-US" altLang="zh-CN" sz="2400" dirty="0">
                <a:solidFill>
                  <a:srgbClr val="000000"/>
                </a:solidFill>
                <a:sym typeface="+mn-ea"/>
              </a:rPr>
              <a:t>) </a:t>
            </a:r>
            <a:r>
              <a:rPr lang="zh-CN" altLang="en-US" sz="2400" dirty="0">
                <a:solidFill>
                  <a:srgbClr val="000000"/>
                </a:solidFill>
                <a:latin typeface="宋体" panose="02010600030101010101" pitchFamily="2" charset="-122"/>
                <a:sym typeface="+mn-ea"/>
              </a:rPr>
              <a:t>，应用齐次线性方程组的理论求出导出方程组</a:t>
            </a:r>
            <a:r>
              <a:rPr lang="en-US" altLang="zh-CN" sz="2400" i="1" dirty="0">
                <a:solidFill>
                  <a:srgbClr val="0000FF"/>
                </a:solidFill>
                <a:sym typeface="+mn-ea"/>
              </a:rPr>
              <a:t>Ax = </a:t>
            </a:r>
            <a:r>
              <a:rPr lang="en-US" altLang="zh-CN" sz="2400" dirty="0">
                <a:solidFill>
                  <a:srgbClr val="0000FF"/>
                </a:solidFill>
                <a:sym typeface="+mn-ea"/>
              </a:rPr>
              <a:t>0</a:t>
            </a:r>
            <a:r>
              <a:rPr lang="zh-CN" altLang="en-US" sz="2400" dirty="0">
                <a:solidFill>
                  <a:srgbClr val="000000"/>
                </a:solidFill>
                <a:latin typeface="宋体" panose="02010600030101010101" pitchFamily="2" charset="-122"/>
                <a:sym typeface="+mn-ea"/>
              </a:rPr>
              <a:t>的基础解系；</a:t>
            </a:r>
          </a:p>
        </p:txBody>
      </p:sp>
      <p:sp>
        <p:nvSpPr>
          <p:cNvPr id="4" name="文本框 3"/>
          <p:cNvSpPr txBox="1"/>
          <p:nvPr/>
        </p:nvSpPr>
        <p:spPr>
          <a:xfrm>
            <a:off x="394970" y="5229225"/>
            <a:ext cx="4572000" cy="460375"/>
          </a:xfrm>
          <a:prstGeom prst="rect">
            <a:avLst/>
          </a:prstGeom>
          <a:noFill/>
        </p:spPr>
        <p:txBody>
          <a:bodyPr wrap="square" rtlCol="0" anchor="t">
            <a:spAutoFit/>
          </a:bodyPr>
          <a:lstStyle/>
          <a:p>
            <a:pPr marL="0" lvl="0" indent="0" eaLnBrk="1" hangingPunct="1">
              <a:spcBef>
                <a:spcPct val="50000"/>
              </a:spcBef>
              <a:buClrTx/>
              <a:buSzTx/>
              <a:buFontTx/>
              <a:buNone/>
            </a:pPr>
            <a:r>
              <a:rPr lang="zh-CN" altLang="en-US" sz="2400" dirty="0">
                <a:solidFill>
                  <a:srgbClr val="000000"/>
                </a:solidFill>
                <a:latin typeface="宋体" panose="02010600030101010101" pitchFamily="2" charset="-122"/>
                <a:sym typeface="+mn-ea"/>
              </a:rPr>
              <a:t>（</a:t>
            </a:r>
            <a:r>
              <a:rPr lang="en-US" altLang="zh-CN" sz="2400" dirty="0">
                <a:solidFill>
                  <a:srgbClr val="000000"/>
                </a:solidFill>
                <a:latin typeface="宋体" panose="02010600030101010101" pitchFamily="2" charset="-122"/>
                <a:sym typeface="+mn-ea"/>
              </a:rPr>
              <a:t>3</a:t>
            </a:r>
            <a:r>
              <a:rPr lang="zh-CN" altLang="en-US" sz="2400" dirty="0">
                <a:solidFill>
                  <a:srgbClr val="000000"/>
                </a:solidFill>
                <a:latin typeface="宋体" panose="02010600030101010101" pitchFamily="2" charset="-122"/>
                <a:sym typeface="+mn-ea"/>
              </a:rPr>
              <a:t>）求出</a:t>
            </a:r>
            <a:r>
              <a:rPr lang="en-US" altLang="zh-CN" sz="2400" i="1" dirty="0">
                <a:solidFill>
                  <a:srgbClr val="0000FF"/>
                </a:solidFill>
                <a:sym typeface="+mn-ea"/>
              </a:rPr>
              <a:t>Ax = b</a:t>
            </a:r>
            <a:r>
              <a:rPr lang="zh-CN" altLang="en-US" sz="2400" dirty="0">
                <a:solidFill>
                  <a:srgbClr val="000000"/>
                </a:solidFill>
                <a:latin typeface="宋体" panose="02010600030101010101" pitchFamily="2" charset="-122"/>
                <a:sym typeface="+mn-ea"/>
              </a:rPr>
              <a:t>的一个特解；</a:t>
            </a:r>
            <a:r>
              <a:rPr lang="zh-CN" altLang="en-US" sz="2400" dirty="0">
                <a:solidFill>
                  <a:srgbClr val="000000"/>
                </a:solidFill>
                <a:sym typeface="+mn-ea"/>
              </a:rPr>
              <a:t> </a:t>
            </a:r>
          </a:p>
        </p:txBody>
      </p:sp>
      <p:sp>
        <p:nvSpPr>
          <p:cNvPr id="6" name="文本框 5"/>
          <p:cNvSpPr txBox="1"/>
          <p:nvPr/>
        </p:nvSpPr>
        <p:spPr>
          <a:xfrm>
            <a:off x="395605" y="5805170"/>
            <a:ext cx="4572000" cy="460375"/>
          </a:xfrm>
          <a:prstGeom prst="rect">
            <a:avLst/>
          </a:prstGeom>
          <a:noFill/>
        </p:spPr>
        <p:txBody>
          <a:bodyPr wrap="square" rtlCol="0" anchor="t">
            <a:spAutoFit/>
          </a:bodyPr>
          <a:lstStyle/>
          <a:p>
            <a:r>
              <a:rPr lang="zh-CN" altLang="en-US" sz="2400" dirty="0">
                <a:solidFill>
                  <a:srgbClr val="000000"/>
                </a:solidFill>
                <a:latin typeface="宋体" panose="02010600030101010101" pitchFamily="2" charset="-122"/>
                <a:sym typeface="+mn-ea"/>
              </a:rPr>
              <a:t>（</a:t>
            </a:r>
            <a:r>
              <a:rPr lang="en-US" altLang="zh-CN" sz="2400" dirty="0">
                <a:solidFill>
                  <a:srgbClr val="000000"/>
                </a:solidFill>
                <a:latin typeface="宋体" panose="02010600030101010101" pitchFamily="2" charset="-122"/>
                <a:sym typeface="+mn-ea"/>
              </a:rPr>
              <a:t>4</a:t>
            </a:r>
            <a:r>
              <a:rPr lang="zh-CN" altLang="en-US" sz="2400" dirty="0">
                <a:solidFill>
                  <a:srgbClr val="000000"/>
                </a:solidFill>
                <a:latin typeface="宋体" panose="02010600030101010101" pitchFamily="2" charset="-122"/>
                <a:sym typeface="+mn-ea"/>
              </a:rPr>
              <a:t>）写出</a:t>
            </a:r>
            <a:r>
              <a:rPr lang="en-US" altLang="zh-CN" sz="2400" i="1" dirty="0">
                <a:solidFill>
                  <a:srgbClr val="000000"/>
                </a:solidFill>
                <a:latin typeface="宋体" panose="02010600030101010101" pitchFamily="2" charset="-122"/>
                <a:sym typeface="+mn-ea"/>
              </a:rPr>
              <a:t>Ax=b</a:t>
            </a:r>
            <a:r>
              <a:rPr lang="zh-CN" altLang="en-US" sz="2400" dirty="0">
                <a:solidFill>
                  <a:srgbClr val="000000"/>
                </a:solidFill>
                <a:latin typeface="宋体" panose="02010600030101010101" pitchFamily="2" charset="-122"/>
                <a:sym typeface="+mn-ea"/>
              </a:rPr>
              <a:t>的通解。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82"/>
                                        </p:tgtEl>
                                        <p:attrNameLst>
                                          <p:attrName>style.visibility</p:attrName>
                                        </p:attrNameLst>
                                      </p:cBhvr>
                                      <p:to>
                                        <p:strVal val="visible"/>
                                      </p:to>
                                    </p:set>
                                    <p:animEffect transition="in" filter="wipe(left)">
                                      <p:cBhvr>
                                        <p:cTn id="7" dur="500"/>
                                        <p:tgtEl>
                                          <p:spTgt spid="30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5164"/>
                                        </p:tgtEl>
                                        <p:attrNameLst>
                                          <p:attrName>style.visibility</p:attrName>
                                        </p:attrNameLst>
                                      </p:cBhvr>
                                      <p:to>
                                        <p:strVal val="visible"/>
                                      </p:to>
                                    </p:set>
                                    <p:animEffect transition="in" filter="wipe(down)">
                                      <p:cBhvr>
                                        <p:cTn id="12" dur="500"/>
                                        <p:tgtEl>
                                          <p:spTgt spid="3051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 grpId="0"/>
      <p:bldP spid="305164" grpId="0"/>
      <p:bldP spid="3" grpId="0"/>
      <p:bldP spid="4" grpId="0"/>
      <p:bldP spid="6"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p:cNvSpPr>
          <p:nvPr>
            <p:ph idx="1"/>
          </p:nvPr>
        </p:nvSpPr>
        <p:spPr>
          <a:xfrm>
            <a:off x="209550" y="476885"/>
            <a:ext cx="8632190" cy="1860550"/>
          </a:xfrm>
        </p:spPr>
        <p:txBody>
          <a:bodyPr vert="horz" wrap="none" lIns="91440" tIns="45720" rIns="91440" bIns="45720" anchor="t" anchorCtr="0">
            <a:noAutofit/>
          </a:bodyPr>
          <a:lstStyle/>
          <a:p>
            <a:pPr algn="l" eaLnBrk="1" hangingPunct="1">
              <a:buNone/>
            </a:pPr>
            <a:r>
              <a:rPr lang="zh-CN" altLang="en-US" sz="2800" dirty="0">
                <a:solidFill>
                  <a:srgbClr val="FF0000"/>
                </a:solidFill>
              </a:rPr>
              <a:t>例</a:t>
            </a:r>
            <a:r>
              <a:rPr lang="en-US" altLang="zh-CN" sz="2800" dirty="0">
                <a:solidFill>
                  <a:srgbClr val="FF0000"/>
                </a:solidFill>
              </a:rPr>
              <a:t>3.7.3   </a:t>
            </a:r>
            <a:r>
              <a:rPr lang="zh-CN" altLang="en-US" sz="2800" dirty="0"/>
              <a:t>解非齐次线性方程组</a:t>
            </a:r>
            <a:r>
              <a:rPr lang="zh-CN" altLang="en-US" dirty="0"/>
              <a:t>                                             </a:t>
            </a:r>
          </a:p>
          <a:p>
            <a:pPr algn="l" eaLnBrk="1" hangingPunct="1">
              <a:buNone/>
            </a:pPr>
            <a:endParaRPr lang="zh-CN" altLang="en-US" sz="2800" dirty="0">
              <a:solidFill>
                <a:schemeClr val="tx1"/>
              </a:solidFill>
            </a:endParaRPr>
          </a:p>
          <a:p>
            <a:pPr algn="l" eaLnBrk="1" hangingPunct="1">
              <a:buNone/>
            </a:pPr>
            <a:endParaRPr lang="zh-CN" altLang="en-US" sz="2800" dirty="0">
              <a:solidFill>
                <a:schemeClr val="tx1"/>
              </a:solidFill>
            </a:endParaRPr>
          </a:p>
        </p:txBody>
      </p:sp>
      <p:graphicFrame>
        <p:nvGraphicFramePr>
          <p:cNvPr id="996356" name="Object 7"/>
          <p:cNvGraphicFramePr>
            <a:graphicFrameLocks noChangeAspect="1"/>
          </p:cNvGraphicFramePr>
          <p:nvPr/>
        </p:nvGraphicFramePr>
        <p:xfrm>
          <a:off x="4860132" y="115888"/>
          <a:ext cx="3594735" cy="1451610"/>
        </p:xfrm>
        <a:graphic>
          <a:graphicData uri="http://schemas.openxmlformats.org/presentationml/2006/ole">
            <mc:AlternateContent xmlns:mc="http://schemas.openxmlformats.org/markup-compatibility/2006">
              <mc:Choice xmlns:v="urn:schemas-microsoft-com:vml" Requires="v">
                <p:oleObj r:id="rId2" imgW="1790700" imgH="723900" progId="Equation.DSMT4">
                  <p:embed/>
                </p:oleObj>
              </mc:Choice>
              <mc:Fallback>
                <p:oleObj r:id="rId2" imgW="1790700" imgH="723900" progId="Equation.DSMT4">
                  <p:embed/>
                  <p:pic>
                    <p:nvPicPr>
                      <p:cNvPr id="0" name="图片 4387"/>
                      <p:cNvPicPr/>
                      <p:nvPr/>
                    </p:nvPicPr>
                    <p:blipFill>
                      <a:blip r:embed="rId3"/>
                      <a:stretch>
                        <a:fillRect/>
                      </a:stretch>
                    </p:blipFill>
                    <p:spPr>
                      <a:xfrm>
                        <a:off x="4860132" y="115888"/>
                        <a:ext cx="3594735" cy="1451610"/>
                      </a:xfrm>
                      <a:prstGeom prst="rect">
                        <a:avLst/>
                      </a:prstGeom>
                      <a:noFill/>
                      <a:ln w="38100">
                        <a:noFill/>
                        <a:miter/>
                      </a:ln>
                    </p:spPr>
                  </p:pic>
                </p:oleObj>
              </mc:Fallback>
            </mc:AlternateContent>
          </a:graphicData>
        </a:graphic>
      </p:graphicFrame>
      <p:sp>
        <p:nvSpPr>
          <p:cNvPr id="106508" name="Rectangle 12"/>
          <p:cNvSpPr/>
          <p:nvPr/>
        </p:nvSpPr>
        <p:spPr>
          <a:xfrm>
            <a:off x="2231390" y="5745480"/>
            <a:ext cx="6610350" cy="460375"/>
          </a:xfrm>
          <a:prstGeom prst="rect">
            <a:avLst/>
          </a:prstGeom>
          <a:noFill/>
          <a:ln w="9525">
            <a:noFill/>
          </a:ln>
        </p:spPr>
        <p:txBody>
          <a:bodyPr wrap="none">
            <a:spAutoFit/>
          </a:bodyPr>
          <a:lstStyle/>
          <a:p>
            <a:pPr algn="l"/>
            <a:r>
              <a:rPr lang="zh-CN" altLang="en-US" sz="2400" b="1" dirty="0">
                <a:solidFill>
                  <a:srgbClr val="000000"/>
                </a:solidFill>
                <a:latin typeface="Times New Roman" panose="02020603050405020304" pitchFamily="18" charset="0"/>
                <a:ea typeface="楷体_GB2312"/>
              </a:rPr>
              <a:t>即方程组的基础解系含有两个线性无关的向量，</a:t>
            </a:r>
          </a:p>
        </p:txBody>
      </p:sp>
      <p:sp>
        <p:nvSpPr>
          <p:cNvPr id="4" name="文本框 3"/>
          <p:cNvSpPr txBox="1"/>
          <p:nvPr/>
        </p:nvSpPr>
        <p:spPr>
          <a:xfrm>
            <a:off x="251460" y="2204720"/>
            <a:ext cx="8902700" cy="521970"/>
          </a:xfrm>
          <a:prstGeom prst="rect">
            <a:avLst/>
          </a:prstGeom>
          <a:noFill/>
        </p:spPr>
        <p:txBody>
          <a:bodyPr wrap="square" rtlCol="0" anchor="t">
            <a:spAutoFit/>
          </a:bodyPr>
          <a:lstStyle/>
          <a:p>
            <a:r>
              <a:rPr lang="zh-CN" altLang="en-US" dirty="0">
                <a:solidFill>
                  <a:srgbClr val="0000FF"/>
                </a:solidFill>
                <a:sym typeface="+mn-ea"/>
              </a:rPr>
              <a:t>解</a:t>
            </a:r>
            <a:r>
              <a:rPr lang="en-US" altLang="zh-CN" dirty="0">
                <a:solidFill>
                  <a:srgbClr val="0000FF"/>
                </a:solidFill>
                <a:sym typeface="+mn-ea"/>
              </a:rPr>
              <a:t> </a:t>
            </a:r>
            <a:r>
              <a:rPr lang="zh-CN" altLang="en-US" dirty="0">
                <a:sym typeface="+mn-ea"/>
              </a:rPr>
              <a:t>对增广矩阵</a:t>
            </a:r>
            <a:r>
              <a:rPr lang="en-US" altLang="zh-CN" dirty="0">
                <a:sym typeface="+mn-ea"/>
              </a:rPr>
              <a:t> </a:t>
            </a:r>
            <a:r>
              <a:rPr lang="zh-CN" altLang="en-US" dirty="0">
                <a:latin typeface="Arial" panose="020B0604020202020204" pitchFamily="34" charset="0"/>
                <a:cs typeface="Arial" panose="020B0604020202020204" pitchFamily="34" charset="0"/>
                <a:sym typeface="+mn-ea"/>
              </a:rPr>
              <a:t>͞</a:t>
            </a:r>
            <a:r>
              <a:rPr lang="en-US" altLang="zh-CN" sz="2400" i="1" dirty="0">
                <a:solidFill>
                  <a:srgbClr val="000000"/>
                </a:solidFill>
                <a:sym typeface="+mn-ea"/>
              </a:rPr>
              <a:t>A</a:t>
            </a:r>
            <a:r>
              <a:rPr lang="en-US" altLang="zh-CN" sz="2000" b="0" dirty="0">
                <a:latin typeface="Arial" panose="020B0604020202020204" pitchFamily="34" charset="0"/>
                <a:cs typeface="Arial" panose="020B0604020202020204" pitchFamily="34" charset="0"/>
                <a:sym typeface="+mn-ea"/>
              </a:rPr>
              <a:t>=</a:t>
            </a:r>
            <a:r>
              <a:rPr lang="en-US" altLang="zh-CN" dirty="0">
                <a:solidFill>
                  <a:srgbClr val="000000"/>
                </a:solidFill>
                <a:sym typeface="+mn-ea"/>
              </a:rPr>
              <a:t>(</a:t>
            </a:r>
            <a:r>
              <a:rPr lang="en-US" altLang="zh-CN" i="1" dirty="0">
                <a:solidFill>
                  <a:srgbClr val="000000"/>
                </a:solidFill>
                <a:sym typeface="+mn-ea"/>
              </a:rPr>
              <a:t>A</a:t>
            </a:r>
            <a:r>
              <a:rPr lang="en-US" altLang="zh-CN" dirty="0">
                <a:solidFill>
                  <a:srgbClr val="000000"/>
                </a:solidFill>
                <a:sym typeface="+mn-ea"/>
              </a:rPr>
              <a:t>, </a:t>
            </a:r>
            <a:r>
              <a:rPr lang="en-US" altLang="zh-CN" i="1" dirty="0">
                <a:solidFill>
                  <a:srgbClr val="000000"/>
                </a:solidFill>
                <a:sym typeface="+mn-ea"/>
              </a:rPr>
              <a:t>b</a:t>
            </a:r>
            <a:r>
              <a:rPr lang="en-US" altLang="zh-CN" dirty="0">
                <a:solidFill>
                  <a:srgbClr val="000000"/>
                </a:solidFill>
                <a:sym typeface="+mn-ea"/>
              </a:rPr>
              <a:t>)</a:t>
            </a:r>
            <a:r>
              <a:rPr lang="zh-CN" altLang="en-US" dirty="0">
                <a:sym typeface="+mn-ea"/>
              </a:rPr>
              <a:t>作初等行变换化，得</a:t>
            </a:r>
          </a:p>
        </p:txBody>
      </p:sp>
      <p:graphicFrame>
        <p:nvGraphicFramePr>
          <p:cNvPr id="2" name="对象 -2147478835"/>
          <p:cNvGraphicFramePr/>
          <p:nvPr/>
        </p:nvGraphicFramePr>
        <p:xfrm>
          <a:off x="467360" y="5766435"/>
          <a:ext cx="1753235" cy="439420"/>
        </p:xfrm>
        <a:graphic>
          <a:graphicData uri="http://schemas.openxmlformats.org/presentationml/2006/ole">
            <mc:AlternateContent xmlns:mc="http://schemas.openxmlformats.org/markup-compatibility/2006">
              <mc:Choice xmlns:v="urn:schemas-microsoft-com:vml" Requires="v">
                <p:oleObj r:id="rId4" imgW="862965" imgH="203200" progId="Equation.DSMT4">
                  <p:embed/>
                </p:oleObj>
              </mc:Choice>
              <mc:Fallback>
                <p:oleObj r:id="rId4" imgW="862965" imgH="203200" progId="Equation.DSMT4">
                  <p:embed/>
                  <p:pic>
                    <p:nvPicPr>
                      <p:cNvPr id="0" name="图片 3075"/>
                      <p:cNvPicPr/>
                      <p:nvPr/>
                    </p:nvPicPr>
                    <p:blipFill>
                      <a:blip r:embed="rId5"/>
                      <a:stretch>
                        <a:fillRect/>
                      </a:stretch>
                    </p:blipFill>
                    <p:spPr>
                      <a:xfrm>
                        <a:off x="467360" y="5766435"/>
                        <a:ext cx="1753235" cy="439420"/>
                      </a:xfrm>
                      <a:prstGeom prst="rect">
                        <a:avLst/>
                      </a:prstGeom>
                      <a:noFill/>
                      <a:ln w="38100">
                        <a:noFill/>
                        <a:miter/>
                      </a:ln>
                    </p:spPr>
                  </p:pic>
                </p:oleObj>
              </mc:Fallback>
            </mc:AlternateContent>
          </a:graphicData>
        </a:graphic>
      </p:graphicFrame>
      <p:graphicFrame>
        <p:nvGraphicFramePr>
          <p:cNvPr id="3" name="对象 -2147478714"/>
          <p:cNvGraphicFramePr>
            <a:graphicFrameLocks noChangeAspect="1"/>
          </p:cNvGraphicFramePr>
          <p:nvPr/>
        </p:nvGraphicFramePr>
        <p:xfrm>
          <a:off x="431165" y="2717800"/>
          <a:ext cx="8000365" cy="3048635"/>
        </p:xfrm>
        <a:graphic>
          <a:graphicData uri="http://schemas.openxmlformats.org/presentationml/2006/ole">
            <mc:AlternateContent xmlns:mc="http://schemas.openxmlformats.org/markup-compatibility/2006">
              <mc:Choice xmlns:v="urn:schemas-microsoft-com:vml" Requires="v">
                <p:oleObj r:id="rId6" imgW="3721100" imgH="1422400" progId="Equation.DSMT4">
                  <p:embed/>
                </p:oleObj>
              </mc:Choice>
              <mc:Fallback>
                <p:oleObj r:id="rId6" imgW="3721100" imgH="1422400" progId="Equation.DSMT4">
                  <p:embed/>
                  <p:pic>
                    <p:nvPicPr>
                      <p:cNvPr id="0" name="图片 2"/>
                      <p:cNvPicPr/>
                      <p:nvPr/>
                    </p:nvPicPr>
                    <p:blipFill>
                      <a:blip r:embed="rId7"/>
                      <a:stretch>
                        <a:fillRect/>
                      </a:stretch>
                    </p:blipFill>
                    <p:spPr>
                      <a:xfrm>
                        <a:off x="431165" y="2717800"/>
                        <a:ext cx="8000365" cy="304863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06508"/>
                                        </p:tgtEl>
                                        <p:attrNameLst>
                                          <p:attrName>style.visibility</p:attrName>
                                        </p:attrNameLst>
                                      </p:cBhvr>
                                      <p:to>
                                        <p:strVal val="visible"/>
                                      </p:to>
                                    </p:set>
                                    <p:anim calcmode="lin" valueType="num">
                                      <p:cBhvr additive="base">
                                        <p:cTn id="22" dur="500" fill="hold"/>
                                        <p:tgtEl>
                                          <p:spTgt spid="106508"/>
                                        </p:tgtEl>
                                        <p:attrNameLst>
                                          <p:attrName>ppt_x</p:attrName>
                                        </p:attrNameLst>
                                      </p:cBhvr>
                                      <p:tavLst>
                                        <p:tav tm="0">
                                          <p:val>
                                            <p:strVal val="#ppt_x"/>
                                          </p:val>
                                        </p:tav>
                                        <p:tav tm="100000">
                                          <p:val>
                                            <p:strVal val="#ppt_x"/>
                                          </p:val>
                                        </p:tav>
                                      </p:tavLst>
                                    </p:anim>
                                    <p:anim calcmode="lin" valueType="num">
                                      <p:cBhvr additive="base">
                                        <p:cTn id="23" dur="500" fill="hold"/>
                                        <p:tgtEl>
                                          <p:spTgt spid="1065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8" grpId="0"/>
      <p:bldP spid="4"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505" name="Object 9"/>
          <p:cNvGraphicFramePr>
            <a:graphicFrameLocks noChangeAspect="1"/>
          </p:cNvGraphicFramePr>
          <p:nvPr/>
        </p:nvGraphicFramePr>
        <p:xfrm>
          <a:off x="3555842" y="2276475"/>
          <a:ext cx="2465705" cy="965200"/>
        </p:xfrm>
        <a:graphic>
          <a:graphicData uri="http://schemas.openxmlformats.org/presentationml/2006/ole">
            <mc:AlternateContent xmlns:mc="http://schemas.openxmlformats.org/markup-compatibility/2006">
              <mc:Choice xmlns:v="urn:schemas-microsoft-com:vml" Requires="v">
                <p:oleObj r:id="rId2" imgW="1231265" imgH="482600" progId="Equation.DSMT4">
                  <p:embed/>
                </p:oleObj>
              </mc:Choice>
              <mc:Fallback>
                <p:oleObj r:id="rId2" imgW="1231265" imgH="482600" progId="Equation.DSMT4">
                  <p:embed/>
                  <p:pic>
                    <p:nvPicPr>
                      <p:cNvPr id="0" name="图片 4382"/>
                      <p:cNvPicPr/>
                      <p:nvPr/>
                    </p:nvPicPr>
                    <p:blipFill>
                      <a:blip r:embed="rId3"/>
                      <a:stretch>
                        <a:fillRect/>
                      </a:stretch>
                    </p:blipFill>
                    <p:spPr>
                      <a:xfrm>
                        <a:off x="3555842" y="2276475"/>
                        <a:ext cx="2465705" cy="965200"/>
                      </a:xfrm>
                      <a:prstGeom prst="rect">
                        <a:avLst/>
                      </a:prstGeom>
                      <a:noFill/>
                      <a:ln w="38100">
                        <a:noFill/>
                        <a:miter/>
                      </a:ln>
                    </p:spPr>
                  </p:pic>
                </p:oleObj>
              </mc:Fallback>
            </mc:AlternateContent>
          </a:graphicData>
        </a:graphic>
      </p:graphicFrame>
      <p:graphicFrame>
        <p:nvGraphicFramePr>
          <p:cNvPr id="106506" name="Object 10"/>
          <p:cNvGraphicFramePr>
            <a:graphicFrameLocks noChangeAspect="1"/>
          </p:cNvGraphicFramePr>
          <p:nvPr/>
        </p:nvGraphicFramePr>
        <p:xfrm>
          <a:off x="1403033" y="4580890"/>
          <a:ext cx="2345055" cy="1879600"/>
        </p:xfrm>
        <a:graphic>
          <a:graphicData uri="http://schemas.openxmlformats.org/presentationml/2006/ole">
            <mc:AlternateContent xmlns:mc="http://schemas.openxmlformats.org/markup-compatibility/2006">
              <mc:Choice xmlns:v="urn:schemas-microsoft-com:vml" Requires="v">
                <p:oleObj r:id="rId4" imgW="1168400" imgH="939800" progId="Equation.DSMT4">
                  <p:embed/>
                </p:oleObj>
              </mc:Choice>
              <mc:Fallback>
                <p:oleObj r:id="rId4" imgW="1168400" imgH="939800" progId="Equation.DSMT4">
                  <p:embed/>
                  <p:pic>
                    <p:nvPicPr>
                      <p:cNvPr id="0" name="图片 4383"/>
                      <p:cNvPicPr/>
                      <p:nvPr/>
                    </p:nvPicPr>
                    <p:blipFill>
                      <a:blip r:embed="rId5"/>
                      <a:stretch>
                        <a:fillRect/>
                      </a:stretch>
                    </p:blipFill>
                    <p:spPr>
                      <a:xfrm>
                        <a:off x="1403033" y="4580890"/>
                        <a:ext cx="2345055" cy="1879600"/>
                      </a:xfrm>
                      <a:prstGeom prst="rect">
                        <a:avLst/>
                      </a:prstGeom>
                      <a:noFill/>
                      <a:ln w="38100">
                        <a:noFill/>
                        <a:miter/>
                      </a:ln>
                    </p:spPr>
                  </p:pic>
                </p:oleObj>
              </mc:Fallback>
            </mc:AlternateContent>
          </a:graphicData>
        </a:graphic>
      </p:graphicFrame>
      <p:sp>
        <p:nvSpPr>
          <p:cNvPr id="4" name="文本框 3"/>
          <p:cNvSpPr txBox="1"/>
          <p:nvPr/>
        </p:nvSpPr>
        <p:spPr>
          <a:xfrm>
            <a:off x="179705" y="2492375"/>
            <a:ext cx="4572000" cy="460375"/>
          </a:xfrm>
          <a:prstGeom prst="rect">
            <a:avLst/>
          </a:prstGeom>
          <a:noFill/>
        </p:spPr>
        <p:txBody>
          <a:bodyPr wrap="square" rtlCol="0" anchor="t">
            <a:spAutoFit/>
          </a:bodyPr>
          <a:lstStyle/>
          <a:p>
            <a:r>
              <a:rPr lang="zh-CN" altLang="en-US" sz="2400" dirty="0">
                <a:solidFill>
                  <a:srgbClr val="000000"/>
                </a:solidFill>
                <a:ea typeface="楷体_GB2312"/>
                <a:sym typeface="+mn-ea"/>
              </a:rPr>
              <a:t>原方程组的同解方程组为</a:t>
            </a:r>
          </a:p>
        </p:txBody>
      </p:sp>
      <p:graphicFrame>
        <p:nvGraphicFramePr>
          <p:cNvPr id="106504" name="Object 8"/>
          <p:cNvGraphicFramePr>
            <a:graphicFrameLocks noChangeAspect="1"/>
          </p:cNvGraphicFramePr>
          <p:nvPr/>
        </p:nvGraphicFramePr>
        <p:xfrm>
          <a:off x="395605" y="260350"/>
          <a:ext cx="8100695" cy="1721485"/>
        </p:xfrm>
        <a:graphic>
          <a:graphicData uri="http://schemas.openxmlformats.org/presentationml/2006/ole">
            <mc:AlternateContent xmlns:mc="http://schemas.openxmlformats.org/markup-compatibility/2006">
              <mc:Choice xmlns:v="urn:schemas-microsoft-com:vml" Requires="v">
                <p:oleObj r:id="rId6" imgW="4356100" imgH="927100" progId="Equation.DSMT4">
                  <p:embed/>
                </p:oleObj>
              </mc:Choice>
              <mc:Fallback>
                <p:oleObj r:id="rId6" imgW="4356100" imgH="927100" progId="Equation.DSMT4">
                  <p:embed/>
                  <p:pic>
                    <p:nvPicPr>
                      <p:cNvPr id="0" name="图片 4380"/>
                      <p:cNvPicPr/>
                      <p:nvPr/>
                    </p:nvPicPr>
                    <p:blipFill>
                      <a:blip r:embed="rId7"/>
                      <a:stretch>
                        <a:fillRect/>
                      </a:stretch>
                    </p:blipFill>
                    <p:spPr>
                      <a:xfrm>
                        <a:off x="395605" y="260350"/>
                        <a:ext cx="8100695" cy="1721485"/>
                      </a:xfrm>
                      <a:prstGeom prst="rect">
                        <a:avLst/>
                      </a:prstGeom>
                      <a:noFill/>
                      <a:ln w="38100">
                        <a:noFill/>
                        <a:miter/>
                      </a:ln>
                    </p:spPr>
                  </p:pic>
                </p:oleObj>
              </mc:Fallback>
            </mc:AlternateContent>
          </a:graphicData>
        </a:graphic>
      </p:graphicFrame>
      <p:sp>
        <p:nvSpPr>
          <p:cNvPr id="97283" name="Rectangle 3"/>
          <p:cNvSpPr/>
          <p:nvPr/>
        </p:nvSpPr>
        <p:spPr>
          <a:xfrm>
            <a:off x="251143" y="3644900"/>
            <a:ext cx="8505190" cy="460375"/>
          </a:xfrm>
          <a:prstGeom prst="rect">
            <a:avLst/>
          </a:prstGeom>
          <a:noFill/>
          <a:ln w="9525">
            <a:noFill/>
          </a:ln>
        </p:spPr>
        <p:txBody>
          <a:bodyPr wrap="none">
            <a:spAutoFit/>
          </a:bodyPr>
          <a:lstStyle/>
          <a:p>
            <a:pPr algn="l"/>
            <a:r>
              <a:rPr lang="zh-CN" altLang="en-US" sz="2400" b="1" dirty="0">
                <a:solidFill>
                  <a:srgbClr val="000000"/>
                </a:solidFill>
                <a:latin typeface="Times New Roman" panose="02020603050405020304" pitchFamily="18" charset="0"/>
                <a:ea typeface="楷体_GB2312"/>
              </a:rPr>
              <a:t>选取自由未知数</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3</a:t>
            </a:r>
            <a:r>
              <a:rPr lang="en-US" altLang="zh-CN" sz="2400" dirty="0">
                <a:solidFill>
                  <a:srgbClr val="FF0000"/>
                </a:solidFill>
                <a:ea typeface="楷体_GB2312"/>
                <a:sym typeface="+mn-ea"/>
              </a:rPr>
              <a:t> ,  </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4</a:t>
            </a:r>
            <a:r>
              <a:rPr lang="en-US" altLang="zh-CN" sz="2400" dirty="0">
                <a:solidFill>
                  <a:srgbClr val="000000"/>
                </a:solidFill>
                <a:ea typeface="楷体_GB2312"/>
                <a:sym typeface="+mn-ea"/>
              </a:rPr>
              <a:t> ,</a:t>
            </a:r>
            <a:r>
              <a:rPr lang="zh-CN" altLang="en-US" sz="2400" b="1" dirty="0">
                <a:solidFill>
                  <a:srgbClr val="000000"/>
                </a:solidFill>
                <a:latin typeface="Times New Roman" panose="02020603050405020304" pitchFamily="18" charset="0"/>
                <a:ea typeface="楷体_GB2312"/>
              </a:rPr>
              <a:t>令</a:t>
            </a:r>
            <a:r>
              <a:rPr lang="en-US" altLang="zh-CN" sz="2400" b="1" dirty="0">
                <a:solidFill>
                  <a:srgbClr val="000000"/>
                </a:solidFill>
                <a:latin typeface="Times New Roman" panose="02020603050405020304" pitchFamily="18" charset="0"/>
                <a:ea typeface="楷体_GB2312"/>
              </a:rPr>
              <a:t>  </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3</a:t>
            </a:r>
            <a:r>
              <a:rPr lang="en-US" altLang="zh-CN" sz="2400" dirty="0">
                <a:solidFill>
                  <a:srgbClr val="FF0000"/>
                </a:solidFill>
                <a:ea typeface="楷体_GB2312"/>
                <a:sym typeface="+mn-ea"/>
              </a:rPr>
              <a:t>=</a:t>
            </a:r>
            <a:r>
              <a:rPr lang="en-US" altLang="zh-CN" sz="2400" i="1" dirty="0">
                <a:solidFill>
                  <a:srgbClr val="FF0000"/>
                </a:solidFill>
                <a:ea typeface="楷体_GB2312"/>
                <a:sym typeface="+mn-ea"/>
              </a:rPr>
              <a:t>c</a:t>
            </a:r>
            <a:r>
              <a:rPr lang="en-US" altLang="zh-CN" sz="2400" baseline="-25000" dirty="0">
                <a:solidFill>
                  <a:srgbClr val="FF0000"/>
                </a:solidFill>
                <a:ea typeface="楷体_GB2312"/>
                <a:sym typeface="+mn-ea"/>
              </a:rPr>
              <a:t>1</a:t>
            </a:r>
            <a:r>
              <a:rPr lang="en-US" altLang="zh-CN" sz="2400" dirty="0">
                <a:solidFill>
                  <a:srgbClr val="FF0000"/>
                </a:solidFill>
                <a:ea typeface="楷体_GB2312"/>
                <a:sym typeface="+mn-ea"/>
              </a:rPr>
              <a:t> ,  </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4</a:t>
            </a:r>
            <a:r>
              <a:rPr lang="en-US" altLang="zh-CN" sz="2400" dirty="0">
                <a:solidFill>
                  <a:srgbClr val="FF0000"/>
                </a:solidFill>
                <a:ea typeface="楷体_GB2312"/>
                <a:sym typeface="+mn-ea"/>
              </a:rPr>
              <a:t>=</a:t>
            </a:r>
            <a:r>
              <a:rPr lang="en-US" altLang="zh-CN" sz="2400" i="1" dirty="0">
                <a:solidFill>
                  <a:srgbClr val="FF0000"/>
                </a:solidFill>
                <a:ea typeface="楷体_GB2312"/>
                <a:sym typeface="+mn-ea"/>
              </a:rPr>
              <a:t>c</a:t>
            </a:r>
            <a:r>
              <a:rPr lang="en-US" altLang="zh-CN" sz="2400" baseline="-25000" dirty="0">
                <a:solidFill>
                  <a:srgbClr val="FF0000"/>
                </a:solidFill>
                <a:ea typeface="楷体_GB2312"/>
                <a:sym typeface="+mn-ea"/>
              </a:rPr>
              <a:t>2</a:t>
            </a:r>
            <a:r>
              <a:rPr lang="en-US" altLang="zh-CN" sz="2400" dirty="0">
                <a:solidFill>
                  <a:srgbClr val="000000"/>
                </a:solidFill>
                <a:ea typeface="楷体_GB2312"/>
                <a:sym typeface="+mn-ea"/>
              </a:rPr>
              <a:t> </a:t>
            </a:r>
            <a:r>
              <a:rPr lang="zh-CN" altLang="en-US" sz="2400" b="1" dirty="0">
                <a:solidFill>
                  <a:srgbClr val="FF0000"/>
                </a:solidFill>
                <a:latin typeface="Times New Roman" panose="02020603050405020304" pitchFamily="18" charset="0"/>
                <a:ea typeface="楷体_GB2312"/>
              </a:rPr>
              <a:t>，</a:t>
            </a:r>
            <a:r>
              <a:rPr lang="zh-CN" altLang="en-US" sz="2400" b="1" dirty="0">
                <a:solidFill>
                  <a:srgbClr val="000000"/>
                </a:solidFill>
                <a:latin typeface="Times New Roman" panose="02020603050405020304" pitchFamily="18" charset="0"/>
                <a:ea typeface="楷体_GB2312"/>
              </a:rPr>
              <a:t>则得方程组的通解为</a:t>
            </a:r>
          </a:p>
        </p:txBody>
      </p:sp>
      <p:sp>
        <p:nvSpPr>
          <p:cNvPr id="2" name="文本框 1"/>
          <p:cNvSpPr txBox="1"/>
          <p:nvPr/>
        </p:nvSpPr>
        <p:spPr>
          <a:xfrm>
            <a:off x="349885" y="3074035"/>
            <a:ext cx="2277745" cy="521970"/>
          </a:xfrm>
          <a:prstGeom prst="rect">
            <a:avLst/>
          </a:prstGeom>
          <a:noFill/>
        </p:spPr>
        <p:txBody>
          <a:bodyPr wrap="square" rtlCol="0">
            <a:spAutoFit/>
          </a:bodyPr>
          <a:lstStyle/>
          <a:p>
            <a:r>
              <a:rPr lang="zh-CN" altLang="en-US">
                <a:solidFill>
                  <a:srgbClr val="FF0000"/>
                </a:solidFill>
              </a:rPr>
              <a:t>方法一：</a:t>
            </a:r>
          </a:p>
        </p:txBody>
      </p:sp>
      <p:sp>
        <p:nvSpPr>
          <p:cNvPr id="3" name="文本框 2"/>
          <p:cNvSpPr txBox="1"/>
          <p:nvPr/>
        </p:nvSpPr>
        <p:spPr>
          <a:xfrm>
            <a:off x="3995420" y="5229225"/>
            <a:ext cx="2890520" cy="460375"/>
          </a:xfrm>
          <a:prstGeom prst="rect">
            <a:avLst/>
          </a:prstGeom>
          <a:noFill/>
        </p:spPr>
        <p:txBody>
          <a:bodyPr wrap="square" rtlCol="0" anchor="t">
            <a:spAutoFit/>
          </a:bodyPr>
          <a:lstStyle/>
          <a:p>
            <a:r>
              <a:rPr lang="zh-CN" altLang="en-US" sz="2400" dirty="0">
                <a:ea typeface="楷体_GB2312"/>
                <a:sym typeface="+mn-ea"/>
              </a:rPr>
              <a:t>其中</a:t>
            </a:r>
            <a:r>
              <a:rPr lang="en-US" altLang="zh-CN" sz="2400" i="1" dirty="0">
                <a:ea typeface="楷体_GB2312"/>
                <a:sym typeface="+mn-ea"/>
              </a:rPr>
              <a:t>c</a:t>
            </a:r>
            <a:r>
              <a:rPr lang="en-US" altLang="zh-CN" sz="2400" baseline="-25000" dirty="0">
                <a:ea typeface="楷体_GB2312"/>
                <a:sym typeface="+mn-ea"/>
              </a:rPr>
              <a:t>1</a:t>
            </a:r>
            <a:r>
              <a:rPr lang="en-US" altLang="zh-CN" sz="2400" dirty="0">
                <a:ea typeface="楷体_GB2312"/>
                <a:sym typeface="+mn-ea"/>
              </a:rPr>
              <a:t>, </a:t>
            </a:r>
            <a:r>
              <a:rPr lang="en-US" altLang="zh-CN" sz="2400" i="1" dirty="0">
                <a:ea typeface="楷体_GB2312"/>
                <a:sym typeface="+mn-ea"/>
              </a:rPr>
              <a:t>c</a:t>
            </a:r>
            <a:r>
              <a:rPr lang="en-US" altLang="zh-CN" sz="2400" baseline="-25000" dirty="0">
                <a:ea typeface="楷体_GB2312"/>
                <a:sym typeface="+mn-ea"/>
              </a:rPr>
              <a:t>2</a:t>
            </a:r>
            <a:r>
              <a:rPr lang="zh-CN" altLang="en-US" sz="2400" dirty="0">
                <a:ea typeface="楷体_GB2312"/>
                <a:sym typeface="+mn-ea"/>
              </a:rPr>
              <a:t>任意常数，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6504"/>
                                        </p:tgtEl>
                                        <p:attrNameLst>
                                          <p:attrName>style.visibility</p:attrName>
                                        </p:attrNameLst>
                                      </p:cBhvr>
                                      <p:to>
                                        <p:strVal val="visible"/>
                                      </p:to>
                                    </p:set>
                                    <p:animEffect transition="in" filter="blinds(horizontal)">
                                      <p:cBhvr>
                                        <p:cTn id="7" dur="500"/>
                                        <p:tgtEl>
                                          <p:spTgt spid="1065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06505"/>
                                        </p:tgtEl>
                                        <p:attrNameLst>
                                          <p:attrName>style.visibility</p:attrName>
                                        </p:attrNameLst>
                                      </p:cBhvr>
                                      <p:to>
                                        <p:strVal val="visible"/>
                                      </p:to>
                                    </p:set>
                                    <p:animEffect transition="in" filter="box(in)">
                                      <p:cBhvr>
                                        <p:cTn id="17" dur="500"/>
                                        <p:tgtEl>
                                          <p:spTgt spid="106505"/>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97283"/>
                                        </p:tgtEl>
                                        <p:attrNameLst>
                                          <p:attrName>style.visibility</p:attrName>
                                        </p:attrNameLst>
                                      </p:cBhvr>
                                      <p:to>
                                        <p:strVal val="visible"/>
                                      </p:to>
                                    </p:set>
                                    <p:animEffect transition="in" filter="slide(fromBottom)">
                                      <p:cBhvr>
                                        <p:cTn id="28" dur="500"/>
                                        <p:tgtEl>
                                          <p:spTgt spid="97283"/>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06506"/>
                                        </p:tgtEl>
                                        <p:attrNameLst>
                                          <p:attrName>style.visibility</p:attrName>
                                        </p:attrNameLst>
                                      </p:cBhvr>
                                      <p:to>
                                        <p:strVal val="visible"/>
                                      </p:to>
                                    </p:set>
                                    <p:animEffect transition="in" filter="blinds(horizontal)">
                                      <p:cBhvr>
                                        <p:cTn id="33" dur="500"/>
                                        <p:tgtEl>
                                          <p:spTgt spid="106506"/>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down)">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7283" grpId="0"/>
      <p:bldP spid="2" grpId="0"/>
      <p:bldP spid="3"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12"/>
          <p:cNvSpPr/>
          <p:nvPr/>
        </p:nvSpPr>
        <p:spPr>
          <a:xfrm>
            <a:off x="457200" y="455613"/>
            <a:ext cx="8291513" cy="460375"/>
          </a:xfrm>
          <a:prstGeom prst="rect">
            <a:avLst/>
          </a:prstGeom>
          <a:noFill/>
          <a:ln w="9525">
            <a:noFill/>
          </a:ln>
        </p:spPr>
        <p:txBody>
          <a:bodyPr>
            <a:spAutoFit/>
          </a:bodyPr>
          <a:lstStyle/>
          <a:p>
            <a:pPr marL="342900" indent="-342900">
              <a:spcBef>
                <a:spcPct val="20000"/>
              </a:spcBef>
              <a:buClr>
                <a:srgbClr val="9999CC"/>
              </a:buClr>
              <a:buSzPct val="80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通解的向量形式为</a:t>
            </a:r>
            <a:endParaRPr lang="zh-CN" altLang="en-US" sz="2400" b="1" baseline="30000" dirty="0">
              <a:solidFill>
                <a:srgbClr val="000000"/>
              </a:solidFill>
              <a:latin typeface="Times New Roman" panose="02020603050405020304" pitchFamily="18" charset="0"/>
              <a:ea typeface="楷体_GB2312"/>
            </a:endParaRPr>
          </a:p>
        </p:txBody>
      </p:sp>
      <p:graphicFrame>
        <p:nvGraphicFramePr>
          <p:cNvPr id="88080" name="Object 16"/>
          <p:cNvGraphicFramePr>
            <a:graphicFrameLocks noChangeAspect="1"/>
          </p:cNvGraphicFramePr>
          <p:nvPr/>
        </p:nvGraphicFramePr>
        <p:xfrm>
          <a:off x="292418" y="1052513"/>
          <a:ext cx="4638040" cy="1882775"/>
        </p:xfrm>
        <a:graphic>
          <a:graphicData uri="http://schemas.openxmlformats.org/presentationml/2006/ole">
            <mc:AlternateContent xmlns:mc="http://schemas.openxmlformats.org/markup-compatibility/2006">
              <mc:Choice xmlns:v="urn:schemas-microsoft-com:vml" Requires="v">
                <p:oleObj r:id="rId2" imgW="2184400" imgH="939800" progId="Equation.DSMT4">
                  <p:embed/>
                </p:oleObj>
              </mc:Choice>
              <mc:Fallback>
                <p:oleObj r:id="rId2" imgW="2184400" imgH="939800" progId="Equation.DSMT4">
                  <p:embed/>
                  <p:pic>
                    <p:nvPicPr>
                      <p:cNvPr id="0" name="图片 4385"/>
                      <p:cNvPicPr/>
                      <p:nvPr/>
                    </p:nvPicPr>
                    <p:blipFill>
                      <a:blip r:embed="rId3"/>
                      <a:stretch>
                        <a:fillRect/>
                      </a:stretch>
                    </p:blipFill>
                    <p:spPr>
                      <a:xfrm>
                        <a:off x="292418" y="1052513"/>
                        <a:ext cx="4638040" cy="1882775"/>
                      </a:xfrm>
                      <a:prstGeom prst="rect">
                        <a:avLst/>
                      </a:prstGeom>
                      <a:noFill/>
                      <a:ln w="38100">
                        <a:noFill/>
                        <a:miter/>
                      </a:ln>
                    </p:spPr>
                  </p:pic>
                </p:oleObj>
              </mc:Fallback>
            </mc:AlternateContent>
          </a:graphicData>
        </a:graphic>
      </p:graphicFrame>
      <p:sp>
        <p:nvSpPr>
          <p:cNvPr id="88081" name="Text Box 17"/>
          <p:cNvSpPr txBox="1"/>
          <p:nvPr/>
        </p:nvSpPr>
        <p:spPr>
          <a:xfrm>
            <a:off x="323215" y="5661025"/>
            <a:ext cx="7973695" cy="948055"/>
          </a:xfrm>
          <a:prstGeom prst="rect">
            <a:avLst/>
          </a:prstGeom>
          <a:noFill/>
          <a:ln w="9525">
            <a:noFill/>
          </a:ln>
        </p:spPr>
        <p:txBody>
          <a:bodyPr wrap="square">
            <a:noAutofit/>
          </a:bodyPr>
          <a:lstStyle/>
          <a:p>
            <a:pPr marL="457200" indent="-457200">
              <a:lnSpc>
                <a:spcPct val="90000"/>
              </a:lnSpc>
              <a:spcBef>
                <a:spcPct val="50000"/>
              </a:spcBef>
              <a:buClr>
                <a:srgbClr val="9999CC"/>
              </a:buClr>
              <a:buSzPct val="80000"/>
              <a:buFont typeface="Wingdings" panose="05000000000000000000" pitchFamily="2" charset="2"/>
            </a:pPr>
            <a:r>
              <a:rPr lang="zh-CN" altLang="en-US" sz="2400" dirty="0">
                <a:solidFill>
                  <a:srgbClr val="000000"/>
                </a:solidFill>
                <a:latin typeface="Times New Roman" panose="02020603050405020304" pitchFamily="18" charset="0"/>
                <a:ea typeface="楷体_GB2312"/>
              </a:rPr>
              <a:t>所以方程组的通解为表示为</a:t>
            </a:r>
            <a:r>
              <a:rPr lang="en-US" altLang="zh-CN" sz="2400" i="1" dirty="0">
                <a:solidFill>
                  <a:srgbClr val="000000"/>
                </a:solidFill>
                <a:latin typeface="Symbol" panose="05050102010706020507" pitchFamily="18" charset="2"/>
                <a:ea typeface="楷体_GB2312"/>
                <a:sym typeface="+mn-ea"/>
              </a:rPr>
              <a:t>η=x</a:t>
            </a:r>
            <a:r>
              <a:rPr lang="en-US" altLang="zh-CN" sz="2400" baseline="-25000" dirty="0">
                <a:solidFill>
                  <a:srgbClr val="000000"/>
                </a:solidFill>
                <a:latin typeface="Symbol" panose="05050102010706020507" pitchFamily="18" charset="2"/>
                <a:ea typeface="楷体_GB2312"/>
                <a:sym typeface="+mn-ea"/>
              </a:rPr>
              <a:t>0</a:t>
            </a:r>
            <a:r>
              <a:rPr lang="en-US" altLang="zh-CN" sz="2400" dirty="0">
                <a:solidFill>
                  <a:srgbClr val="000000"/>
                </a:solidFill>
                <a:latin typeface="Symbol" panose="05050102010706020507" pitchFamily="18" charset="2"/>
                <a:ea typeface="楷体_GB2312"/>
                <a:sym typeface="+mn-ea"/>
              </a:rPr>
              <a:t>+ </a:t>
            </a:r>
            <a:r>
              <a:rPr lang="en-US" altLang="zh-CN" sz="2400" i="1" dirty="0">
                <a:ea typeface="楷体_GB2312"/>
                <a:sym typeface="+mn-ea"/>
              </a:rPr>
              <a:t>c</a:t>
            </a:r>
            <a:r>
              <a:rPr lang="en-US" altLang="zh-CN" sz="2400" baseline="-25000" dirty="0">
                <a:ea typeface="楷体_GB2312"/>
                <a:sym typeface="+mn-ea"/>
              </a:rPr>
              <a:t>1</a:t>
            </a:r>
            <a:r>
              <a:rPr lang="en-US" altLang="zh-CN" sz="2400" i="1" dirty="0">
                <a:solidFill>
                  <a:srgbClr val="000000"/>
                </a:solidFill>
                <a:latin typeface="Symbol" panose="05050102010706020507" pitchFamily="18" charset="2"/>
                <a:ea typeface="楷体_GB2312"/>
                <a:sym typeface="+mn-ea"/>
              </a:rPr>
              <a:t>η</a:t>
            </a:r>
            <a:r>
              <a:rPr lang="en-US" altLang="zh-CN" sz="2400" baseline="-25000" dirty="0">
                <a:solidFill>
                  <a:srgbClr val="000000"/>
                </a:solidFill>
                <a:ea typeface="楷体_GB2312"/>
                <a:sym typeface="+mn-ea"/>
              </a:rPr>
              <a:t>1</a:t>
            </a:r>
            <a:r>
              <a:rPr lang="en-US" altLang="zh-CN" sz="2400" dirty="0">
                <a:solidFill>
                  <a:srgbClr val="000000"/>
                </a:solidFill>
                <a:latin typeface="Symbol" panose="05050102010706020507" pitchFamily="18" charset="2"/>
                <a:ea typeface="楷体_GB2312"/>
                <a:sym typeface="+mn-ea"/>
              </a:rPr>
              <a:t>+ </a:t>
            </a:r>
            <a:r>
              <a:rPr lang="en-US" altLang="zh-CN" sz="2400" i="1" dirty="0">
                <a:ea typeface="楷体_GB2312"/>
                <a:sym typeface="+mn-ea"/>
              </a:rPr>
              <a:t>c</a:t>
            </a:r>
            <a:r>
              <a:rPr lang="en-US" altLang="zh-CN" sz="2400" baseline="-25000" dirty="0">
                <a:ea typeface="楷体_GB2312"/>
                <a:sym typeface="+mn-ea"/>
              </a:rPr>
              <a:t>2</a:t>
            </a:r>
            <a:r>
              <a:rPr lang="en-US" altLang="zh-CN" sz="2400" i="1" dirty="0">
                <a:solidFill>
                  <a:srgbClr val="000000"/>
                </a:solidFill>
                <a:latin typeface="Symbol" panose="05050102010706020507" pitchFamily="18" charset="2"/>
                <a:ea typeface="楷体_GB2312"/>
                <a:sym typeface="+mn-ea"/>
              </a:rPr>
              <a:t>η</a:t>
            </a:r>
            <a:r>
              <a:rPr lang="en-US" altLang="zh-CN" sz="2400" baseline="-25000" dirty="0">
                <a:solidFill>
                  <a:srgbClr val="000000"/>
                </a:solidFill>
                <a:ea typeface="楷体_GB2312"/>
                <a:sym typeface="+mn-ea"/>
              </a:rPr>
              <a:t>2 </a:t>
            </a:r>
            <a:r>
              <a:rPr lang="en-US" altLang="zh-CN" sz="2400" dirty="0">
                <a:ea typeface="楷体_GB2312"/>
                <a:sym typeface="+mn-ea"/>
              </a:rPr>
              <a:t>, </a:t>
            </a:r>
            <a:r>
              <a:rPr lang="zh-CN" altLang="en-US" sz="2400" dirty="0">
                <a:ea typeface="楷体_GB2312"/>
                <a:sym typeface="+mn-ea"/>
              </a:rPr>
              <a:t>其中</a:t>
            </a:r>
            <a:r>
              <a:rPr lang="en-US" altLang="zh-CN" sz="2400" i="1" dirty="0">
                <a:ea typeface="楷体_GB2312"/>
                <a:sym typeface="+mn-ea"/>
              </a:rPr>
              <a:t>c</a:t>
            </a:r>
            <a:r>
              <a:rPr lang="en-US" altLang="zh-CN" sz="2400" baseline="-25000" dirty="0">
                <a:ea typeface="楷体_GB2312"/>
                <a:sym typeface="+mn-ea"/>
              </a:rPr>
              <a:t>1</a:t>
            </a:r>
            <a:r>
              <a:rPr lang="en-US" altLang="zh-CN" sz="2400" dirty="0">
                <a:ea typeface="楷体_GB2312"/>
                <a:sym typeface="+mn-ea"/>
              </a:rPr>
              <a:t>, </a:t>
            </a:r>
            <a:r>
              <a:rPr lang="en-US" altLang="zh-CN" sz="2400" i="1" dirty="0">
                <a:ea typeface="楷体_GB2312"/>
                <a:sym typeface="+mn-ea"/>
              </a:rPr>
              <a:t>c</a:t>
            </a:r>
            <a:r>
              <a:rPr lang="en-US" altLang="zh-CN" sz="2400" baseline="-25000" dirty="0">
                <a:ea typeface="楷体_GB2312"/>
                <a:sym typeface="+mn-ea"/>
              </a:rPr>
              <a:t>2</a:t>
            </a:r>
            <a:r>
              <a:rPr lang="zh-CN" altLang="en-US" sz="2400" dirty="0">
                <a:ea typeface="楷体_GB2312"/>
                <a:sym typeface="+mn-ea"/>
              </a:rPr>
              <a:t>任意常数</a:t>
            </a:r>
            <a:r>
              <a:rPr lang="zh-CN" altLang="en-US" sz="2400" dirty="0">
                <a:solidFill>
                  <a:srgbClr val="000000"/>
                </a:solidFill>
                <a:latin typeface="Times New Roman" panose="02020603050405020304" pitchFamily="18" charset="0"/>
                <a:ea typeface="楷体_GB2312"/>
              </a:rPr>
              <a:t>．</a:t>
            </a:r>
          </a:p>
          <a:p>
            <a:pPr marL="457200" indent="-457200">
              <a:lnSpc>
                <a:spcPct val="90000"/>
              </a:lnSpc>
              <a:spcBef>
                <a:spcPct val="50000"/>
              </a:spcBef>
              <a:buClr>
                <a:srgbClr val="9999CC"/>
              </a:buClr>
              <a:buSzPct val="80000"/>
              <a:buFont typeface="Wingdings" panose="05000000000000000000" pitchFamily="2" charset="2"/>
            </a:pPr>
            <a:endParaRPr lang="en-US" altLang="zh-CN" sz="2400" dirty="0">
              <a:solidFill>
                <a:srgbClr val="000000"/>
              </a:solidFill>
              <a:latin typeface="Times New Roman" panose="02020603050405020304" pitchFamily="18" charset="0"/>
              <a:ea typeface="楷体_GB2312"/>
            </a:endParaRPr>
          </a:p>
        </p:txBody>
      </p:sp>
      <p:sp>
        <p:nvSpPr>
          <p:cNvPr id="2" name="文本框 1"/>
          <p:cNvSpPr txBox="1"/>
          <p:nvPr/>
        </p:nvSpPr>
        <p:spPr>
          <a:xfrm>
            <a:off x="5436235" y="1700530"/>
            <a:ext cx="2890520" cy="460375"/>
          </a:xfrm>
          <a:prstGeom prst="rect">
            <a:avLst/>
          </a:prstGeom>
          <a:noFill/>
        </p:spPr>
        <p:txBody>
          <a:bodyPr wrap="square" rtlCol="0" anchor="t">
            <a:spAutoFit/>
          </a:bodyPr>
          <a:lstStyle/>
          <a:p>
            <a:r>
              <a:rPr lang="zh-CN" altLang="en-US" sz="2400" dirty="0">
                <a:ea typeface="楷体_GB2312"/>
                <a:sym typeface="+mn-ea"/>
              </a:rPr>
              <a:t>其中</a:t>
            </a:r>
            <a:r>
              <a:rPr lang="en-US" altLang="zh-CN" sz="2400" i="1" dirty="0">
                <a:ea typeface="楷体_GB2312"/>
                <a:sym typeface="+mn-ea"/>
              </a:rPr>
              <a:t>c</a:t>
            </a:r>
            <a:r>
              <a:rPr lang="en-US" altLang="zh-CN" sz="2400" baseline="-25000" dirty="0">
                <a:ea typeface="楷体_GB2312"/>
                <a:sym typeface="+mn-ea"/>
              </a:rPr>
              <a:t>1</a:t>
            </a:r>
            <a:r>
              <a:rPr lang="en-US" altLang="zh-CN" sz="2400" dirty="0">
                <a:ea typeface="楷体_GB2312"/>
                <a:sym typeface="+mn-ea"/>
              </a:rPr>
              <a:t>, </a:t>
            </a:r>
            <a:r>
              <a:rPr lang="en-US" altLang="zh-CN" sz="2400" i="1" dirty="0">
                <a:ea typeface="楷体_GB2312"/>
                <a:sym typeface="+mn-ea"/>
              </a:rPr>
              <a:t>c</a:t>
            </a:r>
            <a:r>
              <a:rPr lang="en-US" altLang="zh-CN" sz="2400" baseline="-25000" dirty="0">
                <a:ea typeface="楷体_GB2312"/>
                <a:sym typeface="+mn-ea"/>
              </a:rPr>
              <a:t>2</a:t>
            </a:r>
            <a:r>
              <a:rPr lang="zh-CN" altLang="en-US" sz="2400" dirty="0">
                <a:ea typeface="楷体_GB2312"/>
                <a:sym typeface="+mn-ea"/>
              </a:rPr>
              <a:t>任意常数，</a:t>
            </a:r>
          </a:p>
        </p:txBody>
      </p:sp>
      <p:graphicFrame>
        <p:nvGraphicFramePr>
          <p:cNvPr id="5" name="Object 16"/>
          <p:cNvGraphicFramePr>
            <a:graphicFrameLocks noChangeAspect="1"/>
          </p:cNvGraphicFramePr>
          <p:nvPr/>
        </p:nvGraphicFramePr>
        <p:xfrm>
          <a:off x="899795" y="2923223"/>
          <a:ext cx="4746625" cy="1857375"/>
        </p:xfrm>
        <a:graphic>
          <a:graphicData uri="http://schemas.openxmlformats.org/presentationml/2006/ole">
            <mc:AlternateContent xmlns:mc="http://schemas.openxmlformats.org/markup-compatibility/2006">
              <mc:Choice xmlns:v="urn:schemas-microsoft-com:vml" Requires="v">
                <p:oleObj r:id="rId4" imgW="2234565" imgH="927100" progId="Equation.DSMT4">
                  <p:embed/>
                </p:oleObj>
              </mc:Choice>
              <mc:Fallback>
                <p:oleObj r:id="rId4" imgW="2234565" imgH="927100" progId="Equation.DSMT4">
                  <p:embed/>
                  <p:pic>
                    <p:nvPicPr>
                      <p:cNvPr id="0" name="图片 4385"/>
                      <p:cNvPicPr/>
                      <p:nvPr/>
                    </p:nvPicPr>
                    <p:blipFill>
                      <a:blip r:embed="rId5"/>
                      <a:stretch>
                        <a:fillRect/>
                      </a:stretch>
                    </p:blipFill>
                    <p:spPr>
                      <a:xfrm>
                        <a:off x="899795" y="2923223"/>
                        <a:ext cx="4746625" cy="1857375"/>
                      </a:xfrm>
                      <a:prstGeom prst="rect">
                        <a:avLst/>
                      </a:prstGeom>
                      <a:noFill/>
                      <a:ln w="38100">
                        <a:noFill/>
                        <a:miter/>
                      </a:ln>
                    </p:spPr>
                  </p:pic>
                </p:oleObj>
              </mc:Fallback>
            </mc:AlternateContent>
          </a:graphicData>
        </a:graphic>
      </p:graphicFrame>
      <p:sp>
        <p:nvSpPr>
          <p:cNvPr id="7" name="文本框 6"/>
          <p:cNvSpPr txBox="1"/>
          <p:nvPr/>
        </p:nvSpPr>
        <p:spPr>
          <a:xfrm>
            <a:off x="251460" y="3644900"/>
            <a:ext cx="720725" cy="423545"/>
          </a:xfrm>
          <a:prstGeom prst="rect">
            <a:avLst/>
          </a:prstGeom>
          <a:noFill/>
        </p:spPr>
        <p:txBody>
          <a:bodyPr wrap="square" rtlCol="0">
            <a:spAutoFit/>
          </a:bodyPr>
          <a:lstStyle/>
          <a:p>
            <a:pPr marL="457200" indent="-457200">
              <a:lnSpc>
                <a:spcPct val="90000"/>
              </a:lnSpc>
              <a:spcBef>
                <a:spcPct val="50000"/>
              </a:spcBef>
              <a:buClr>
                <a:srgbClr val="9999CC"/>
              </a:buClr>
              <a:buSzPct val="80000"/>
              <a:buFont typeface="Wingdings" panose="05000000000000000000" pitchFamily="2" charset="2"/>
            </a:pPr>
            <a:r>
              <a:rPr lang="zh-CN" altLang="en-US" sz="2400" dirty="0">
                <a:solidFill>
                  <a:srgbClr val="000000"/>
                </a:solidFill>
                <a:ea typeface="楷体_GB2312"/>
              </a:rPr>
              <a:t>设</a:t>
            </a:r>
          </a:p>
        </p:txBody>
      </p:sp>
      <p:sp>
        <p:nvSpPr>
          <p:cNvPr id="3" name="文本框 2"/>
          <p:cNvSpPr txBox="1"/>
          <p:nvPr/>
        </p:nvSpPr>
        <p:spPr>
          <a:xfrm>
            <a:off x="251460" y="4869180"/>
            <a:ext cx="8053705" cy="460375"/>
          </a:xfrm>
          <a:prstGeom prst="rect">
            <a:avLst/>
          </a:prstGeom>
          <a:noFill/>
        </p:spPr>
        <p:txBody>
          <a:bodyPr wrap="square" rtlCol="0" anchor="t">
            <a:spAutoFit/>
          </a:bodyPr>
          <a:lstStyle/>
          <a:p>
            <a:r>
              <a:rPr lang="zh-CN" altLang="en-US" sz="2400" dirty="0">
                <a:solidFill>
                  <a:srgbClr val="000000"/>
                </a:solidFill>
                <a:latin typeface="Symbol" panose="05050102010706020507" pitchFamily="18" charset="2"/>
                <a:ea typeface="楷体_GB2312"/>
                <a:sym typeface="+mn-ea"/>
              </a:rPr>
              <a:t>则</a:t>
            </a:r>
            <a:r>
              <a:rPr lang="en-US" altLang="zh-CN" sz="2400" i="1" dirty="0">
                <a:solidFill>
                  <a:srgbClr val="000000"/>
                </a:solidFill>
                <a:latin typeface="Symbol" panose="05050102010706020507" pitchFamily="18" charset="2"/>
                <a:ea typeface="楷体_GB2312"/>
                <a:sym typeface="+mn-ea"/>
              </a:rPr>
              <a:t>η</a:t>
            </a:r>
            <a:r>
              <a:rPr lang="en-US" altLang="zh-CN" sz="2400" baseline="-25000" dirty="0">
                <a:solidFill>
                  <a:srgbClr val="000000"/>
                </a:solidFill>
                <a:ea typeface="楷体_GB2312"/>
                <a:sym typeface="+mn-ea"/>
              </a:rPr>
              <a:t>1</a:t>
            </a:r>
            <a:r>
              <a:rPr lang="en-US" altLang="zh-CN" sz="2400" dirty="0">
                <a:solidFill>
                  <a:srgbClr val="000000"/>
                </a:solidFill>
                <a:latin typeface="Symbol" panose="05050102010706020507" pitchFamily="18" charset="2"/>
                <a:ea typeface="楷体_GB2312"/>
                <a:sym typeface="+mn-ea"/>
              </a:rPr>
              <a:t>, </a:t>
            </a:r>
            <a:r>
              <a:rPr lang="en-US" altLang="zh-CN" sz="2400" i="1" dirty="0">
                <a:solidFill>
                  <a:srgbClr val="000000"/>
                </a:solidFill>
                <a:latin typeface="Symbol" panose="05050102010706020507" pitchFamily="18" charset="2"/>
                <a:ea typeface="楷体_GB2312"/>
                <a:sym typeface="+mn-ea"/>
              </a:rPr>
              <a:t>η</a:t>
            </a:r>
            <a:r>
              <a:rPr lang="en-US" altLang="zh-CN" sz="2400" baseline="-25000" dirty="0">
                <a:solidFill>
                  <a:srgbClr val="000000"/>
                </a:solidFill>
                <a:ea typeface="楷体_GB2312"/>
                <a:sym typeface="+mn-ea"/>
              </a:rPr>
              <a:t>2 </a:t>
            </a:r>
            <a:r>
              <a:rPr lang="zh-CN" altLang="en-US" sz="2400" dirty="0">
                <a:solidFill>
                  <a:srgbClr val="000000"/>
                </a:solidFill>
                <a:ea typeface="楷体_GB2312"/>
                <a:sym typeface="+mn-ea"/>
              </a:rPr>
              <a:t>是导出组的基础解系，</a:t>
            </a:r>
            <a:r>
              <a:rPr lang="en-US" altLang="zh-CN" sz="2400" i="1" dirty="0">
                <a:solidFill>
                  <a:srgbClr val="000000"/>
                </a:solidFill>
                <a:latin typeface="Symbol" panose="05050102010706020507" pitchFamily="18" charset="2"/>
                <a:ea typeface="楷体_GB2312"/>
                <a:sym typeface="+mn-ea"/>
              </a:rPr>
              <a:t>x</a:t>
            </a:r>
            <a:r>
              <a:rPr lang="en-US" altLang="zh-CN" sz="2400" baseline="-25000" dirty="0">
                <a:solidFill>
                  <a:srgbClr val="000000"/>
                </a:solidFill>
                <a:latin typeface="Symbol" panose="05050102010706020507" pitchFamily="18" charset="2"/>
                <a:ea typeface="楷体_GB2312"/>
                <a:sym typeface="+mn-ea"/>
              </a:rPr>
              <a:t>0</a:t>
            </a:r>
            <a:r>
              <a:rPr lang="zh-CN" altLang="en-US" sz="2400">
                <a:solidFill>
                  <a:srgbClr val="000000"/>
                </a:solidFill>
                <a:latin typeface="宋体" panose="02010600030101010101" pitchFamily="2" charset="-122"/>
                <a:sym typeface="+mn-ea"/>
              </a:rPr>
              <a:t>为非齐次方程组的特解，</a:t>
            </a:r>
            <a:endParaRPr lang="zh-CN" altLang="en-US" sz="2400" dirty="0">
              <a:solidFill>
                <a:srgbClr val="000000"/>
              </a:solidFill>
              <a:latin typeface="宋体" panose="02010600030101010101" pitchFamily="2" charset="-122"/>
              <a:ea typeface="宋体"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97378"/>
                                        </p:tgtEl>
                                        <p:attrNameLst>
                                          <p:attrName>style.visibility</p:attrName>
                                        </p:attrNameLst>
                                      </p:cBhvr>
                                      <p:to>
                                        <p:strVal val="visible"/>
                                      </p:to>
                                    </p:set>
                                    <p:animEffect transition="in" filter="wipe(down)">
                                      <p:cBhvr>
                                        <p:cTn id="7" dur="500"/>
                                        <p:tgtEl>
                                          <p:spTgt spid="99737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8080"/>
                                        </p:tgtEl>
                                        <p:attrNameLst>
                                          <p:attrName>style.visibility</p:attrName>
                                        </p:attrNameLst>
                                      </p:cBhvr>
                                      <p:to>
                                        <p:strVal val="visible"/>
                                      </p:to>
                                    </p:set>
                                    <p:animEffect transition="in" filter="box(in)">
                                      <p:cBhvr>
                                        <p:cTn id="12" dur="500"/>
                                        <p:tgtEl>
                                          <p:spTgt spid="88080"/>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down)">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ox(in)">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down)">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1" nodeType="clickEffect">
                                  <p:stCondLst>
                                    <p:cond delay="0"/>
                                  </p:stCondLst>
                                  <p:childTnLst>
                                    <p:set>
                                      <p:cBhvr>
                                        <p:cTn id="34" dur="1" fill="hold">
                                          <p:stCondLst>
                                            <p:cond delay="0"/>
                                          </p:stCondLst>
                                        </p:cTn>
                                        <p:tgtEl>
                                          <p:spTgt spid="88081">
                                            <p:txEl>
                                              <p:pRg st="0" end="0"/>
                                            </p:txEl>
                                          </p:spTgt>
                                        </p:tgtEl>
                                        <p:attrNameLst>
                                          <p:attrName>style.visibility</p:attrName>
                                        </p:attrNameLst>
                                      </p:cBhvr>
                                      <p:to>
                                        <p:strVal val="visible"/>
                                      </p:to>
                                    </p:set>
                                    <p:animEffect transition="in" filter="wipe(down)">
                                      <p:cBhvr>
                                        <p:cTn id="35" dur="500"/>
                                        <p:tgtEl>
                                          <p:spTgt spid="8808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7378" grpId="0"/>
      <p:bldP spid="88081" grpId="0" build="p"/>
      <p:bldP spid="88081" grpId="1" build="allAtOnce" bldLvl="0"/>
      <p:bldP spid="2" grpId="0"/>
      <p:bldP spid="7" grpId="0"/>
      <p:bldP spid="3"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505" name="Object 9"/>
          <p:cNvGraphicFramePr>
            <a:graphicFrameLocks noChangeAspect="1"/>
          </p:cNvGraphicFramePr>
          <p:nvPr/>
        </p:nvGraphicFramePr>
        <p:xfrm>
          <a:off x="539909" y="1268730"/>
          <a:ext cx="2161540" cy="965200"/>
        </p:xfrm>
        <a:graphic>
          <a:graphicData uri="http://schemas.openxmlformats.org/presentationml/2006/ole">
            <mc:AlternateContent xmlns:mc="http://schemas.openxmlformats.org/markup-compatibility/2006">
              <mc:Choice xmlns:v="urn:schemas-microsoft-com:vml" Requires="v">
                <p:oleObj r:id="rId2" imgW="1079500" imgH="482600" progId="Equation.DSMT4">
                  <p:embed/>
                </p:oleObj>
              </mc:Choice>
              <mc:Fallback>
                <p:oleObj r:id="rId2" imgW="1079500" imgH="482600" progId="Equation.DSMT4">
                  <p:embed/>
                  <p:pic>
                    <p:nvPicPr>
                      <p:cNvPr id="0" name="图片 4382"/>
                      <p:cNvPicPr/>
                      <p:nvPr/>
                    </p:nvPicPr>
                    <p:blipFill>
                      <a:blip r:embed="rId3"/>
                      <a:stretch>
                        <a:fillRect/>
                      </a:stretch>
                    </p:blipFill>
                    <p:spPr>
                      <a:xfrm>
                        <a:off x="539909" y="1268730"/>
                        <a:ext cx="2161540" cy="965200"/>
                      </a:xfrm>
                      <a:prstGeom prst="rect">
                        <a:avLst/>
                      </a:prstGeom>
                      <a:noFill/>
                      <a:ln w="38100">
                        <a:noFill/>
                        <a:miter/>
                      </a:ln>
                    </p:spPr>
                  </p:pic>
                </p:oleObj>
              </mc:Fallback>
            </mc:AlternateContent>
          </a:graphicData>
        </a:graphic>
      </p:graphicFrame>
      <p:sp>
        <p:nvSpPr>
          <p:cNvPr id="4" name="文本框 3"/>
          <p:cNvSpPr txBox="1"/>
          <p:nvPr/>
        </p:nvSpPr>
        <p:spPr>
          <a:xfrm>
            <a:off x="251460" y="657225"/>
            <a:ext cx="8766810" cy="460375"/>
          </a:xfrm>
          <a:prstGeom prst="rect">
            <a:avLst/>
          </a:prstGeom>
          <a:noFill/>
        </p:spPr>
        <p:txBody>
          <a:bodyPr wrap="square" rtlCol="0" anchor="t">
            <a:spAutoFit/>
          </a:bodyPr>
          <a:lstStyle/>
          <a:p>
            <a:r>
              <a:rPr lang="zh-CN" altLang="en-US" sz="2400" dirty="0">
                <a:solidFill>
                  <a:srgbClr val="000000"/>
                </a:solidFill>
                <a:ea typeface="楷体_GB2312"/>
                <a:sym typeface="+mn-ea"/>
              </a:rPr>
              <a:t>选取自由未知数</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2</a:t>
            </a:r>
            <a:r>
              <a:rPr lang="en-US" altLang="zh-CN" sz="2400" dirty="0">
                <a:solidFill>
                  <a:srgbClr val="FF0000"/>
                </a:solidFill>
                <a:ea typeface="楷体_GB2312"/>
                <a:sym typeface="+mn-ea"/>
              </a:rPr>
              <a:t> ,  </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4</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令</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 </a:t>
            </a:r>
            <a:r>
              <a:rPr lang="en-US" altLang="zh-CN" sz="2400" i="1" dirty="0">
                <a:solidFill>
                  <a:srgbClr val="FF0000"/>
                </a:solidFill>
                <a:ea typeface="楷体_GB2312"/>
                <a:sym typeface="+mn-ea"/>
              </a:rPr>
              <a:t>            </a:t>
            </a:r>
            <a:r>
              <a:rPr lang="zh-CN" altLang="en-US" sz="2400" dirty="0">
                <a:solidFill>
                  <a:srgbClr val="FF0000"/>
                </a:solidFill>
                <a:ea typeface="楷体_GB2312"/>
                <a:sym typeface="+mn-ea"/>
              </a:rPr>
              <a:t>，</a:t>
            </a:r>
            <a:r>
              <a:rPr lang="zh-CN" altLang="en-US" sz="2400" dirty="0">
                <a:solidFill>
                  <a:srgbClr val="000000"/>
                </a:solidFill>
                <a:ea typeface="楷体_GB2312"/>
                <a:sym typeface="+mn-ea"/>
              </a:rPr>
              <a:t>代入同解方程组</a:t>
            </a:r>
            <a:endParaRPr lang="zh-CN" altLang="en-US" sz="2400" dirty="0">
              <a:solidFill>
                <a:srgbClr val="000000"/>
              </a:solidFill>
              <a:latin typeface="Times New Roman" panose="02020603050405020304" pitchFamily="18" charset="0"/>
              <a:ea typeface="楷体_GB2312"/>
              <a:sym typeface="+mn-ea"/>
            </a:endParaRPr>
          </a:p>
        </p:txBody>
      </p:sp>
      <p:sp>
        <p:nvSpPr>
          <p:cNvPr id="2" name="文本框 1"/>
          <p:cNvSpPr txBox="1"/>
          <p:nvPr/>
        </p:nvSpPr>
        <p:spPr>
          <a:xfrm>
            <a:off x="179070" y="98425"/>
            <a:ext cx="2277745" cy="521970"/>
          </a:xfrm>
          <a:prstGeom prst="rect">
            <a:avLst/>
          </a:prstGeom>
          <a:noFill/>
        </p:spPr>
        <p:txBody>
          <a:bodyPr wrap="square" rtlCol="0">
            <a:spAutoFit/>
          </a:bodyPr>
          <a:lstStyle/>
          <a:p>
            <a:r>
              <a:rPr lang="zh-CN" altLang="en-US">
                <a:solidFill>
                  <a:srgbClr val="FF0000"/>
                </a:solidFill>
              </a:rPr>
              <a:t>方法二：</a:t>
            </a:r>
          </a:p>
        </p:txBody>
      </p:sp>
      <p:graphicFrame>
        <p:nvGraphicFramePr>
          <p:cNvPr id="3" name="对象 -2147474266"/>
          <p:cNvGraphicFramePr>
            <a:graphicFrameLocks noChangeAspect="1"/>
          </p:cNvGraphicFramePr>
          <p:nvPr/>
        </p:nvGraphicFramePr>
        <p:xfrm>
          <a:off x="3779520" y="332105"/>
          <a:ext cx="1370330" cy="972820"/>
        </p:xfrm>
        <a:graphic>
          <a:graphicData uri="http://schemas.openxmlformats.org/presentationml/2006/ole">
            <mc:AlternateContent xmlns:mc="http://schemas.openxmlformats.org/markup-compatibility/2006">
              <mc:Choice xmlns:v="urn:schemas-microsoft-com:vml" Requires="v">
                <p:oleObj r:id="rId4" imgW="711200" imgH="482600" progId="Equation.DSMT4">
                  <p:embed/>
                </p:oleObj>
              </mc:Choice>
              <mc:Fallback>
                <p:oleObj r:id="rId4" imgW="711200" imgH="482600" progId="Equation.DSMT4">
                  <p:embed/>
                  <p:pic>
                    <p:nvPicPr>
                      <p:cNvPr id="0" name="图片 3075"/>
                      <p:cNvPicPr/>
                      <p:nvPr/>
                    </p:nvPicPr>
                    <p:blipFill>
                      <a:blip r:embed="rId5"/>
                      <a:stretch>
                        <a:fillRect/>
                      </a:stretch>
                    </p:blipFill>
                    <p:spPr>
                      <a:xfrm>
                        <a:off x="3779520" y="332105"/>
                        <a:ext cx="1370330" cy="972820"/>
                      </a:xfrm>
                      <a:prstGeom prst="rect">
                        <a:avLst/>
                      </a:prstGeom>
                      <a:noFill/>
                      <a:ln w="38100">
                        <a:noFill/>
                        <a:miter/>
                      </a:ln>
                    </p:spPr>
                  </p:pic>
                </p:oleObj>
              </mc:Fallback>
            </mc:AlternateContent>
          </a:graphicData>
        </a:graphic>
      </p:graphicFrame>
      <p:sp>
        <p:nvSpPr>
          <p:cNvPr id="5" name="文本框 4"/>
          <p:cNvSpPr txBox="1"/>
          <p:nvPr/>
        </p:nvSpPr>
        <p:spPr>
          <a:xfrm>
            <a:off x="2771775" y="1556385"/>
            <a:ext cx="4572000" cy="460375"/>
          </a:xfrm>
          <a:prstGeom prst="rect">
            <a:avLst/>
          </a:prstGeom>
          <a:noFill/>
        </p:spPr>
        <p:txBody>
          <a:bodyPr wrap="square" rtlCol="0" anchor="t">
            <a:spAutoFit/>
          </a:bodyPr>
          <a:lstStyle/>
          <a:p>
            <a:r>
              <a:rPr lang="zh-CN" altLang="en-US" sz="2400" dirty="0">
                <a:solidFill>
                  <a:srgbClr val="000000"/>
                </a:solidFill>
                <a:ea typeface="楷体_GB2312"/>
                <a:sym typeface="+mn-ea"/>
              </a:rPr>
              <a:t>得非齐次方程组的一个特解为</a:t>
            </a:r>
          </a:p>
        </p:txBody>
      </p:sp>
      <p:graphicFrame>
        <p:nvGraphicFramePr>
          <p:cNvPr id="6" name="对象 -2147478698"/>
          <p:cNvGraphicFramePr/>
          <p:nvPr/>
        </p:nvGraphicFramePr>
        <p:xfrm>
          <a:off x="6876415" y="1052195"/>
          <a:ext cx="1381125" cy="1718945"/>
        </p:xfrm>
        <a:graphic>
          <a:graphicData uri="http://schemas.openxmlformats.org/presentationml/2006/ole">
            <mc:AlternateContent xmlns:mc="http://schemas.openxmlformats.org/markup-compatibility/2006">
              <mc:Choice xmlns:v="urn:schemas-microsoft-com:vml" Requires="v">
                <p:oleObj r:id="rId6" imgW="647700" imgH="914400" progId="Equation.DSMT4">
                  <p:embed/>
                </p:oleObj>
              </mc:Choice>
              <mc:Fallback>
                <p:oleObj r:id="rId6" imgW="647700" imgH="914400" progId="Equation.DSMT4">
                  <p:embed/>
                  <p:pic>
                    <p:nvPicPr>
                      <p:cNvPr id="0" name="图片 4"/>
                      <p:cNvPicPr/>
                      <p:nvPr/>
                    </p:nvPicPr>
                    <p:blipFill>
                      <a:blip r:embed="rId7"/>
                      <a:stretch>
                        <a:fillRect/>
                      </a:stretch>
                    </p:blipFill>
                    <p:spPr>
                      <a:xfrm>
                        <a:off x="6876415" y="1052195"/>
                        <a:ext cx="1381125" cy="1718945"/>
                      </a:xfrm>
                      <a:prstGeom prst="rect">
                        <a:avLst/>
                      </a:prstGeom>
                      <a:noFill/>
                      <a:ln w="38100">
                        <a:noFill/>
                        <a:miter/>
                      </a:ln>
                    </p:spPr>
                  </p:pic>
                </p:oleObj>
              </mc:Fallback>
            </mc:AlternateContent>
          </a:graphicData>
        </a:graphic>
      </p:graphicFrame>
      <p:sp>
        <p:nvSpPr>
          <p:cNvPr id="8" name="文本框 7"/>
          <p:cNvSpPr txBox="1"/>
          <p:nvPr/>
        </p:nvSpPr>
        <p:spPr>
          <a:xfrm>
            <a:off x="323850" y="2606040"/>
            <a:ext cx="8507095" cy="953135"/>
          </a:xfrm>
          <a:prstGeom prst="rect">
            <a:avLst/>
          </a:prstGeom>
        </p:spPr>
        <p:txBody>
          <a:bodyPr wrap="square">
            <a:spAutoFit/>
          </a:bodyPr>
          <a:lstStyle/>
          <a:p>
            <a:pPr algn="just" defTabSz="266700"/>
            <a:r>
              <a:rPr lang="zh-CN" altLang="en-US">
                <a:solidFill>
                  <a:srgbClr val="000000"/>
                </a:solidFill>
                <a:latin typeface="宋体" panose="02010600030101010101" pitchFamily="2" charset="-122"/>
                <a:ea typeface="宋体" panose="02010600030101010101" pitchFamily="2" charset="-122"/>
              </a:rPr>
              <a:t>由</a:t>
            </a:r>
            <a:r>
              <a:rPr lang="en-US" altLang="zh-CN">
                <a:solidFill>
                  <a:srgbClr val="000000"/>
                </a:solidFill>
                <a:latin typeface="宋体" panose="02010600030101010101" pitchFamily="2" charset="-122"/>
                <a:ea typeface="宋体" panose="02010600030101010101" pitchFamily="2" charset="-122"/>
              </a:rPr>
              <a:t>                   </a:t>
            </a:r>
            <a:r>
              <a:rPr lang="zh-CN" altLang="en-US">
                <a:solidFill>
                  <a:srgbClr val="000000"/>
                </a:solidFill>
                <a:latin typeface="宋体" panose="02010600030101010101" pitchFamily="2" charset="-122"/>
                <a:sym typeface="+mn-ea"/>
              </a:rPr>
              <a:t>知，原方程组的导出组与</a:t>
            </a:r>
            <a:endParaRPr lang="zh-CN" altLang="en-US">
              <a:solidFill>
                <a:srgbClr val="000000"/>
              </a:solidFill>
              <a:latin typeface="宋体" panose="02010600030101010101" pitchFamily="2" charset="-122"/>
              <a:ea typeface="宋体" panose="02010600030101010101" pitchFamily="2" charset="-122"/>
            </a:endParaRPr>
          </a:p>
          <a:p>
            <a:pPr algn="just" defTabSz="266700"/>
            <a:endParaRPr lang="en-US" altLang="zh-CN">
              <a:solidFill>
                <a:srgbClr val="000000"/>
              </a:solidFill>
              <a:latin typeface="宋体" panose="02010600030101010101" pitchFamily="2" charset="-122"/>
              <a:ea typeface="宋体" panose="02010600030101010101" pitchFamily="2" charset="-122"/>
            </a:endParaRPr>
          </a:p>
        </p:txBody>
      </p:sp>
      <p:sp>
        <p:nvSpPr>
          <p:cNvPr id="10" name="文本框 9"/>
          <p:cNvSpPr txBox="1"/>
          <p:nvPr/>
        </p:nvSpPr>
        <p:spPr>
          <a:xfrm>
            <a:off x="2483485" y="3808095"/>
            <a:ext cx="2523490" cy="521970"/>
          </a:xfrm>
          <a:prstGeom prst="rect">
            <a:avLst/>
          </a:prstGeom>
        </p:spPr>
        <p:txBody>
          <a:bodyPr wrap="square">
            <a:spAutoFit/>
          </a:bodyPr>
          <a:lstStyle/>
          <a:p>
            <a:pPr algn="just" defTabSz="266700"/>
            <a:r>
              <a:rPr lang="zh-CN" altLang="en-US">
                <a:solidFill>
                  <a:srgbClr val="000000"/>
                </a:solidFill>
                <a:latin typeface="宋体" panose="02010600030101010101" pitchFamily="2" charset="-122"/>
                <a:ea typeface="宋体" panose="02010600030101010101" pitchFamily="2" charset="-122"/>
              </a:rPr>
              <a:t>同解</a:t>
            </a:r>
            <a:r>
              <a:rPr lang="en-US" altLang="zh-CN">
                <a:solidFill>
                  <a:srgbClr val="000000"/>
                </a:solidFill>
                <a:latin typeface="宋体" panose="02010600030101010101" pitchFamily="2" charset="-122"/>
                <a:ea typeface="宋体" panose="02010600030101010101" pitchFamily="2" charset="-122"/>
              </a:rPr>
              <a:t>.</a:t>
            </a:r>
            <a:r>
              <a:rPr lang="zh-CN" altLang="en-US">
                <a:solidFill>
                  <a:srgbClr val="000000"/>
                </a:solidFill>
                <a:latin typeface="宋体" panose="02010600030101010101" pitchFamily="2" charset="-122"/>
                <a:ea typeface="宋体" panose="02010600030101010101" pitchFamily="2" charset="-122"/>
              </a:rPr>
              <a:t>分别令</a:t>
            </a:r>
          </a:p>
        </p:txBody>
      </p:sp>
      <p:sp>
        <p:nvSpPr>
          <p:cNvPr id="12" name="文本框 11"/>
          <p:cNvSpPr txBox="1"/>
          <p:nvPr/>
        </p:nvSpPr>
        <p:spPr>
          <a:xfrm>
            <a:off x="354965" y="5072380"/>
            <a:ext cx="616585" cy="521970"/>
          </a:xfrm>
          <a:prstGeom prst="rect">
            <a:avLst/>
          </a:prstGeom>
        </p:spPr>
        <p:txBody>
          <a:bodyPr wrap="square">
            <a:spAutoFit/>
          </a:bodyPr>
          <a:lstStyle/>
          <a:p>
            <a:pPr algn="just" defTabSz="266700"/>
            <a:r>
              <a:rPr lang="zh-CN" altLang="en-US">
                <a:solidFill>
                  <a:srgbClr val="000000"/>
                </a:solidFill>
                <a:latin typeface="宋体" panose="02010600030101010101" pitchFamily="2" charset="-122"/>
                <a:ea typeface="宋体" panose="02010600030101010101" pitchFamily="2" charset="-122"/>
              </a:rPr>
              <a:t>为</a:t>
            </a:r>
          </a:p>
        </p:txBody>
      </p:sp>
      <p:sp>
        <p:nvSpPr>
          <p:cNvPr id="14" name="文本框 13"/>
          <p:cNvSpPr txBox="1"/>
          <p:nvPr/>
        </p:nvSpPr>
        <p:spPr>
          <a:xfrm>
            <a:off x="6659880" y="3808095"/>
            <a:ext cx="2439035" cy="521970"/>
          </a:xfrm>
          <a:prstGeom prst="rect">
            <a:avLst/>
          </a:prstGeom>
        </p:spPr>
        <p:txBody>
          <a:bodyPr wrap="square">
            <a:spAutoFit/>
          </a:bodyPr>
          <a:lstStyle/>
          <a:p>
            <a:pPr algn="just" defTabSz="266700"/>
            <a:r>
              <a:rPr lang="zh-CN" altLang="en-US">
                <a:solidFill>
                  <a:srgbClr val="000000"/>
                </a:solidFill>
                <a:latin typeface="宋体" panose="02010600030101010101" pitchFamily="2" charset="-122"/>
                <a:ea typeface="宋体" panose="02010600030101010101" pitchFamily="2" charset="-122"/>
              </a:rPr>
              <a:t>，得基础解系</a:t>
            </a:r>
          </a:p>
        </p:txBody>
      </p:sp>
      <p:graphicFrame>
        <p:nvGraphicFramePr>
          <p:cNvPr id="9" name="对象 -2147478697"/>
          <p:cNvGraphicFramePr>
            <a:graphicFrameLocks noChangeAspect="1"/>
          </p:cNvGraphicFramePr>
          <p:nvPr/>
        </p:nvGraphicFramePr>
        <p:xfrm>
          <a:off x="971550" y="2174875"/>
          <a:ext cx="3263265" cy="1348740"/>
        </p:xfrm>
        <a:graphic>
          <a:graphicData uri="http://schemas.openxmlformats.org/presentationml/2006/ole">
            <mc:AlternateContent xmlns:mc="http://schemas.openxmlformats.org/markup-compatibility/2006">
              <mc:Choice xmlns:v="urn:schemas-microsoft-com:vml" Requires="v">
                <p:oleObj r:id="rId8" imgW="1714500" imgH="711200" progId="Equation.DSMT4">
                  <p:embed/>
                </p:oleObj>
              </mc:Choice>
              <mc:Fallback>
                <p:oleObj r:id="rId8" imgW="1714500" imgH="711200" progId="Equation.DSMT4">
                  <p:embed/>
                  <p:pic>
                    <p:nvPicPr>
                      <p:cNvPr id="0" name="图片 14"/>
                      <p:cNvPicPr/>
                      <p:nvPr/>
                    </p:nvPicPr>
                    <p:blipFill>
                      <a:blip r:embed="rId9"/>
                      <a:stretch>
                        <a:fillRect/>
                      </a:stretch>
                    </p:blipFill>
                    <p:spPr>
                      <a:xfrm>
                        <a:off x="971550" y="2174875"/>
                        <a:ext cx="3263265" cy="1348740"/>
                      </a:xfrm>
                      <a:prstGeom prst="rect">
                        <a:avLst/>
                      </a:prstGeom>
                      <a:noFill/>
                      <a:ln w="38100">
                        <a:noFill/>
                        <a:miter/>
                      </a:ln>
                    </p:spPr>
                  </p:pic>
                </p:oleObj>
              </mc:Fallback>
            </mc:AlternateContent>
          </a:graphicData>
        </a:graphic>
      </p:graphicFrame>
      <p:graphicFrame>
        <p:nvGraphicFramePr>
          <p:cNvPr id="16" name="Object 9"/>
          <p:cNvGraphicFramePr>
            <a:graphicFrameLocks noChangeAspect="1"/>
          </p:cNvGraphicFramePr>
          <p:nvPr/>
        </p:nvGraphicFramePr>
        <p:xfrm>
          <a:off x="357346" y="3523615"/>
          <a:ext cx="2238375" cy="965200"/>
        </p:xfrm>
        <a:graphic>
          <a:graphicData uri="http://schemas.openxmlformats.org/presentationml/2006/ole">
            <mc:AlternateContent xmlns:mc="http://schemas.openxmlformats.org/markup-compatibility/2006">
              <mc:Choice xmlns:v="urn:schemas-microsoft-com:vml" Requires="v">
                <p:oleObj r:id="rId10" imgW="1117600" imgH="482600" progId="Equation.DSMT4">
                  <p:embed/>
                </p:oleObj>
              </mc:Choice>
              <mc:Fallback>
                <p:oleObj r:id="rId10" imgW="1117600" imgH="482600" progId="Equation.DSMT4">
                  <p:embed/>
                  <p:pic>
                    <p:nvPicPr>
                      <p:cNvPr id="0" name="图片 4382"/>
                      <p:cNvPicPr/>
                      <p:nvPr/>
                    </p:nvPicPr>
                    <p:blipFill>
                      <a:blip r:embed="rId11"/>
                      <a:stretch>
                        <a:fillRect/>
                      </a:stretch>
                    </p:blipFill>
                    <p:spPr>
                      <a:xfrm>
                        <a:off x="357346" y="3523615"/>
                        <a:ext cx="2238375" cy="965200"/>
                      </a:xfrm>
                      <a:prstGeom prst="rect">
                        <a:avLst/>
                      </a:prstGeom>
                      <a:noFill/>
                      <a:ln w="38100">
                        <a:noFill/>
                        <a:miter/>
                      </a:ln>
                    </p:spPr>
                  </p:pic>
                </p:oleObj>
              </mc:Fallback>
            </mc:AlternateContent>
          </a:graphicData>
        </a:graphic>
      </p:graphicFrame>
      <p:graphicFrame>
        <p:nvGraphicFramePr>
          <p:cNvPr id="11" name="对象 -2147478695"/>
          <p:cNvGraphicFramePr>
            <a:graphicFrameLocks noChangeAspect="1"/>
          </p:cNvGraphicFramePr>
          <p:nvPr/>
        </p:nvGraphicFramePr>
        <p:xfrm>
          <a:off x="4572000" y="3523615"/>
          <a:ext cx="2205990" cy="1111885"/>
        </p:xfrm>
        <a:graphic>
          <a:graphicData uri="http://schemas.openxmlformats.org/presentationml/2006/ole">
            <mc:AlternateContent xmlns:mc="http://schemas.openxmlformats.org/markup-compatibility/2006">
              <mc:Choice xmlns:v="urn:schemas-microsoft-com:vml" Requires="v">
                <p:oleObj r:id="rId12" imgW="1002665" imgH="482600" progId="Equation.DSMT4">
                  <p:embed/>
                </p:oleObj>
              </mc:Choice>
              <mc:Fallback>
                <p:oleObj r:id="rId12" imgW="1002665" imgH="482600" progId="Equation.DSMT4">
                  <p:embed/>
                  <p:pic>
                    <p:nvPicPr>
                      <p:cNvPr id="0" name="图片 17"/>
                      <p:cNvPicPr/>
                      <p:nvPr/>
                    </p:nvPicPr>
                    <p:blipFill>
                      <a:blip r:embed="rId13"/>
                      <a:stretch>
                        <a:fillRect/>
                      </a:stretch>
                    </p:blipFill>
                    <p:spPr>
                      <a:xfrm>
                        <a:off x="4572000" y="3523615"/>
                        <a:ext cx="2205990" cy="1111885"/>
                      </a:xfrm>
                      <a:prstGeom prst="rect">
                        <a:avLst/>
                      </a:prstGeom>
                      <a:noFill/>
                      <a:ln w="38100">
                        <a:noFill/>
                        <a:miter/>
                      </a:ln>
                    </p:spPr>
                  </p:pic>
                </p:oleObj>
              </mc:Fallback>
            </mc:AlternateContent>
          </a:graphicData>
        </a:graphic>
      </p:graphicFrame>
      <p:graphicFrame>
        <p:nvGraphicFramePr>
          <p:cNvPr id="13" name="对象 -2147478693"/>
          <p:cNvGraphicFramePr/>
          <p:nvPr/>
        </p:nvGraphicFramePr>
        <p:xfrm>
          <a:off x="971550" y="4436745"/>
          <a:ext cx="2905760" cy="1675130"/>
        </p:xfrm>
        <a:graphic>
          <a:graphicData uri="http://schemas.openxmlformats.org/presentationml/2006/ole">
            <mc:AlternateContent xmlns:mc="http://schemas.openxmlformats.org/markup-compatibility/2006">
              <mc:Choice xmlns:v="urn:schemas-microsoft-com:vml" Requires="v">
                <p:oleObj r:id="rId14" imgW="1295400" imgH="914400" progId="Equation.DSMT4">
                  <p:embed/>
                </p:oleObj>
              </mc:Choice>
              <mc:Fallback>
                <p:oleObj r:id="rId14" imgW="1295400" imgH="914400" progId="Equation.DSMT4">
                  <p:embed/>
                  <p:pic>
                    <p:nvPicPr>
                      <p:cNvPr id="0" name="图片 18"/>
                      <p:cNvPicPr/>
                      <p:nvPr/>
                    </p:nvPicPr>
                    <p:blipFill>
                      <a:blip r:embed="rId15"/>
                      <a:stretch>
                        <a:fillRect/>
                      </a:stretch>
                    </p:blipFill>
                    <p:spPr>
                      <a:xfrm>
                        <a:off x="971550" y="4436745"/>
                        <a:ext cx="2905760" cy="1675130"/>
                      </a:xfrm>
                      <a:prstGeom prst="rect">
                        <a:avLst/>
                      </a:prstGeom>
                      <a:noFill/>
                      <a:ln w="38100">
                        <a:noFill/>
                        <a:miter/>
                      </a:ln>
                    </p:spPr>
                  </p:pic>
                </p:oleObj>
              </mc:Fallback>
            </mc:AlternateContent>
          </a:graphicData>
        </a:graphic>
      </p:graphicFrame>
      <p:sp>
        <p:nvSpPr>
          <p:cNvPr id="88081" name="Text Box 17"/>
          <p:cNvSpPr txBox="1"/>
          <p:nvPr/>
        </p:nvSpPr>
        <p:spPr>
          <a:xfrm>
            <a:off x="179705" y="6344920"/>
            <a:ext cx="9128125" cy="552450"/>
          </a:xfrm>
          <a:prstGeom prst="rect">
            <a:avLst/>
          </a:prstGeom>
          <a:noFill/>
          <a:ln w="9525">
            <a:noFill/>
          </a:ln>
        </p:spPr>
        <p:txBody>
          <a:bodyPr wrap="square">
            <a:noAutofit/>
          </a:bodyPr>
          <a:lstStyle/>
          <a:p>
            <a:pPr marL="457200" indent="-457200">
              <a:lnSpc>
                <a:spcPct val="90000"/>
              </a:lnSpc>
              <a:spcBef>
                <a:spcPct val="50000"/>
              </a:spcBef>
              <a:buClr>
                <a:srgbClr val="9999CC"/>
              </a:buClr>
              <a:buSzPct val="80000"/>
              <a:buFont typeface="Wingdings" panose="05000000000000000000" pitchFamily="2" charset="2"/>
            </a:pPr>
            <a:r>
              <a:rPr lang="zh-CN" altLang="en-US" sz="2400" dirty="0">
                <a:solidFill>
                  <a:srgbClr val="000000"/>
                </a:solidFill>
                <a:latin typeface="Times New Roman" panose="02020603050405020304" pitchFamily="18" charset="0"/>
                <a:ea typeface="楷体_GB2312"/>
              </a:rPr>
              <a:t>所以方程组的通解为表示为</a:t>
            </a:r>
            <a:r>
              <a:rPr lang="en-US" altLang="zh-CN" sz="2400" i="1" dirty="0">
                <a:solidFill>
                  <a:srgbClr val="FF0000"/>
                </a:solidFill>
                <a:latin typeface="Symbol" panose="05050102010706020507" pitchFamily="18" charset="2"/>
                <a:ea typeface="楷体_GB2312"/>
                <a:sym typeface="+mn-ea"/>
              </a:rPr>
              <a:t>η=x</a:t>
            </a:r>
            <a:r>
              <a:rPr lang="en-US" altLang="zh-CN" sz="2400" baseline="-25000" dirty="0">
                <a:solidFill>
                  <a:srgbClr val="FF0000"/>
                </a:solidFill>
                <a:latin typeface="Symbol" panose="05050102010706020507" pitchFamily="18" charset="2"/>
                <a:ea typeface="楷体_GB2312"/>
                <a:sym typeface="+mn-ea"/>
              </a:rPr>
              <a:t>0</a:t>
            </a:r>
            <a:r>
              <a:rPr lang="en-US" altLang="zh-CN" sz="2400" dirty="0">
                <a:solidFill>
                  <a:srgbClr val="FF0000"/>
                </a:solidFill>
                <a:latin typeface="Symbol" panose="05050102010706020507" pitchFamily="18" charset="2"/>
                <a:ea typeface="楷体_GB2312"/>
                <a:sym typeface="+mn-ea"/>
              </a:rPr>
              <a:t>+ </a:t>
            </a:r>
            <a:r>
              <a:rPr lang="en-US" altLang="zh-CN" sz="2400" i="1" dirty="0">
                <a:solidFill>
                  <a:srgbClr val="FF0000"/>
                </a:solidFill>
                <a:ea typeface="楷体_GB2312"/>
                <a:sym typeface="+mn-ea"/>
              </a:rPr>
              <a:t>c</a:t>
            </a:r>
            <a:r>
              <a:rPr lang="en-US" altLang="zh-CN" sz="2400" baseline="-25000" dirty="0">
                <a:solidFill>
                  <a:srgbClr val="FF0000"/>
                </a:solidFill>
                <a:ea typeface="楷体_GB2312"/>
                <a:sym typeface="+mn-ea"/>
              </a:rPr>
              <a:t>1</a:t>
            </a:r>
            <a:r>
              <a:rPr lang="en-US" altLang="zh-CN" sz="2400" i="1" dirty="0">
                <a:solidFill>
                  <a:srgbClr val="FF0000"/>
                </a:solidFill>
                <a:latin typeface="Symbol" panose="05050102010706020507" pitchFamily="18" charset="2"/>
                <a:ea typeface="楷体_GB2312"/>
                <a:sym typeface="+mn-ea"/>
              </a:rPr>
              <a:t>η</a:t>
            </a:r>
            <a:r>
              <a:rPr lang="en-US" altLang="zh-CN" sz="2400" baseline="-25000" dirty="0">
                <a:solidFill>
                  <a:srgbClr val="FF0000"/>
                </a:solidFill>
                <a:ea typeface="楷体_GB2312"/>
                <a:sym typeface="+mn-ea"/>
              </a:rPr>
              <a:t>1</a:t>
            </a:r>
            <a:r>
              <a:rPr lang="en-US" altLang="zh-CN" sz="2400" dirty="0">
                <a:solidFill>
                  <a:srgbClr val="FF0000"/>
                </a:solidFill>
                <a:latin typeface="Symbol" panose="05050102010706020507" pitchFamily="18" charset="2"/>
                <a:ea typeface="楷体_GB2312"/>
                <a:sym typeface="+mn-ea"/>
              </a:rPr>
              <a:t>+ </a:t>
            </a:r>
            <a:r>
              <a:rPr lang="en-US" altLang="zh-CN" sz="2400" i="1" dirty="0">
                <a:solidFill>
                  <a:srgbClr val="FF0000"/>
                </a:solidFill>
                <a:ea typeface="楷体_GB2312"/>
                <a:sym typeface="+mn-ea"/>
              </a:rPr>
              <a:t>c</a:t>
            </a:r>
            <a:r>
              <a:rPr lang="en-US" altLang="zh-CN" sz="2400" baseline="-25000" dirty="0">
                <a:solidFill>
                  <a:srgbClr val="FF0000"/>
                </a:solidFill>
                <a:ea typeface="楷体_GB2312"/>
                <a:sym typeface="+mn-ea"/>
              </a:rPr>
              <a:t>2</a:t>
            </a:r>
            <a:r>
              <a:rPr lang="en-US" altLang="zh-CN" sz="2400" i="1" dirty="0">
                <a:solidFill>
                  <a:srgbClr val="FF0000"/>
                </a:solidFill>
                <a:latin typeface="Symbol" panose="05050102010706020507" pitchFamily="18" charset="2"/>
                <a:ea typeface="楷体_GB2312"/>
                <a:sym typeface="+mn-ea"/>
              </a:rPr>
              <a:t>η</a:t>
            </a:r>
            <a:r>
              <a:rPr lang="en-US" altLang="zh-CN" sz="2400" baseline="-25000" dirty="0">
                <a:solidFill>
                  <a:srgbClr val="FF0000"/>
                </a:solidFill>
                <a:ea typeface="楷体_GB2312"/>
                <a:sym typeface="+mn-ea"/>
              </a:rPr>
              <a:t>2 </a:t>
            </a:r>
            <a:r>
              <a:rPr lang="en-US" altLang="zh-CN" sz="2400" dirty="0">
                <a:ea typeface="楷体_GB2312"/>
                <a:sym typeface="+mn-ea"/>
              </a:rPr>
              <a:t>, </a:t>
            </a:r>
            <a:r>
              <a:rPr lang="zh-CN" altLang="en-US" sz="2400" dirty="0">
                <a:ea typeface="楷体_GB2312"/>
                <a:sym typeface="+mn-ea"/>
              </a:rPr>
              <a:t>其中</a:t>
            </a:r>
            <a:r>
              <a:rPr lang="en-US" altLang="zh-CN" sz="2400" i="1" dirty="0">
                <a:ea typeface="楷体_GB2312"/>
                <a:sym typeface="+mn-ea"/>
              </a:rPr>
              <a:t>c</a:t>
            </a:r>
            <a:r>
              <a:rPr lang="en-US" altLang="zh-CN" sz="2400" baseline="-25000" dirty="0">
                <a:ea typeface="楷体_GB2312"/>
                <a:sym typeface="+mn-ea"/>
              </a:rPr>
              <a:t>1</a:t>
            </a:r>
            <a:r>
              <a:rPr lang="en-US" altLang="zh-CN" sz="2400" dirty="0">
                <a:ea typeface="楷体_GB2312"/>
                <a:sym typeface="+mn-ea"/>
              </a:rPr>
              <a:t>, </a:t>
            </a:r>
            <a:r>
              <a:rPr lang="en-US" altLang="zh-CN" sz="2400" i="1" dirty="0">
                <a:ea typeface="楷体_GB2312"/>
                <a:sym typeface="+mn-ea"/>
              </a:rPr>
              <a:t>c</a:t>
            </a:r>
            <a:r>
              <a:rPr lang="en-US" altLang="zh-CN" sz="2400" baseline="-25000" dirty="0">
                <a:ea typeface="楷体_GB2312"/>
                <a:sym typeface="+mn-ea"/>
              </a:rPr>
              <a:t>2</a:t>
            </a:r>
            <a:r>
              <a:rPr lang="zh-CN" altLang="en-US" sz="2400" dirty="0">
                <a:ea typeface="楷体_GB2312"/>
                <a:sym typeface="+mn-ea"/>
              </a:rPr>
              <a:t>任意常数</a:t>
            </a:r>
            <a:r>
              <a:rPr lang="zh-CN" altLang="en-US" sz="2400" dirty="0">
                <a:solidFill>
                  <a:srgbClr val="000000"/>
                </a:solidFill>
                <a:latin typeface="Times New Roman" panose="02020603050405020304" pitchFamily="18" charset="0"/>
                <a:ea typeface="楷体_GB2312"/>
              </a:rPr>
              <a:t>．</a:t>
            </a:r>
            <a:endParaRPr lang="en-US" altLang="zh-CN" sz="2400" dirty="0">
              <a:solidFill>
                <a:srgbClr val="000000"/>
              </a:solidFill>
              <a:latin typeface="Times New Roman" panose="02020603050405020304" pitchFamily="18" charset="0"/>
              <a:ea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06505"/>
                                        </p:tgtEl>
                                        <p:attrNameLst>
                                          <p:attrName>style.visibility</p:attrName>
                                        </p:attrNameLst>
                                      </p:cBhvr>
                                      <p:to>
                                        <p:strVal val="visible"/>
                                      </p:to>
                                    </p:set>
                                    <p:animEffect transition="in" filter="box(in)">
                                      <p:cBhvr>
                                        <p:cTn id="17" dur="500"/>
                                        <p:tgtEl>
                                          <p:spTgt spid="10650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linds(horizontal)">
                                      <p:cBhvr>
                                        <p:cTn id="32" dur="500"/>
                                        <p:tgtEl>
                                          <p:spTgt spid="9"/>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blinds(horizontal)">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box(in)">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down)">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down)">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wipe(down)">
                                      <p:cBhvr>
                                        <p:cTn id="55" dur="500"/>
                                        <p:tgtEl>
                                          <p:spTgt spid="14"/>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down)">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down)">
                                      <p:cBhvr>
                                        <p:cTn id="63" dur="500"/>
                                        <p:tgtEl>
                                          <p:spTgt spid="1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2" nodeType="clickEffect">
                                  <p:stCondLst>
                                    <p:cond delay="0"/>
                                  </p:stCondLst>
                                  <p:childTnLst>
                                    <p:set>
                                      <p:cBhvr>
                                        <p:cTn id="67" dur="1" fill="hold">
                                          <p:stCondLst>
                                            <p:cond delay="0"/>
                                          </p:stCondLst>
                                        </p:cTn>
                                        <p:tgtEl>
                                          <p:spTgt spid="88081">
                                            <p:txEl>
                                              <p:pRg st="0" end="0"/>
                                            </p:txEl>
                                          </p:spTgt>
                                        </p:tgtEl>
                                        <p:attrNameLst>
                                          <p:attrName>style.visibility</p:attrName>
                                        </p:attrNameLst>
                                      </p:cBhvr>
                                      <p:to>
                                        <p:strVal val="visible"/>
                                      </p:to>
                                    </p:set>
                                    <p:animEffect transition="in" filter="wipe(down)">
                                      <p:cBhvr>
                                        <p:cTn id="68" dur="500"/>
                                        <p:tgtEl>
                                          <p:spTgt spid="8808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p:bldP spid="6" grpId="0"/>
      <p:bldP spid="8" grpId="0"/>
      <p:bldP spid="10" grpId="0"/>
      <p:bldP spid="12" grpId="0"/>
      <p:bldP spid="14" grpId="0"/>
      <p:bldP spid="88081" grpId="0" build="p"/>
      <p:bldP spid="88081" grpId="2" build="allAtOnce" bldLvl="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81" name="Text Box 17"/>
          <p:cNvSpPr txBox="1"/>
          <p:nvPr/>
        </p:nvSpPr>
        <p:spPr>
          <a:xfrm>
            <a:off x="912495" y="4725035"/>
            <a:ext cx="7729220" cy="1880235"/>
          </a:xfrm>
          <a:prstGeom prst="rect">
            <a:avLst/>
          </a:prstGeom>
          <a:noFill/>
          <a:ln w="9525">
            <a:noFill/>
          </a:ln>
        </p:spPr>
        <p:txBody>
          <a:bodyPr>
            <a:noAutofit/>
          </a:bodyPr>
          <a:lstStyle/>
          <a:p>
            <a:pPr algn="l">
              <a:lnSpc>
                <a:spcPct val="90000"/>
              </a:lnSpc>
              <a:spcBef>
                <a:spcPts val="0"/>
              </a:spcBef>
              <a:buClr>
                <a:srgbClr val="9999CC"/>
              </a:buClr>
              <a:buSzPct val="80000"/>
              <a:buFont typeface="Wingdings" panose="05000000000000000000" pitchFamily="2" charset="2"/>
            </a:pPr>
            <a:r>
              <a:rPr lang="zh-CN" altLang="en-US" dirty="0">
                <a:sym typeface="+mn-ea"/>
              </a:rPr>
              <a:t>所以非</a:t>
            </a:r>
            <a:r>
              <a:rPr lang="zh-CN" altLang="en-US" dirty="0">
                <a:solidFill>
                  <a:srgbClr val="000000"/>
                </a:solidFill>
                <a:ea typeface="楷体_GB2312"/>
                <a:sym typeface="+mn-ea"/>
              </a:rPr>
              <a:t>齐次线性方程组</a:t>
            </a:r>
            <a:r>
              <a:rPr lang="en-US" altLang="zh-CN" i="1" dirty="0">
                <a:solidFill>
                  <a:srgbClr val="0000FF"/>
                </a:solidFill>
                <a:sym typeface="+mn-ea"/>
              </a:rPr>
              <a:t>Ax = b</a:t>
            </a:r>
            <a:r>
              <a:rPr lang="en-US" altLang="zh-CN" baseline="-25000" dirty="0">
                <a:solidFill>
                  <a:srgbClr val="000000"/>
                </a:solidFill>
                <a:ea typeface="楷体_GB2312"/>
                <a:sym typeface="+mn-ea"/>
              </a:rPr>
              <a:t> </a:t>
            </a:r>
            <a:r>
              <a:rPr lang="en-US" altLang="zh-CN" dirty="0">
                <a:solidFill>
                  <a:srgbClr val="FF0000"/>
                </a:solidFill>
                <a:ea typeface="楷体_GB2312"/>
                <a:sym typeface="+mn-ea"/>
              </a:rPr>
              <a:t> </a:t>
            </a:r>
            <a:r>
              <a:rPr lang="zh-CN" altLang="en-US" dirty="0">
                <a:solidFill>
                  <a:srgbClr val="000000"/>
                </a:solidFill>
                <a:sym typeface="+mn-ea"/>
              </a:rPr>
              <a:t>的通解为：</a:t>
            </a:r>
          </a:p>
          <a:p>
            <a:pPr algn="ctr">
              <a:lnSpc>
                <a:spcPct val="90000"/>
              </a:lnSpc>
              <a:spcBef>
                <a:spcPts val="0"/>
              </a:spcBef>
              <a:buClr>
                <a:srgbClr val="9999CC"/>
              </a:buClr>
              <a:buSzPct val="80000"/>
              <a:buFont typeface="Wingdings" panose="05000000000000000000" pitchFamily="2" charset="2"/>
            </a:pPr>
            <a:r>
              <a:rPr lang="en-US" altLang="zh-CN" i="1" dirty="0">
                <a:solidFill>
                  <a:srgbClr val="000000"/>
                </a:solidFill>
                <a:latin typeface="Symbol" panose="05050102010706020507" pitchFamily="18" charset="2"/>
                <a:ea typeface="楷体_GB2312"/>
                <a:sym typeface="+mn-ea"/>
              </a:rPr>
              <a:t>x=</a:t>
            </a:r>
            <a:r>
              <a:rPr lang="en-US" altLang="zh-CN" i="1" dirty="0">
                <a:ea typeface="楷体_GB2312"/>
                <a:sym typeface="+mn-ea"/>
              </a:rPr>
              <a:t>c</a:t>
            </a:r>
            <a:r>
              <a:rPr lang="en-US" altLang="zh-CN" baseline="-25000" dirty="0">
                <a:ea typeface="楷体_GB2312"/>
                <a:sym typeface="+mn-ea"/>
              </a:rPr>
              <a:t>1</a:t>
            </a:r>
            <a:r>
              <a:rPr lang="en-US" altLang="zh-CN" i="1" dirty="0">
                <a:solidFill>
                  <a:srgbClr val="000000"/>
                </a:solidFill>
                <a:latin typeface="Symbol" panose="05050102010706020507" pitchFamily="18" charset="2"/>
                <a:ea typeface="楷体_GB2312"/>
                <a:sym typeface="+mn-ea"/>
              </a:rPr>
              <a:t>η</a:t>
            </a:r>
            <a:r>
              <a:rPr lang="en-US" altLang="zh-CN" baseline="-25000" dirty="0">
                <a:solidFill>
                  <a:srgbClr val="000000"/>
                </a:solidFill>
                <a:ea typeface="楷体_GB2312"/>
                <a:sym typeface="+mn-ea"/>
              </a:rPr>
              <a:t>1</a:t>
            </a:r>
            <a:r>
              <a:rPr lang="en-US" altLang="zh-CN" dirty="0">
                <a:solidFill>
                  <a:srgbClr val="000000"/>
                </a:solidFill>
                <a:latin typeface="Symbol" panose="05050102010706020507" pitchFamily="18" charset="2"/>
                <a:ea typeface="楷体_GB2312"/>
                <a:sym typeface="+mn-ea"/>
              </a:rPr>
              <a:t>+ </a:t>
            </a:r>
            <a:r>
              <a:rPr lang="en-US" altLang="zh-CN" i="1" dirty="0">
                <a:ea typeface="楷体_GB2312"/>
                <a:sym typeface="+mn-ea"/>
              </a:rPr>
              <a:t>c</a:t>
            </a:r>
            <a:r>
              <a:rPr lang="en-US" altLang="zh-CN" baseline="-25000" dirty="0">
                <a:ea typeface="楷体_GB2312"/>
                <a:sym typeface="+mn-ea"/>
              </a:rPr>
              <a:t>2</a:t>
            </a:r>
            <a:r>
              <a:rPr lang="en-US" altLang="zh-CN" i="1" dirty="0">
                <a:solidFill>
                  <a:srgbClr val="000000"/>
                </a:solidFill>
                <a:latin typeface="Symbol" panose="05050102010706020507" pitchFamily="18" charset="2"/>
                <a:ea typeface="楷体_GB2312"/>
                <a:sym typeface="+mn-ea"/>
              </a:rPr>
              <a:t>η</a:t>
            </a:r>
            <a:r>
              <a:rPr lang="en-US" altLang="zh-CN" baseline="-25000" dirty="0">
                <a:solidFill>
                  <a:srgbClr val="000000"/>
                </a:solidFill>
                <a:ea typeface="楷体_GB2312"/>
                <a:sym typeface="+mn-ea"/>
              </a:rPr>
              <a:t>2</a:t>
            </a:r>
            <a:r>
              <a:rPr lang="en-US" altLang="zh-CN" dirty="0">
                <a:solidFill>
                  <a:srgbClr val="000000"/>
                </a:solidFill>
                <a:ea typeface="楷体_GB2312"/>
                <a:sym typeface="+mn-ea"/>
              </a:rPr>
              <a:t>+</a:t>
            </a:r>
            <a:r>
              <a:rPr lang="en-US" altLang="zh-CN" i="1" dirty="0">
                <a:solidFill>
                  <a:srgbClr val="000000"/>
                </a:solidFill>
                <a:latin typeface="Symbol" panose="05050102010706020507" pitchFamily="18" charset="2"/>
                <a:ea typeface="楷体_GB2312"/>
                <a:sym typeface="+mn-ea"/>
              </a:rPr>
              <a:t>x</a:t>
            </a:r>
            <a:r>
              <a:rPr lang="en-US" altLang="zh-CN" baseline="-25000" dirty="0">
                <a:solidFill>
                  <a:srgbClr val="000000"/>
                </a:solidFill>
                <a:latin typeface="Symbol" panose="05050102010706020507" pitchFamily="18" charset="2"/>
                <a:ea typeface="楷体_GB2312"/>
                <a:sym typeface="+mn-ea"/>
              </a:rPr>
              <a:t>1</a:t>
            </a:r>
            <a:r>
              <a:rPr lang="en-US" altLang="zh-CN" baseline="-25000" dirty="0">
                <a:solidFill>
                  <a:srgbClr val="000000"/>
                </a:solidFill>
                <a:ea typeface="楷体_GB2312"/>
                <a:sym typeface="+mn-ea"/>
              </a:rPr>
              <a:t> </a:t>
            </a:r>
          </a:p>
          <a:p>
            <a:pPr>
              <a:lnSpc>
                <a:spcPct val="90000"/>
              </a:lnSpc>
              <a:spcBef>
                <a:spcPts val="0"/>
              </a:spcBef>
              <a:buClr>
                <a:srgbClr val="9999CC"/>
              </a:buClr>
              <a:buSzPct val="80000"/>
              <a:buFont typeface="Wingdings" panose="05000000000000000000" pitchFamily="2" charset="2"/>
            </a:pPr>
            <a:r>
              <a:rPr lang="en-US" altLang="zh-CN" dirty="0">
                <a:ea typeface="楷体_GB2312"/>
                <a:sym typeface="+mn-ea"/>
              </a:rPr>
              <a:t>=</a:t>
            </a:r>
            <a:r>
              <a:rPr lang="en-US" altLang="zh-CN" i="1" dirty="0">
                <a:solidFill>
                  <a:srgbClr val="FF3300"/>
                </a:solidFill>
                <a:ea typeface="楷体_GB2312"/>
                <a:sym typeface="+mn-ea"/>
              </a:rPr>
              <a:t>c</a:t>
            </a:r>
            <a:r>
              <a:rPr lang="en-US" altLang="zh-CN" baseline="-25000" dirty="0">
                <a:solidFill>
                  <a:srgbClr val="FF3300"/>
                </a:solidFill>
                <a:ea typeface="楷体_GB2312"/>
                <a:sym typeface="+mn-ea"/>
              </a:rPr>
              <a:t>1</a:t>
            </a:r>
            <a:r>
              <a:rPr lang="en-US" altLang="zh-CN" dirty="0">
                <a:solidFill>
                  <a:srgbClr val="FF3300"/>
                </a:solidFill>
                <a:sym typeface="+mn-ea"/>
              </a:rPr>
              <a:t>(0,1,0,1)</a:t>
            </a:r>
            <a:r>
              <a:rPr lang="en-US" altLang="zh-CN" baseline="30000" dirty="0">
                <a:solidFill>
                  <a:srgbClr val="FF3300"/>
                </a:solidFill>
                <a:sym typeface="+mn-ea"/>
              </a:rPr>
              <a:t>T</a:t>
            </a:r>
            <a:r>
              <a:rPr lang="en-US" altLang="zh-CN" dirty="0">
                <a:solidFill>
                  <a:srgbClr val="FF3300"/>
                </a:solidFill>
                <a:latin typeface="Symbol" panose="05050102010706020507" pitchFamily="18" charset="2"/>
                <a:ea typeface="楷体_GB2312"/>
                <a:sym typeface="+mn-ea"/>
              </a:rPr>
              <a:t>+ </a:t>
            </a:r>
            <a:r>
              <a:rPr lang="en-US" altLang="zh-CN" i="1" dirty="0">
                <a:solidFill>
                  <a:srgbClr val="FF3300"/>
                </a:solidFill>
                <a:ea typeface="楷体_GB2312"/>
                <a:sym typeface="+mn-ea"/>
              </a:rPr>
              <a:t>c</a:t>
            </a:r>
            <a:r>
              <a:rPr lang="en-US" altLang="zh-CN" baseline="-25000" dirty="0">
                <a:solidFill>
                  <a:srgbClr val="FF3300"/>
                </a:solidFill>
                <a:ea typeface="楷体_GB2312"/>
                <a:sym typeface="+mn-ea"/>
              </a:rPr>
              <a:t>2</a:t>
            </a:r>
            <a:r>
              <a:rPr lang="en-US" altLang="zh-CN" dirty="0">
                <a:solidFill>
                  <a:srgbClr val="FF3300"/>
                </a:solidFill>
                <a:sym typeface="+mn-ea"/>
              </a:rPr>
              <a:t>(1,-2,-2,1)</a:t>
            </a:r>
            <a:r>
              <a:rPr lang="en-US" altLang="zh-CN" baseline="30000" dirty="0">
                <a:solidFill>
                  <a:srgbClr val="FF3300"/>
                </a:solidFill>
                <a:sym typeface="+mn-ea"/>
              </a:rPr>
              <a:t>T</a:t>
            </a:r>
            <a:r>
              <a:rPr lang="en-US" altLang="zh-CN" dirty="0">
                <a:solidFill>
                  <a:srgbClr val="FF3300"/>
                </a:solidFill>
                <a:ea typeface="楷体_GB2312"/>
                <a:sym typeface="+mn-ea"/>
              </a:rPr>
              <a:t>+</a:t>
            </a:r>
            <a:r>
              <a:rPr lang="en-US" altLang="zh-CN" dirty="0">
                <a:solidFill>
                  <a:srgbClr val="FF3300"/>
                </a:solidFill>
                <a:sym typeface="+mn-ea"/>
              </a:rPr>
              <a:t>(1,-1,0,2)</a:t>
            </a:r>
            <a:r>
              <a:rPr lang="en-US" altLang="zh-CN" baseline="30000" dirty="0">
                <a:solidFill>
                  <a:srgbClr val="FF3300"/>
                </a:solidFill>
                <a:sym typeface="+mn-ea"/>
              </a:rPr>
              <a:t>T</a:t>
            </a:r>
            <a:r>
              <a:rPr lang="en-US" altLang="zh-CN" baseline="-25000" dirty="0">
                <a:solidFill>
                  <a:srgbClr val="FF3300"/>
                </a:solidFill>
                <a:ea typeface="楷体_GB2312"/>
                <a:sym typeface="+mn-ea"/>
              </a:rPr>
              <a:t> </a:t>
            </a:r>
            <a:r>
              <a:rPr lang="en-US" altLang="zh-CN" dirty="0">
                <a:ea typeface="楷体_GB2312"/>
                <a:sym typeface="+mn-ea"/>
              </a:rPr>
              <a:t>, </a:t>
            </a:r>
          </a:p>
          <a:p>
            <a:pPr>
              <a:lnSpc>
                <a:spcPct val="90000"/>
              </a:lnSpc>
              <a:spcBef>
                <a:spcPts val="0"/>
              </a:spcBef>
              <a:buClr>
                <a:srgbClr val="9999CC"/>
              </a:buClr>
              <a:buSzPct val="80000"/>
              <a:buFont typeface="Wingdings" panose="05000000000000000000" pitchFamily="2" charset="2"/>
            </a:pPr>
            <a:r>
              <a:rPr lang="en-US" altLang="zh-CN" i="1" dirty="0">
                <a:ea typeface="楷体_GB2312"/>
                <a:sym typeface="+mn-ea"/>
              </a:rPr>
              <a:t>c</a:t>
            </a:r>
            <a:r>
              <a:rPr lang="en-US" altLang="zh-CN" baseline="-25000" dirty="0">
                <a:ea typeface="楷体_GB2312"/>
                <a:sym typeface="+mn-ea"/>
              </a:rPr>
              <a:t>1</a:t>
            </a:r>
            <a:r>
              <a:rPr lang="en-US" altLang="zh-CN" dirty="0">
                <a:ea typeface="楷体_GB2312"/>
                <a:sym typeface="+mn-ea"/>
              </a:rPr>
              <a:t>, </a:t>
            </a:r>
            <a:r>
              <a:rPr lang="en-US" altLang="zh-CN" i="1" dirty="0">
                <a:ea typeface="楷体_GB2312"/>
                <a:sym typeface="+mn-ea"/>
              </a:rPr>
              <a:t>c</a:t>
            </a:r>
            <a:r>
              <a:rPr lang="en-US" altLang="zh-CN" baseline="-25000" dirty="0">
                <a:ea typeface="楷体_GB2312"/>
                <a:sym typeface="+mn-ea"/>
              </a:rPr>
              <a:t>2</a:t>
            </a:r>
            <a:r>
              <a:rPr lang="zh-CN" altLang="en-US" dirty="0">
                <a:ea typeface="楷体_GB2312"/>
                <a:sym typeface="+mn-ea"/>
              </a:rPr>
              <a:t>任意常数</a:t>
            </a:r>
            <a:r>
              <a:rPr lang="zh-CN" altLang="en-US" dirty="0">
                <a:solidFill>
                  <a:srgbClr val="000000"/>
                </a:solidFill>
                <a:ea typeface="楷体_GB2312"/>
                <a:sym typeface="+mn-ea"/>
              </a:rPr>
              <a:t>．</a:t>
            </a:r>
            <a:endParaRPr lang="zh-CN" altLang="en-US" b="1" dirty="0">
              <a:solidFill>
                <a:srgbClr val="000000"/>
              </a:solidFill>
              <a:latin typeface="Times New Roman" panose="02020603050405020304" pitchFamily="18" charset="0"/>
              <a:ea typeface="楷体_GB2312"/>
            </a:endParaRPr>
          </a:p>
          <a:p>
            <a:pPr marL="457200" indent="-457200">
              <a:lnSpc>
                <a:spcPct val="90000"/>
              </a:lnSpc>
              <a:spcBef>
                <a:spcPct val="50000"/>
              </a:spcBef>
              <a:buClr>
                <a:srgbClr val="9999CC"/>
              </a:buClr>
              <a:buSzPct val="80000"/>
              <a:buFont typeface="Wingdings" panose="05000000000000000000" pitchFamily="2" charset="2"/>
            </a:pPr>
            <a:endParaRPr lang="en-US" altLang="zh-CN" b="1" dirty="0">
              <a:solidFill>
                <a:srgbClr val="000000"/>
              </a:solidFill>
              <a:latin typeface="Times New Roman" panose="02020603050405020304" pitchFamily="18" charset="0"/>
              <a:ea typeface="楷体_GB2312"/>
            </a:endParaRPr>
          </a:p>
        </p:txBody>
      </p:sp>
      <p:graphicFrame>
        <p:nvGraphicFramePr>
          <p:cNvPr id="75782" name="对象 75781"/>
          <p:cNvGraphicFramePr/>
          <p:nvPr/>
        </p:nvGraphicFramePr>
        <p:xfrm>
          <a:off x="501650" y="188278"/>
          <a:ext cx="8140700" cy="1873885"/>
        </p:xfrm>
        <a:graphic>
          <a:graphicData uri="http://schemas.openxmlformats.org/presentationml/2006/ole">
            <mc:AlternateContent xmlns:mc="http://schemas.openxmlformats.org/markup-compatibility/2006">
              <mc:Choice xmlns:v="urn:schemas-microsoft-com:vml" Requires="v">
                <p:oleObj r:id="rId2" imgW="6053455" imgH="1395730" progId="Word.Document.8">
                  <p:embed/>
                </p:oleObj>
              </mc:Choice>
              <mc:Fallback>
                <p:oleObj r:id="rId2" imgW="6053455" imgH="1395730" progId="Word.Document.8">
                  <p:embed/>
                  <p:pic>
                    <p:nvPicPr>
                      <p:cNvPr id="0" name="图片 3079"/>
                      <p:cNvPicPr/>
                      <p:nvPr/>
                    </p:nvPicPr>
                    <p:blipFill>
                      <a:blip r:embed="rId3"/>
                      <a:stretch>
                        <a:fillRect/>
                      </a:stretch>
                    </p:blipFill>
                    <p:spPr>
                      <a:xfrm>
                        <a:off x="501650" y="188278"/>
                        <a:ext cx="8140700" cy="1873885"/>
                      </a:xfrm>
                      <a:prstGeom prst="rect">
                        <a:avLst/>
                      </a:prstGeom>
                      <a:noFill/>
                      <a:ln w="38100">
                        <a:noFill/>
                        <a:miter/>
                      </a:ln>
                    </p:spPr>
                  </p:pic>
                </p:oleObj>
              </mc:Fallback>
            </mc:AlternateContent>
          </a:graphicData>
        </a:graphic>
      </p:graphicFrame>
      <p:sp>
        <p:nvSpPr>
          <p:cNvPr id="3" name="文本框 2"/>
          <p:cNvSpPr txBox="1"/>
          <p:nvPr/>
        </p:nvSpPr>
        <p:spPr>
          <a:xfrm>
            <a:off x="467995" y="2060575"/>
            <a:ext cx="8124190" cy="1293495"/>
          </a:xfrm>
          <a:prstGeom prst="rect">
            <a:avLst/>
          </a:prstGeom>
          <a:noFill/>
        </p:spPr>
        <p:txBody>
          <a:bodyPr wrap="square" rtlCol="0" anchor="t">
            <a:noAutofit/>
          </a:bodyPr>
          <a:lstStyle/>
          <a:p>
            <a:pPr marL="457200" indent="-457200">
              <a:lnSpc>
                <a:spcPct val="90000"/>
              </a:lnSpc>
              <a:spcBef>
                <a:spcPct val="50000"/>
              </a:spcBef>
              <a:buClr>
                <a:srgbClr val="9999CC"/>
              </a:buClr>
              <a:buSzPct val="80000"/>
              <a:buFont typeface="Wingdings" panose="05000000000000000000" pitchFamily="2" charset="2"/>
            </a:pPr>
            <a:r>
              <a:rPr lang="zh-CN" altLang="en-US" sz="2400" dirty="0">
                <a:noFill/>
                <a:ea typeface="楷体_GB2312"/>
                <a:sym typeface="+mn-ea"/>
              </a:rPr>
              <a:t> </a:t>
            </a:r>
            <a:r>
              <a:rPr lang="en-US" altLang="zh-CN" dirty="0">
                <a:solidFill>
                  <a:srgbClr val="0000FF"/>
                </a:solidFill>
                <a:sym typeface="+mn-ea"/>
              </a:rPr>
              <a:t>解     </a:t>
            </a:r>
            <a:r>
              <a:rPr lang="zh-CN" altLang="en-US" dirty="0">
                <a:solidFill>
                  <a:schemeClr val="tx1"/>
                </a:solidFill>
                <a:sym typeface="+mn-ea"/>
              </a:rPr>
              <a:t>由非齐次方程组</a:t>
            </a:r>
            <a:r>
              <a:rPr lang="en-US" altLang="zh-CN" i="1" dirty="0">
                <a:solidFill>
                  <a:schemeClr val="tx1"/>
                </a:solidFill>
                <a:sym typeface="+mn-ea"/>
              </a:rPr>
              <a:t>Ax = b</a:t>
            </a:r>
            <a:r>
              <a:rPr lang="zh-CN" altLang="en-US" dirty="0">
                <a:solidFill>
                  <a:schemeClr val="tx1"/>
                </a:solidFill>
                <a:sym typeface="+mn-ea"/>
              </a:rPr>
              <a:t>有解</a:t>
            </a:r>
            <a:r>
              <a:rPr lang="en-US" altLang="zh-CN" dirty="0">
                <a:solidFill>
                  <a:srgbClr val="0000FF"/>
                </a:solidFill>
                <a:sym typeface="+mn-ea"/>
              </a:rPr>
              <a:t> </a:t>
            </a:r>
            <a:r>
              <a:rPr lang="en-US" altLang="zh-CN" baseline="-25000" dirty="0">
                <a:solidFill>
                  <a:srgbClr val="000000"/>
                </a:solidFill>
                <a:ea typeface="楷体_GB2312"/>
                <a:sym typeface="+mn-ea"/>
              </a:rPr>
              <a:t> </a:t>
            </a:r>
            <a:r>
              <a:rPr lang="zh-CN" altLang="en-US" dirty="0">
                <a:solidFill>
                  <a:srgbClr val="000000"/>
                </a:solidFill>
                <a:sym typeface="+mn-ea"/>
              </a:rPr>
              <a:t>，</a:t>
            </a:r>
            <a:r>
              <a:rPr lang="en-US" altLang="zh-CN" i="1" dirty="0">
                <a:solidFill>
                  <a:srgbClr val="000000"/>
                </a:solidFill>
                <a:sym typeface="+mn-ea"/>
              </a:rPr>
              <a:t>R</a:t>
            </a:r>
            <a:r>
              <a:rPr lang="en-US" altLang="zh-CN" dirty="0">
                <a:solidFill>
                  <a:srgbClr val="000000"/>
                </a:solidFill>
                <a:sym typeface="+mn-ea"/>
              </a:rPr>
              <a:t>(</a:t>
            </a:r>
            <a:r>
              <a:rPr lang="en-US" altLang="zh-CN" i="1" dirty="0">
                <a:solidFill>
                  <a:srgbClr val="000000"/>
                </a:solidFill>
                <a:sym typeface="+mn-ea"/>
              </a:rPr>
              <a:t>A</a:t>
            </a:r>
            <a:r>
              <a:rPr lang="en-US" altLang="zh-CN" dirty="0">
                <a:solidFill>
                  <a:srgbClr val="000000"/>
                </a:solidFill>
                <a:sym typeface="+mn-ea"/>
              </a:rPr>
              <a:t>) =2</a:t>
            </a:r>
            <a:r>
              <a:rPr lang="zh-CN" altLang="en-US" dirty="0">
                <a:solidFill>
                  <a:srgbClr val="000000"/>
                </a:solidFill>
                <a:sym typeface="+mn-ea"/>
              </a:rPr>
              <a:t>，</a:t>
            </a:r>
            <a:r>
              <a:rPr lang="zh-CN" altLang="en-US" dirty="0">
                <a:solidFill>
                  <a:schemeClr val="tx1"/>
                </a:solidFill>
                <a:sym typeface="+mn-ea"/>
              </a:rPr>
              <a:t>未知数的个数为</a:t>
            </a:r>
            <a:r>
              <a:rPr lang="en-US" altLang="zh-CN" dirty="0">
                <a:solidFill>
                  <a:schemeClr val="tx1"/>
                </a:solidFill>
                <a:sym typeface="+mn-ea"/>
              </a:rPr>
              <a:t>4</a:t>
            </a:r>
            <a:r>
              <a:rPr lang="zh-CN" altLang="en-US" dirty="0">
                <a:solidFill>
                  <a:schemeClr val="tx1"/>
                </a:solidFill>
                <a:sym typeface="+mn-ea"/>
              </a:rPr>
              <a:t>，所以导出组</a:t>
            </a:r>
            <a:r>
              <a:rPr lang="en-US" altLang="zh-CN" i="1" dirty="0">
                <a:sym typeface="+mn-ea"/>
              </a:rPr>
              <a:t>Ax = </a:t>
            </a:r>
            <a:r>
              <a:rPr lang="en-US" altLang="zh-CN" dirty="0">
                <a:sym typeface="+mn-ea"/>
              </a:rPr>
              <a:t>0</a:t>
            </a:r>
            <a:r>
              <a:rPr lang="zh-CN" altLang="en-US" dirty="0">
                <a:sym typeface="+mn-ea"/>
              </a:rPr>
              <a:t>的</a:t>
            </a:r>
            <a:r>
              <a:rPr lang="zh-CN" altLang="en-US" dirty="0">
                <a:solidFill>
                  <a:schemeClr val="tx1"/>
                </a:solidFill>
                <a:sym typeface="+mn-ea"/>
              </a:rPr>
              <a:t>基础解系含有</a:t>
            </a:r>
            <a:r>
              <a:rPr lang="en-US" altLang="zh-CN" dirty="0">
                <a:solidFill>
                  <a:schemeClr val="tx1"/>
                </a:solidFill>
                <a:sym typeface="+mn-ea"/>
              </a:rPr>
              <a:t>2</a:t>
            </a:r>
            <a:r>
              <a:rPr lang="zh-CN" altLang="en-US" dirty="0">
                <a:solidFill>
                  <a:schemeClr val="tx1"/>
                </a:solidFill>
                <a:sym typeface="+mn-ea"/>
              </a:rPr>
              <a:t>个解向量。</a:t>
            </a:r>
            <a:endParaRPr lang="en-US" altLang="zh-CN" dirty="0">
              <a:solidFill>
                <a:srgbClr val="000000"/>
              </a:solidFill>
              <a:latin typeface="Symbol" panose="05050102010706020507" pitchFamily="18" charset="2"/>
              <a:ea typeface="楷体_GB2312"/>
              <a:sym typeface="+mn-ea"/>
            </a:endParaRPr>
          </a:p>
        </p:txBody>
      </p:sp>
      <p:sp>
        <p:nvSpPr>
          <p:cNvPr id="4" name="文本框 3"/>
          <p:cNvSpPr txBox="1"/>
          <p:nvPr/>
        </p:nvSpPr>
        <p:spPr>
          <a:xfrm>
            <a:off x="899795" y="3356610"/>
            <a:ext cx="7616190" cy="1252855"/>
          </a:xfrm>
          <a:prstGeom prst="rect">
            <a:avLst/>
          </a:prstGeom>
          <a:noFill/>
        </p:spPr>
        <p:txBody>
          <a:bodyPr wrap="square" rtlCol="0" anchor="t">
            <a:spAutoFit/>
          </a:bodyPr>
          <a:lstStyle/>
          <a:p>
            <a:pPr>
              <a:lnSpc>
                <a:spcPct val="90000"/>
              </a:lnSpc>
              <a:spcBef>
                <a:spcPts val="0"/>
              </a:spcBef>
              <a:buClr>
                <a:srgbClr val="9999CC"/>
              </a:buClr>
              <a:buSzPct val="80000"/>
              <a:buFont typeface="Wingdings" panose="05000000000000000000" pitchFamily="2" charset="2"/>
            </a:pPr>
            <a:r>
              <a:rPr lang="en-US" altLang="zh-CN" dirty="0">
                <a:sym typeface="+mn-ea"/>
              </a:rPr>
              <a:t>    </a:t>
            </a:r>
            <a:r>
              <a:rPr lang="zh-CN" altLang="en-US" dirty="0">
                <a:sym typeface="+mn-ea"/>
              </a:rPr>
              <a:t>由性质</a:t>
            </a:r>
            <a:r>
              <a:rPr lang="en-US" altLang="zh-CN" dirty="0">
                <a:sym typeface="+mn-ea"/>
              </a:rPr>
              <a:t>3.7.1</a:t>
            </a:r>
            <a:r>
              <a:rPr lang="zh-CN" altLang="en-US" dirty="0">
                <a:sym typeface="+mn-ea"/>
              </a:rPr>
              <a:t>，</a:t>
            </a:r>
            <a:r>
              <a:rPr lang="en-US" altLang="zh-CN" i="1" dirty="0">
                <a:solidFill>
                  <a:srgbClr val="000000"/>
                </a:solidFill>
                <a:latin typeface="Symbol" panose="05050102010706020507" pitchFamily="18" charset="2"/>
                <a:ea typeface="楷体_GB2312"/>
                <a:sym typeface="+mn-ea"/>
              </a:rPr>
              <a:t>x</a:t>
            </a:r>
            <a:r>
              <a:rPr lang="en-US" altLang="zh-CN" baseline="-25000" dirty="0">
                <a:solidFill>
                  <a:srgbClr val="000000"/>
                </a:solidFill>
                <a:latin typeface="Symbol" panose="05050102010706020507" pitchFamily="18" charset="2"/>
                <a:ea typeface="楷体_GB2312"/>
                <a:sym typeface="+mn-ea"/>
              </a:rPr>
              <a:t>1</a:t>
            </a:r>
            <a:r>
              <a:rPr lang="en-US" altLang="zh-CN" dirty="0">
                <a:solidFill>
                  <a:srgbClr val="000000"/>
                </a:solidFill>
                <a:latin typeface="Symbol" panose="05050102010706020507" pitchFamily="18" charset="2"/>
                <a:ea typeface="楷体_GB2312"/>
                <a:sym typeface="+mn-ea"/>
              </a:rPr>
              <a:t>-</a:t>
            </a:r>
            <a:r>
              <a:rPr lang="en-US" altLang="zh-CN" i="1" dirty="0">
                <a:solidFill>
                  <a:srgbClr val="000000"/>
                </a:solidFill>
                <a:latin typeface="Symbol" panose="05050102010706020507" pitchFamily="18" charset="2"/>
                <a:ea typeface="楷体_GB2312"/>
                <a:sym typeface="+mn-ea"/>
              </a:rPr>
              <a:t>x</a:t>
            </a:r>
            <a:r>
              <a:rPr lang="en-US" altLang="zh-CN" baseline="-25000" dirty="0">
                <a:solidFill>
                  <a:srgbClr val="000000"/>
                </a:solidFill>
                <a:latin typeface="Symbol" panose="05050102010706020507" pitchFamily="18" charset="2"/>
                <a:ea typeface="楷体_GB2312"/>
                <a:sym typeface="+mn-ea"/>
              </a:rPr>
              <a:t>2</a:t>
            </a:r>
            <a:r>
              <a:rPr lang="en-US" altLang="zh-CN" i="1" dirty="0">
                <a:sym typeface="+mn-ea"/>
              </a:rPr>
              <a:t>=</a:t>
            </a:r>
            <a:r>
              <a:rPr lang="en-US" altLang="zh-CN" b="0" i="1" dirty="0">
                <a:solidFill>
                  <a:srgbClr val="000000"/>
                </a:solidFill>
                <a:latin typeface="Symbol" panose="05050102010706020507" pitchFamily="18" charset="2"/>
                <a:ea typeface="楷体_GB2312"/>
                <a:sym typeface="+mn-ea"/>
              </a:rPr>
              <a:t>η</a:t>
            </a:r>
            <a:r>
              <a:rPr lang="en-US" altLang="zh-CN" baseline="-25000" dirty="0">
                <a:latin typeface="Symbol" panose="05050102010706020507" pitchFamily="18" charset="2"/>
                <a:sym typeface="+mn-ea"/>
              </a:rPr>
              <a:t>2</a:t>
            </a:r>
            <a:r>
              <a:rPr lang="en-US" altLang="zh-CN" i="1" dirty="0">
                <a:sym typeface="+mn-ea"/>
              </a:rPr>
              <a:t>=</a:t>
            </a:r>
            <a:r>
              <a:rPr lang="en-US" altLang="zh-CN" dirty="0">
                <a:solidFill>
                  <a:srgbClr val="000000"/>
                </a:solidFill>
                <a:sym typeface="+mn-ea"/>
              </a:rPr>
              <a:t>(1,-2,-2,1)</a:t>
            </a:r>
            <a:r>
              <a:rPr lang="en-US" altLang="zh-CN" baseline="30000" dirty="0">
                <a:solidFill>
                  <a:srgbClr val="000000"/>
                </a:solidFill>
                <a:sym typeface="+mn-ea"/>
              </a:rPr>
              <a:t>T</a:t>
            </a:r>
            <a:r>
              <a:rPr lang="zh-CN" altLang="en-US" dirty="0">
                <a:solidFill>
                  <a:srgbClr val="000000"/>
                </a:solidFill>
                <a:sym typeface="+mn-ea"/>
              </a:rPr>
              <a:t>为</a:t>
            </a:r>
            <a:r>
              <a:rPr lang="zh-CN" altLang="en-US" dirty="0">
                <a:sym typeface="+mn-ea"/>
              </a:rPr>
              <a:t>导出组</a:t>
            </a:r>
            <a:r>
              <a:rPr lang="en-US" altLang="zh-CN" i="1" dirty="0">
                <a:sym typeface="+mn-ea"/>
              </a:rPr>
              <a:t>Ax = </a:t>
            </a:r>
            <a:r>
              <a:rPr lang="en-US" altLang="zh-CN" dirty="0">
                <a:sym typeface="+mn-ea"/>
              </a:rPr>
              <a:t>0</a:t>
            </a:r>
            <a:r>
              <a:rPr lang="zh-CN" altLang="en-US" dirty="0">
                <a:sym typeface="+mn-ea"/>
              </a:rPr>
              <a:t>的</a:t>
            </a:r>
            <a:r>
              <a:rPr lang="zh-CN" altLang="en-US" dirty="0">
                <a:solidFill>
                  <a:srgbClr val="000000"/>
                </a:solidFill>
                <a:sym typeface="+mn-ea"/>
              </a:rPr>
              <a:t>解，而</a:t>
            </a:r>
            <a:r>
              <a:rPr lang="en-US" altLang="zh-CN" b="0" i="1" dirty="0">
                <a:solidFill>
                  <a:srgbClr val="000000"/>
                </a:solidFill>
                <a:latin typeface="Symbol" panose="05050102010706020507" pitchFamily="18" charset="2"/>
                <a:ea typeface="楷体_GB2312"/>
                <a:sym typeface="+mn-ea"/>
              </a:rPr>
              <a:t>η</a:t>
            </a:r>
            <a:r>
              <a:rPr lang="en-US" altLang="zh-CN" baseline="-25000" dirty="0">
                <a:latin typeface="Symbol" panose="05050102010706020507" pitchFamily="18" charset="2"/>
                <a:sym typeface="+mn-ea"/>
              </a:rPr>
              <a:t>2</a:t>
            </a:r>
            <a:r>
              <a:rPr lang="en-US" altLang="zh-CN" i="1" dirty="0">
                <a:sym typeface="+mn-ea"/>
              </a:rPr>
              <a:t>=</a:t>
            </a:r>
            <a:r>
              <a:rPr lang="en-US" altLang="zh-CN" dirty="0">
                <a:solidFill>
                  <a:srgbClr val="000000"/>
                </a:solidFill>
                <a:sym typeface="+mn-ea"/>
              </a:rPr>
              <a:t>(1,-2,-2,1)</a:t>
            </a:r>
            <a:r>
              <a:rPr lang="en-US" altLang="zh-CN" baseline="30000" dirty="0">
                <a:solidFill>
                  <a:srgbClr val="000000"/>
                </a:solidFill>
                <a:sym typeface="+mn-ea"/>
              </a:rPr>
              <a:t>T</a:t>
            </a:r>
            <a:r>
              <a:rPr lang="zh-CN" altLang="en-US" dirty="0">
                <a:solidFill>
                  <a:srgbClr val="000000"/>
                </a:solidFill>
                <a:sym typeface="+mn-ea"/>
              </a:rPr>
              <a:t>与</a:t>
            </a:r>
            <a:r>
              <a:rPr lang="en-US" altLang="zh-CN" b="0" i="1" dirty="0">
                <a:solidFill>
                  <a:srgbClr val="000000"/>
                </a:solidFill>
                <a:latin typeface="Symbol" panose="05050102010706020507" pitchFamily="18" charset="2"/>
                <a:ea typeface="楷体_GB2312"/>
                <a:sym typeface="+mn-ea"/>
              </a:rPr>
              <a:t>η</a:t>
            </a:r>
            <a:r>
              <a:rPr lang="en-US" altLang="zh-CN" baseline="-25000" dirty="0">
                <a:latin typeface="Symbol" panose="05050102010706020507" pitchFamily="18" charset="2"/>
                <a:sym typeface="+mn-ea"/>
              </a:rPr>
              <a:t>1</a:t>
            </a:r>
            <a:r>
              <a:rPr lang="en-US" altLang="zh-CN" i="1" dirty="0">
                <a:sym typeface="+mn-ea"/>
              </a:rPr>
              <a:t>=</a:t>
            </a:r>
            <a:r>
              <a:rPr lang="en-US" altLang="zh-CN" dirty="0">
                <a:solidFill>
                  <a:srgbClr val="000000"/>
                </a:solidFill>
                <a:sym typeface="+mn-ea"/>
              </a:rPr>
              <a:t>(0,1,0,1)</a:t>
            </a:r>
            <a:r>
              <a:rPr lang="en-US" altLang="zh-CN" baseline="30000" dirty="0">
                <a:solidFill>
                  <a:srgbClr val="000000"/>
                </a:solidFill>
                <a:sym typeface="+mn-ea"/>
              </a:rPr>
              <a:t>T</a:t>
            </a:r>
            <a:r>
              <a:rPr lang="zh-CN" altLang="en-US" dirty="0">
                <a:solidFill>
                  <a:srgbClr val="000000"/>
                </a:solidFill>
                <a:sym typeface="+mn-ea"/>
              </a:rPr>
              <a:t>线性无关，故</a:t>
            </a:r>
            <a:r>
              <a:rPr lang="en-US" altLang="zh-CN" b="0" i="1" dirty="0">
                <a:solidFill>
                  <a:srgbClr val="000000"/>
                </a:solidFill>
                <a:latin typeface="Symbol" panose="05050102010706020507" pitchFamily="18" charset="2"/>
                <a:ea typeface="楷体_GB2312"/>
                <a:sym typeface="+mn-ea"/>
              </a:rPr>
              <a:t>η</a:t>
            </a:r>
            <a:r>
              <a:rPr lang="en-US" altLang="zh-CN" baseline="-25000" dirty="0">
                <a:latin typeface="Symbol" panose="05050102010706020507" pitchFamily="18" charset="2"/>
                <a:sym typeface="+mn-ea"/>
              </a:rPr>
              <a:t>1</a:t>
            </a:r>
            <a:r>
              <a:rPr lang="zh-CN" altLang="en-US" dirty="0">
                <a:solidFill>
                  <a:srgbClr val="000000"/>
                </a:solidFill>
                <a:sym typeface="+mn-ea"/>
              </a:rPr>
              <a:t>，</a:t>
            </a:r>
            <a:r>
              <a:rPr lang="en-US" altLang="zh-CN" b="0" i="1" dirty="0">
                <a:solidFill>
                  <a:srgbClr val="000000"/>
                </a:solidFill>
                <a:latin typeface="Symbol" panose="05050102010706020507" pitchFamily="18" charset="2"/>
                <a:ea typeface="楷体_GB2312"/>
                <a:sym typeface="+mn-ea"/>
              </a:rPr>
              <a:t>η</a:t>
            </a:r>
            <a:r>
              <a:rPr lang="en-US" altLang="zh-CN" baseline="-25000" dirty="0">
                <a:latin typeface="Symbol" panose="05050102010706020507" pitchFamily="18" charset="2"/>
                <a:sym typeface="+mn-ea"/>
              </a:rPr>
              <a:t>2</a:t>
            </a:r>
            <a:r>
              <a:rPr lang="zh-CN" altLang="en-US" dirty="0">
                <a:solidFill>
                  <a:srgbClr val="000000"/>
                </a:solidFill>
                <a:ea typeface="楷体_GB2312"/>
                <a:sym typeface="+mn-ea"/>
              </a:rPr>
              <a:t>的</a:t>
            </a:r>
            <a:r>
              <a:rPr lang="zh-CN" altLang="en-US" dirty="0">
                <a:sym typeface="+mn-ea"/>
              </a:rPr>
              <a:t>导出组</a:t>
            </a:r>
            <a:r>
              <a:rPr lang="en-US" altLang="zh-CN" i="1" dirty="0">
                <a:sym typeface="+mn-ea"/>
              </a:rPr>
              <a:t>Ax = </a:t>
            </a:r>
            <a:r>
              <a:rPr lang="en-US" altLang="zh-CN" dirty="0">
                <a:sym typeface="+mn-ea"/>
              </a:rPr>
              <a:t>0</a:t>
            </a:r>
            <a:r>
              <a:rPr lang="zh-CN" altLang="en-US" dirty="0">
                <a:sym typeface="+mn-ea"/>
              </a:rPr>
              <a:t>的基础解系</a:t>
            </a:r>
            <a:r>
              <a:rPr lang="en-US" altLang="zh-CN" dirty="0">
                <a:sym typeface="+mn-ea"/>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1" nodeType="clickEffect">
                                  <p:stCondLst>
                                    <p:cond delay="0"/>
                                  </p:stCondLst>
                                  <p:childTnLst>
                                    <p:set>
                                      <p:cBhvr>
                                        <p:cTn id="16" dur="1" fill="hold">
                                          <p:stCondLst>
                                            <p:cond delay="0"/>
                                          </p:stCondLst>
                                        </p:cTn>
                                        <p:tgtEl>
                                          <p:spTgt spid="88081">
                                            <p:txEl>
                                              <p:pRg st="0" end="0"/>
                                            </p:txEl>
                                          </p:spTgt>
                                        </p:tgtEl>
                                        <p:attrNameLst>
                                          <p:attrName>style.visibility</p:attrName>
                                        </p:attrNameLst>
                                      </p:cBhvr>
                                      <p:to>
                                        <p:strVal val="visible"/>
                                      </p:to>
                                    </p:set>
                                    <p:animEffect transition="in" filter="blinds(horizontal)">
                                      <p:cBhvr>
                                        <p:cTn id="17" dur="500"/>
                                        <p:tgtEl>
                                          <p:spTgt spid="88081">
                                            <p:txEl>
                                              <p:pRg st="0" end="0"/>
                                            </p:txEl>
                                          </p:spTgt>
                                        </p:tgtEl>
                                      </p:cBhvr>
                                    </p:animEffect>
                                  </p:childTnLst>
                                </p:cTn>
                              </p:par>
                              <p:par>
                                <p:cTn id="18" presetID="3" presetClass="entr" presetSubtype="10" fill="hold" grpId="1" nodeType="withEffect">
                                  <p:stCondLst>
                                    <p:cond delay="0"/>
                                  </p:stCondLst>
                                  <p:childTnLst>
                                    <p:set>
                                      <p:cBhvr>
                                        <p:cTn id="19" dur="1" fill="hold">
                                          <p:stCondLst>
                                            <p:cond delay="0"/>
                                          </p:stCondLst>
                                        </p:cTn>
                                        <p:tgtEl>
                                          <p:spTgt spid="88081">
                                            <p:txEl>
                                              <p:pRg st="1" end="1"/>
                                            </p:txEl>
                                          </p:spTgt>
                                        </p:tgtEl>
                                        <p:attrNameLst>
                                          <p:attrName>style.visibility</p:attrName>
                                        </p:attrNameLst>
                                      </p:cBhvr>
                                      <p:to>
                                        <p:strVal val="visible"/>
                                      </p:to>
                                    </p:set>
                                    <p:animEffect transition="in" filter="blinds(horizontal)">
                                      <p:cBhvr>
                                        <p:cTn id="20" dur="500"/>
                                        <p:tgtEl>
                                          <p:spTgt spid="88081">
                                            <p:txEl>
                                              <p:pRg st="1" end="1"/>
                                            </p:txEl>
                                          </p:spTgt>
                                        </p:tgtEl>
                                      </p:cBhvr>
                                    </p:animEffect>
                                  </p:childTnLst>
                                </p:cTn>
                              </p:par>
                              <p:par>
                                <p:cTn id="21" presetID="3" presetClass="entr" presetSubtype="10" fill="hold" grpId="1" nodeType="withEffect">
                                  <p:stCondLst>
                                    <p:cond delay="0"/>
                                  </p:stCondLst>
                                  <p:childTnLst>
                                    <p:set>
                                      <p:cBhvr>
                                        <p:cTn id="22" dur="1" fill="hold">
                                          <p:stCondLst>
                                            <p:cond delay="0"/>
                                          </p:stCondLst>
                                        </p:cTn>
                                        <p:tgtEl>
                                          <p:spTgt spid="88081">
                                            <p:txEl>
                                              <p:pRg st="2" end="2"/>
                                            </p:txEl>
                                          </p:spTgt>
                                        </p:tgtEl>
                                        <p:attrNameLst>
                                          <p:attrName>style.visibility</p:attrName>
                                        </p:attrNameLst>
                                      </p:cBhvr>
                                      <p:to>
                                        <p:strVal val="visible"/>
                                      </p:to>
                                    </p:set>
                                    <p:animEffect transition="in" filter="blinds(horizontal)">
                                      <p:cBhvr>
                                        <p:cTn id="23" dur="500"/>
                                        <p:tgtEl>
                                          <p:spTgt spid="88081">
                                            <p:txEl>
                                              <p:pRg st="2" end="2"/>
                                            </p:txEl>
                                          </p:spTgt>
                                        </p:tgtEl>
                                      </p:cBhvr>
                                    </p:animEffect>
                                  </p:childTnLst>
                                </p:cTn>
                              </p:par>
                              <p:par>
                                <p:cTn id="24" presetID="3" presetClass="entr" presetSubtype="10" fill="hold" grpId="1" nodeType="withEffect">
                                  <p:stCondLst>
                                    <p:cond delay="0"/>
                                  </p:stCondLst>
                                  <p:childTnLst>
                                    <p:set>
                                      <p:cBhvr>
                                        <p:cTn id="25" dur="1" fill="hold">
                                          <p:stCondLst>
                                            <p:cond delay="0"/>
                                          </p:stCondLst>
                                        </p:cTn>
                                        <p:tgtEl>
                                          <p:spTgt spid="88081">
                                            <p:txEl>
                                              <p:pRg st="3" end="3"/>
                                            </p:txEl>
                                          </p:spTgt>
                                        </p:tgtEl>
                                        <p:attrNameLst>
                                          <p:attrName>style.visibility</p:attrName>
                                        </p:attrNameLst>
                                      </p:cBhvr>
                                      <p:to>
                                        <p:strVal val="visible"/>
                                      </p:to>
                                    </p:set>
                                    <p:animEffect transition="in" filter="blinds(horizontal)">
                                      <p:cBhvr>
                                        <p:cTn id="26" dur="500"/>
                                        <p:tgtEl>
                                          <p:spTgt spid="8808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81" grpId="0" build="p"/>
      <p:bldP spid="88081" grpId="1" build="allAtOnce" bldLvl="0"/>
      <p:bldP spid="3" grpId="0"/>
      <p:bldP spid="4"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p:cNvSpPr>
          <p:nvPr>
            <p:ph idx="1"/>
          </p:nvPr>
        </p:nvSpPr>
        <p:spPr>
          <a:xfrm>
            <a:off x="209550" y="476885"/>
            <a:ext cx="8632190" cy="671830"/>
          </a:xfrm>
        </p:spPr>
        <p:txBody>
          <a:bodyPr vert="horz" wrap="none" lIns="91440" tIns="45720" rIns="91440" bIns="45720" anchor="t" anchorCtr="0">
            <a:noAutofit/>
          </a:bodyPr>
          <a:lstStyle/>
          <a:p>
            <a:pPr algn="l" eaLnBrk="1" hangingPunct="1">
              <a:buNone/>
            </a:pPr>
            <a:r>
              <a:rPr lang="zh-CN" altLang="en-US" sz="2800" dirty="0">
                <a:solidFill>
                  <a:srgbClr val="FF0000"/>
                </a:solidFill>
              </a:rPr>
              <a:t>例</a:t>
            </a:r>
            <a:r>
              <a:rPr lang="en-US" altLang="zh-CN" sz="2800" dirty="0">
                <a:solidFill>
                  <a:srgbClr val="FF0000"/>
                </a:solidFill>
              </a:rPr>
              <a:t>3.7.5     </a:t>
            </a:r>
            <a:r>
              <a:rPr lang="zh-CN" altLang="en-US" dirty="0"/>
              <a:t>取何值时，非齐次线性方程组                                             </a:t>
            </a:r>
          </a:p>
          <a:p>
            <a:pPr algn="l" eaLnBrk="1" hangingPunct="1">
              <a:buNone/>
            </a:pPr>
            <a:endParaRPr lang="zh-CN" altLang="en-US" sz="2800" dirty="0">
              <a:solidFill>
                <a:schemeClr val="tx1"/>
              </a:solidFill>
            </a:endParaRPr>
          </a:p>
          <a:p>
            <a:pPr algn="l" eaLnBrk="1" hangingPunct="1">
              <a:buNone/>
            </a:pPr>
            <a:endParaRPr lang="zh-CN" altLang="en-US" sz="2800" dirty="0">
              <a:solidFill>
                <a:schemeClr val="tx1"/>
              </a:solidFill>
            </a:endParaRPr>
          </a:p>
        </p:txBody>
      </p:sp>
      <p:graphicFrame>
        <p:nvGraphicFramePr>
          <p:cNvPr id="996356" name="Object 7"/>
          <p:cNvGraphicFramePr>
            <a:graphicFrameLocks noChangeAspect="1"/>
          </p:cNvGraphicFramePr>
          <p:nvPr/>
        </p:nvGraphicFramePr>
        <p:xfrm>
          <a:off x="3203734" y="1052195"/>
          <a:ext cx="2626360" cy="1528445"/>
        </p:xfrm>
        <a:graphic>
          <a:graphicData uri="http://schemas.openxmlformats.org/presentationml/2006/ole">
            <mc:AlternateContent xmlns:mc="http://schemas.openxmlformats.org/markup-compatibility/2006">
              <mc:Choice xmlns:v="urn:schemas-microsoft-com:vml" Requires="v">
                <p:oleObj r:id="rId2" imgW="1308100" imgH="762000" progId="Equation.DSMT4">
                  <p:embed/>
                </p:oleObj>
              </mc:Choice>
              <mc:Fallback>
                <p:oleObj r:id="rId2" imgW="1308100" imgH="762000" progId="Equation.DSMT4">
                  <p:embed/>
                  <p:pic>
                    <p:nvPicPr>
                      <p:cNvPr id="0" name="图片 4387"/>
                      <p:cNvPicPr/>
                      <p:nvPr/>
                    </p:nvPicPr>
                    <p:blipFill>
                      <a:blip r:embed="rId3"/>
                      <a:stretch>
                        <a:fillRect/>
                      </a:stretch>
                    </p:blipFill>
                    <p:spPr>
                      <a:xfrm>
                        <a:off x="3203734" y="1052195"/>
                        <a:ext cx="2626360" cy="1528445"/>
                      </a:xfrm>
                      <a:prstGeom prst="rect">
                        <a:avLst/>
                      </a:prstGeom>
                      <a:noFill/>
                      <a:ln w="38100">
                        <a:noFill/>
                        <a:miter/>
                      </a:ln>
                    </p:spPr>
                  </p:pic>
                </p:oleObj>
              </mc:Fallback>
            </mc:AlternateContent>
          </a:graphicData>
        </a:graphic>
      </p:graphicFrame>
      <p:sp>
        <p:nvSpPr>
          <p:cNvPr id="4" name="文本框 3"/>
          <p:cNvSpPr txBox="1"/>
          <p:nvPr/>
        </p:nvSpPr>
        <p:spPr>
          <a:xfrm>
            <a:off x="179705" y="3572510"/>
            <a:ext cx="8902700" cy="521970"/>
          </a:xfrm>
          <a:prstGeom prst="rect">
            <a:avLst/>
          </a:prstGeom>
          <a:noFill/>
        </p:spPr>
        <p:txBody>
          <a:bodyPr wrap="square" rtlCol="0" anchor="t">
            <a:spAutoFit/>
          </a:bodyPr>
          <a:lstStyle/>
          <a:p>
            <a:r>
              <a:rPr lang="zh-CN" altLang="en-US" dirty="0">
                <a:solidFill>
                  <a:srgbClr val="0000FF"/>
                </a:solidFill>
                <a:sym typeface="+mn-ea"/>
              </a:rPr>
              <a:t>解</a:t>
            </a:r>
            <a:r>
              <a:rPr lang="en-US" altLang="zh-CN" dirty="0">
                <a:solidFill>
                  <a:srgbClr val="0000FF"/>
                </a:solidFill>
                <a:sym typeface="+mn-ea"/>
              </a:rPr>
              <a:t> </a:t>
            </a:r>
            <a:r>
              <a:rPr lang="zh-CN" altLang="en-US" dirty="0">
                <a:solidFill>
                  <a:srgbClr val="0000FF"/>
                </a:solidFill>
                <a:sym typeface="+mn-ea"/>
              </a:rPr>
              <a:t>方法一：</a:t>
            </a:r>
            <a:r>
              <a:rPr lang="zh-CN" altLang="en-US" dirty="0">
                <a:sym typeface="+mn-ea"/>
              </a:rPr>
              <a:t>对增广矩阵</a:t>
            </a:r>
            <a:r>
              <a:rPr lang="en-US" altLang="zh-CN" dirty="0">
                <a:sym typeface="+mn-ea"/>
              </a:rPr>
              <a:t> </a:t>
            </a:r>
            <a:r>
              <a:rPr lang="zh-CN" altLang="en-US" dirty="0">
                <a:latin typeface="Arial" panose="020B0604020202020204" pitchFamily="34" charset="0"/>
                <a:cs typeface="Arial" panose="020B0604020202020204" pitchFamily="34" charset="0"/>
                <a:sym typeface="+mn-ea"/>
              </a:rPr>
              <a:t>͞</a:t>
            </a:r>
            <a:r>
              <a:rPr lang="en-US" altLang="zh-CN" sz="2400" i="1" dirty="0">
                <a:solidFill>
                  <a:srgbClr val="000000"/>
                </a:solidFill>
                <a:sym typeface="+mn-ea"/>
              </a:rPr>
              <a:t>A</a:t>
            </a:r>
            <a:r>
              <a:rPr lang="en-US" altLang="zh-CN" sz="2000" b="0" dirty="0">
                <a:latin typeface="Arial" panose="020B0604020202020204" pitchFamily="34" charset="0"/>
                <a:cs typeface="Arial" panose="020B0604020202020204" pitchFamily="34" charset="0"/>
                <a:sym typeface="+mn-ea"/>
              </a:rPr>
              <a:t>=</a:t>
            </a:r>
            <a:r>
              <a:rPr lang="en-US" altLang="zh-CN" dirty="0">
                <a:solidFill>
                  <a:srgbClr val="000000"/>
                </a:solidFill>
                <a:sym typeface="+mn-ea"/>
              </a:rPr>
              <a:t>(</a:t>
            </a:r>
            <a:r>
              <a:rPr lang="en-US" altLang="zh-CN" i="1" dirty="0">
                <a:solidFill>
                  <a:srgbClr val="000000"/>
                </a:solidFill>
                <a:sym typeface="+mn-ea"/>
              </a:rPr>
              <a:t>A</a:t>
            </a:r>
            <a:r>
              <a:rPr lang="en-US" altLang="zh-CN" dirty="0">
                <a:solidFill>
                  <a:srgbClr val="000000"/>
                </a:solidFill>
                <a:sym typeface="+mn-ea"/>
              </a:rPr>
              <a:t>, </a:t>
            </a:r>
            <a:r>
              <a:rPr lang="en-US" altLang="zh-CN" i="1" dirty="0">
                <a:solidFill>
                  <a:srgbClr val="000000"/>
                </a:solidFill>
                <a:sym typeface="+mn-ea"/>
              </a:rPr>
              <a:t>b</a:t>
            </a:r>
            <a:r>
              <a:rPr lang="en-US" altLang="zh-CN" dirty="0">
                <a:solidFill>
                  <a:srgbClr val="000000"/>
                </a:solidFill>
                <a:sym typeface="+mn-ea"/>
              </a:rPr>
              <a:t>)</a:t>
            </a:r>
            <a:r>
              <a:rPr lang="zh-CN" altLang="en-US" dirty="0">
                <a:sym typeface="+mn-ea"/>
              </a:rPr>
              <a:t>作初等行变换化，得</a:t>
            </a:r>
          </a:p>
        </p:txBody>
      </p:sp>
      <p:graphicFrame>
        <p:nvGraphicFramePr>
          <p:cNvPr id="2" name="对象 -2147478663"/>
          <p:cNvGraphicFramePr>
            <a:graphicFrameLocks noChangeAspect="1"/>
          </p:cNvGraphicFramePr>
          <p:nvPr/>
        </p:nvGraphicFramePr>
        <p:xfrm>
          <a:off x="1475740" y="489585"/>
          <a:ext cx="374015" cy="486410"/>
        </p:xfrm>
        <a:graphic>
          <a:graphicData uri="http://schemas.openxmlformats.org/presentationml/2006/ole">
            <mc:AlternateContent xmlns:mc="http://schemas.openxmlformats.org/markup-compatibility/2006">
              <mc:Choice xmlns:v="urn:schemas-microsoft-com:vml" Requires="v">
                <p:oleObj r:id="rId4" imgW="127000" imgH="164465" progId="Equation.3">
                  <p:embed/>
                </p:oleObj>
              </mc:Choice>
              <mc:Fallback>
                <p:oleObj r:id="rId4" imgW="127000" imgH="164465" progId="Equation.3">
                  <p:embed/>
                  <p:pic>
                    <p:nvPicPr>
                      <p:cNvPr id="0" name="图片 5"/>
                      <p:cNvPicPr/>
                      <p:nvPr/>
                    </p:nvPicPr>
                    <p:blipFill>
                      <a:blip r:embed="rId5"/>
                      <a:stretch>
                        <a:fillRect/>
                      </a:stretch>
                    </p:blipFill>
                    <p:spPr>
                      <a:xfrm>
                        <a:off x="1475740" y="489585"/>
                        <a:ext cx="374015" cy="486410"/>
                      </a:xfrm>
                      <a:prstGeom prst="rect">
                        <a:avLst/>
                      </a:prstGeom>
                      <a:noFill/>
                      <a:ln w="38100">
                        <a:noFill/>
                        <a:miter/>
                      </a:ln>
                    </p:spPr>
                  </p:pic>
                </p:oleObj>
              </mc:Fallback>
            </mc:AlternateContent>
          </a:graphicData>
        </a:graphic>
      </p:graphicFrame>
      <p:sp>
        <p:nvSpPr>
          <p:cNvPr id="7" name="文本框 6"/>
          <p:cNvSpPr txBox="1"/>
          <p:nvPr/>
        </p:nvSpPr>
        <p:spPr>
          <a:xfrm>
            <a:off x="417830" y="2564765"/>
            <a:ext cx="7630795" cy="953135"/>
          </a:xfrm>
          <a:prstGeom prst="rect">
            <a:avLst/>
          </a:prstGeom>
          <a:noFill/>
        </p:spPr>
        <p:txBody>
          <a:bodyPr wrap="square" rtlCol="0">
            <a:spAutoFit/>
          </a:bodyPr>
          <a:lstStyle/>
          <a:p>
            <a:r>
              <a:rPr lang="zh-CN" altLang="en-US" dirty="0">
                <a:sym typeface="+mn-ea"/>
              </a:rPr>
              <a:t>（</a:t>
            </a:r>
            <a:r>
              <a:rPr lang="en-US" altLang="zh-CN" dirty="0">
                <a:sym typeface="+mn-ea"/>
              </a:rPr>
              <a:t>1</a:t>
            </a:r>
            <a:r>
              <a:rPr lang="zh-CN" altLang="en-US" dirty="0">
                <a:sym typeface="+mn-ea"/>
              </a:rPr>
              <a:t>）有唯一解，并求其解；（</a:t>
            </a:r>
            <a:r>
              <a:rPr lang="en-US" altLang="zh-CN" dirty="0">
                <a:sym typeface="+mn-ea"/>
              </a:rPr>
              <a:t>2</a:t>
            </a:r>
            <a:r>
              <a:rPr lang="zh-CN" altLang="en-US" dirty="0">
                <a:sym typeface="+mn-ea"/>
              </a:rPr>
              <a:t>）无解；</a:t>
            </a:r>
          </a:p>
          <a:p>
            <a:r>
              <a:rPr lang="zh-CN" altLang="en-US" dirty="0">
                <a:sym typeface="+mn-ea"/>
              </a:rPr>
              <a:t>（</a:t>
            </a:r>
            <a:r>
              <a:rPr lang="en-US" altLang="zh-CN" dirty="0">
                <a:sym typeface="+mn-ea"/>
              </a:rPr>
              <a:t>3</a:t>
            </a:r>
            <a:r>
              <a:rPr lang="zh-CN" altLang="en-US" dirty="0">
                <a:sym typeface="+mn-ea"/>
              </a:rPr>
              <a:t>）有无穷多解，并求其通解．</a:t>
            </a:r>
            <a:endParaRPr lang="zh-CN" altLang="en-US" dirty="0"/>
          </a:p>
        </p:txBody>
      </p:sp>
      <p:graphicFrame>
        <p:nvGraphicFramePr>
          <p:cNvPr id="3" name="对象 -2147478660"/>
          <p:cNvGraphicFramePr>
            <a:graphicFrameLocks noChangeAspect="1"/>
          </p:cNvGraphicFramePr>
          <p:nvPr/>
        </p:nvGraphicFramePr>
        <p:xfrm>
          <a:off x="1562735" y="4112895"/>
          <a:ext cx="5895340" cy="2717165"/>
        </p:xfrm>
        <a:graphic>
          <a:graphicData uri="http://schemas.openxmlformats.org/presentationml/2006/ole">
            <mc:AlternateContent xmlns:mc="http://schemas.openxmlformats.org/markup-compatibility/2006">
              <mc:Choice xmlns:v="urn:schemas-microsoft-com:vml" Requires="v">
                <p:oleObj r:id="rId6" imgW="3251200" imgH="1498600" progId="Equation.DSMT4">
                  <p:embed/>
                </p:oleObj>
              </mc:Choice>
              <mc:Fallback>
                <p:oleObj r:id="rId6" imgW="3251200" imgH="1498600" progId="Equation.DSMT4">
                  <p:embed/>
                  <p:pic>
                    <p:nvPicPr>
                      <p:cNvPr id="0" name="图片 7"/>
                      <p:cNvPicPr/>
                      <p:nvPr/>
                    </p:nvPicPr>
                    <p:blipFill>
                      <a:blip r:embed="rId7"/>
                      <a:stretch>
                        <a:fillRect/>
                      </a:stretch>
                    </p:blipFill>
                    <p:spPr>
                      <a:xfrm>
                        <a:off x="1562735" y="4112895"/>
                        <a:ext cx="5895340" cy="271716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2147474265"/>
          <p:cNvGraphicFramePr/>
          <p:nvPr/>
        </p:nvGraphicFramePr>
        <p:xfrm>
          <a:off x="1331595" y="116205"/>
          <a:ext cx="5230495" cy="2569845"/>
        </p:xfrm>
        <a:graphic>
          <a:graphicData uri="http://schemas.openxmlformats.org/presentationml/2006/ole">
            <mc:AlternateContent xmlns:mc="http://schemas.openxmlformats.org/markup-compatibility/2006">
              <mc:Choice xmlns:v="urn:schemas-microsoft-com:vml" Requires="v">
                <p:oleObj r:id="rId2" imgW="3162300" imgH="1498600" progId="Equation.DSMT4">
                  <p:embed/>
                </p:oleObj>
              </mc:Choice>
              <mc:Fallback>
                <p:oleObj r:id="rId2" imgW="3162300" imgH="1498600" progId="Equation.DSMT4">
                  <p:embed/>
                  <p:pic>
                    <p:nvPicPr>
                      <p:cNvPr id="0" name="图片 3075"/>
                      <p:cNvPicPr/>
                      <p:nvPr/>
                    </p:nvPicPr>
                    <p:blipFill>
                      <a:blip r:embed="rId3"/>
                      <a:stretch>
                        <a:fillRect/>
                      </a:stretch>
                    </p:blipFill>
                    <p:spPr>
                      <a:xfrm>
                        <a:off x="1331595" y="116205"/>
                        <a:ext cx="5230495" cy="2569845"/>
                      </a:xfrm>
                      <a:prstGeom prst="rect">
                        <a:avLst/>
                      </a:prstGeom>
                      <a:noFill/>
                      <a:ln w="38100">
                        <a:noFill/>
                        <a:miter/>
                      </a:ln>
                    </p:spPr>
                  </p:pic>
                </p:oleObj>
              </mc:Fallback>
            </mc:AlternateContent>
          </a:graphicData>
        </a:graphic>
      </p:graphicFrame>
      <p:grpSp>
        <p:nvGrpSpPr>
          <p:cNvPr id="12" name="组合 11"/>
          <p:cNvGrpSpPr/>
          <p:nvPr/>
        </p:nvGrpSpPr>
        <p:grpSpPr>
          <a:xfrm>
            <a:off x="251460" y="2686169"/>
            <a:ext cx="8261954" cy="953127"/>
            <a:chOff x="283" y="4725"/>
            <a:chExt cx="13679" cy="1693"/>
          </a:xfrm>
        </p:grpSpPr>
        <p:sp>
          <p:nvSpPr>
            <p:cNvPr id="4" name="文本框 3"/>
            <p:cNvSpPr txBox="1"/>
            <p:nvPr/>
          </p:nvSpPr>
          <p:spPr>
            <a:xfrm>
              <a:off x="283" y="4725"/>
              <a:ext cx="13679" cy="1693"/>
            </a:xfrm>
            <a:prstGeom prst="rect">
              <a:avLst/>
            </a:prstGeom>
            <a:noFill/>
          </p:spPr>
          <p:txBody>
            <a:bodyPr wrap="square" rtlCol="0" anchor="t">
              <a:spAutoFit/>
            </a:bodyPr>
            <a:lstStyle/>
            <a:p>
              <a:r>
                <a:rPr lang="zh-CN" altLang="en-US" dirty="0">
                  <a:sym typeface="+mn-ea"/>
                </a:rPr>
                <a:t>（</a:t>
              </a:r>
              <a:r>
                <a:rPr lang="en-US" altLang="zh-CN" dirty="0">
                  <a:sym typeface="+mn-ea"/>
                </a:rPr>
                <a:t>1</a:t>
              </a:r>
              <a:r>
                <a:rPr lang="zh-CN" altLang="en-US" dirty="0">
                  <a:sym typeface="+mn-ea"/>
                </a:rPr>
                <a:t>）当</a:t>
              </a:r>
              <a:r>
                <a:rPr lang="en-US" altLang="zh-CN" dirty="0">
                  <a:sym typeface="+mn-ea"/>
                </a:rPr>
                <a:t>             </a:t>
              </a:r>
              <a:r>
                <a:rPr lang="zh-CN" altLang="en-US" dirty="0">
                  <a:sym typeface="+mn-ea"/>
                </a:rPr>
                <a:t>且</a:t>
              </a:r>
              <a:r>
                <a:rPr lang="en-US" altLang="zh-CN" dirty="0">
                  <a:sym typeface="+mn-ea"/>
                </a:rPr>
                <a:t>           </a:t>
              </a:r>
              <a:r>
                <a:rPr lang="zh-CN" altLang="en-US" dirty="0">
                  <a:sym typeface="+mn-ea"/>
                </a:rPr>
                <a:t>时，</a:t>
              </a:r>
              <a:r>
                <a:rPr lang="en-US" altLang="zh-CN" dirty="0">
                  <a:sym typeface="+mn-ea"/>
                </a:rPr>
                <a:t>                       </a:t>
              </a:r>
              <a:r>
                <a:rPr lang="zh-CN" altLang="en-US">
                  <a:solidFill>
                    <a:srgbClr val="000000"/>
                  </a:solidFill>
                  <a:latin typeface="Calibri" panose="020F0502020204030204"/>
                  <a:sym typeface="+mn-ea"/>
                </a:rPr>
                <a:t>故方程组有唯一解，此时</a:t>
              </a:r>
              <a:endParaRPr lang="zh-CN" altLang="en-US" dirty="0">
                <a:solidFill>
                  <a:srgbClr val="000000"/>
                </a:solidFill>
                <a:latin typeface="Calibri" panose="020F0502020204030204"/>
                <a:ea typeface="宋体" panose="02010600030101010101" pitchFamily="2" charset="-122"/>
                <a:sym typeface="+mn-ea"/>
              </a:endParaRPr>
            </a:p>
          </p:txBody>
        </p:sp>
        <p:graphicFrame>
          <p:nvGraphicFramePr>
            <p:cNvPr id="3" name="对象 -2147478658"/>
            <p:cNvGraphicFramePr>
              <a:graphicFrameLocks noChangeAspect="1"/>
            </p:cNvGraphicFramePr>
            <p:nvPr/>
          </p:nvGraphicFramePr>
          <p:xfrm>
            <a:off x="2430" y="4892"/>
            <a:ext cx="1886" cy="729"/>
          </p:xfrm>
          <a:graphic>
            <a:graphicData uri="http://schemas.openxmlformats.org/presentationml/2006/ole">
              <mc:AlternateContent xmlns:mc="http://schemas.openxmlformats.org/markup-compatibility/2006">
                <mc:Choice xmlns:v="urn:schemas-microsoft-com:vml" Requires="v">
                  <p:oleObj r:id="rId4" imgW="457200" imgH="177165" progId="Equation.DSMT4">
                    <p:embed/>
                  </p:oleObj>
                </mc:Choice>
                <mc:Fallback>
                  <p:oleObj r:id="rId4" imgW="457200" imgH="177165" progId="Equation.DSMT4">
                    <p:embed/>
                    <p:pic>
                      <p:nvPicPr>
                        <p:cNvPr id="0" name="图片 4"/>
                        <p:cNvPicPr/>
                        <p:nvPr/>
                      </p:nvPicPr>
                      <p:blipFill>
                        <a:blip r:embed="rId5"/>
                        <a:stretch>
                          <a:fillRect/>
                        </a:stretch>
                      </p:blipFill>
                      <p:spPr>
                        <a:xfrm>
                          <a:off x="2430" y="4892"/>
                          <a:ext cx="1886" cy="729"/>
                        </a:xfrm>
                        <a:prstGeom prst="rect">
                          <a:avLst/>
                        </a:prstGeom>
                        <a:noFill/>
                        <a:ln w="38100">
                          <a:noFill/>
                          <a:miter/>
                        </a:ln>
                      </p:spPr>
                    </p:pic>
                  </p:oleObj>
                </mc:Fallback>
              </mc:AlternateContent>
            </a:graphicData>
          </a:graphic>
        </p:graphicFrame>
        <p:graphicFrame>
          <p:nvGraphicFramePr>
            <p:cNvPr id="6" name="对象 -2147478657"/>
            <p:cNvGraphicFramePr>
              <a:graphicFrameLocks noChangeAspect="1"/>
            </p:cNvGraphicFramePr>
            <p:nvPr/>
          </p:nvGraphicFramePr>
          <p:xfrm>
            <a:off x="4933" y="4891"/>
            <a:ext cx="1403" cy="723"/>
          </p:xfrm>
          <a:graphic>
            <a:graphicData uri="http://schemas.openxmlformats.org/presentationml/2006/ole">
              <mc:AlternateContent xmlns:mc="http://schemas.openxmlformats.org/markup-compatibility/2006">
                <mc:Choice xmlns:v="urn:schemas-microsoft-com:vml" Requires="v">
                  <p:oleObj r:id="rId6" imgW="342900" imgH="177165" progId="Equation.DSMT4">
                    <p:embed/>
                  </p:oleObj>
                </mc:Choice>
                <mc:Fallback>
                  <p:oleObj r:id="rId6" imgW="342900" imgH="177165" progId="Equation.DSMT4">
                    <p:embed/>
                    <p:pic>
                      <p:nvPicPr>
                        <p:cNvPr id="0" name="图片 5"/>
                        <p:cNvPicPr/>
                        <p:nvPr/>
                      </p:nvPicPr>
                      <p:blipFill>
                        <a:blip r:embed="rId7"/>
                        <a:stretch>
                          <a:fillRect/>
                        </a:stretch>
                      </p:blipFill>
                      <p:spPr>
                        <a:xfrm>
                          <a:off x="4933" y="4891"/>
                          <a:ext cx="1403" cy="723"/>
                        </a:xfrm>
                        <a:prstGeom prst="rect">
                          <a:avLst/>
                        </a:prstGeom>
                        <a:noFill/>
                        <a:ln w="38100">
                          <a:noFill/>
                          <a:miter/>
                        </a:ln>
                      </p:spPr>
                    </p:pic>
                  </p:oleObj>
                </mc:Fallback>
              </mc:AlternateContent>
            </a:graphicData>
          </a:graphic>
        </p:graphicFrame>
        <p:graphicFrame>
          <p:nvGraphicFramePr>
            <p:cNvPr id="8" name="对象 -2147478835"/>
            <p:cNvGraphicFramePr/>
            <p:nvPr/>
          </p:nvGraphicFramePr>
          <p:xfrm>
            <a:off x="7556" y="4725"/>
            <a:ext cx="3495" cy="779"/>
          </p:xfrm>
          <a:graphic>
            <a:graphicData uri="http://schemas.openxmlformats.org/presentationml/2006/ole">
              <mc:AlternateContent xmlns:mc="http://schemas.openxmlformats.org/markup-compatibility/2006">
                <mc:Choice xmlns:v="urn:schemas-microsoft-com:vml" Requires="v">
                  <p:oleObj r:id="rId8" imgW="1091565" imgH="228600" progId="Equation.DSMT4">
                    <p:embed/>
                  </p:oleObj>
                </mc:Choice>
                <mc:Fallback>
                  <p:oleObj r:id="rId8" imgW="1091565" imgH="228600" progId="Equation.DSMT4">
                    <p:embed/>
                    <p:pic>
                      <p:nvPicPr>
                        <p:cNvPr id="0" name="图片 3075"/>
                        <p:cNvPicPr/>
                        <p:nvPr/>
                      </p:nvPicPr>
                      <p:blipFill>
                        <a:blip r:embed="rId9"/>
                        <a:stretch>
                          <a:fillRect/>
                        </a:stretch>
                      </p:blipFill>
                      <p:spPr>
                        <a:xfrm>
                          <a:off x="7556" y="4725"/>
                          <a:ext cx="3495" cy="779"/>
                        </a:xfrm>
                        <a:prstGeom prst="rect">
                          <a:avLst/>
                        </a:prstGeom>
                        <a:noFill/>
                        <a:ln w="38100">
                          <a:noFill/>
                          <a:miter/>
                        </a:ln>
                      </p:spPr>
                    </p:pic>
                  </p:oleObj>
                </mc:Fallback>
              </mc:AlternateContent>
            </a:graphicData>
          </a:graphic>
        </p:graphicFrame>
      </p:grpSp>
      <p:graphicFrame>
        <p:nvGraphicFramePr>
          <p:cNvPr id="10" name="对象 -2147478655"/>
          <p:cNvGraphicFramePr>
            <a:graphicFrameLocks noChangeAspect="1"/>
          </p:cNvGraphicFramePr>
          <p:nvPr/>
        </p:nvGraphicFramePr>
        <p:xfrm>
          <a:off x="1403985" y="3578860"/>
          <a:ext cx="7308215" cy="3279775"/>
        </p:xfrm>
        <a:graphic>
          <a:graphicData uri="http://schemas.openxmlformats.org/presentationml/2006/ole">
            <mc:AlternateContent xmlns:mc="http://schemas.openxmlformats.org/markup-compatibility/2006">
              <mc:Choice xmlns:v="urn:schemas-microsoft-com:vml" Requires="v">
                <p:oleObj r:id="rId10" imgW="4470400" imgH="2005965" progId="Equation.DSMT4">
                  <p:embed/>
                </p:oleObj>
              </mc:Choice>
              <mc:Fallback>
                <p:oleObj r:id="rId10" imgW="4470400" imgH="2005965" progId="Equation.DSMT4">
                  <p:embed/>
                  <p:pic>
                    <p:nvPicPr>
                      <p:cNvPr id="0" name="图片 9"/>
                      <p:cNvPicPr/>
                      <p:nvPr/>
                    </p:nvPicPr>
                    <p:blipFill>
                      <a:blip r:embed="rId11"/>
                      <a:stretch>
                        <a:fillRect/>
                      </a:stretch>
                    </p:blipFill>
                    <p:spPr>
                      <a:xfrm>
                        <a:off x="1403985" y="3578860"/>
                        <a:ext cx="7308215" cy="32797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505" name="Object 9"/>
          <p:cNvGraphicFramePr>
            <a:graphicFrameLocks noChangeAspect="1"/>
          </p:cNvGraphicFramePr>
          <p:nvPr/>
        </p:nvGraphicFramePr>
        <p:xfrm>
          <a:off x="2776220" y="0"/>
          <a:ext cx="1671320" cy="2317750"/>
        </p:xfrm>
        <a:graphic>
          <a:graphicData uri="http://schemas.openxmlformats.org/presentationml/2006/ole">
            <mc:AlternateContent xmlns:mc="http://schemas.openxmlformats.org/markup-compatibility/2006">
              <mc:Choice xmlns:v="urn:schemas-microsoft-com:vml" Requires="v">
                <p:oleObj r:id="rId16" imgW="914400" imgH="1270000" progId="Equation.DSMT4">
                  <p:embed/>
                </p:oleObj>
              </mc:Choice>
              <mc:Fallback>
                <p:oleObj r:id="rId16" imgW="914400" imgH="1270000" progId="Equation.DSMT4">
                  <p:embed/>
                  <p:pic>
                    <p:nvPicPr>
                      <p:cNvPr id="0" name="图片 4382"/>
                      <p:cNvPicPr/>
                      <p:nvPr/>
                    </p:nvPicPr>
                    <p:blipFill>
                      <a:blip r:embed="rId17"/>
                      <a:stretch>
                        <a:fillRect/>
                      </a:stretch>
                    </p:blipFill>
                    <p:spPr>
                      <a:xfrm>
                        <a:off x="2776220" y="0"/>
                        <a:ext cx="1671320" cy="2317750"/>
                      </a:xfrm>
                      <a:prstGeom prst="rect">
                        <a:avLst/>
                      </a:prstGeom>
                      <a:noFill/>
                      <a:ln w="38100">
                        <a:noFill/>
                        <a:miter/>
                      </a:ln>
                    </p:spPr>
                  </p:pic>
                </p:oleObj>
              </mc:Fallback>
            </mc:AlternateContent>
          </a:graphicData>
        </a:graphic>
      </p:graphicFrame>
      <p:sp>
        <p:nvSpPr>
          <p:cNvPr id="4" name="文本框 3"/>
          <p:cNvSpPr txBox="1"/>
          <p:nvPr/>
        </p:nvSpPr>
        <p:spPr>
          <a:xfrm>
            <a:off x="179705" y="908685"/>
            <a:ext cx="2879725" cy="460375"/>
          </a:xfrm>
          <a:prstGeom prst="rect">
            <a:avLst/>
          </a:prstGeom>
          <a:noFill/>
        </p:spPr>
        <p:txBody>
          <a:bodyPr wrap="square" rtlCol="0" anchor="t">
            <a:spAutoFit/>
          </a:bodyPr>
          <a:lstStyle/>
          <a:p>
            <a:r>
              <a:rPr lang="zh-CN" altLang="en-US" sz="2400" dirty="0">
                <a:solidFill>
                  <a:srgbClr val="000000"/>
                </a:solidFill>
                <a:ea typeface="楷体_GB2312"/>
                <a:sym typeface="+mn-ea"/>
              </a:rPr>
              <a:t>所以方程组的解为</a:t>
            </a:r>
          </a:p>
        </p:txBody>
      </p:sp>
      <p:grpSp>
        <p:nvGrpSpPr>
          <p:cNvPr id="12" name="组合 11"/>
          <p:cNvGrpSpPr/>
          <p:nvPr>
            <p:custDataLst>
              <p:tags r:id="rId1"/>
            </p:custDataLst>
          </p:nvPr>
        </p:nvGrpSpPr>
        <p:grpSpPr>
          <a:xfrm>
            <a:off x="467360" y="2132330"/>
            <a:ext cx="7324090" cy="1493520"/>
            <a:chOff x="736" y="3358"/>
            <a:chExt cx="11534" cy="2352"/>
          </a:xfrm>
        </p:grpSpPr>
        <p:sp>
          <p:nvSpPr>
            <p:cNvPr id="97283" name="Rectangle 3"/>
            <p:cNvSpPr/>
            <p:nvPr>
              <p:custDataLst>
                <p:tags r:id="rId12"/>
              </p:custDataLst>
            </p:nvPr>
          </p:nvSpPr>
          <p:spPr>
            <a:xfrm>
              <a:off x="736" y="4152"/>
              <a:ext cx="11535" cy="909"/>
            </a:xfrm>
            <a:prstGeom prst="rect">
              <a:avLst/>
            </a:prstGeom>
            <a:noFill/>
            <a:ln w="9525">
              <a:noFill/>
            </a:ln>
          </p:spPr>
          <p:txBody>
            <a:bodyPr wrap="square">
              <a:noAutofit/>
            </a:bodyPr>
            <a:lstStyle/>
            <a:p>
              <a:pPr algn="l"/>
              <a:r>
                <a:rPr lang="zh-CN" altLang="en-US" sz="2400" b="1" dirty="0">
                  <a:solidFill>
                    <a:srgbClr val="000000"/>
                  </a:solidFill>
                  <a:latin typeface="Times New Roman" panose="02020603050405020304" pitchFamily="18" charset="0"/>
                  <a:ea typeface="楷体_GB2312"/>
                </a:rPr>
                <a:t>（</a:t>
              </a:r>
              <a:r>
                <a:rPr lang="en-US" altLang="zh-CN" sz="2400" b="1" dirty="0">
                  <a:solidFill>
                    <a:srgbClr val="000000"/>
                  </a:solidFill>
                  <a:latin typeface="Times New Roman" panose="02020603050405020304" pitchFamily="18" charset="0"/>
                  <a:ea typeface="楷体_GB2312"/>
                </a:rPr>
                <a:t>2</a:t>
              </a:r>
              <a:r>
                <a:rPr lang="zh-CN" altLang="en-US" sz="2400" b="1" dirty="0">
                  <a:solidFill>
                    <a:srgbClr val="000000"/>
                  </a:solidFill>
                  <a:latin typeface="Times New Roman" panose="02020603050405020304" pitchFamily="18" charset="0"/>
                  <a:ea typeface="楷体_GB2312"/>
                </a:rPr>
                <a:t>）当</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时，</a:t>
              </a:r>
              <a:r>
                <a:rPr lang="en-US" altLang="zh-CN" sz="2400" b="1" dirty="0">
                  <a:solidFill>
                    <a:srgbClr val="000000"/>
                  </a:solidFill>
                  <a:latin typeface="Times New Roman" panose="02020603050405020304" pitchFamily="18" charset="0"/>
                  <a:ea typeface="楷体_GB2312"/>
                </a:rPr>
                <a:t>                                              </a:t>
              </a:r>
              <a:r>
                <a:rPr lang="zh-CN" altLang="en-US" sz="2400" dirty="0">
                  <a:solidFill>
                    <a:srgbClr val="000000"/>
                  </a:solidFill>
                  <a:ea typeface="楷体_GB2312"/>
                  <a:sym typeface="+mn-ea"/>
                </a:rPr>
                <a:t>所以</a:t>
              </a:r>
              <a:r>
                <a:rPr lang="en-US" altLang="zh-CN" sz="2400" dirty="0">
                  <a:solidFill>
                    <a:srgbClr val="000000"/>
                  </a:solidFill>
                  <a:ea typeface="楷体_GB2312"/>
                  <a:sym typeface="+mn-ea"/>
                </a:rPr>
                <a:t>                   </a:t>
              </a:r>
              <a:r>
                <a:rPr lang="en-US" altLang="zh-CN" sz="2400" b="1" dirty="0">
                  <a:solidFill>
                    <a:srgbClr val="000000"/>
                  </a:solidFill>
                  <a:latin typeface="Times New Roman" panose="02020603050405020304" pitchFamily="18" charset="0"/>
                  <a:ea typeface="楷体_GB2312"/>
                </a:rPr>
                <a:t> </a:t>
              </a:r>
              <a:endParaRPr lang="zh-CN" altLang="en-US" sz="2400" b="1" dirty="0">
                <a:solidFill>
                  <a:srgbClr val="000000"/>
                </a:solidFill>
                <a:latin typeface="Times New Roman" panose="02020603050405020304" pitchFamily="18" charset="0"/>
                <a:ea typeface="楷体_GB2312"/>
              </a:endParaRPr>
            </a:p>
            <a:p>
              <a:pPr algn="l"/>
              <a:endParaRPr lang="zh-CN" altLang="en-US" sz="2400" b="1" dirty="0">
                <a:solidFill>
                  <a:srgbClr val="000000"/>
                </a:solidFill>
                <a:latin typeface="Times New Roman" panose="02020603050405020304" pitchFamily="18" charset="0"/>
                <a:ea typeface="楷体_GB2312"/>
              </a:endParaRPr>
            </a:p>
            <a:p>
              <a:pPr algn="l"/>
              <a:endParaRPr lang="zh-CN" altLang="en-US" sz="2400" b="1" dirty="0">
                <a:solidFill>
                  <a:srgbClr val="000000"/>
                </a:solidFill>
                <a:latin typeface="Times New Roman" panose="02020603050405020304" pitchFamily="18" charset="0"/>
                <a:ea typeface="楷体_GB2312"/>
              </a:endParaRPr>
            </a:p>
            <a:p>
              <a:pPr algn="l"/>
              <a:endParaRPr lang="zh-CN" altLang="en-US" sz="2400" b="1" dirty="0">
                <a:solidFill>
                  <a:srgbClr val="000000"/>
                </a:solidFill>
                <a:latin typeface="Times New Roman" panose="02020603050405020304" pitchFamily="18" charset="0"/>
                <a:ea typeface="楷体_GB2312"/>
              </a:endParaRPr>
            </a:p>
          </p:txBody>
        </p:sp>
        <p:graphicFrame>
          <p:nvGraphicFramePr>
            <p:cNvPr id="2" name="对象 -2147478653"/>
            <p:cNvGraphicFramePr>
              <a:graphicFrameLocks noChangeAspect="1"/>
            </p:cNvGraphicFramePr>
            <p:nvPr>
              <p:custDataLst>
                <p:tags r:id="rId13"/>
              </p:custDataLst>
            </p:nvPr>
          </p:nvGraphicFramePr>
          <p:xfrm>
            <a:off x="2664" y="4152"/>
            <a:ext cx="1535" cy="594"/>
          </p:xfrm>
          <a:graphic>
            <a:graphicData uri="http://schemas.openxmlformats.org/presentationml/2006/ole">
              <mc:AlternateContent xmlns:mc="http://schemas.openxmlformats.org/markup-compatibility/2006">
                <mc:Choice xmlns:v="urn:schemas-microsoft-com:vml" Requires="v">
                  <p:oleObj r:id="rId18" imgW="457200" imgH="177165" progId="Equation.DSMT4">
                    <p:embed/>
                  </p:oleObj>
                </mc:Choice>
                <mc:Fallback>
                  <p:oleObj r:id="rId18" imgW="457200" imgH="177165" progId="Equation.DSMT4">
                    <p:embed/>
                    <p:pic>
                      <p:nvPicPr>
                        <p:cNvPr id="0" name="图片 7"/>
                        <p:cNvPicPr/>
                        <p:nvPr/>
                      </p:nvPicPr>
                      <p:blipFill>
                        <a:blip r:embed="rId19"/>
                        <a:stretch>
                          <a:fillRect/>
                        </a:stretch>
                      </p:blipFill>
                      <p:spPr>
                        <a:xfrm>
                          <a:off x="2664" y="4152"/>
                          <a:ext cx="1535" cy="594"/>
                        </a:xfrm>
                        <a:prstGeom prst="rect">
                          <a:avLst/>
                        </a:prstGeom>
                        <a:noFill/>
                        <a:ln w="38100">
                          <a:noFill/>
                          <a:miter/>
                        </a:ln>
                      </p:spPr>
                    </p:pic>
                  </p:oleObj>
                </mc:Fallback>
              </mc:AlternateContent>
            </a:graphicData>
          </a:graphic>
        </p:graphicFrame>
        <p:graphicFrame>
          <p:nvGraphicFramePr>
            <p:cNvPr id="3" name="对象 -2147478652"/>
            <p:cNvGraphicFramePr>
              <a:graphicFrameLocks noChangeAspect="1"/>
            </p:cNvGraphicFramePr>
            <p:nvPr>
              <p:custDataLst>
                <p:tags r:id="rId14"/>
              </p:custDataLst>
            </p:nvPr>
          </p:nvGraphicFramePr>
          <p:xfrm>
            <a:off x="5362" y="3358"/>
            <a:ext cx="5130" cy="2352"/>
          </p:xfrm>
          <a:graphic>
            <a:graphicData uri="http://schemas.openxmlformats.org/presentationml/2006/ole">
              <mc:AlternateContent xmlns:mc="http://schemas.openxmlformats.org/markup-compatibility/2006">
                <mc:Choice xmlns:v="urn:schemas-microsoft-com:vml" Requires="v">
                  <p:oleObj r:id="rId20" imgW="1548765" imgH="711200" progId="Equation.DSMT4">
                    <p:embed/>
                  </p:oleObj>
                </mc:Choice>
                <mc:Fallback>
                  <p:oleObj r:id="rId20" imgW="1548765" imgH="711200" progId="Equation.DSMT4">
                    <p:embed/>
                    <p:pic>
                      <p:nvPicPr>
                        <p:cNvPr id="0" name="图片 8"/>
                        <p:cNvPicPr/>
                        <p:nvPr/>
                      </p:nvPicPr>
                      <p:blipFill>
                        <a:blip r:embed="rId21"/>
                        <a:stretch>
                          <a:fillRect/>
                        </a:stretch>
                      </p:blipFill>
                      <p:spPr>
                        <a:xfrm>
                          <a:off x="5362" y="3358"/>
                          <a:ext cx="5130" cy="2352"/>
                        </a:xfrm>
                        <a:prstGeom prst="rect">
                          <a:avLst/>
                        </a:prstGeom>
                        <a:noFill/>
                        <a:ln w="38100">
                          <a:noFill/>
                          <a:miter/>
                        </a:ln>
                      </p:spPr>
                    </p:pic>
                  </p:oleObj>
                </mc:Fallback>
              </mc:AlternateContent>
            </a:graphicData>
          </a:graphic>
        </p:graphicFrame>
      </p:grpSp>
      <p:grpSp>
        <p:nvGrpSpPr>
          <p:cNvPr id="13" name="组合 12"/>
          <p:cNvGrpSpPr/>
          <p:nvPr>
            <p:custDataLst>
              <p:tags r:id="rId2"/>
            </p:custDataLst>
          </p:nvPr>
        </p:nvGrpSpPr>
        <p:grpSpPr>
          <a:xfrm>
            <a:off x="899795" y="3844290"/>
            <a:ext cx="5559425" cy="518160"/>
            <a:chOff x="1530" y="6193"/>
            <a:chExt cx="8755" cy="816"/>
          </a:xfrm>
        </p:grpSpPr>
        <p:graphicFrame>
          <p:nvGraphicFramePr>
            <p:cNvPr id="5" name="对象 -2147478651"/>
            <p:cNvGraphicFramePr>
              <a:graphicFrameLocks noChangeAspect="1"/>
            </p:cNvGraphicFramePr>
            <p:nvPr>
              <p:custDataLst>
                <p:tags r:id="rId10"/>
              </p:custDataLst>
            </p:nvPr>
          </p:nvGraphicFramePr>
          <p:xfrm>
            <a:off x="1530" y="6193"/>
            <a:ext cx="4430" cy="780"/>
          </p:xfrm>
          <a:graphic>
            <a:graphicData uri="http://schemas.openxmlformats.org/presentationml/2006/ole">
              <mc:AlternateContent xmlns:mc="http://schemas.openxmlformats.org/markup-compatibility/2006">
                <mc:Choice xmlns:v="urn:schemas-microsoft-com:vml" Requires="v">
                  <p:oleObj r:id="rId22" imgW="1295400" imgH="228600" progId="Equation.DSMT4">
                    <p:embed/>
                  </p:oleObj>
                </mc:Choice>
                <mc:Fallback>
                  <p:oleObj r:id="rId22" imgW="1295400" imgH="228600" progId="Equation.DSMT4">
                    <p:embed/>
                    <p:pic>
                      <p:nvPicPr>
                        <p:cNvPr id="0" name="图片 9"/>
                        <p:cNvPicPr/>
                        <p:nvPr/>
                      </p:nvPicPr>
                      <p:blipFill>
                        <a:blip r:embed="rId23"/>
                        <a:stretch>
                          <a:fillRect/>
                        </a:stretch>
                      </p:blipFill>
                      <p:spPr>
                        <a:xfrm>
                          <a:off x="1530" y="6193"/>
                          <a:ext cx="4430" cy="780"/>
                        </a:xfrm>
                        <a:prstGeom prst="rect">
                          <a:avLst/>
                        </a:prstGeom>
                        <a:noFill/>
                        <a:ln w="38100">
                          <a:noFill/>
                          <a:miter/>
                        </a:ln>
                      </p:spPr>
                    </p:pic>
                  </p:oleObj>
                </mc:Fallback>
              </mc:AlternateContent>
            </a:graphicData>
          </a:graphic>
        </p:graphicFrame>
        <p:sp>
          <p:nvSpPr>
            <p:cNvPr id="11" name="文本框 10"/>
            <p:cNvSpPr txBox="1"/>
            <p:nvPr>
              <p:custDataLst>
                <p:tags r:id="rId11"/>
              </p:custDataLst>
            </p:nvPr>
          </p:nvSpPr>
          <p:spPr>
            <a:xfrm>
              <a:off x="6179" y="6285"/>
              <a:ext cx="4107" cy="725"/>
            </a:xfrm>
            <a:prstGeom prst="rect">
              <a:avLst/>
            </a:prstGeom>
            <a:noFill/>
          </p:spPr>
          <p:txBody>
            <a:bodyPr wrap="square" rtlCol="0" anchor="t">
              <a:spAutoFit/>
            </a:bodyPr>
            <a:lstStyle/>
            <a:p>
              <a:pPr algn="l"/>
              <a:r>
                <a:rPr lang="en-US" altLang="zh-CN" sz="2400" dirty="0">
                  <a:solidFill>
                    <a:srgbClr val="000000"/>
                  </a:solidFill>
                  <a:ea typeface="楷体_GB2312"/>
                  <a:sym typeface="+mn-ea"/>
                </a:rPr>
                <a:t>, </a:t>
              </a:r>
              <a:r>
                <a:rPr lang="zh-CN" altLang="en-US" sz="2400" dirty="0">
                  <a:solidFill>
                    <a:srgbClr val="000000"/>
                  </a:solidFill>
                  <a:ea typeface="楷体_GB2312"/>
                  <a:sym typeface="+mn-ea"/>
                </a:rPr>
                <a:t>原方程组无解；</a:t>
              </a:r>
            </a:p>
          </p:txBody>
        </p:sp>
      </p:grpSp>
      <p:grpSp>
        <p:nvGrpSpPr>
          <p:cNvPr id="14" name="组合 13"/>
          <p:cNvGrpSpPr/>
          <p:nvPr>
            <p:custDataLst>
              <p:tags r:id="rId3"/>
            </p:custDataLst>
          </p:nvPr>
        </p:nvGrpSpPr>
        <p:grpSpPr>
          <a:xfrm>
            <a:off x="611505" y="4469765"/>
            <a:ext cx="7324725" cy="1493520"/>
            <a:chOff x="736" y="3358"/>
            <a:chExt cx="11535" cy="2352"/>
          </a:xfrm>
        </p:grpSpPr>
        <p:sp>
          <p:nvSpPr>
            <p:cNvPr id="15" name="Rectangle 3"/>
            <p:cNvSpPr/>
            <p:nvPr>
              <p:custDataLst>
                <p:tags r:id="rId7"/>
              </p:custDataLst>
            </p:nvPr>
          </p:nvSpPr>
          <p:spPr>
            <a:xfrm>
              <a:off x="736" y="4152"/>
              <a:ext cx="11535" cy="909"/>
            </a:xfrm>
            <a:prstGeom prst="rect">
              <a:avLst/>
            </a:prstGeom>
            <a:noFill/>
            <a:ln w="9525">
              <a:noFill/>
            </a:ln>
          </p:spPr>
          <p:txBody>
            <a:bodyPr wrap="square">
              <a:noAutofit/>
            </a:bodyPr>
            <a:lstStyle/>
            <a:p>
              <a:pPr algn="l"/>
              <a:r>
                <a:rPr lang="zh-CN" altLang="en-US" sz="2400" b="1" dirty="0">
                  <a:solidFill>
                    <a:srgbClr val="000000"/>
                  </a:solidFill>
                  <a:latin typeface="Times New Roman" panose="02020603050405020304" pitchFamily="18" charset="0"/>
                  <a:ea typeface="楷体_GB2312"/>
                </a:rPr>
                <a:t>（</a:t>
              </a:r>
              <a:r>
                <a:rPr lang="en-US" altLang="zh-CN" sz="2400" b="1" dirty="0">
                  <a:solidFill>
                    <a:srgbClr val="000000"/>
                  </a:solidFill>
                  <a:latin typeface="Times New Roman" panose="02020603050405020304" pitchFamily="18" charset="0"/>
                  <a:ea typeface="楷体_GB2312"/>
                </a:rPr>
                <a:t>3</a:t>
              </a:r>
              <a:r>
                <a:rPr lang="zh-CN" altLang="en-US" sz="2400" b="1" dirty="0">
                  <a:solidFill>
                    <a:srgbClr val="000000"/>
                  </a:solidFill>
                  <a:latin typeface="Times New Roman" panose="02020603050405020304" pitchFamily="18" charset="0"/>
                  <a:ea typeface="楷体_GB2312"/>
                </a:rPr>
                <a:t>）当</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时，</a:t>
              </a:r>
              <a:r>
                <a:rPr lang="en-US" altLang="zh-CN" sz="2400" b="1" dirty="0">
                  <a:solidFill>
                    <a:srgbClr val="000000"/>
                  </a:solidFill>
                  <a:latin typeface="Times New Roman" panose="02020603050405020304" pitchFamily="18" charset="0"/>
                  <a:ea typeface="楷体_GB2312"/>
                </a:rPr>
                <a:t>                                     </a:t>
              </a:r>
              <a:r>
                <a:rPr lang="zh-CN" altLang="en-US" sz="2400" dirty="0">
                  <a:solidFill>
                    <a:srgbClr val="000000"/>
                  </a:solidFill>
                  <a:ea typeface="楷体_GB2312"/>
                  <a:sym typeface="+mn-ea"/>
                </a:rPr>
                <a:t>所以</a:t>
              </a:r>
              <a:r>
                <a:rPr lang="en-US" altLang="zh-CN" sz="2400" dirty="0">
                  <a:solidFill>
                    <a:srgbClr val="000000"/>
                  </a:solidFill>
                  <a:ea typeface="楷体_GB2312"/>
                  <a:sym typeface="+mn-ea"/>
                </a:rPr>
                <a:t>                   </a:t>
              </a:r>
              <a:r>
                <a:rPr lang="en-US" altLang="zh-CN" sz="2400" b="1" dirty="0">
                  <a:solidFill>
                    <a:srgbClr val="000000"/>
                  </a:solidFill>
                  <a:latin typeface="Times New Roman" panose="02020603050405020304" pitchFamily="18" charset="0"/>
                  <a:ea typeface="楷体_GB2312"/>
                </a:rPr>
                <a:t> </a:t>
              </a:r>
              <a:endParaRPr lang="zh-CN" altLang="en-US" sz="2400" b="1" dirty="0">
                <a:solidFill>
                  <a:srgbClr val="000000"/>
                </a:solidFill>
                <a:latin typeface="Times New Roman" panose="02020603050405020304" pitchFamily="18" charset="0"/>
                <a:ea typeface="楷体_GB2312"/>
              </a:endParaRPr>
            </a:p>
            <a:p>
              <a:pPr algn="l"/>
              <a:endParaRPr lang="zh-CN" altLang="en-US" sz="2400" b="1" dirty="0">
                <a:solidFill>
                  <a:srgbClr val="000000"/>
                </a:solidFill>
                <a:latin typeface="Times New Roman" panose="02020603050405020304" pitchFamily="18" charset="0"/>
                <a:ea typeface="楷体_GB2312"/>
              </a:endParaRPr>
            </a:p>
            <a:p>
              <a:pPr algn="l"/>
              <a:endParaRPr lang="zh-CN" altLang="en-US" sz="2400" b="1" dirty="0">
                <a:solidFill>
                  <a:srgbClr val="000000"/>
                </a:solidFill>
                <a:latin typeface="Times New Roman" panose="02020603050405020304" pitchFamily="18" charset="0"/>
                <a:ea typeface="楷体_GB2312"/>
              </a:endParaRPr>
            </a:p>
            <a:p>
              <a:pPr algn="l"/>
              <a:endParaRPr lang="zh-CN" altLang="en-US" sz="2400" b="1" dirty="0">
                <a:solidFill>
                  <a:srgbClr val="000000"/>
                </a:solidFill>
                <a:latin typeface="Times New Roman" panose="02020603050405020304" pitchFamily="18" charset="0"/>
                <a:ea typeface="楷体_GB2312"/>
              </a:endParaRPr>
            </a:p>
          </p:txBody>
        </p:sp>
        <p:graphicFrame>
          <p:nvGraphicFramePr>
            <p:cNvPr id="16" name="对象 -2147478653"/>
            <p:cNvGraphicFramePr>
              <a:graphicFrameLocks noChangeAspect="1"/>
            </p:cNvGraphicFramePr>
            <p:nvPr>
              <p:custDataLst>
                <p:tags r:id="rId8"/>
              </p:custDataLst>
            </p:nvPr>
          </p:nvGraphicFramePr>
          <p:xfrm>
            <a:off x="2856" y="4152"/>
            <a:ext cx="1152" cy="594"/>
          </p:xfrm>
          <a:graphic>
            <a:graphicData uri="http://schemas.openxmlformats.org/presentationml/2006/ole">
              <mc:AlternateContent xmlns:mc="http://schemas.openxmlformats.org/markup-compatibility/2006">
                <mc:Choice xmlns:v="urn:schemas-microsoft-com:vml" Requires="v">
                  <p:oleObj r:id="rId24" imgW="342900" imgH="177165" progId="Equation.DSMT4">
                    <p:embed/>
                  </p:oleObj>
                </mc:Choice>
                <mc:Fallback>
                  <p:oleObj r:id="rId24" imgW="342900" imgH="177165" progId="Equation.DSMT4">
                    <p:embed/>
                    <p:pic>
                      <p:nvPicPr>
                        <p:cNvPr id="0" name="图片 7"/>
                        <p:cNvPicPr/>
                        <p:nvPr/>
                      </p:nvPicPr>
                      <p:blipFill>
                        <a:blip r:embed="rId25"/>
                        <a:stretch>
                          <a:fillRect/>
                        </a:stretch>
                      </p:blipFill>
                      <p:spPr>
                        <a:xfrm>
                          <a:off x="2856" y="4152"/>
                          <a:ext cx="1152" cy="594"/>
                        </a:xfrm>
                        <a:prstGeom prst="rect">
                          <a:avLst/>
                        </a:prstGeom>
                        <a:noFill/>
                        <a:ln w="38100">
                          <a:noFill/>
                          <a:miter/>
                        </a:ln>
                      </p:spPr>
                    </p:pic>
                  </p:oleObj>
                </mc:Fallback>
              </mc:AlternateContent>
            </a:graphicData>
          </a:graphic>
        </p:graphicFrame>
        <p:graphicFrame>
          <p:nvGraphicFramePr>
            <p:cNvPr id="18" name="对象 -2147478652"/>
            <p:cNvGraphicFramePr>
              <a:graphicFrameLocks noChangeAspect="1"/>
            </p:cNvGraphicFramePr>
            <p:nvPr>
              <p:custDataLst>
                <p:tags r:id="rId9"/>
              </p:custDataLst>
            </p:nvPr>
          </p:nvGraphicFramePr>
          <p:xfrm>
            <a:off x="5135" y="3358"/>
            <a:ext cx="4291" cy="2352"/>
          </p:xfrm>
          <a:graphic>
            <a:graphicData uri="http://schemas.openxmlformats.org/presentationml/2006/ole">
              <mc:AlternateContent xmlns:mc="http://schemas.openxmlformats.org/markup-compatibility/2006">
                <mc:Choice xmlns:v="urn:schemas-microsoft-com:vml" Requires="v">
                  <p:oleObj r:id="rId26" imgW="1295400" imgH="711200" progId="Equation.DSMT4">
                    <p:embed/>
                  </p:oleObj>
                </mc:Choice>
                <mc:Fallback>
                  <p:oleObj r:id="rId26" imgW="1295400" imgH="711200" progId="Equation.DSMT4">
                    <p:embed/>
                    <p:pic>
                      <p:nvPicPr>
                        <p:cNvPr id="0" name="图片 8"/>
                        <p:cNvPicPr/>
                        <p:nvPr/>
                      </p:nvPicPr>
                      <p:blipFill>
                        <a:blip r:embed="rId27"/>
                        <a:stretch>
                          <a:fillRect/>
                        </a:stretch>
                      </p:blipFill>
                      <p:spPr>
                        <a:xfrm>
                          <a:off x="5135" y="3358"/>
                          <a:ext cx="4291" cy="2352"/>
                        </a:xfrm>
                        <a:prstGeom prst="rect">
                          <a:avLst/>
                        </a:prstGeom>
                        <a:noFill/>
                        <a:ln w="38100">
                          <a:noFill/>
                          <a:miter/>
                        </a:ln>
                      </p:spPr>
                    </p:pic>
                  </p:oleObj>
                </mc:Fallback>
              </mc:AlternateContent>
            </a:graphicData>
          </a:graphic>
        </p:graphicFrame>
      </p:grpSp>
      <p:grpSp>
        <p:nvGrpSpPr>
          <p:cNvPr id="20" name="组合 19"/>
          <p:cNvGrpSpPr/>
          <p:nvPr>
            <p:custDataLst>
              <p:tags r:id="rId4"/>
            </p:custDataLst>
          </p:nvPr>
        </p:nvGrpSpPr>
        <p:grpSpPr>
          <a:xfrm>
            <a:off x="1319530" y="5948045"/>
            <a:ext cx="5575935" cy="495300"/>
            <a:chOff x="1964" y="6193"/>
            <a:chExt cx="8781" cy="780"/>
          </a:xfrm>
        </p:grpSpPr>
        <p:graphicFrame>
          <p:nvGraphicFramePr>
            <p:cNvPr id="21" name="对象 -2147478651"/>
            <p:cNvGraphicFramePr>
              <a:graphicFrameLocks noChangeAspect="1"/>
            </p:cNvGraphicFramePr>
            <p:nvPr>
              <p:custDataLst>
                <p:tags r:id="rId5"/>
              </p:custDataLst>
            </p:nvPr>
          </p:nvGraphicFramePr>
          <p:xfrm>
            <a:off x="1964" y="6193"/>
            <a:ext cx="3562" cy="780"/>
          </p:xfrm>
          <a:graphic>
            <a:graphicData uri="http://schemas.openxmlformats.org/presentationml/2006/ole">
              <mc:AlternateContent xmlns:mc="http://schemas.openxmlformats.org/markup-compatibility/2006">
                <mc:Choice xmlns:v="urn:schemas-microsoft-com:vml" Requires="v">
                  <p:oleObj r:id="rId28" imgW="1041400" imgH="228600" progId="Equation.DSMT4">
                    <p:embed/>
                  </p:oleObj>
                </mc:Choice>
                <mc:Fallback>
                  <p:oleObj r:id="rId28" imgW="1041400" imgH="228600" progId="Equation.DSMT4">
                    <p:embed/>
                    <p:pic>
                      <p:nvPicPr>
                        <p:cNvPr id="0" name="图片 9"/>
                        <p:cNvPicPr/>
                        <p:nvPr/>
                      </p:nvPicPr>
                      <p:blipFill>
                        <a:blip r:embed="rId29"/>
                        <a:stretch>
                          <a:fillRect/>
                        </a:stretch>
                      </p:blipFill>
                      <p:spPr>
                        <a:xfrm>
                          <a:off x="1964" y="6193"/>
                          <a:ext cx="3562" cy="780"/>
                        </a:xfrm>
                        <a:prstGeom prst="rect">
                          <a:avLst/>
                        </a:prstGeom>
                        <a:noFill/>
                        <a:ln w="38100">
                          <a:noFill/>
                          <a:miter/>
                        </a:ln>
                      </p:spPr>
                    </p:pic>
                  </p:oleObj>
                </mc:Fallback>
              </mc:AlternateContent>
            </a:graphicData>
          </a:graphic>
        </p:graphicFrame>
        <p:sp>
          <p:nvSpPr>
            <p:cNvPr id="23" name="文本框 22"/>
            <p:cNvSpPr txBox="1"/>
            <p:nvPr>
              <p:custDataLst>
                <p:tags r:id="rId6"/>
              </p:custDataLst>
            </p:nvPr>
          </p:nvSpPr>
          <p:spPr>
            <a:xfrm>
              <a:off x="5526" y="6194"/>
              <a:ext cx="5219" cy="725"/>
            </a:xfrm>
            <a:prstGeom prst="rect">
              <a:avLst/>
            </a:prstGeom>
            <a:noFill/>
          </p:spPr>
          <p:txBody>
            <a:bodyPr wrap="square" rtlCol="0" anchor="t">
              <a:spAutoFit/>
            </a:bodyPr>
            <a:lstStyle/>
            <a:p>
              <a:pPr algn="l"/>
              <a:r>
                <a:rPr lang="en-US" altLang="zh-CN" sz="2400" dirty="0">
                  <a:solidFill>
                    <a:srgbClr val="000000"/>
                  </a:solidFill>
                  <a:ea typeface="楷体_GB2312"/>
                  <a:sym typeface="+mn-ea"/>
                </a:rPr>
                <a:t>, </a:t>
              </a:r>
              <a:r>
                <a:rPr lang="zh-CN" altLang="en-US" sz="2400" dirty="0">
                  <a:solidFill>
                    <a:srgbClr val="000000"/>
                  </a:solidFill>
                  <a:ea typeface="楷体_GB2312"/>
                  <a:sym typeface="+mn-ea"/>
                </a:rPr>
                <a:t>原方程组无穷多个解，</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6505"/>
                                        </p:tgtEl>
                                        <p:attrNameLst>
                                          <p:attrName>style.visibility</p:attrName>
                                        </p:attrNameLst>
                                      </p:cBhvr>
                                      <p:to>
                                        <p:strVal val="visible"/>
                                      </p:to>
                                    </p:set>
                                    <p:animEffect transition="in" filter="box(in)">
                                      <p:cBhvr>
                                        <p:cTn id="12" dur="500"/>
                                        <p:tgtEl>
                                          <p:spTgt spid="10650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blinds(horizontal)">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12"/>
          <p:cNvSpPr/>
          <p:nvPr/>
        </p:nvSpPr>
        <p:spPr>
          <a:xfrm>
            <a:off x="457200" y="455613"/>
            <a:ext cx="8291513" cy="460375"/>
          </a:xfrm>
          <a:prstGeom prst="rect">
            <a:avLst/>
          </a:prstGeom>
          <a:noFill/>
          <a:ln w="9525">
            <a:noFill/>
          </a:ln>
        </p:spPr>
        <p:txBody>
          <a:bodyPr>
            <a:spAutoFit/>
          </a:bodyPr>
          <a:lstStyle/>
          <a:p>
            <a:pPr marL="342900" indent="-342900">
              <a:spcBef>
                <a:spcPct val="20000"/>
              </a:spcBef>
              <a:buClr>
                <a:srgbClr val="9999CC"/>
              </a:buClr>
              <a:buSzPct val="80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a:t>
            </a:r>
            <a:r>
              <a:rPr lang="zh-CN" altLang="en-US" sz="2400" dirty="0">
                <a:solidFill>
                  <a:srgbClr val="000000"/>
                </a:solidFill>
                <a:ea typeface="楷体_GB2312"/>
                <a:sym typeface="+mn-ea"/>
              </a:rPr>
              <a:t>得方程组的同解方程组为</a:t>
            </a:r>
            <a:endParaRPr lang="zh-CN" altLang="en-US" sz="2400" b="1" baseline="30000" dirty="0">
              <a:solidFill>
                <a:srgbClr val="000000"/>
              </a:solidFill>
              <a:latin typeface="Times New Roman" panose="02020603050405020304" pitchFamily="18" charset="0"/>
              <a:ea typeface="楷体_GB2312"/>
            </a:endParaRPr>
          </a:p>
        </p:txBody>
      </p:sp>
      <p:graphicFrame>
        <p:nvGraphicFramePr>
          <p:cNvPr id="2" name="对象 -2147478647"/>
          <p:cNvGraphicFramePr/>
          <p:nvPr/>
        </p:nvGraphicFramePr>
        <p:xfrm>
          <a:off x="4067810" y="382270"/>
          <a:ext cx="2044065" cy="534035"/>
        </p:xfrm>
        <a:graphic>
          <a:graphicData uri="http://schemas.openxmlformats.org/presentationml/2006/ole">
            <mc:AlternateContent xmlns:mc="http://schemas.openxmlformats.org/markup-compatibility/2006">
              <mc:Choice xmlns:v="urn:schemas-microsoft-com:vml" Requires="v">
                <p:oleObj r:id="rId2" imgW="965200" imgH="228600" progId="Equation.DSMT4">
                  <p:embed/>
                </p:oleObj>
              </mc:Choice>
              <mc:Fallback>
                <p:oleObj r:id="rId2" imgW="965200" imgH="228600" progId="Equation.DSMT4">
                  <p:embed/>
                  <p:pic>
                    <p:nvPicPr>
                      <p:cNvPr id="0" name="图片 3075"/>
                      <p:cNvPicPr/>
                      <p:nvPr/>
                    </p:nvPicPr>
                    <p:blipFill>
                      <a:blip r:embed="rId3"/>
                      <a:stretch>
                        <a:fillRect/>
                      </a:stretch>
                    </p:blipFill>
                    <p:spPr>
                      <a:xfrm>
                        <a:off x="4067810" y="382270"/>
                        <a:ext cx="2044065" cy="534035"/>
                      </a:xfrm>
                      <a:prstGeom prst="rect">
                        <a:avLst/>
                      </a:prstGeom>
                      <a:noFill/>
                      <a:ln w="38100">
                        <a:noFill/>
                        <a:miter/>
                      </a:ln>
                    </p:spPr>
                  </p:pic>
                </p:oleObj>
              </mc:Fallback>
            </mc:AlternateContent>
          </a:graphicData>
        </a:graphic>
      </p:graphicFrame>
      <p:sp>
        <p:nvSpPr>
          <p:cNvPr id="4" name="文本框 3"/>
          <p:cNvSpPr txBox="1"/>
          <p:nvPr/>
        </p:nvSpPr>
        <p:spPr>
          <a:xfrm>
            <a:off x="467360" y="981075"/>
            <a:ext cx="8766810" cy="460375"/>
          </a:xfrm>
          <a:prstGeom prst="rect">
            <a:avLst/>
          </a:prstGeom>
          <a:noFill/>
        </p:spPr>
        <p:txBody>
          <a:bodyPr wrap="square" rtlCol="0" anchor="t">
            <a:spAutoFit/>
          </a:bodyPr>
          <a:lstStyle/>
          <a:p>
            <a:r>
              <a:rPr lang="zh-CN" altLang="en-US" sz="2400" dirty="0">
                <a:solidFill>
                  <a:srgbClr val="000000"/>
                </a:solidFill>
                <a:ea typeface="楷体_GB2312"/>
                <a:sym typeface="+mn-ea"/>
              </a:rPr>
              <a:t>选取自由未知数</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2</a:t>
            </a:r>
            <a:r>
              <a:rPr lang="en-US" altLang="zh-CN" sz="2400" dirty="0">
                <a:solidFill>
                  <a:srgbClr val="FF0000"/>
                </a:solidFill>
                <a:ea typeface="楷体_GB2312"/>
                <a:sym typeface="+mn-ea"/>
              </a:rPr>
              <a:t> ,  </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3</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令</a:t>
            </a:r>
            <a:r>
              <a:rPr lang="en-US" altLang="zh-CN" sz="2400" dirty="0">
                <a:solidFill>
                  <a:srgbClr val="000000"/>
                </a:solidFill>
                <a:ea typeface="楷体_GB2312"/>
                <a:sym typeface="+mn-ea"/>
              </a:rPr>
              <a:t> </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2</a:t>
            </a:r>
            <a:r>
              <a:rPr lang="en-US" altLang="zh-CN" sz="2400" dirty="0">
                <a:solidFill>
                  <a:srgbClr val="FF0000"/>
                </a:solidFill>
                <a:ea typeface="楷体_GB2312"/>
                <a:sym typeface="+mn-ea"/>
              </a:rPr>
              <a:t>=</a:t>
            </a:r>
            <a:r>
              <a:rPr lang="en-US" altLang="zh-CN" sz="2400" i="1" dirty="0">
                <a:solidFill>
                  <a:srgbClr val="FF0000"/>
                </a:solidFill>
                <a:ea typeface="楷体_GB2312"/>
                <a:sym typeface="+mn-ea"/>
              </a:rPr>
              <a:t>c</a:t>
            </a:r>
            <a:r>
              <a:rPr lang="en-US" altLang="zh-CN" sz="2400" baseline="-25000" dirty="0">
                <a:solidFill>
                  <a:srgbClr val="FF0000"/>
                </a:solidFill>
                <a:ea typeface="楷体_GB2312"/>
                <a:sym typeface="+mn-ea"/>
              </a:rPr>
              <a:t>1</a:t>
            </a:r>
            <a:r>
              <a:rPr lang="en-US" altLang="zh-CN" sz="2400" dirty="0">
                <a:solidFill>
                  <a:srgbClr val="FF0000"/>
                </a:solidFill>
                <a:ea typeface="楷体_GB2312"/>
                <a:sym typeface="+mn-ea"/>
              </a:rPr>
              <a:t> ,  </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3</a:t>
            </a:r>
            <a:r>
              <a:rPr lang="en-US" altLang="zh-CN" sz="2400" dirty="0">
                <a:solidFill>
                  <a:srgbClr val="FF0000"/>
                </a:solidFill>
                <a:ea typeface="楷体_GB2312"/>
                <a:sym typeface="+mn-ea"/>
              </a:rPr>
              <a:t>=</a:t>
            </a:r>
            <a:r>
              <a:rPr lang="en-US" altLang="zh-CN" sz="2400" i="1" dirty="0">
                <a:solidFill>
                  <a:srgbClr val="FF0000"/>
                </a:solidFill>
                <a:ea typeface="楷体_GB2312"/>
                <a:sym typeface="+mn-ea"/>
              </a:rPr>
              <a:t>c</a:t>
            </a:r>
            <a:r>
              <a:rPr lang="en-US" altLang="zh-CN" sz="2400" baseline="-25000" dirty="0">
                <a:solidFill>
                  <a:srgbClr val="FF0000"/>
                </a:solidFill>
                <a:ea typeface="楷体_GB2312"/>
                <a:sym typeface="+mn-ea"/>
              </a:rPr>
              <a:t>2</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，得方程组的通解为</a:t>
            </a:r>
            <a:endParaRPr lang="en-US" altLang="zh-CN" sz="2400" dirty="0">
              <a:solidFill>
                <a:srgbClr val="000000"/>
              </a:solidFill>
              <a:latin typeface="Times New Roman" panose="02020603050405020304" pitchFamily="18" charset="0"/>
              <a:ea typeface="楷体_GB2312"/>
              <a:sym typeface="+mn-ea"/>
            </a:endParaRPr>
          </a:p>
        </p:txBody>
      </p:sp>
      <p:graphicFrame>
        <p:nvGraphicFramePr>
          <p:cNvPr id="3" name="对象 -2147478644"/>
          <p:cNvGraphicFramePr/>
          <p:nvPr/>
        </p:nvGraphicFramePr>
        <p:xfrm>
          <a:off x="899795" y="1412875"/>
          <a:ext cx="2343785" cy="1490345"/>
        </p:xfrm>
        <a:graphic>
          <a:graphicData uri="http://schemas.openxmlformats.org/presentationml/2006/ole">
            <mc:AlternateContent xmlns:mc="http://schemas.openxmlformats.org/markup-compatibility/2006">
              <mc:Choice xmlns:v="urn:schemas-microsoft-com:vml" Requires="v">
                <p:oleObj r:id="rId4" imgW="1016000" imgH="711200" progId="Equation.DSMT4">
                  <p:embed/>
                </p:oleObj>
              </mc:Choice>
              <mc:Fallback>
                <p:oleObj r:id="rId4" imgW="1016000" imgH="711200" progId="Equation.DSMT4">
                  <p:embed/>
                  <p:pic>
                    <p:nvPicPr>
                      <p:cNvPr id="0" name="图片 7"/>
                      <p:cNvPicPr/>
                      <p:nvPr/>
                    </p:nvPicPr>
                    <p:blipFill>
                      <a:blip r:embed="rId5"/>
                      <a:stretch>
                        <a:fillRect/>
                      </a:stretch>
                    </p:blipFill>
                    <p:spPr>
                      <a:xfrm>
                        <a:off x="899795" y="1412875"/>
                        <a:ext cx="2343785" cy="1490345"/>
                      </a:xfrm>
                      <a:prstGeom prst="rect">
                        <a:avLst/>
                      </a:prstGeom>
                      <a:noFill/>
                      <a:ln w="38100">
                        <a:noFill/>
                        <a:miter/>
                      </a:ln>
                    </p:spPr>
                  </p:pic>
                </p:oleObj>
              </mc:Fallback>
            </mc:AlternateContent>
          </a:graphicData>
        </a:graphic>
      </p:graphicFrame>
      <p:sp>
        <p:nvSpPr>
          <p:cNvPr id="9" name="文本框 8"/>
          <p:cNvSpPr txBox="1"/>
          <p:nvPr/>
        </p:nvSpPr>
        <p:spPr>
          <a:xfrm>
            <a:off x="3348355" y="1917065"/>
            <a:ext cx="4572000" cy="423545"/>
          </a:xfrm>
          <a:prstGeom prst="rect">
            <a:avLst/>
          </a:prstGeom>
          <a:noFill/>
        </p:spPr>
        <p:txBody>
          <a:bodyPr wrap="square" rtlCol="0" anchor="t">
            <a:spAutoFit/>
          </a:bodyPr>
          <a:lstStyle/>
          <a:p>
            <a:pPr marL="457200" indent="-457200">
              <a:lnSpc>
                <a:spcPct val="90000"/>
              </a:lnSpc>
              <a:spcBef>
                <a:spcPct val="50000"/>
              </a:spcBef>
              <a:buClr>
                <a:srgbClr val="9999CC"/>
              </a:buClr>
              <a:buSzPct val="80000"/>
              <a:buFont typeface="Wingdings" panose="05000000000000000000" pitchFamily="2" charset="2"/>
            </a:pPr>
            <a:r>
              <a:rPr lang="zh-CN" altLang="en-US" sz="2400" dirty="0">
                <a:ea typeface="楷体_GB2312"/>
                <a:sym typeface="+mn-ea"/>
              </a:rPr>
              <a:t>其中</a:t>
            </a:r>
            <a:r>
              <a:rPr lang="en-US" altLang="zh-CN" sz="2400" i="1" dirty="0">
                <a:ea typeface="楷体_GB2312"/>
                <a:sym typeface="+mn-ea"/>
              </a:rPr>
              <a:t>c</a:t>
            </a:r>
            <a:r>
              <a:rPr lang="en-US" altLang="zh-CN" sz="2400" baseline="-25000" dirty="0">
                <a:ea typeface="楷体_GB2312"/>
                <a:sym typeface="+mn-ea"/>
              </a:rPr>
              <a:t>1</a:t>
            </a:r>
            <a:r>
              <a:rPr lang="en-US" altLang="zh-CN" sz="2400" dirty="0">
                <a:ea typeface="楷体_GB2312"/>
                <a:sym typeface="+mn-ea"/>
              </a:rPr>
              <a:t>, </a:t>
            </a:r>
            <a:r>
              <a:rPr lang="en-US" altLang="zh-CN" sz="2400" i="1" dirty="0">
                <a:ea typeface="楷体_GB2312"/>
                <a:sym typeface="+mn-ea"/>
              </a:rPr>
              <a:t>c</a:t>
            </a:r>
            <a:r>
              <a:rPr lang="en-US" altLang="zh-CN" sz="2400" baseline="-25000" dirty="0">
                <a:ea typeface="楷体_GB2312"/>
                <a:sym typeface="+mn-ea"/>
              </a:rPr>
              <a:t>2</a:t>
            </a:r>
            <a:r>
              <a:rPr lang="zh-CN" altLang="en-US" sz="2400" dirty="0">
                <a:ea typeface="楷体_GB2312"/>
                <a:sym typeface="+mn-ea"/>
              </a:rPr>
              <a:t>任意常数</a:t>
            </a:r>
            <a:r>
              <a:rPr lang="zh-CN" altLang="en-US" sz="2400" dirty="0">
                <a:solidFill>
                  <a:srgbClr val="000000"/>
                </a:solidFill>
                <a:ea typeface="楷体_GB2312"/>
                <a:sym typeface="+mn-ea"/>
              </a:rPr>
              <a:t>．</a:t>
            </a:r>
            <a:endParaRPr lang="zh-CN" altLang="en-US" sz="2400" dirty="0">
              <a:solidFill>
                <a:srgbClr val="000000"/>
              </a:solidFill>
              <a:latin typeface="Times New Roman" panose="02020603050405020304" pitchFamily="18" charset="0"/>
              <a:ea typeface="楷体_GB2312"/>
            </a:endParaRPr>
          </a:p>
        </p:txBody>
      </p:sp>
      <p:sp>
        <p:nvSpPr>
          <p:cNvPr id="10" name="Rectangle 12"/>
          <p:cNvSpPr/>
          <p:nvPr/>
        </p:nvSpPr>
        <p:spPr>
          <a:xfrm>
            <a:off x="539750" y="2996883"/>
            <a:ext cx="8291513" cy="460375"/>
          </a:xfrm>
          <a:prstGeom prst="rect">
            <a:avLst/>
          </a:prstGeom>
          <a:noFill/>
          <a:ln w="9525">
            <a:noFill/>
          </a:ln>
        </p:spPr>
        <p:txBody>
          <a:bodyPr>
            <a:spAutoFit/>
          </a:bodyPr>
          <a:lstStyle/>
          <a:p>
            <a:pPr marL="342900" indent="-342900">
              <a:spcBef>
                <a:spcPct val="20000"/>
              </a:spcBef>
              <a:buClr>
                <a:srgbClr val="9999CC"/>
              </a:buClr>
              <a:buSzPct val="80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方程通解的向量形式为</a:t>
            </a:r>
            <a:endParaRPr lang="zh-CN" altLang="en-US" sz="2400" b="1" baseline="30000" dirty="0">
              <a:solidFill>
                <a:srgbClr val="000000"/>
              </a:solidFill>
              <a:latin typeface="Times New Roman" panose="02020603050405020304" pitchFamily="18" charset="0"/>
              <a:ea typeface="楷体_GB2312"/>
            </a:endParaRPr>
          </a:p>
        </p:txBody>
      </p:sp>
      <p:graphicFrame>
        <p:nvGraphicFramePr>
          <p:cNvPr id="11" name="Object 16"/>
          <p:cNvGraphicFramePr>
            <a:graphicFrameLocks noChangeAspect="1"/>
          </p:cNvGraphicFramePr>
          <p:nvPr/>
        </p:nvGraphicFramePr>
        <p:xfrm>
          <a:off x="2227581" y="3500756"/>
          <a:ext cx="4504055" cy="1424940"/>
        </p:xfrm>
        <a:graphic>
          <a:graphicData uri="http://schemas.openxmlformats.org/presentationml/2006/ole">
            <mc:AlternateContent xmlns:mc="http://schemas.openxmlformats.org/markup-compatibility/2006">
              <mc:Choice xmlns:v="urn:schemas-microsoft-com:vml" Requires="v">
                <p:oleObj r:id="rId6" imgW="2120900" imgH="711200" progId="Equation.DSMT4">
                  <p:embed/>
                </p:oleObj>
              </mc:Choice>
              <mc:Fallback>
                <p:oleObj r:id="rId6" imgW="2120900" imgH="711200" progId="Equation.DSMT4">
                  <p:embed/>
                  <p:pic>
                    <p:nvPicPr>
                      <p:cNvPr id="0" name="图片 4385"/>
                      <p:cNvPicPr/>
                      <p:nvPr/>
                    </p:nvPicPr>
                    <p:blipFill>
                      <a:blip r:embed="rId7"/>
                      <a:stretch>
                        <a:fillRect/>
                      </a:stretch>
                    </p:blipFill>
                    <p:spPr>
                      <a:xfrm>
                        <a:off x="2227581" y="3500756"/>
                        <a:ext cx="4504055" cy="142494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97378"/>
                                        </p:tgtEl>
                                        <p:attrNameLst>
                                          <p:attrName>style.visibility</p:attrName>
                                        </p:attrNameLst>
                                      </p:cBhvr>
                                      <p:to>
                                        <p:strVal val="visible"/>
                                      </p:to>
                                    </p:set>
                                    <p:animEffect transition="in" filter="wipe(down)">
                                      <p:cBhvr>
                                        <p:cTn id="7" dur="500"/>
                                        <p:tgtEl>
                                          <p:spTgt spid="99737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down)">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box(in)">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7378" grpId="0"/>
      <p:bldP spid="4" grpId="0"/>
      <p:bldP spid="9" grpId="0"/>
      <p:bldP spid="10"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79705" y="632460"/>
            <a:ext cx="3392170" cy="460375"/>
          </a:xfrm>
          <a:prstGeom prst="rect">
            <a:avLst/>
          </a:prstGeom>
          <a:noFill/>
        </p:spPr>
        <p:txBody>
          <a:bodyPr wrap="square" rtlCol="0" anchor="t">
            <a:spAutoFit/>
          </a:bodyPr>
          <a:lstStyle/>
          <a:p>
            <a:r>
              <a:rPr lang="zh-CN" altLang="en-US" sz="2400" dirty="0">
                <a:solidFill>
                  <a:srgbClr val="000000"/>
                </a:solidFill>
                <a:latin typeface="Times New Roman" panose="02020603050405020304" pitchFamily="18" charset="0"/>
                <a:ea typeface="楷体_GB2312"/>
                <a:sym typeface="+mn-ea"/>
              </a:rPr>
              <a:t>求系数矩阵的行列式，</a:t>
            </a:r>
          </a:p>
        </p:txBody>
      </p:sp>
      <p:sp>
        <p:nvSpPr>
          <p:cNvPr id="2" name="文本框 1"/>
          <p:cNvSpPr txBox="1"/>
          <p:nvPr/>
        </p:nvSpPr>
        <p:spPr>
          <a:xfrm>
            <a:off x="179070" y="98425"/>
            <a:ext cx="2277745" cy="521970"/>
          </a:xfrm>
          <a:prstGeom prst="rect">
            <a:avLst/>
          </a:prstGeom>
          <a:noFill/>
        </p:spPr>
        <p:txBody>
          <a:bodyPr wrap="square" rtlCol="0">
            <a:spAutoFit/>
          </a:bodyPr>
          <a:lstStyle/>
          <a:p>
            <a:r>
              <a:rPr lang="zh-CN" altLang="en-US">
                <a:solidFill>
                  <a:srgbClr val="FF0000"/>
                </a:solidFill>
              </a:rPr>
              <a:t>方法二：</a:t>
            </a:r>
          </a:p>
        </p:txBody>
      </p:sp>
      <p:graphicFrame>
        <p:nvGraphicFramePr>
          <p:cNvPr id="3" name="对象 -2147478636"/>
          <p:cNvGraphicFramePr>
            <a:graphicFrameLocks noChangeAspect="1"/>
          </p:cNvGraphicFramePr>
          <p:nvPr/>
        </p:nvGraphicFramePr>
        <p:xfrm>
          <a:off x="467995" y="1124585"/>
          <a:ext cx="7442835" cy="1899285"/>
        </p:xfrm>
        <a:graphic>
          <a:graphicData uri="http://schemas.openxmlformats.org/presentationml/2006/ole">
            <mc:AlternateContent xmlns:mc="http://schemas.openxmlformats.org/markup-compatibility/2006">
              <mc:Choice xmlns:v="urn:schemas-microsoft-com:vml" Requires="v">
                <p:oleObj r:id="rId2" imgW="3683000" imgH="939800" progId="Equation.DSMT4">
                  <p:embed/>
                </p:oleObj>
              </mc:Choice>
              <mc:Fallback>
                <p:oleObj r:id="rId2" imgW="3683000" imgH="939800" progId="Equation.DSMT4">
                  <p:embed/>
                  <p:pic>
                    <p:nvPicPr>
                      <p:cNvPr id="0" name="图片 19"/>
                      <p:cNvPicPr/>
                      <p:nvPr/>
                    </p:nvPicPr>
                    <p:blipFill>
                      <a:blip r:embed="rId3"/>
                      <a:stretch>
                        <a:fillRect/>
                      </a:stretch>
                    </p:blipFill>
                    <p:spPr>
                      <a:xfrm>
                        <a:off x="467995" y="1124585"/>
                        <a:ext cx="7442835" cy="1899285"/>
                      </a:xfrm>
                      <a:prstGeom prst="rect">
                        <a:avLst/>
                      </a:prstGeom>
                      <a:noFill/>
                      <a:ln w="38100">
                        <a:noFill/>
                        <a:miter/>
                      </a:ln>
                    </p:spPr>
                  </p:pic>
                </p:oleObj>
              </mc:Fallback>
            </mc:AlternateContent>
          </a:graphicData>
        </a:graphic>
      </p:graphicFrame>
      <p:grpSp>
        <p:nvGrpSpPr>
          <p:cNvPr id="21" name="组合 20"/>
          <p:cNvGrpSpPr/>
          <p:nvPr/>
        </p:nvGrpSpPr>
        <p:grpSpPr>
          <a:xfrm>
            <a:off x="395605" y="3140829"/>
            <a:ext cx="8261954" cy="953127"/>
            <a:chOff x="283" y="4725"/>
            <a:chExt cx="13679" cy="1693"/>
          </a:xfrm>
        </p:grpSpPr>
        <p:sp>
          <p:nvSpPr>
            <p:cNvPr id="22" name="文本框 21"/>
            <p:cNvSpPr txBox="1"/>
            <p:nvPr/>
          </p:nvSpPr>
          <p:spPr>
            <a:xfrm>
              <a:off x="283" y="4725"/>
              <a:ext cx="13679" cy="1693"/>
            </a:xfrm>
            <a:prstGeom prst="rect">
              <a:avLst/>
            </a:prstGeom>
            <a:noFill/>
          </p:spPr>
          <p:txBody>
            <a:bodyPr wrap="square" rtlCol="0" anchor="t">
              <a:spAutoFit/>
            </a:bodyPr>
            <a:lstStyle/>
            <a:p>
              <a:r>
                <a:rPr lang="zh-CN" altLang="en-US" dirty="0">
                  <a:sym typeface="+mn-ea"/>
                </a:rPr>
                <a:t>（</a:t>
              </a:r>
              <a:r>
                <a:rPr lang="en-US" altLang="zh-CN" dirty="0">
                  <a:sym typeface="+mn-ea"/>
                </a:rPr>
                <a:t>1</a:t>
              </a:r>
              <a:r>
                <a:rPr lang="zh-CN" altLang="en-US" dirty="0">
                  <a:sym typeface="+mn-ea"/>
                </a:rPr>
                <a:t>）当</a:t>
              </a:r>
              <a:r>
                <a:rPr lang="en-US" altLang="zh-CN" dirty="0">
                  <a:sym typeface="+mn-ea"/>
                </a:rPr>
                <a:t>             </a:t>
              </a:r>
              <a:r>
                <a:rPr lang="zh-CN" altLang="en-US" dirty="0">
                  <a:sym typeface="+mn-ea"/>
                </a:rPr>
                <a:t>且</a:t>
              </a:r>
              <a:r>
                <a:rPr lang="en-US" altLang="zh-CN" dirty="0">
                  <a:sym typeface="+mn-ea"/>
                </a:rPr>
                <a:t>         </a:t>
              </a:r>
              <a:r>
                <a:rPr lang="zh-CN" altLang="en-US" dirty="0">
                  <a:sym typeface="+mn-ea"/>
                </a:rPr>
                <a:t>时，</a:t>
              </a:r>
              <a:r>
                <a:rPr lang="en-US" altLang="zh-CN" dirty="0">
                  <a:sym typeface="+mn-ea"/>
                </a:rPr>
                <a:t>                                </a:t>
              </a:r>
              <a:r>
                <a:rPr lang="zh-CN" altLang="en-US">
                  <a:solidFill>
                    <a:srgbClr val="000000"/>
                  </a:solidFill>
                  <a:latin typeface="Calibri" panose="020F0502020204030204"/>
                  <a:sym typeface="+mn-ea"/>
                </a:rPr>
                <a:t>故方程组有唯一解，</a:t>
              </a:r>
              <a:r>
                <a:rPr lang="zh-CN" altLang="en-US" dirty="0">
                  <a:solidFill>
                    <a:srgbClr val="000000"/>
                  </a:solidFill>
                  <a:latin typeface="Calibri" panose="020F0502020204030204"/>
                  <a:ea typeface="宋体" panose="02010600030101010101" pitchFamily="2" charset="-122"/>
                  <a:sym typeface="+mn-ea"/>
                </a:rPr>
                <a:t>由克拉姆法则求得原方程组的解为</a:t>
              </a:r>
            </a:p>
          </p:txBody>
        </p:sp>
        <p:graphicFrame>
          <p:nvGraphicFramePr>
            <p:cNvPr id="23" name="对象 -2147478658"/>
            <p:cNvGraphicFramePr>
              <a:graphicFrameLocks noChangeAspect="1"/>
            </p:cNvGraphicFramePr>
            <p:nvPr/>
          </p:nvGraphicFramePr>
          <p:xfrm>
            <a:off x="2430" y="4892"/>
            <a:ext cx="1886" cy="729"/>
          </p:xfrm>
          <a:graphic>
            <a:graphicData uri="http://schemas.openxmlformats.org/presentationml/2006/ole">
              <mc:AlternateContent xmlns:mc="http://schemas.openxmlformats.org/markup-compatibility/2006">
                <mc:Choice xmlns:v="urn:schemas-microsoft-com:vml" Requires="v">
                  <p:oleObj r:id="rId4" imgW="457200" imgH="177165" progId="Equation.DSMT4">
                    <p:embed/>
                  </p:oleObj>
                </mc:Choice>
                <mc:Fallback>
                  <p:oleObj r:id="rId4" imgW="457200" imgH="177165" progId="Equation.DSMT4">
                    <p:embed/>
                    <p:pic>
                      <p:nvPicPr>
                        <p:cNvPr id="0" name="图片 4"/>
                        <p:cNvPicPr/>
                        <p:nvPr/>
                      </p:nvPicPr>
                      <p:blipFill>
                        <a:blip r:embed="rId5"/>
                        <a:stretch>
                          <a:fillRect/>
                        </a:stretch>
                      </p:blipFill>
                      <p:spPr>
                        <a:xfrm>
                          <a:off x="2430" y="4892"/>
                          <a:ext cx="1886" cy="729"/>
                        </a:xfrm>
                        <a:prstGeom prst="rect">
                          <a:avLst/>
                        </a:prstGeom>
                        <a:noFill/>
                        <a:ln w="38100">
                          <a:noFill/>
                          <a:miter/>
                        </a:ln>
                      </p:spPr>
                    </p:pic>
                  </p:oleObj>
                </mc:Fallback>
              </mc:AlternateContent>
            </a:graphicData>
          </a:graphic>
        </p:graphicFrame>
        <p:graphicFrame>
          <p:nvGraphicFramePr>
            <p:cNvPr id="25" name="对象 -2147478657"/>
            <p:cNvGraphicFramePr>
              <a:graphicFrameLocks noChangeAspect="1"/>
            </p:cNvGraphicFramePr>
            <p:nvPr/>
          </p:nvGraphicFramePr>
          <p:xfrm>
            <a:off x="4933" y="4891"/>
            <a:ext cx="1403" cy="723"/>
          </p:xfrm>
          <a:graphic>
            <a:graphicData uri="http://schemas.openxmlformats.org/presentationml/2006/ole">
              <mc:AlternateContent xmlns:mc="http://schemas.openxmlformats.org/markup-compatibility/2006">
                <mc:Choice xmlns:v="urn:schemas-microsoft-com:vml" Requires="v">
                  <p:oleObj r:id="rId6" imgW="342900" imgH="177165" progId="Equation.DSMT4">
                    <p:embed/>
                  </p:oleObj>
                </mc:Choice>
                <mc:Fallback>
                  <p:oleObj r:id="rId6" imgW="342900" imgH="177165" progId="Equation.DSMT4">
                    <p:embed/>
                    <p:pic>
                      <p:nvPicPr>
                        <p:cNvPr id="0" name="图片 5"/>
                        <p:cNvPicPr/>
                        <p:nvPr/>
                      </p:nvPicPr>
                      <p:blipFill>
                        <a:blip r:embed="rId7"/>
                        <a:stretch>
                          <a:fillRect/>
                        </a:stretch>
                      </p:blipFill>
                      <p:spPr>
                        <a:xfrm>
                          <a:off x="4933" y="4891"/>
                          <a:ext cx="1403" cy="723"/>
                        </a:xfrm>
                        <a:prstGeom prst="rect">
                          <a:avLst/>
                        </a:prstGeom>
                        <a:noFill/>
                        <a:ln w="38100">
                          <a:noFill/>
                          <a:miter/>
                        </a:ln>
                      </p:spPr>
                    </p:pic>
                  </p:oleObj>
                </mc:Fallback>
              </mc:AlternateContent>
            </a:graphicData>
          </a:graphic>
        </p:graphicFrame>
        <p:graphicFrame>
          <p:nvGraphicFramePr>
            <p:cNvPr id="27" name="对象 -2147478835"/>
            <p:cNvGraphicFramePr/>
            <p:nvPr/>
          </p:nvGraphicFramePr>
          <p:xfrm>
            <a:off x="7317" y="4725"/>
            <a:ext cx="4798" cy="778"/>
          </p:xfrm>
          <a:graphic>
            <a:graphicData uri="http://schemas.openxmlformats.org/presentationml/2006/ole">
              <mc:AlternateContent xmlns:mc="http://schemas.openxmlformats.org/markup-compatibility/2006">
                <mc:Choice xmlns:v="urn:schemas-microsoft-com:vml" Requires="v">
                  <p:oleObj r:id="rId8" imgW="1498600" imgH="228600" progId="Equation.DSMT4">
                    <p:embed/>
                  </p:oleObj>
                </mc:Choice>
                <mc:Fallback>
                  <p:oleObj r:id="rId8" imgW="1498600" imgH="228600" progId="Equation.DSMT4">
                    <p:embed/>
                    <p:pic>
                      <p:nvPicPr>
                        <p:cNvPr id="0" name="图片 3075"/>
                        <p:cNvPicPr/>
                        <p:nvPr/>
                      </p:nvPicPr>
                      <p:blipFill>
                        <a:blip r:embed="rId9"/>
                        <a:stretch>
                          <a:fillRect/>
                        </a:stretch>
                      </p:blipFill>
                      <p:spPr>
                        <a:xfrm>
                          <a:off x="7317" y="4725"/>
                          <a:ext cx="4798" cy="778"/>
                        </a:xfrm>
                        <a:prstGeom prst="rect">
                          <a:avLst/>
                        </a:prstGeom>
                        <a:noFill/>
                        <a:ln w="38100">
                          <a:noFill/>
                          <a:miter/>
                        </a:ln>
                      </p:spPr>
                    </p:pic>
                  </p:oleObj>
                </mc:Fallback>
              </mc:AlternateContent>
            </a:graphicData>
          </a:graphic>
        </p:graphicFrame>
      </p:grpSp>
      <p:graphicFrame>
        <p:nvGraphicFramePr>
          <p:cNvPr id="29" name="Object 9"/>
          <p:cNvGraphicFramePr>
            <a:graphicFrameLocks noChangeAspect="1"/>
          </p:cNvGraphicFramePr>
          <p:nvPr/>
        </p:nvGraphicFramePr>
        <p:xfrm>
          <a:off x="3204210" y="4027170"/>
          <a:ext cx="1671320" cy="2317750"/>
        </p:xfrm>
        <a:graphic>
          <a:graphicData uri="http://schemas.openxmlformats.org/presentationml/2006/ole">
            <mc:AlternateContent xmlns:mc="http://schemas.openxmlformats.org/markup-compatibility/2006">
              <mc:Choice xmlns:v="urn:schemas-microsoft-com:vml" Requires="v">
                <p:oleObj r:id="rId10" imgW="914400" imgH="1270000" progId="Equation.DSMT4">
                  <p:embed/>
                </p:oleObj>
              </mc:Choice>
              <mc:Fallback>
                <p:oleObj r:id="rId10" imgW="914400" imgH="1270000" progId="Equation.DSMT4">
                  <p:embed/>
                  <p:pic>
                    <p:nvPicPr>
                      <p:cNvPr id="0" name="图片 4382"/>
                      <p:cNvPicPr/>
                      <p:nvPr/>
                    </p:nvPicPr>
                    <p:blipFill>
                      <a:blip r:embed="rId11"/>
                      <a:stretch>
                        <a:fillRect/>
                      </a:stretch>
                    </p:blipFill>
                    <p:spPr>
                      <a:xfrm>
                        <a:off x="3204210" y="4027170"/>
                        <a:ext cx="1671320" cy="23177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down)">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box(in)">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1043305" y="1412240"/>
            <a:ext cx="7324725" cy="1493520"/>
            <a:chOff x="736" y="3358"/>
            <a:chExt cx="11535" cy="2352"/>
          </a:xfrm>
        </p:grpSpPr>
        <p:sp>
          <p:nvSpPr>
            <p:cNvPr id="97283" name="Rectangle 3"/>
            <p:cNvSpPr/>
            <p:nvPr>
              <p:custDataLst>
                <p:tags r:id="rId12"/>
              </p:custDataLst>
            </p:nvPr>
          </p:nvSpPr>
          <p:spPr>
            <a:xfrm>
              <a:off x="736" y="4152"/>
              <a:ext cx="11535" cy="909"/>
            </a:xfrm>
            <a:prstGeom prst="rect">
              <a:avLst/>
            </a:prstGeom>
            <a:noFill/>
            <a:ln w="9525">
              <a:noFill/>
            </a:ln>
          </p:spPr>
          <p:txBody>
            <a:bodyPr wrap="square">
              <a:noAutofit/>
            </a:bodyPr>
            <a:lstStyle/>
            <a:p>
              <a:pPr algn="l"/>
              <a:r>
                <a:rPr lang="zh-CN" altLang="en-US" sz="2400" b="1" dirty="0">
                  <a:solidFill>
                    <a:srgbClr val="000000"/>
                  </a:solidFill>
                  <a:latin typeface="Times New Roman" panose="02020603050405020304" pitchFamily="18" charset="0"/>
                  <a:ea typeface="楷体_GB2312"/>
                </a:rPr>
                <a:t>（</a:t>
              </a:r>
              <a:r>
                <a:rPr lang="en-US" altLang="zh-CN" sz="2400" b="1" dirty="0">
                  <a:solidFill>
                    <a:srgbClr val="000000"/>
                  </a:solidFill>
                  <a:latin typeface="Times New Roman" panose="02020603050405020304" pitchFamily="18" charset="0"/>
                  <a:ea typeface="楷体_GB2312"/>
                </a:rPr>
                <a:t>a</a:t>
              </a:r>
              <a:r>
                <a:rPr lang="zh-CN" altLang="en-US" sz="2400" b="1" dirty="0">
                  <a:solidFill>
                    <a:srgbClr val="000000"/>
                  </a:solidFill>
                  <a:latin typeface="Times New Roman" panose="02020603050405020304" pitchFamily="18" charset="0"/>
                  <a:ea typeface="楷体_GB2312"/>
                </a:rPr>
                <a:t>）当</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时，</a:t>
              </a:r>
              <a:r>
                <a:rPr lang="en-US" altLang="zh-CN" sz="2400" b="1" dirty="0">
                  <a:solidFill>
                    <a:srgbClr val="000000"/>
                  </a:solidFill>
                  <a:latin typeface="Times New Roman" panose="02020603050405020304" pitchFamily="18" charset="0"/>
                  <a:ea typeface="楷体_GB2312"/>
                </a:rPr>
                <a:t>                                              </a:t>
              </a:r>
              <a:r>
                <a:rPr lang="zh-CN" altLang="en-US" sz="2400" dirty="0">
                  <a:solidFill>
                    <a:srgbClr val="000000"/>
                  </a:solidFill>
                  <a:ea typeface="楷体_GB2312"/>
                  <a:sym typeface="+mn-ea"/>
                </a:rPr>
                <a:t>所以</a:t>
              </a:r>
              <a:r>
                <a:rPr lang="en-US" altLang="zh-CN" sz="2400" dirty="0">
                  <a:solidFill>
                    <a:srgbClr val="000000"/>
                  </a:solidFill>
                  <a:ea typeface="楷体_GB2312"/>
                  <a:sym typeface="+mn-ea"/>
                </a:rPr>
                <a:t>                   </a:t>
              </a:r>
              <a:r>
                <a:rPr lang="en-US" altLang="zh-CN" sz="2400" b="1" dirty="0">
                  <a:solidFill>
                    <a:srgbClr val="000000"/>
                  </a:solidFill>
                  <a:latin typeface="Times New Roman" panose="02020603050405020304" pitchFamily="18" charset="0"/>
                  <a:ea typeface="楷体_GB2312"/>
                </a:rPr>
                <a:t> </a:t>
              </a:r>
              <a:endParaRPr lang="zh-CN" altLang="en-US" sz="2400" b="1" dirty="0">
                <a:solidFill>
                  <a:srgbClr val="000000"/>
                </a:solidFill>
                <a:latin typeface="Times New Roman" panose="02020603050405020304" pitchFamily="18" charset="0"/>
                <a:ea typeface="楷体_GB2312"/>
              </a:endParaRPr>
            </a:p>
            <a:p>
              <a:pPr algn="l"/>
              <a:endParaRPr lang="zh-CN" altLang="en-US" sz="2400" b="1" dirty="0">
                <a:solidFill>
                  <a:srgbClr val="000000"/>
                </a:solidFill>
                <a:latin typeface="Times New Roman" panose="02020603050405020304" pitchFamily="18" charset="0"/>
                <a:ea typeface="楷体_GB2312"/>
              </a:endParaRPr>
            </a:p>
            <a:p>
              <a:pPr algn="l"/>
              <a:endParaRPr lang="zh-CN" altLang="en-US" sz="2400" b="1" dirty="0">
                <a:solidFill>
                  <a:srgbClr val="000000"/>
                </a:solidFill>
                <a:latin typeface="Times New Roman" panose="02020603050405020304" pitchFamily="18" charset="0"/>
                <a:ea typeface="楷体_GB2312"/>
              </a:endParaRPr>
            </a:p>
            <a:p>
              <a:pPr algn="l"/>
              <a:endParaRPr lang="zh-CN" altLang="en-US" sz="2400" b="1" dirty="0">
                <a:solidFill>
                  <a:srgbClr val="000000"/>
                </a:solidFill>
                <a:latin typeface="Times New Roman" panose="02020603050405020304" pitchFamily="18" charset="0"/>
                <a:ea typeface="楷体_GB2312"/>
              </a:endParaRPr>
            </a:p>
          </p:txBody>
        </p:sp>
        <p:graphicFrame>
          <p:nvGraphicFramePr>
            <p:cNvPr id="2" name="对象 -2147478653"/>
            <p:cNvGraphicFramePr>
              <a:graphicFrameLocks noChangeAspect="1"/>
            </p:cNvGraphicFramePr>
            <p:nvPr>
              <p:custDataLst>
                <p:tags r:id="rId13"/>
              </p:custDataLst>
            </p:nvPr>
          </p:nvGraphicFramePr>
          <p:xfrm>
            <a:off x="2664" y="4152"/>
            <a:ext cx="1535" cy="594"/>
          </p:xfrm>
          <a:graphic>
            <a:graphicData uri="http://schemas.openxmlformats.org/presentationml/2006/ole">
              <mc:AlternateContent xmlns:mc="http://schemas.openxmlformats.org/markup-compatibility/2006">
                <mc:Choice xmlns:v="urn:schemas-microsoft-com:vml" Requires="v">
                  <p:oleObj r:id="rId16" imgW="457200" imgH="177165" progId="Equation.DSMT4">
                    <p:embed/>
                  </p:oleObj>
                </mc:Choice>
                <mc:Fallback>
                  <p:oleObj r:id="rId16" imgW="457200" imgH="177165" progId="Equation.DSMT4">
                    <p:embed/>
                    <p:pic>
                      <p:nvPicPr>
                        <p:cNvPr id="0" name="图片 7"/>
                        <p:cNvPicPr/>
                        <p:nvPr/>
                      </p:nvPicPr>
                      <p:blipFill>
                        <a:blip r:embed="rId17"/>
                        <a:stretch>
                          <a:fillRect/>
                        </a:stretch>
                      </p:blipFill>
                      <p:spPr>
                        <a:xfrm>
                          <a:off x="2664" y="4152"/>
                          <a:ext cx="1535" cy="594"/>
                        </a:xfrm>
                        <a:prstGeom prst="rect">
                          <a:avLst/>
                        </a:prstGeom>
                        <a:noFill/>
                        <a:ln w="38100">
                          <a:noFill/>
                          <a:miter/>
                        </a:ln>
                      </p:spPr>
                    </p:pic>
                  </p:oleObj>
                </mc:Fallback>
              </mc:AlternateContent>
            </a:graphicData>
          </a:graphic>
        </p:graphicFrame>
        <p:graphicFrame>
          <p:nvGraphicFramePr>
            <p:cNvPr id="3" name="对象 -2147478652"/>
            <p:cNvGraphicFramePr>
              <a:graphicFrameLocks noChangeAspect="1"/>
            </p:cNvGraphicFramePr>
            <p:nvPr>
              <p:custDataLst>
                <p:tags r:id="rId14"/>
              </p:custDataLst>
            </p:nvPr>
          </p:nvGraphicFramePr>
          <p:xfrm>
            <a:off x="5445" y="3358"/>
            <a:ext cx="4965" cy="2352"/>
          </p:xfrm>
          <a:graphic>
            <a:graphicData uri="http://schemas.openxmlformats.org/presentationml/2006/ole">
              <mc:AlternateContent xmlns:mc="http://schemas.openxmlformats.org/markup-compatibility/2006">
                <mc:Choice xmlns:v="urn:schemas-microsoft-com:vml" Requires="v">
                  <p:oleObj r:id="rId18" imgW="1498600" imgH="711200" progId="Equation.DSMT4">
                    <p:embed/>
                  </p:oleObj>
                </mc:Choice>
                <mc:Fallback>
                  <p:oleObj r:id="rId18" imgW="1498600" imgH="711200" progId="Equation.DSMT4">
                    <p:embed/>
                    <p:pic>
                      <p:nvPicPr>
                        <p:cNvPr id="0" name="图片 8"/>
                        <p:cNvPicPr/>
                        <p:nvPr/>
                      </p:nvPicPr>
                      <p:blipFill>
                        <a:blip r:embed="rId19"/>
                        <a:stretch>
                          <a:fillRect/>
                        </a:stretch>
                      </p:blipFill>
                      <p:spPr>
                        <a:xfrm>
                          <a:off x="5445" y="3358"/>
                          <a:ext cx="4965" cy="2352"/>
                        </a:xfrm>
                        <a:prstGeom prst="rect">
                          <a:avLst/>
                        </a:prstGeom>
                        <a:noFill/>
                        <a:ln w="38100">
                          <a:noFill/>
                          <a:miter/>
                        </a:ln>
                      </p:spPr>
                    </p:pic>
                  </p:oleObj>
                </mc:Fallback>
              </mc:AlternateContent>
            </a:graphicData>
          </a:graphic>
        </p:graphicFrame>
      </p:grpSp>
      <p:grpSp>
        <p:nvGrpSpPr>
          <p:cNvPr id="13" name="组合 12"/>
          <p:cNvGrpSpPr/>
          <p:nvPr>
            <p:custDataLst>
              <p:tags r:id="rId2"/>
            </p:custDataLst>
          </p:nvPr>
        </p:nvGrpSpPr>
        <p:grpSpPr>
          <a:xfrm>
            <a:off x="1259840" y="3052445"/>
            <a:ext cx="5559425" cy="518160"/>
            <a:chOff x="1530" y="6193"/>
            <a:chExt cx="8755" cy="816"/>
          </a:xfrm>
        </p:grpSpPr>
        <p:graphicFrame>
          <p:nvGraphicFramePr>
            <p:cNvPr id="5" name="对象 -2147478651"/>
            <p:cNvGraphicFramePr>
              <a:graphicFrameLocks noChangeAspect="1"/>
            </p:cNvGraphicFramePr>
            <p:nvPr>
              <p:custDataLst>
                <p:tags r:id="rId10"/>
              </p:custDataLst>
            </p:nvPr>
          </p:nvGraphicFramePr>
          <p:xfrm>
            <a:off x="1530" y="6193"/>
            <a:ext cx="4430" cy="780"/>
          </p:xfrm>
          <a:graphic>
            <a:graphicData uri="http://schemas.openxmlformats.org/presentationml/2006/ole">
              <mc:AlternateContent xmlns:mc="http://schemas.openxmlformats.org/markup-compatibility/2006">
                <mc:Choice xmlns:v="urn:schemas-microsoft-com:vml" Requires="v">
                  <p:oleObj r:id="rId20" imgW="1295400" imgH="228600" progId="Equation.DSMT4">
                    <p:embed/>
                  </p:oleObj>
                </mc:Choice>
                <mc:Fallback>
                  <p:oleObj r:id="rId20" imgW="1295400" imgH="228600" progId="Equation.DSMT4">
                    <p:embed/>
                    <p:pic>
                      <p:nvPicPr>
                        <p:cNvPr id="0" name="图片 9"/>
                        <p:cNvPicPr/>
                        <p:nvPr/>
                      </p:nvPicPr>
                      <p:blipFill>
                        <a:blip r:embed="rId21"/>
                        <a:stretch>
                          <a:fillRect/>
                        </a:stretch>
                      </p:blipFill>
                      <p:spPr>
                        <a:xfrm>
                          <a:off x="1530" y="6193"/>
                          <a:ext cx="4430" cy="780"/>
                        </a:xfrm>
                        <a:prstGeom prst="rect">
                          <a:avLst/>
                        </a:prstGeom>
                        <a:noFill/>
                        <a:ln w="38100">
                          <a:noFill/>
                          <a:miter/>
                        </a:ln>
                      </p:spPr>
                    </p:pic>
                  </p:oleObj>
                </mc:Fallback>
              </mc:AlternateContent>
            </a:graphicData>
          </a:graphic>
        </p:graphicFrame>
        <p:sp>
          <p:nvSpPr>
            <p:cNvPr id="11" name="文本框 10"/>
            <p:cNvSpPr txBox="1"/>
            <p:nvPr>
              <p:custDataLst>
                <p:tags r:id="rId11"/>
              </p:custDataLst>
            </p:nvPr>
          </p:nvSpPr>
          <p:spPr>
            <a:xfrm>
              <a:off x="6179" y="6285"/>
              <a:ext cx="4107" cy="725"/>
            </a:xfrm>
            <a:prstGeom prst="rect">
              <a:avLst/>
            </a:prstGeom>
            <a:noFill/>
          </p:spPr>
          <p:txBody>
            <a:bodyPr wrap="square" rtlCol="0" anchor="t">
              <a:spAutoFit/>
            </a:bodyPr>
            <a:lstStyle/>
            <a:p>
              <a:pPr algn="l"/>
              <a:r>
                <a:rPr lang="en-US" altLang="zh-CN" sz="2400" dirty="0">
                  <a:solidFill>
                    <a:srgbClr val="000000"/>
                  </a:solidFill>
                  <a:ea typeface="楷体_GB2312"/>
                  <a:sym typeface="+mn-ea"/>
                </a:rPr>
                <a:t>, </a:t>
              </a:r>
              <a:r>
                <a:rPr lang="zh-CN" altLang="en-US" sz="2400" dirty="0">
                  <a:solidFill>
                    <a:srgbClr val="000000"/>
                  </a:solidFill>
                  <a:ea typeface="楷体_GB2312"/>
                  <a:sym typeface="+mn-ea"/>
                </a:rPr>
                <a:t>原方程组无解；</a:t>
              </a:r>
            </a:p>
          </p:txBody>
        </p:sp>
      </p:grpSp>
      <p:grpSp>
        <p:nvGrpSpPr>
          <p:cNvPr id="14" name="组合 13"/>
          <p:cNvGrpSpPr/>
          <p:nvPr>
            <p:custDataLst>
              <p:tags r:id="rId3"/>
            </p:custDataLst>
          </p:nvPr>
        </p:nvGrpSpPr>
        <p:grpSpPr>
          <a:xfrm>
            <a:off x="1043305" y="3716655"/>
            <a:ext cx="7324725" cy="1493520"/>
            <a:chOff x="736" y="3358"/>
            <a:chExt cx="11535" cy="2352"/>
          </a:xfrm>
        </p:grpSpPr>
        <p:sp>
          <p:nvSpPr>
            <p:cNvPr id="15" name="Rectangle 3"/>
            <p:cNvSpPr/>
            <p:nvPr>
              <p:custDataLst>
                <p:tags r:id="rId7"/>
              </p:custDataLst>
            </p:nvPr>
          </p:nvSpPr>
          <p:spPr>
            <a:xfrm>
              <a:off x="736" y="4152"/>
              <a:ext cx="11535" cy="909"/>
            </a:xfrm>
            <a:prstGeom prst="rect">
              <a:avLst/>
            </a:prstGeom>
            <a:noFill/>
            <a:ln w="9525">
              <a:noFill/>
            </a:ln>
          </p:spPr>
          <p:txBody>
            <a:bodyPr wrap="square">
              <a:noAutofit/>
            </a:bodyPr>
            <a:lstStyle/>
            <a:p>
              <a:pPr algn="l"/>
              <a:r>
                <a:rPr lang="zh-CN" altLang="en-US" sz="2400" b="1" dirty="0">
                  <a:solidFill>
                    <a:srgbClr val="000000"/>
                  </a:solidFill>
                  <a:latin typeface="Times New Roman" panose="02020603050405020304" pitchFamily="18" charset="0"/>
                  <a:ea typeface="楷体_GB2312"/>
                </a:rPr>
                <a:t>（</a:t>
              </a:r>
              <a:r>
                <a:rPr lang="en-US" altLang="zh-CN" sz="2400" b="1" dirty="0">
                  <a:solidFill>
                    <a:srgbClr val="000000"/>
                  </a:solidFill>
                  <a:latin typeface="Times New Roman" panose="02020603050405020304" pitchFamily="18" charset="0"/>
                  <a:ea typeface="楷体_GB2312"/>
                </a:rPr>
                <a:t>b</a:t>
              </a:r>
              <a:r>
                <a:rPr lang="zh-CN" altLang="en-US" sz="2400" b="1" dirty="0">
                  <a:solidFill>
                    <a:srgbClr val="000000"/>
                  </a:solidFill>
                  <a:latin typeface="Times New Roman" panose="02020603050405020304" pitchFamily="18" charset="0"/>
                  <a:ea typeface="楷体_GB2312"/>
                </a:rPr>
                <a:t>）当</a:t>
              </a:r>
              <a:r>
                <a:rPr lang="en-US" altLang="zh-CN" sz="2400" b="1" dirty="0">
                  <a:solidFill>
                    <a:srgbClr val="000000"/>
                  </a:solidFill>
                  <a:latin typeface="Times New Roman" panose="02020603050405020304" pitchFamily="18" charset="0"/>
                  <a:ea typeface="楷体_GB2312"/>
                </a:rPr>
                <a:t>             </a:t>
              </a:r>
              <a:r>
                <a:rPr lang="zh-CN" altLang="en-US" sz="2400" b="1" dirty="0">
                  <a:solidFill>
                    <a:srgbClr val="000000"/>
                  </a:solidFill>
                  <a:latin typeface="Times New Roman" panose="02020603050405020304" pitchFamily="18" charset="0"/>
                  <a:ea typeface="楷体_GB2312"/>
                </a:rPr>
                <a:t>时，</a:t>
              </a:r>
              <a:r>
                <a:rPr lang="en-US" altLang="zh-CN" sz="2400" b="1" dirty="0">
                  <a:solidFill>
                    <a:srgbClr val="000000"/>
                  </a:solidFill>
                  <a:latin typeface="Times New Roman" panose="02020603050405020304" pitchFamily="18" charset="0"/>
                  <a:ea typeface="楷体_GB2312"/>
                </a:rPr>
                <a:t>                                     </a:t>
              </a:r>
              <a:r>
                <a:rPr lang="zh-CN" altLang="en-US" sz="2400" dirty="0">
                  <a:solidFill>
                    <a:srgbClr val="000000"/>
                  </a:solidFill>
                  <a:ea typeface="楷体_GB2312"/>
                  <a:sym typeface="+mn-ea"/>
                </a:rPr>
                <a:t>所以</a:t>
              </a:r>
              <a:r>
                <a:rPr lang="en-US" altLang="zh-CN" sz="2400" dirty="0">
                  <a:solidFill>
                    <a:srgbClr val="000000"/>
                  </a:solidFill>
                  <a:ea typeface="楷体_GB2312"/>
                  <a:sym typeface="+mn-ea"/>
                </a:rPr>
                <a:t>                   </a:t>
              </a:r>
              <a:r>
                <a:rPr lang="en-US" altLang="zh-CN" sz="2400" b="1" dirty="0">
                  <a:solidFill>
                    <a:srgbClr val="000000"/>
                  </a:solidFill>
                  <a:latin typeface="Times New Roman" panose="02020603050405020304" pitchFamily="18" charset="0"/>
                  <a:ea typeface="楷体_GB2312"/>
                </a:rPr>
                <a:t> </a:t>
              </a:r>
              <a:endParaRPr lang="zh-CN" altLang="en-US" sz="2400" b="1" dirty="0">
                <a:solidFill>
                  <a:srgbClr val="000000"/>
                </a:solidFill>
                <a:latin typeface="Times New Roman" panose="02020603050405020304" pitchFamily="18" charset="0"/>
                <a:ea typeface="楷体_GB2312"/>
              </a:endParaRPr>
            </a:p>
            <a:p>
              <a:pPr algn="l"/>
              <a:endParaRPr lang="zh-CN" altLang="en-US" sz="2400" b="1" dirty="0">
                <a:solidFill>
                  <a:srgbClr val="000000"/>
                </a:solidFill>
                <a:latin typeface="Times New Roman" panose="02020603050405020304" pitchFamily="18" charset="0"/>
                <a:ea typeface="楷体_GB2312"/>
              </a:endParaRPr>
            </a:p>
            <a:p>
              <a:pPr algn="l"/>
              <a:endParaRPr lang="zh-CN" altLang="en-US" sz="2400" b="1" dirty="0">
                <a:solidFill>
                  <a:srgbClr val="000000"/>
                </a:solidFill>
                <a:latin typeface="Times New Roman" panose="02020603050405020304" pitchFamily="18" charset="0"/>
                <a:ea typeface="楷体_GB2312"/>
              </a:endParaRPr>
            </a:p>
            <a:p>
              <a:pPr algn="l"/>
              <a:endParaRPr lang="zh-CN" altLang="en-US" sz="2400" b="1" dirty="0">
                <a:solidFill>
                  <a:srgbClr val="000000"/>
                </a:solidFill>
                <a:latin typeface="Times New Roman" panose="02020603050405020304" pitchFamily="18" charset="0"/>
                <a:ea typeface="楷体_GB2312"/>
              </a:endParaRPr>
            </a:p>
          </p:txBody>
        </p:sp>
        <p:graphicFrame>
          <p:nvGraphicFramePr>
            <p:cNvPr id="16" name="对象 -2147478653"/>
            <p:cNvGraphicFramePr>
              <a:graphicFrameLocks noChangeAspect="1"/>
            </p:cNvGraphicFramePr>
            <p:nvPr>
              <p:custDataLst>
                <p:tags r:id="rId8"/>
              </p:custDataLst>
            </p:nvPr>
          </p:nvGraphicFramePr>
          <p:xfrm>
            <a:off x="2856" y="4152"/>
            <a:ext cx="1152" cy="594"/>
          </p:xfrm>
          <a:graphic>
            <a:graphicData uri="http://schemas.openxmlformats.org/presentationml/2006/ole">
              <mc:AlternateContent xmlns:mc="http://schemas.openxmlformats.org/markup-compatibility/2006">
                <mc:Choice xmlns:v="urn:schemas-microsoft-com:vml" Requires="v">
                  <p:oleObj r:id="rId22" imgW="342900" imgH="177165" progId="Equation.DSMT4">
                    <p:embed/>
                  </p:oleObj>
                </mc:Choice>
                <mc:Fallback>
                  <p:oleObj r:id="rId22" imgW="342900" imgH="177165" progId="Equation.DSMT4">
                    <p:embed/>
                    <p:pic>
                      <p:nvPicPr>
                        <p:cNvPr id="0" name="图片 7"/>
                        <p:cNvPicPr/>
                        <p:nvPr/>
                      </p:nvPicPr>
                      <p:blipFill>
                        <a:blip r:embed="rId23"/>
                        <a:stretch>
                          <a:fillRect/>
                        </a:stretch>
                      </p:blipFill>
                      <p:spPr>
                        <a:xfrm>
                          <a:off x="2856" y="4152"/>
                          <a:ext cx="1152" cy="594"/>
                        </a:xfrm>
                        <a:prstGeom prst="rect">
                          <a:avLst/>
                        </a:prstGeom>
                        <a:noFill/>
                        <a:ln w="38100">
                          <a:noFill/>
                          <a:miter/>
                        </a:ln>
                      </p:spPr>
                    </p:pic>
                  </p:oleObj>
                </mc:Fallback>
              </mc:AlternateContent>
            </a:graphicData>
          </a:graphic>
        </p:graphicFrame>
        <p:graphicFrame>
          <p:nvGraphicFramePr>
            <p:cNvPr id="18" name="对象 -2147478652"/>
            <p:cNvGraphicFramePr>
              <a:graphicFrameLocks noChangeAspect="1"/>
            </p:cNvGraphicFramePr>
            <p:nvPr>
              <p:custDataLst>
                <p:tags r:id="rId9"/>
              </p:custDataLst>
            </p:nvPr>
          </p:nvGraphicFramePr>
          <p:xfrm>
            <a:off x="5135" y="3358"/>
            <a:ext cx="4291" cy="2352"/>
          </p:xfrm>
          <a:graphic>
            <a:graphicData uri="http://schemas.openxmlformats.org/presentationml/2006/ole">
              <mc:AlternateContent xmlns:mc="http://schemas.openxmlformats.org/markup-compatibility/2006">
                <mc:Choice xmlns:v="urn:schemas-microsoft-com:vml" Requires="v">
                  <p:oleObj r:id="rId24" imgW="1295400" imgH="711200" progId="Equation.DSMT4">
                    <p:embed/>
                  </p:oleObj>
                </mc:Choice>
                <mc:Fallback>
                  <p:oleObj r:id="rId24" imgW="1295400" imgH="711200" progId="Equation.DSMT4">
                    <p:embed/>
                    <p:pic>
                      <p:nvPicPr>
                        <p:cNvPr id="0" name="图片 8"/>
                        <p:cNvPicPr/>
                        <p:nvPr/>
                      </p:nvPicPr>
                      <p:blipFill>
                        <a:blip r:embed="rId25"/>
                        <a:stretch>
                          <a:fillRect/>
                        </a:stretch>
                      </p:blipFill>
                      <p:spPr>
                        <a:xfrm>
                          <a:off x="5135" y="3358"/>
                          <a:ext cx="4291" cy="2352"/>
                        </a:xfrm>
                        <a:prstGeom prst="rect">
                          <a:avLst/>
                        </a:prstGeom>
                        <a:noFill/>
                        <a:ln w="38100">
                          <a:noFill/>
                          <a:miter/>
                        </a:ln>
                      </p:spPr>
                    </p:pic>
                  </p:oleObj>
                </mc:Fallback>
              </mc:AlternateContent>
            </a:graphicData>
          </a:graphic>
        </p:graphicFrame>
      </p:grpSp>
      <p:grpSp>
        <p:nvGrpSpPr>
          <p:cNvPr id="20" name="组合 19"/>
          <p:cNvGrpSpPr/>
          <p:nvPr>
            <p:custDataLst>
              <p:tags r:id="rId4"/>
            </p:custDataLst>
          </p:nvPr>
        </p:nvGrpSpPr>
        <p:grpSpPr>
          <a:xfrm>
            <a:off x="1403350" y="5379085"/>
            <a:ext cx="5575935" cy="495300"/>
            <a:chOff x="1964" y="6193"/>
            <a:chExt cx="8781" cy="780"/>
          </a:xfrm>
        </p:grpSpPr>
        <p:graphicFrame>
          <p:nvGraphicFramePr>
            <p:cNvPr id="21" name="对象 -2147478651"/>
            <p:cNvGraphicFramePr>
              <a:graphicFrameLocks noChangeAspect="1"/>
            </p:cNvGraphicFramePr>
            <p:nvPr>
              <p:custDataLst>
                <p:tags r:id="rId5"/>
              </p:custDataLst>
            </p:nvPr>
          </p:nvGraphicFramePr>
          <p:xfrm>
            <a:off x="1964" y="6193"/>
            <a:ext cx="3562" cy="780"/>
          </p:xfrm>
          <a:graphic>
            <a:graphicData uri="http://schemas.openxmlformats.org/presentationml/2006/ole">
              <mc:AlternateContent xmlns:mc="http://schemas.openxmlformats.org/markup-compatibility/2006">
                <mc:Choice xmlns:v="urn:schemas-microsoft-com:vml" Requires="v">
                  <p:oleObj r:id="rId26" imgW="1041400" imgH="228600" progId="Equation.DSMT4">
                    <p:embed/>
                  </p:oleObj>
                </mc:Choice>
                <mc:Fallback>
                  <p:oleObj r:id="rId26" imgW="1041400" imgH="228600" progId="Equation.DSMT4">
                    <p:embed/>
                    <p:pic>
                      <p:nvPicPr>
                        <p:cNvPr id="0" name="图片 9"/>
                        <p:cNvPicPr/>
                        <p:nvPr/>
                      </p:nvPicPr>
                      <p:blipFill>
                        <a:blip r:embed="rId27"/>
                        <a:stretch>
                          <a:fillRect/>
                        </a:stretch>
                      </p:blipFill>
                      <p:spPr>
                        <a:xfrm>
                          <a:off x="1964" y="6193"/>
                          <a:ext cx="3562" cy="780"/>
                        </a:xfrm>
                        <a:prstGeom prst="rect">
                          <a:avLst/>
                        </a:prstGeom>
                        <a:noFill/>
                        <a:ln w="38100">
                          <a:noFill/>
                          <a:miter/>
                        </a:ln>
                      </p:spPr>
                    </p:pic>
                  </p:oleObj>
                </mc:Fallback>
              </mc:AlternateContent>
            </a:graphicData>
          </a:graphic>
        </p:graphicFrame>
        <p:sp>
          <p:nvSpPr>
            <p:cNvPr id="23" name="文本框 22"/>
            <p:cNvSpPr txBox="1"/>
            <p:nvPr>
              <p:custDataLst>
                <p:tags r:id="rId6"/>
              </p:custDataLst>
            </p:nvPr>
          </p:nvSpPr>
          <p:spPr>
            <a:xfrm>
              <a:off x="5526" y="6194"/>
              <a:ext cx="5219" cy="725"/>
            </a:xfrm>
            <a:prstGeom prst="rect">
              <a:avLst/>
            </a:prstGeom>
            <a:noFill/>
          </p:spPr>
          <p:txBody>
            <a:bodyPr wrap="square" rtlCol="0" anchor="t">
              <a:spAutoFit/>
            </a:bodyPr>
            <a:lstStyle/>
            <a:p>
              <a:pPr algn="l"/>
              <a:r>
                <a:rPr lang="en-US" altLang="zh-CN" sz="2400" dirty="0">
                  <a:solidFill>
                    <a:srgbClr val="000000"/>
                  </a:solidFill>
                  <a:ea typeface="楷体_GB2312"/>
                  <a:sym typeface="+mn-ea"/>
                </a:rPr>
                <a:t>, </a:t>
              </a:r>
              <a:r>
                <a:rPr lang="zh-CN" altLang="en-US" sz="2400" dirty="0">
                  <a:solidFill>
                    <a:srgbClr val="000000"/>
                  </a:solidFill>
                  <a:ea typeface="楷体_GB2312"/>
                  <a:sym typeface="+mn-ea"/>
                </a:rPr>
                <a:t>原方程组无穷多个解，</a:t>
              </a:r>
            </a:p>
          </p:txBody>
        </p:sp>
      </p:grpSp>
      <p:grpSp>
        <p:nvGrpSpPr>
          <p:cNvPr id="6" name="组合 5"/>
          <p:cNvGrpSpPr/>
          <p:nvPr/>
        </p:nvGrpSpPr>
        <p:grpSpPr>
          <a:xfrm>
            <a:off x="539750" y="404614"/>
            <a:ext cx="8261954" cy="953127"/>
            <a:chOff x="283" y="4725"/>
            <a:chExt cx="13679" cy="1693"/>
          </a:xfrm>
        </p:grpSpPr>
        <p:sp>
          <p:nvSpPr>
            <p:cNvPr id="7" name="文本框 6"/>
            <p:cNvSpPr txBox="1"/>
            <p:nvPr/>
          </p:nvSpPr>
          <p:spPr>
            <a:xfrm>
              <a:off x="283" y="4725"/>
              <a:ext cx="13679" cy="1693"/>
            </a:xfrm>
            <a:prstGeom prst="rect">
              <a:avLst/>
            </a:prstGeom>
            <a:noFill/>
          </p:spPr>
          <p:txBody>
            <a:bodyPr wrap="square" rtlCol="0" anchor="t">
              <a:spAutoFit/>
            </a:bodyPr>
            <a:lstStyle/>
            <a:p>
              <a:r>
                <a:rPr lang="zh-CN" altLang="en-US" dirty="0">
                  <a:sym typeface="+mn-ea"/>
                </a:rPr>
                <a:t>（</a:t>
              </a:r>
              <a:r>
                <a:rPr lang="en-US" altLang="zh-CN" dirty="0">
                  <a:sym typeface="+mn-ea"/>
                </a:rPr>
                <a:t>2</a:t>
              </a:r>
              <a:r>
                <a:rPr lang="zh-CN" altLang="en-US" dirty="0">
                  <a:sym typeface="+mn-ea"/>
                </a:rPr>
                <a:t>）当</a:t>
              </a:r>
              <a:r>
                <a:rPr lang="en-US" altLang="zh-CN" dirty="0">
                  <a:sym typeface="+mn-ea"/>
                </a:rPr>
                <a:t>             </a:t>
              </a:r>
              <a:r>
                <a:rPr lang="zh-CN" altLang="en-US" dirty="0">
                  <a:sym typeface="+mn-ea"/>
                </a:rPr>
                <a:t>或</a:t>
              </a:r>
              <a:r>
                <a:rPr lang="en-US" altLang="zh-CN" dirty="0">
                  <a:sym typeface="+mn-ea"/>
                </a:rPr>
                <a:t>          </a:t>
              </a:r>
              <a:r>
                <a:rPr lang="zh-CN" altLang="en-US" dirty="0">
                  <a:sym typeface="+mn-ea"/>
                </a:rPr>
                <a:t>时，</a:t>
              </a:r>
              <a:r>
                <a:rPr lang="en-US" altLang="zh-CN" dirty="0">
                  <a:sym typeface="+mn-ea"/>
                </a:rPr>
                <a:t>                                </a:t>
              </a:r>
              <a:r>
                <a:rPr lang="zh-CN" altLang="en-US">
                  <a:solidFill>
                    <a:srgbClr val="000000"/>
                  </a:solidFill>
                  <a:latin typeface="Calibri" panose="020F0502020204030204"/>
                  <a:sym typeface="+mn-ea"/>
                </a:rPr>
                <a:t>故方程组有</a:t>
              </a:r>
              <a:r>
                <a:rPr lang="zh-CN" altLang="en-US">
                  <a:solidFill>
                    <a:srgbClr val="FF3300"/>
                  </a:solidFill>
                  <a:latin typeface="Calibri" panose="020F0502020204030204"/>
                  <a:sym typeface="+mn-ea"/>
                </a:rPr>
                <a:t>无穷多个解</a:t>
              </a:r>
              <a:r>
                <a:rPr lang="zh-CN" altLang="en-US">
                  <a:solidFill>
                    <a:srgbClr val="000000"/>
                  </a:solidFill>
                  <a:latin typeface="Calibri" panose="020F0502020204030204"/>
                  <a:sym typeface="+mn-ea"/>
                </a:rPr>
                <a:t>或</a:t>
              </a:r>
              <a:r>
                <a:rPr lang="zh-CN" altLang="en-US">
                  <a:solidFill>
                    <a:srgbClr val="FF3300"/>
                  </a:solidFill>
                  <a:latin typeface="Calibri" panose="020F0502020204030204"/>
                  <a:sym typeface="+mn-ea"/>
                </a:rPr>
                <a:t>无解</a:t>
              </a:r>
              <a:r>
                <a:rPr lang="zh-CN" altLang="en-US">
                  <a:solidFill>
                    <a:srgbClr val="000000"/>
                  </a:solidFill>
                  <a:latin typeface="Calibri" panose="020F0502020204030204"/>
                  <a:sym typeface="+mn-ea"/>
                </a:rPr>
                <a:t>，</a:t>
              </a:r>
              <a:endParaRPr lang="zh-CN" altLang="en-US" dirty="0">
                <a:solidFill>
                  <a:srgbClr val="000000"/>
                </a:solidFill>
                <a:latin typeface="Calibri" panose="020F0502020204030204"/>
                <a:ea typeface="宋体" panose="02010600030101010101" pitchFamily="2" charset="-122"/>
                <a:sym typeface="+mn-ea"/>
              </a:endParaRPr>
            </a:p>
          </p:txBody>
        </p:sp>
        <p:graphicFrame>
          <p:nvGraphicFramePr>
            <p:cNvPr id="24" name="对象 -2147478658"/>
            <p:cNvGraphicFramePr>
              <a:graphicFrameLocks noChangeAspect="1"/>
            </p:cNvGraphicFramePr>
            <p:nvPr/>
          </p:nvGraphicFramePr>
          <p:xfrm>
            <a:off x="2430" y="4892"/>
            <a:ext cx="1886" cy="729"/>
          </p:xfrm>
          <a:graphic>
            <a:graphicData uri="http://schemas.openxmlformats.org/presentationml/2006/ole">
              <mc:AlternateContent xmlns:mc="http://schemas.openxmlformats.org/markup-compatibility/2006">
                <mc:Choice xmlns:v="urn:schemas-microsoft-com:vml" Requires="v">
                  <p:oleObj r:id="rId28" imgW="457200" imgH="177165" progId="Equation.DSMT4">
                    <p:embed/>
                  </p:oleObj>
                </mc:Choice>
                <mc:Fallback>
                  <p:oleObj r:id="rId28" imgW="457200" imgH="177165" progId="Equation.DSMT4">
                    <p:embed/>
                    <p:pic>
                      <p:nvPicPr>
                        <p:cNvPr id="0" name="图片 4"/>
                        <p:cNvPicPr/>
                        <p:nvPr/>
                      </p:nvPicPr>
                      <p:blipFill>
                        <a:blip r:embed="rId29"/>
                        <a:stretch>
                          <a:fillRect/>
                        </a:stretch>
                      </p:blipFill>
                      <p:spPr>
                        <a:xfrm>
                          <a:off x="2430" y="4892"/>
                          <a:ext cx="1886" cy="729"/>
                        </a:xfrm>
                        <a:prstGeom prst="rect">
                          <a:avLst/>
                        </a:prstGeom>
                        <a:noFill/>
                        <a:ln w="38100">
                          <a:noFill/>
                          <a:miter/>
                        </a:ln>
                      </p:spPr>
                    </p:pic>
                  </p:oleObj>
                </mc:Fallback>
              </mc:AlternateContent>
            </a:graphicData>
          </a:graphic>
        </p:graphicFrame>
        <p:graphicFrame>
          <p:nvGraphicFramePr>
            <p:cNvPr id="26" name="对象 -2147478657"/>
            <p:cNvGraphicFramePr>
              <a:graphicFrameLocks noChangeAspect="1"/>
            </p:cNvGraphicFramePr>
            <p:nvPr/>
          </p:nvGraphicFramePr>
          <p:xfrm>
            <a:off x="4933" y="4891"/>
            <a:ext cx="1403" cy="723"/>
          </p:xfrm>
          <a:graphic>
            <a:graphicData uri="http://schemas.openxmlformats.org/presentationml/2006/ole">
              <mc:AlternateContent xmlns:mc="http://schemas.openxmlformats.org/markup-compatibility/2006">
                <mc:Choice xmlns:v="urn:schemas-microsoft-com:vml" Requires="v">
                  <p:oleObj r:id="rId30" imgW="342900" imgH="177165" progId="Equation.DSMT4">
                    <p:embed/>
                  </p:oleObj>
                </mc:Choice>
                <mc:Fallback>
                  <p:oleObj r:id="rId30" imgW="342900" imgH="177165" progId="Equation.DSMT4">
                    <p:embed/>
                    <p:pic>
                      <p:nvPicPr>
                        <p:cNvPr id="0" name="图片 5"/>
                        <p:cNvPicPr/>
                        <p:nvPr/>
                      </p:nvPicPr>
                      <p:blipFill>
                        <a:blip r:embed="rId31"/>
                        <a:stretch>
                          <a:fillRect/>
                        </a:stretch>
                      </p:blipFill>
                      <p:spPr>
                        <a:xfrm>
                          <a:off x="4933" y="4891"/>
                          <a:ext cx="1403" cy="723"/>
                        </a:xfrm>
                        <a:prstGeom prst="rect">
                          <a:avLst/>
                        </a:prstGeom>
                        <a:noFill/>
                        <a:ln w="38100">
                          <a:noFill/>
                          <a:miter/>
                        </a:ln>
                      </p:spPr>
                    </p:pic>
                  </p:oleObj>
                </mc:Fallback>
              </mc:AlternateContent>
            </a:graphicData>
          </a:graphic>
        </p:graphicFrame>
        <p:graphicFrame>
          <p:nvGraphicFramePr>
            <p:cNvPr id="28" name="对象 -2147478835"/>
            <p:cNvGraphicFramePr/>
            <p:nvPr/>
          </p:nvGraphicFramePr>
          <p:xfrm>
            <a:off x="7317" y="4725"/>
            <a:ext cx="4798" cy="778"/>
          </p:xfrm>
          <a:graphic>
            <a:graphicData uri="http://schemas.openxmlformats.org/presentationml/2006/ole">
              <mc:AlternateContent xmlns:mc="http://schemas.openxmlformats.org/markup-compatibility/2006">
                <mc:Choice xmlns:v="urn:schemas-microsoft-com:vml" Requires="v">
                  <p:oleObj r:id="rId32" imgW="1498600" imgH="228600" progId="Equation.DSMT4">
                    <p:embed/>
                  </p:oleObj>
                </mc:Choice>
                <mc:Fallback>
                  <p:oleObj r:id="rId32" imgW="1498600" imgH="228600" progId="Equation.DSMT4">
                    <p:embed/>
                    <p:pic>
                      <p:nvPicPr>
                        <p:cNvPr id="0" name="图片 3075"/>
                        <p:cNvPicPr/>
                        <p:nvPr/>
                      </p:nvPicPr>
                      <p:blipFill>
                        <a:blip r:embed="rId33"/>
                        <a:stretch>
                          <a:fillRect/>
                        </a:stretch>
                      </p:blipFill>
                      <p:spPr>
                        <a:xfrm>
                          <a:off x="7317" y="4725"/>
                          <a:ext cx="4798" cy="778"/>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linds(horizontal)">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12"/>
          <p:cNvSpPr/>
          <p:nvPr/>
        </p:nvSpPr>
        <p:spPr>
          <a:xfrm>
            <a:off x="457200" y="455613"/>
            <a:ext cx="8291513" cy="460375"/>
          </a:xfrm>
          <a:prstGeom prst="rect">
            <a:avLst/>
          </a:prstGeom>
          <a:noFill/>
          <a:ln w="9525">
            <a:noFill/>
          </a:ln>
        </p:spPr>
        <p:txBody>
          <a:bodyPr>
            <a:spAutoFit/>
          </a:bodyPr>
          <a:lstStyle/>
          <a:p>
            <a:pPr marL="342900" indent="-342900">
              <a:spcBef>
                <a:spcPct val="20000"/>
              </a:spcBef>
              <a:buClr>
                <a:srgbClr val="9999CC"/>
              </a:buClr>
              <a:buSzPct val="80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a:t>
            </a:r>
            <a:r>
              <a:rPr lang="zh-CN" altLang="en-US" sz="2400" dirty="0">
                <a:solidFill>
                  <a:srgbClr val="000000"/>
                </a:solidFill>
                <a:ea typeface="楷体_GB2312"/>
                <a:sym typeface="+mn-ea"/>
              </a:rPr>
              <a:t>得方程组的同解方程组为</a:t>
            </a:r>
            <a:endParaRPr lang="zh-CN" altLang="en-US" sz="2400" b="1" baseline="30000" dirty="0">
              <a:solidFill>
                <a:srgbClr val="000000"/>
              </a:solidFill>
              <a:latin typeface="Times New Roman" panose="02020603050405020304" pitchFamily="18" charset="0"/>
              <a:ea typeface="楷体_GB2312"/>
            </a:endParaRPr>
          </a:p>
        </p:txBody>
      </p:sp>
      <p:graphicFrame>
        <p:nvGraphicFramePr>
          <p:cNvPr id="2" name="对象 -2147478647"/>
          <p:cNvGraphicFramePr/>
          <p:nvPr/>
        </p:nvGraphicFramePr>
        <p:xfrm>
          <a:off x="4067810" y="382270"/>
          <a:ext cx="2044065" cy="534035"/>
        </p:xfrm>
        <a:graphic>
          <a:graphicData uri="http://schemas.openxmlformats.org/presentationml/2006/ole">
            <mc:AlternateContent xmlns:mc="http://schemas.openxmlformats.org/markup-compatibility/2006">
              <mc:Choice xmlns:v="urn:schemas-microsoft-com:vml" Requires="v">
                <p:oleObj r:id="rId2" imgW="965200" imgH="228600" progId="Equation.DSMT4">
                  <p:embed/>
                </p:oleObj>
              </mc:Choice>
              <mc:Fallback>
                <p:oleObj r:id="rId2" imgW="965200" imgH="228600" progId="Equation.DSMT4">
                  <p:embed/>
                  <p:pic>
                    <p:nvPicPr>
                      <p:cNvPr id="0" name="图片 3075"/>
                      <p:cNvPicPr/>
                      <p:nvPr/>
                    </p:nvPicPr>
                    <p:blipFill>
                      <a:blip r:embed="rId3"/>
                      <a:stretch>
                        <a:fillRect/>
                      </a:stretch>
                    </p:blipFill>
                    <p:spPr>
                      <a:xfrm>
                        <a:off x="4067810" y="382270"/>
                        <a:ext cx="2044065" cy="534035"/>
                      </a:xfrm>
                      <a:prstGeom prst="rect">
                        <a:avLst/>
                      </a:prstGeom>
                      <a:noFill/>
                      <a:ln w="38100">
                        <a:noFill/>
                        <a:miter/>
                      </a:ln>
                    </p:spPr>
                  </p:pic>
                </p:oleObj>
              </mc:Fallback>
            </mc:AlternateContent>
          </a:graphicData>
        </a:graphic>
      </p:graphicFrame>
      <p:sp>
        <p:nvSpPr>
          <p:cNvPr id="4" name="文本框 3"/>
          <p:cNvSpPr txBox="1"/>
          <p:nvPr/>
        </p:nvSpPr>
        <p:spPr>
          <a:xfrm>
            <a:off x="457200" y="1196340"/>
            <a:ext cx="8766810" cy="460375"/>
          </a:xfrm>
          <a:prstGeom prst="rect">
            <a:avLst/>
          </a:prstGeom>
          <a:noFill/>
        </p:spPr>
        <p:txBody>
          <a:bodyPr wrap="square" rtlCol="0" anchor="t">
            <a:spAutoFit/>
          </a:bodyPr>
          <a:lstStyle/>
          <a:p>
            <a:r>
              <a:rPr lang="zh-CN" altLang="en-US" sz="2400" dirty="0">
                <a:solidFill>
                  <a:srgbClr val="000000"/>
                </a:solidFill>
                <a:ea typeface="楷体_GB2312"/>
                <a:sym typeface="+mn-ea"/>
              </a:rPr>
              <a:t>选取自由未知数</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2</a:t>
            </a:r>
            <a:r>
              <a:rPr lang="en-US" altLang="zh-CN" sz="2400" dirty="0">
                <a:solidFill>
                  <a:srgbClr val="FF0000"/>
                </a:solidFill>
                <a:ea typeface="楷体_GB2312"/>
                <a:sym typeface="+mn-ea"/>
              </a:rPr>
              <a:t> ,  </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3</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令</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2</a:t>
            </a:r>
            <a:r>
              <a:rPr lang="en-US" altLang="zh-CN" sz="2400" dirty="0">
                <a:solidFill>
                  <a:srgbClr val="FF0000"/>
                </a:solidFill>
                <a:ea typeface="楷体_GB2312"/>
                <a:sym typeface="+mn-ea"/>
              </a:rPr>
              <a:t>=</a:t>
            </a:r>
            <a:r>
              <a:rPr lang="en-US" altLang="zh-CN" sz="2400" i="1" dirty="0">
                <a:solidFill>
                  <a:srgbClr val="FF0000"/>
                </a:solidFill>
                <a:ea typeface="楷体_GB2312"/>
                <a:sym typeface="+mn-ea"/>
              </a:rPr>
              <a:t>c</a:t>
            </a:r>
            <a:r>
              <a:rPr lang="en-US" altLang="zh-CN" sz="2400" baseline="-25000" dirty="0">
                <a:solidFill>
                  <a:srgbClr val="FF0000"/>
                </a:solidFill>
                <a:ea typeface="楷体_GB2312"/>
                <a:sym typeface="+mn-ea"/>
              </a:rPr>
              <a:t>1</a:t>
            </a:r>
            <a:r>
              <a:rPr lang="en-US" altLang="zh-CN" sz="2400" dirty="0">
                <a:solidFill>
                  <a:srgbClr val="FF0000"/>
                </a:solidFill>
                <a:ea typeface="楷体_GB2312"/>
                <a:sym typeface="+mn-ea"/>
              </a:rPr>
              <a:t> ,  </a:t>
            </a:r>
            <a:r>
              <a:rPr lang="en-US" altLang="zh-CN" sz="2400" i="1" dirty="0">
                <a:solidFill>
                  <a:srgbClr val="FF0000"/>
                </a:solidFill>
                <a:ea typeface="楷体_GB2312"/>
                <a:sym typeface="+mn-ea"/>
              </a:rPr>
              <a:t>x</a:t>
            </a:r>
            <a:r>
              <a:rPr lang="en-US" altLang="zh-CN" sz="2400" baseline="-25000" dirty="0">
                <a:solidFill>
                  <a:srgbClr val="FF0000"/>
                </a:solidFill>
                <a:ea typeface="楷体_GB2312"/>
                <a:sym typeface="+mn-ea"/>
              </a:rPr>
              <a:t>3</a:t>
            </a:r>
            <a:r>
              <a:rPr lang="en-US" altLang="zh-CN" sz="2400" dirty="0">
                <a:solidFill>
                  <a:srgbClr val="FF0000"/>
                </a:solidFill>
                <a:ea typeface="楷体_GB2312"/>
                <a:sym typeface="+mn-ea"/>
              </a:rPr>
              <a:t>=</a:t>
            </a:r>
            <a:r>
              <a:rPr lang="en-US" altLang="zh-CN" sz="2400" i="1" dirty="0">
                <a:solidFill>
                  <a:srgbClr val="FF0000"/>
                </a:solidFill>
                <a:ea typeface="楷体_GB2312"/>
                <a:sym typeface="+mn-ea"/>
              </a:rPr>
              <a:t>c</a:t>
            </a:r>
            <a:r>
              <a:rPr lang="en-US" altLang="zh-CN" sz="2400" baseline="-25000" dirty="0">
                <a:solidFill>
                  <a:srgbClr val="FF0000"/>
                </a:solidFill>
                <a:ea typeface="楷体_GB2312"/>
                <a:sym typeface="+mn-ea"/>
              </a:rPr>
              <a:t>2</a:t>
            </a:r>
            <a:r>
              <a:rPr lang="en-US" altLang="zh-CN" sz="2400" dirty="0">
                <a:solidFill>
                  <a:srgbClr val="000000"/>
                </a:solidFill>
                <a:ea typeface="楷体_GB2312"/>
                <a:sym typeface="+mn-ea"/>
              </a:rPr>
              <a:t> </a:t>
            </a:r>
            <a:r>
              <a:rPr lang="zh-CN" altLang="en-US" sz="2400" dirty="0">
                <a:solidFill>
                  <a:srgbClr val="000000"/>
                </a:solidFill>
                <a:ea typeface="楷体_GB2312"/>
                <a:sym typeface="+mn-ea"/>
              </a:rPr>
              <a:t>，得方程组的通解为</a:t>
            </a:r>
            <a:endParaRPr lang="en-US" altLang="zh-CN" sz="2400" dirty="0">
              <a:solidFill>
                <a:srgbClr val="000000"/>
              </a:solidFill>
              <a:latin typeface="Times New Roman" panose="02020603050405020304" pitchFamily="18" charset="0"/>
              <a:ea typeface="楷体_GB2312"/>
              <a:sym typeface="+mn-ea"/>
            </a:endParaRPr>
          </a:p>
        </p:txBody>
      </p:sp>
      <p:graphicFrame>
        <p:nvGraphicFramePr>
          <p:cNvPr id="3" name="对象 -2147478644"/>
          <p:cNvGraphicFramePr/>
          <p:nvPr/>
        </p:nvGraphicFramePr>
        <p:xfrm>
          <a:off x="899795" y="1916430"/>
          <a:ext cx="2343785" cy="1490345"/>
        </p:xfrm>
        <a:graphic>
          <a:graphicData uri="http://schemas.openxmlformats.org/presentationml/2006/ole">
            <mc:AlternateContent xmlns:mc="http://schemas.openxmlformats.org/markup-compatibility/2006">
              <mc:Choice xmlns:v="urn:schemas-microsoft-com:vml" Requires="v">
                <p:oleObj r:id="rId4" imgW="1016000" imgH="711200" progId="Equation.DSMT4">
                  <p:embed/>
                </p:oleObj>
              </mc:Choice>
              <mc:Fallback>
                <p:oleObj r:id="rId4" imgW="1016000" imgH="711200" progId="Equation.DSMT4">
                  <p:embed/>
                  <p:pic>
                    <p:nvPicPr>
                      <p:cNvPr id="0" name="图片 7"/>
                      <p:cNvPicPr/>
                      <p:nvPr/>
                    </p:nvPicPr>
                    <p:blipFill>
                      <a:blip r:embed="rId5"/>
                      <a:stretch>
                        <a:fillRect/>
                      </a:stretch>
                    </p:blipFill>
                    <p:spPr>
                      <a:xfrm>
                        <a:off x="899795" y="1916430"/>
                        <a:ext cx="2343785" cy="1490345"/>
                      </a:xfrm>
                      <a:prstGeom prst="rect">
                        <a:avLst/>
                      </a:prstGeom>
                      <a:noFill/>
                      <a:ln w="38100">
                        <a:noFill/>
                        <a:miter/>
                      </a:ln>
                    </p:spPr>
                  </p:pic>
                </p:oleObj>
              </mc:Fallback>
            </mc:AlternateContent>
          </a:graphicData>
        </a:graphic>
      </p:graphicFrame>
      <p:sp>
        <p:nvSpPr>
          <p:cNvPr id="9" name="文本框 8"/>
          <p:cNvSpPr txBox="1"/>
          <p:nvPr/>
        </p:nvSpPr>
        <p:spPr>
          <a:xfrm>
            <a:off x="3348355" y="2515870"/>
            <a:ext cx="4572000" cy="423545"/>
          </a:xfrm>
          <a:prstGeom prst="rect">
            <a:avLst/>
          </a:prstGeom>
          <a:noFill/>
        </p:spPr>
        <p:txBody>
          <a:bodyPr wrap="square" rtlCol="0" anchor="t">
            <a:spAutoFit/>
          </a:bodyPr>
          <a:lstStyle/>
          <a:p>
            <a:pPr marL="457200" indent="-457200">
              <a:lnSpc>
                <a:spcPct val="90000"/>
              </a:lnSpc>
              <a:spcBef>
                <a:spcPct val="50000"/>
              </a:spcBef>
              <a:buClr>
                <a:srgbClr val="9999CC"/>
              </a:buClr>
              <a:buSzPct val="80000"/>
              <a:buFont typeface="Wingdings" panose="05000000000000000000" pitchFamily="2" charset="2"/>
            </a:pPr>
            <a:r>
              <a:rPr lang="zh-CN" altLang="en-US" sz="2400" dirty="0">
                <a:ea typeface="楷体_GB2312"/>
                <a:sym typeface="+mn-ea"/>
              </a:rPr>
              <a:t>其中</a:t>
            </a:r>
            <a:r>
              <a:rPr lang="en-US" altLang="zh-CN" sz="2400" i="1" dirty="0">
                <a:ea typeface="楷体_GB2312"/>
                <a:sym typeface="+mn-ea"/>
              </a:rPr>
              <a:t>c</a:t>
            </a:r>
            <a:r>
              <a:rPr lang="en-US" altLang="zh-CN" sz="2400" baseline="-25000" dirty="0">
                <a:ea typeface="楷体_GB2312"/>
                <a:sym typeface="+mn-ea"/>
              </a:rPr>
              <a:t>1</a:t>
            </a:r>
            <a:r>
              <a:rPr lang="en-US" altLang="zh-CN" sz="2400" dirty="0">
                <a:ea typeface="楷体_GB2312"/>
                <a:sym typeface="+mn-ea"/>
              </a:rPr>
              <a:t>, </a:t>
            </a:r>
            <a:r>
              <a:rPr lang="en-US" altLang="zh-CN" sz="2400" i="1" dirty="0">
                <a:ea typeface="楷体_GB2312"/>
                <a:sym typeface="+mn-ea"/>
              </a:rPr>
              <a:t>c</a:t>
            </a:r>
            <a:r>
              <a:rPr lang="en-US" altLang="zh-CN" sz="2400" baseline="-25000" dirty="0">
                <a:ea typeface="楷体_GB2312"/>
                <a:sym typeface="+mn-ea"/>
              </a:rPr>
              <a:t>2</a:t>
            </a:r>
            <a:r>
              <a:rPr lang="zh-CN" altLang="en-US" sz="2400" dirty="0">
                <a:ea typeface="楷体_GB2312"/>
                <a:sym typeface="+mn-ea"/>
              </a:rPr>
              <a:t>任意常数</a:t>
            </a:r>
            <a:r>
              <a:rPr lang="zh-CN" altLang="en-US" sz="2400" dirty="0">
                <a:solidFill>
                  <a:srgbClr val="000000"/>
                </a:solidFill>
                <a:ea typeface="楷体_GB2312"/>
                <a:sym typeface="+mn-ea"/>
              </a:rPr>
              <a:t>．</a:t>
            </a:r>
            <a:endParaRPr lang="zh-CN" altLang="en-US" sz="2400" dirty="0">
              <a:solidFill>
                <a:srgbClr val="000000"/>
              </a:solidFill>
              <a:latin typeface="Times New Roman" panose="02020603050405020304" pitchFamily="18" charset="0"/>
              <a:ea typeface="楷体_GB2312"/>
            </a:endParaRPr>
          </a:p>
        </p:txBody>
      </p:sp>
      <p:sp>
        <p:nvSpPr>
          <p:cNvPr id="10" name="Rectangle 12"/>
          <p:cNvSpPr/>
          <p:nvPr/>
        </p:nvSpPr>
        <p:spPr>
          <a:xfrm>
            <a:off x="467995" y="3644583"/>
            <a:ext cx="8291513" cy="460375"/>
          </a:xfrm>
          <a:prstGeom prst="rect">
            <a:avLst/>
          </a:prstGeom>
          <a:noFill/>
          <a:ln w="9525">
            <a:noFill/>
          </a:ln>
        </p:spPr>
        <p:txBody>
          <a:bodyPr>
            <a:spAutoFit/>
          </a:bodyPr>
          <a:lstStyle/>
          <a:p>
            <a:pPr marL="342900" indent="-342900">
              <a:spcBef>
                <a:spcPct val="20000"/>
              </a:spcBef>
              <a:buClr>
                <a:srgbClr val="9999CC"/>
              </a:buClr>
              <a:buSzPct val="80000"/>
              <a:buFont typeface="Wingdings" panose="05000000000000000000" pitchFamily="2" charset="2"/>
            </a:pPr>
            <a:r>
              <a:rPr lang="zh-CN" altLang="en-US" sz="2400" b="1" dirty="0">
                <a:solidFill>
                  <a:srgbClr val="000000"/>
                </a:solidFill>
                <a:latin typeface="Times New Roman" panose="02020603050405020304" pitchFamily="18" charset="0"/>
                <a:ea typeface="楷体_GB2312"/>
              </a:rPr>
              <a:t> 方程通解的向量形式为</a:t>
            </a:r>
            <a:endParaRPr lang="zh-CN" altLang="en-US" sz="2400" b="1" baseline="30000" dirty="0">
              <a:solidFill>
                <a:srgbClr val="000000"/>
              </a:solidFill>
              <a:latin typeface="Times New Roman" panose="02020603050405020304" pitchFamily="18" charset="0"/>
              <a:ea typeface="楷体_GB2312"/>
            </a:endParaRPr>
          </a:p>
        </p:txBody>
      </p:sp>
      <p:graphicFrame>
        <p:nvGraphicFramePr>
          <p:cNvPr id="11" name="Object 16"/>
          <p:cNvGraphicFramePr>
            <a:graphicFrameLocks noChangeAspect="1"/>
          </p:cNvGraphicFramePr>
          <p:nvPr/>
        </p:nvGraphicFramePr>
        <p:xfrm>
          <a:off x="2124076" y="4725036"/>
          <a:ext cx="4504055" cy="1424940"/>
        </p:xfrm>
        <a:graphic>
          <a:graphicData uri="http://schemas.openxmlformats.org/presentationml/2006/ole">
            <mc:AlternateContent xmlns:mc="http://schemas.openxmlformats.org/markup-compatibility/2006">
              <mc:Choice xmlns:v="urn:schemas-microsoft-com:vml" Requires="v">
                <p:oleObj r:id="rId6" imgW="2120900" imgH="711200" progId="Equation.DSMT4">
                  <p:embed/>
                </p:oleObj>
              </mc:Choice>
              <mc:Fallback>
                <p:oleObj r:id="rId6" imgW="2120900" imgH="711200" progId="Equation.DSMT4">
                  <p:embed/>
                  <p:pic>
                    <p:nvPicPr>
                      <p:cNvPr id="0" name="图片 4385"/>
                      <p:cNvPicPr/>
                      <p:nvPr/>
                    </p:nvPicPr>
                    <p:blipFill>
                      <a:blip r:embed="rId7"/>
                      <a:stretch>
                        <a:fillRect/>
                      </a:stretch>
                    </p:blipFill>
                    <p:spPr>
                      <a:xfrm>
                        <a:off x="2124076" y="4725036"/>
                        <a:ext cx="4504055" cy="142494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97378"/>
                                        </p:tgtEl>
                                        <p:attrNameLst>
                                          <p:attrName>style.visibility</p:attrName>
                                        </p:attrNameLst>
                                      </p:cBhvr>
                                      <p:to>
                                        <p:strVal val="visible"/>
                                      </p:to>
                                    </p:set>
                                    <p:animEffect transition="in" filter="wipe(down)">
                                      <p:cBhvr>
                                        <p:cTn id="7" dur="500"/>
                                        <p:tgtEl>
                                          <p:spTgt spid="9973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ox(in)">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7378" grpId="0"/>
      <p:bldP spid="4" grpId="0"/>
      <p:bldP spid="9" grpId="0"/>
      <p:bldP spid="10"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p:cNvSpPr>
          <p:nvPr>
            <p:ph type="title"/>
          </p:nvPr>
        </p:nvSpPr>
        <p:spPr>
          <a:xfrm>
            <a:off x="934085" y="116840"/>
            <a:ext cx="6094730" cy="747395"/>
          </a:xfrm>
        </p:spPr>
        <p:txBody>
          <a:bodyPr vert="horz" wrap="square" lIns="91440" tIns="45720" rIns="91440" bIns="45720" anchor="ctr" anchorCtr="0"/>
          <a:lstStyle/>
          <a:p>
            <a:pPr eaLnBrk="1" hangingPunct="1"/>
            <a:r>
              <a:rPr lang="zh-CN" altLang="en-US" sz="3200" dirty="0"/>
              <a:t>小结：关于线性方程组</a:t>
            </a:r>
          </a:p>
        </p:txBody>
      </p:sp>
      <p:sp>
        <p:nvSpPr>
          <p:cNvPr id="86019" name="Rectangle 3"/>
          <p:cNvSpPr>
            <a:spLocks noGrp="1"/>
          </p:cNvSpPr>
          <p:nvPr>
            <p:ph idx="1"/>
          </p:nvPr>
        </p:nvSpPr>
        <p:spPr>
          <a:xfrm>
            <a:off x="395605" y="980440"/>
            <a:ext cx="8642350" cy="3886200"/>
          </a:xfrm>
        </p:spPr>
        <p:txBody>
          <a:bodyPr vert="horz" wrap="square" lIns="91440" tIns="45720" rIns="91440" bIns="45720" anchor="t" anchorCtr="0"/>
          <a:lstStyle/>
          <a:p>
            <a:pPr marL="457200" indent="-457200" eaLnBrk="1" hangingPunct="1">
              <a:buClr>
                <a:srgbClr val="FF0000"/>
              </a:buClr>
            </a:pPr>
            <a:r>
              <a:rPr lang="zh-CN" altLang="en-US" dirty="0"/>
              <a:t>求解线性方程组（利用矩阵的初等行变换）</a:t>
            </a:r>
          </a:p>
          <a:p>
            <a:pPr marL="457200" indent="-457200" eaLnBrk="1" hangingPunct="1">
              <a:buClr>
                <a:srgbClr val="FF0000"/>
              </a:buClr>
              <a:buNone/>
            </a:pPr>
            <a:endParaRPr lang="zh-CN" altLang="en-US" dirty="0"/>
          </a:p>
          <a:p>
            <a:pPr marL="914400" lvl="1" indent="-457200" eaLnBrk="1" hangingPunct="1">
              <a:lnSpc>
                <a:spcPct val="130000"/>
              </a:lnSpc>
              <a:buClr>
                <a:srgbClr val="0000FF"/>
              </a:buClr>
              <a:buSzTx/>
              <a:buFont typeface="Wingdings" panose="05000000000000000000" pitchFamily="2" charset="2"/>
              <a:buAutoNum type="arabicPeriod"/>
            </a:pPr>
            <a:r>
              <a:rPr lang="zh-CN" altLang="en-US" dirty="0"/>
              <a:t>齐次线性方程组的通解能由它的基础解系来构造．</a:t>
            </a:r>
          </a:p>
          <a:p>
            <a:pPr marL="1371600" lvl="2" indent="-457200" eaLnBrk="1" hangingPunct="1">
              <a:lnSpc>
                <a:spcPct val="130000"/>
              </a:lnSpc>
              <a:buClr>
                <a:srgbClr val="FF0000"/>
              </a:buClr>
              <a:buSzTx/>
              <a:buFont typeface="Wingdings" panose="05000000000000000000" pitchFamily="2" charset="2"/>
              <a:buAutoNum type="circleNumDbPlain"/>
            </a:pPr>
            <a:r>
              <a:rPr lang="zh-CN" altLang="en-US" dirty="0"/>
              <a:t>基础解系是解集 </a:t>
            </a:r>
            <a:r>
              <a:rPr lang="en-US" altLang="zh-CN" i="1" dirty="0"/>
              <a:t>S</a:t>
            </a:r>
            <a:r>
              <a:rPr lang="en-US" altLang="zh-CN" dirty="0"/>
              <a:t> </a:t>
            </a:r>
            <a:r>
              <a:rPr lang="zh-CN" altLang="en-US" dirty="0"/>
              <a:t>的最大无关组．</a:t>
            </a:r>
          </a:p>
          <a:p>
            <a:pPr marL="1371600" lvl="2" indent="-457200" eaLnBrk="1" hangingPunct="1">
              <a:lnSpc>
                <a:spcPct val="130000"/>
              </a:lnSpc>
              <a:buClr>
                <a:srgbClr val="FF0000"/>
              </a:buClr>
              <a:buSzTx/>
              <a:buFont typeface="Wingdings" panose="05000000000000000000" pitchFamily="2" charset="2"/>
              <a:buAutoNum type="circleNumDbPlain"/>
            </a:pPr>
            <a:r>
              <a:rPr lang="zh-CN" altLang="en-US" dirty="0"/>
              <a:t>解集 </a:t>
            </a:r>
            <a:r>
              <a:rPr lang="en-US" altLang="zh-CN" i="1" dirty="0"/>
              <a:t>S </a:t>
            </a:r>
            <a:r>
              <a:rPr lang="zh-CN" altLang="en-US" dirty="0"/>
              <a:t>是基础解系的所有可能的线性组合．</a:t>
            </a:r>
          </a:p>
          <a:p>
            <a:pPr marL="914400" lvl="1" indent="-457200" eaLnBrk="1" hangingPunct="1">
              <a:lnSpc>
                <a:spcPct val="130000"/>
              </a:lnSpc>
              <a:buClr>
                <a:srgbClr val="0000FF"/>
              </a:buClr>
              <a:buSzTx/>
              <a:buFont typeface="Wingdings" panose="05000000000000000000" pitchFamily="2" charset="2"/>
              <a:buAutoNum type="arabicPeriod"/>
            </a:pPr>
            <a:r>
              <a:rPr lang="zh-CN" altLang="en-US" dirty="0"/>
              <a:t>非齐次线性方程组的通解与其导出组的基础解系的关系</a:t>
            </a:r>
            <a:r>
              <a:rPr lang="en-US" altLang="zh-CN" dirty="0">
                <a:latin typeface="楷体_GB231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06594"/>
                                        </p:tgtEl>
                                        <p:attrNameLst>
                                          <p:attrName>style.visibility</p:attrName>
                                        </p:attrNameLst>
                                      </p:cBhvr>
                                      <p:to>
                                        <p:strVal val="visible"/>
                                      </p:to>
                                    </p:set>
                                    <p:animEffect transition="in" filter="blinds(horizontal)">
                                      <p:cBhvr>
                                        <p:cTn id="7" dur="500"/>
                                        <p:tgtEl>
                                          <p:spTgt spid="100659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6019">
                                            <p:txEl>
                                              <p:pRg st="0" end="0"/>
                                            </p:txEl>
                                          </p:spTgt>
                                        </p:tgtEl>
                                        <p:attrNameLst>
                                          <p:attrName>style.visibility</p:attrName>
                                        </p:attrNameLst>
                                      </p:cBhvr>
                                      <p:to>
                                        <p:strVal val="visible"/>
                                      </p:to>
                                    </p:set>
                                    <p:animEffect transition="in" filter="blinds(horizontal)">
                                      <p:cBhvr>
                                        <p:cTn id="12" dur="500"/>
                                        <p:tgtEl>
                                          <p:spTgt spid="86019">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6019">
                                            <p:txEl>
                                              <p:pRg st="2" end="2"/>
                                            </p:txEl>
                                          </p:spTgt>
                                        </p:tgtEl>
                                        <p:attrNameLst>
                                          <p:attrName>style.visibility</p:attrName>
                                        </p:attrNameLst>
                                      </p:cBhvr>
                                      <p:to>
                                        <p:strVal val="visible"/>
                                      </p:to>
                                    </p:set>
                                    <p:animEffect transition="in" filter="blinds(horizontal)">
                                      <p:cBhvr>
                                        <p:cTn id="15" dur="500"/>
                                        <p:tgtEl>
                                          <p:spTgt spid="8601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6019">
                                            <p:txEl>
                                              <p:pRg st="3" end="3"/>
                                            </p:txEl>
                                          </p:spTgt>
                                        </p:tgtEl>
                                        <p:attrNameLst>
                                          <p:attrName>style.visibility</p:attrName>
                                        </p:attrNameLst>
                                      </p:cBhvr>
                                      <p:to>
                                        <p:strVal val="visible"/>
                                      </p:to>
                                    </p:set>
                                    <p:animEffect transition="in" filter="blinds(horizontal)">
                                      <p:cBhvr>
                                        <p:cTn id="18" dur="500"/>
                                        <p:tgtEl>
                                          <p:spTgt spid="86019">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86019">
                                            <p:txEl>
                                              <p:pRg st="4" end="4"/>
                                            </p:txEl>
                                          </p:spTgt>
                                        </p:tgtEl>
                                        <p:attrNameLst>
                                          <p:attrName>style.visibility</p:attrName>
                                        </p:attrNameLst>
                                      </p:cBhvr>
                                      <p:to>
                                        <p:strVal val="visible"/>
                                      </p:to>
                                    </p:set>
                                    <p:animEffect transition="in" filter="blinds(horizontal)">
                                      <p:cBhvr>
                                        <p:cTn id="21" dur="500"/>
                                        <p:tgtEl>
                                          <p:spTgt spid="86019">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86019">
                                            <p:txEl>
                                              <p:pRg st="5" end="5"/>
                                            </p:txEl>
                                          </p:spTgt>
                                        </p:tgtEl>
                                        <p:attrNameLst>
                                          <p:attrName>style.visibility</p:attrName>
                                        </p:attrNameLst>
                                      </p:cBhvr>
                                      <p:to>
                                        <p:strVal val="visible"/>
                                      </p:to>
                                    </p:set>
                                    <p:animEffect transition="in" filter="blinds(horizontal)">
                                      <p:cBhvr>
                                        <p:cTn id="24" dur="500"/>
                                        <p:tgtEl>
                                          <p:spTgt spid="860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6594" grpId="0"/>
      <p:bldP spid="86019"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3&quot;:[4722044,466346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23,&quot;left&quot;:34.25,&quot;top&quot;:64.65,&quot;width&quot;:605.4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23,&quot;left&quot;:34.25,&quot;top&quot;:64.65,&quot;width&quot;:605.4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23,&quot;left&quot;:34.25,&quot;top&quot;:64.65,&quot;width&quot;:605.4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23,&quot;left&quot;:34.25,&quot;top&quot;:64.65,&quot;width&quot;:605.4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23,&quot;left&quot;:34.25,&quot;top&quot;:64.65,&quot;width&quot;:605.4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23,&quot;left&quot;:34.25,&quot;top&quot;:64.65,&quot;width&quot;:605.4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23,&quot;left&quot;:34.25,&quot;top&quot;:64.65,&quot;width&quot;:605.4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23,&quot;left&quot;:34.25,&quot;top&quot;:64.65,&quot;width&quot;:605.4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23,&quot;left&quot;:34.25,&quot;top&quot;:64.65,&quot;width&quot;:605.4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23,&quot;left&quot;:34.25,&quot;top&quot;:64.65,&quot;width&quot;:605.4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23,&quot;left&quot;:34.25,&quot;top&quot;:64.65,&quot;width&quot;:605.4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23,&quot;left&quot;:34.25,&quot;top&quot;:64.65,&quot;width&quot;:605.4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23,&quot;left&quot;:34.25,&quot;top&quot;:64.65,&quot;width&quot;:605.4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19.85,&quot;left&quot;:0,&quot;top&quot;:37.5,&quot;width&quot;:652.625039370078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19.85,&quot;left&quot;:0,&quot;top&quot;:37.5,&quot;width&quot;:652.625039370078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19.85,&quot;left&quot;:0,&quot;top&quot;:37.5,&quot;width&quot;:652.625039370078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19.85,&quot;left&quot;:0,&quot;top&quot;:37.5,&quot;width&quot;:652.625039370078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19.85,&quot;left&quot;:0,&quot;top&quot;:37.5,&quot;width&quot;:652.625039370078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19.85,&quot;left&quot;:0,&quot;top&quot;:37.5,&quot;width&quot;:652.625039370078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19.85,&quot;left&quot;:0,&quot;top&quot;:37.5,&quot;width&quot;:652.625039370078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19.85,&quot;left&quot;:0,&quot;top&quot;:37.5,&quot;width&quot;:652.625039370078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19.85,&quot;left&quot;:0,&quot;top&quot;:37.5,&quot;width&quot;:652.625039370078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19.85,&quot;left&quot;:0,&quot;top&quot;:37.5,&quot;width&quot;:652.6250393700788}"/>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19.85,&quot;left&quot;:0,&quot;top&quot;:37.5,&quot;width&quot;:652.6250393700788}"/>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419.85,&quot;left&quot;:0,&quot;top&quot;:37.5,&quot;width&quot;:652.6250393700788}"/>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19.85,&quot;left&quot;:0,&quot;top&quot;:37.5,&quot;width&quot;:652.6250393700788}"/>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179,&quot;left&quot;:0,&quot;top&quot;:114,&quot;width&quot;:292.2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179,&quot;left&quot;:0,&quot;top&quot;:114,&quot;width&quot;:292.2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179,&quot;left&quot;:0,&quot;top&quot;:114,&quot;width&quot;:292.2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179,&quot;left&quot;:0,&quot;top&quot;:114,&quot;width&quot;:292.2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179,&quot;left&quot;:0,&quot;top&quot;:114,&quot;width&quot;:292.2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179,&quot;left&quot;:0,&quot;top&quot;:114,&quot;width&quot;:292.2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39.45,&quot;left&quot;:36.8,&quot;top&quot;:167.9,&quot;width&quot;:588.1}"/>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96.15,&quot;left&quot;:36.8,&quot;top&quot;:111.2,&quot;width&quot;:622.1}"/>
</p:tagLst>
</file>

<file path=ppt/theme/theme1.xml><?xml version="1.0" encoding="utf-8"?>
<a:theme xmlns:a="http://schemas.openxmlformats.org/drawingml/2006/main" name="默认设计模板">
  <a:themeElements>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11262</Words>
  <Application>Microsoft Office PowerPoint</Application>
  <PresentationFormat>全屏显示(4:3)</PresentationFormat>
  <Paragraphs>901</Paragraphs>
  <Slides>173</Slides>
  <Notes>1</Notes>
  <HiddenSlides>2</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173</vt:i4>
      </vt:variant>
    </vt:vector>
  </HeadingPairs>
  <TitlesOfParts>
    <vt:vector size="188" baseType="lpstr">
      <vt:lpstr>黑体</vt:lpstr>
      <vt:lpstr>华文隶书</vt:lpstr>
      <vt:lpstr>华文新魏</vt:lpstr>
      <vt:lpstr>楷体_GB2312</vt:lpstr>
      <vt:lpstr>宋体</vt:lpstr>
      <vt:lpstr>Arial</vt:lpstr>
      <vt:lpstr>Calibri</vt:lpstr>
      <vt:lpstr>Monotype Corsiva</vt:lpstr>
      <vt:lpstr>Symbol</vt:lpstr>
      <vt:lpstr>Times New Roman</vt:lpstr>
      <vt:lpstr>Wingdings</vt:lpstr>
      <vt:lpstr>默认设计模板</vt:lpstr>
      <vt:lpstr>Equation.DSMT4</vt:lpstr>
      <vt:lpstr>Equation.3</vt:lpstr>
      <vt:lpstr>Microsoft Word 97 - 2003 Document</vt:lpstr>
      <vt:lpstr>PowerPoint 演示文稿</vt:lpstr>
      <vt:lpstr>PowerPoint 演示文稿</vt:lpstr>
      <vt:lpstr>§3.1 线性方程组的解的判定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§3.3向量组的线性相关性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向量组的线性相关性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回顾：齐次线性方程组的解的判定</vt:lpstr>
      <vt:lpstr>PowerPoint 演示文稿</vt:lpstr>
      <vt:lpstr>回顾：向量组的秩的概念</vt:lpstr>
      <vt:lpstr>回顾：基础解系的概念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非齐次线性方程组解的结构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小结：关于线性方程组</vt:lpstr>
    </vt:vector>
  </TitlesOfParts>
  <Company>Microsoft 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英棋 曾</cp:lastModifiedBy>
  <cp:revision>102</cp:revision>
  <dcterms:created xsi:type="dcterms:W3CDTF">2004-09-01T14:28:00Z</dcterms:created>
  <dcterms:modified xsi:type="dcterms:W3CDTF">2026-05-27T13:36:09Z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CEE8DD0F175C455C8DBFA7AC58EEFB06_13</vt:lpwstr>
  </property>
  <property fmtid="{D5CDD505-2E9C-101B-9397-08002B2CF9AE}" pid="3" name="KSOProductBuildVer">
    <vt:lpwstr>2052-12.1.0.23542</vt:lpwstr>
  </property>
</Properties>
</file>