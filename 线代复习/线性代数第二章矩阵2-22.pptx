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gif" ContentType="image/gi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147"/>
  </p:handoutMasterIdLst>
  <p:sldIdLst>
    <p:sldId id="1138" r:id="rId3"/>
    <p:sldId id="428" r:id="rId4"/>
    <p:sldId id="429" r:id="rId5"/>
    <p:sldId id="431" r:id="rId6"/>
    <p:sldId id="432" r:id="rId7"/>
    <p:sldId id="433" r:id="rId8"/>
    <p:sldId id="434" r:id="rId9"/>
    <p:sldId id="1099" r:id="rId10"/>
    <p:sldId id="876" r:id="rId11"/>
    <p:sldId id="877" r:id="rId12"/>
    <p:sldId id="878" r:id="rId13"/>
    <p:sldId id="440" r:id="rId14"/>
    <p:sldId id="446" r:id="rId15"/>
    <p:sldId id="447" r:id="rId16"/>
    <p:sldId id="448" r:id="rId17"/>
    <p:sldId id="449" r:id="rId18"/>
    <p:sldId id="450" r:id="rId19"/>
    <p:sldId id="1098" r:id="rId20"/>
    <p:sldId id="1142" r:id="rId22"/>
    <p:sldId id="1143" r:id="rId23"/>
    <p:sldId id="454" r:id="rId24"/>
    <p:sldId id="1141" r:id="rId25"/>
    <p:sldId id="455" r:id="rId26"/>
    <p:sldId id="456" r:id="rId27"/>
    <p:sldId id="461" r:id="rId28"/>
    <p:sldId id="1144" r:id="rId29"/>
    <p:sldId id="464" r:id="rId30"/>
    <p:sldId id="465" r:id="rId31"/>
    <p:sldId id="466" r:id="rId32"/>
    <p:sldId id="1145" r:id="rId33"/>
    <p:sldId id="467" r:id="rId34"/>
    <p:sldId id="468" r:id="rId35"/>
    <p:sldId id="469" r:id="rId36"/>
    <p:sldId id="474" r:id="rId37"/>
    <p:sldId id="475" r:id="rId38"/>
    <p:sldId id="477" r:id="rId39"/>
    <p:sldId id="478" r:id="rId40"/>
    <p:sldId id="487" r:id="rId41"/>
    <p:sldId id="488" r:id="rId42"/>
    <p:sldId id="489" r:id="rId43"/>
    <p:sldId id="490" r:id="rId44"/>
    <p:sldId id="491" r:id="rId45"/>
    <p:sldId id="493" r:id="rId46"/>
    <p:sldId id="496" r:id="rId47"/>
    <p:sldId id="497" r:id="rId48"/>
    <p:sldId id="1100" r:id="rId49"/>
    <p:sldId id="499" r:id="rId50"/>
    <p:sldId id="500" r:id="rId51"/>
    <p:sldId id="1101" r:id="rId52"/>
    <p:sldId id="505" r:id="rId53"/>
    <p:sldId id="506" r:id="rId54"/>
    <p:sldId id="508" r:id="rId55"/>
    <p:sldId id="512" r:id="rId56"/>
    <p:sldId id="513" r:id="rId57"/>
    <p:sldId id="514" r:id="rId58"/>
    <p:sldId id="1102" r:id="rId59"/>
    <p:sldId id="1103" r:id="rId60"/>
    <p:sldId id="1104" r:id="rId61"/>
    <p:sldId id="1106" r:id="rId62"/>
    <p:sldId id="1107" r:id="rId63"/>
    <p:sldId id="1092" r:id="rId64"/>
    <p:sldId id="1093" r:id="rId65"/>
    <p:sldId id="1094" r:id="rId66"/>
    <p:sldId id="515" r:id="rId67"/>
    <p:sldId id="516" r:id="rId68"/>
    <p:sldId id="519" r:id="rId69"/>
    <p:sldId id="520" r:id="rId70"/>
    <p:sldId id="521" r:id="rId71"/>
    <p:sldId id="1095" r:id="rId72"/>
    <p:sldId id="524" r:id="rId73"/>
    <p:sldId id="525" r:id="rId74"/>
    <p:sldId id="526" r:id="rId75"/>
    <p:sldId id="540" r:id="rId76"/>
    <p:sldId id="541" r:id="rId77"/>
    <p:sldId id="542" r:id="rId78"/>
    <p:sldId id="543" r:id="rId79"/>
    <p:sldId id="545" r:id="rId80"/>
    <p:sldId id="546" r:id="rId81"/>
    <p:sldId id="990" r:id="rId82"/>
    <p:sldId id="991" r:id="rId83"/>
    <p:sldId id="992" r:id="rId84"/>
    <p:sldId id="993" r:id="rId85"/>
    <p:sldId id="994" r:id="rId86"/>
    <p:sldId id="995" r:id="rId87"/>
    <p:sldId id="996" r:id="rId88"/>
    <p:sldId id="997" r:id="rId89"/>
    <p:sldId id="998" r:id="rId90"/>
    <p:sldId id="999" r:id="rId91"/>
    <p:sldId id="1000" r:id="rId92"/>
    <p:sldId id="1003" r:id="rId93"/>
    <p:sldId id="1004" r:id="rId94"/>
    <p:sldId id="1005" r:id="rId95"/>
    <p:sldId id="1010" r:id="rId96"/>
    <p:sldId id="1108" r:id="rId97"/>
    <p:sldId id="1011" r:id="rId98"/>
    <p:sldId id="1109" r:id="rId99"/>
    <p:sldId id="1110" r:id="rId100"/>
    <p:sldId id="1113" r:id="rId101"/>
    <p:sldId id="1111" r:id="rId102"/>
    <p:sldId id="1112" r:id="rId103"/>
    <p:sldId id="1022" r:id="rId104"/>
    <p:sldId id="1056" r:id="rId105"/>
    <p:sldId id="1126" r:id="rId106"/>
    <p:sldId id="1057" r:id="rId107"/>
    <p:sldId id="1058" r:id="rId108"/>
    <p:sldId id="1059" r:id="rId109"/>
    <p:sldId id="1128" r:id="rId110"/>
    <p:sldId id="1114" r:id="rId111"/>
    <p:sldId id="1115" r:id="rId112"/>
    <p:sldId id="1116" r:id="rId113"/>
    <p:sldId id="1117" r:id="rId114"/>
    <p:sldId id="1118" r:id="rId115"/>
    <p:sldId id="1129" r:id="rId116"/>
    <p:sldId id="1119" r:id="rId117"/>
    <p:sldId id="1120" r:id="rId118"/>
    <p:sldId id="1121" r:id="rId119"/>
    <p:sldId id="1122" r:id="rId120"/>
    <p:sldId id="1130" r:id="rId121"/>
    <p:sldId id="1038" r:id="rId122"/>
    <p:sldId id="1039" r:id="rId123"/>
    <p:sldId id="1040" r:id="rId124"/>
    <p:sldId id="1041" r:id="rId125"/>
    <p:sldId id="1042" r:id="rId126"/>
    <p:sldId id="1043" r:id="rId127"/>
    <p:sldId id="1044" r:id="rId128"/>
    <p:sldId id="1045" r:id="rId129"/>
    <p:sldId id="1046" r:id="rId130"/>
    <p:sldId id="1047" r:id="rId131"/>
    <p:sldId id="1048" r:id="rId132"/>
    <p:sldId id="1049" r:id="rId133"/>
    <p:sldId id="1050" r:id="rId134"/>
    <p:sldId id="1051" r:id="rId135"/>
    <p:sldId id="1052" r:id="rId136"/>
    <p:sldId id="1053" r:id="rId137"/>
    <p:sldId id="1054" r:id="rId138"/>
    <p:sldId id="1013" r:id="rId139"/>
    <p:sldId id="1132" r:id="rId140"/>
    <p:sldId id="1133" r:id="rId141"/>
    <p:sldId id="1134" r:id="rId142"/>
    <p:sldId id="1135" r:id="rId143"/>
    <p:sldId id="1136" r:id="rId144"/>
    <p:sldId id="1137" r:id="rId145"/>
    <p:sldId id="557" r:id="rId146"/>
  </p:sldIdLst>
  <p:sldSz cx="9144000" cy="6858000" type="screen4x3"/>
  <p:notesSz cx="6858000" cy="9144000"/>
  <p:custDataLst>
    <p:tags r:id="rId15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26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33FF"/>
    <a:srgbClr val="0D5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70"/>
    <p:restoredTop sz="94581"/>
  </p:normalViewPr>
  <p:slideViewPr>
    <p:cSldViewPr showGuides="1">
      <p:cViewPr varScale="1">
        <p:scale>
          <a:sx n="73" d="100"/>
          <a:sy n="73" d="100"/>
        </p:scale>
        <p:origin x="-1284" y="-102"/>
      </p:cViewPr>
      <p:guideLst>
        <p:guide orient="horz" pos="2432"/>
        <p:guide pos="26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1" Type="http://schemas.openxmlformats.org/officeDocument/2006/relationships/tags" Target="tags/tag33.xml"/><Relationship Id="rId150" Type="http://schemas.openxmlformats.org/officeDocument/2006/relationships/tableStyles" Target="tableStyles.xml"/><Relationship Id="rId15" Type="http://schemas.openxmlformats.org/officeDocument/2006/relationships/slide" Target="slides/slide13.xml"/><Relationship Id="rId149" Type="http://schemas.openxmlformats.org/officeDocument/2006/relationships/viewProps" Target="viewProps.xml"/><Relationship Id="rId148" Type="http://schemas.openxmlformats.org/officeDocument/2006/relationships/presProps" Target="presProps.xml"/><Relationship Id="rId147" Type="http://schemas.openxmlformats.org/officeDocument/2006/relationships/handoutMaster" Target="handoutMasters/handoutMaster1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2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image" Target="../media/image66.wmf"/><Relationship Id="rId7" Type="http://schemas.openxmlformats.org/officeDocument/2006/relationships/image" Target="../media/image65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4" Type="http://schemas.openxmlformats.org/officeDocument/2006/relationships/image" Target="../media/image72.wmf"/><Relationship Id="rId13" Type="http://schemas.openxmlformats.org/officeDocument/2006/relationships/image" Target="../media/image71.wmf"/><Relationship Id="rId12" Type="http://schemas.openxmlformats.org/officeDocument/2006/relationships/image" Target="../media/image70.wmf"/><Relationship Id="rId11" Type="http://schemas.openxmlformats.org/officeDocument/2006/relationships/image" Target="../media/image69.wmf"/><Relationship Id="rId10" Type="http://schemas.openxmlformats.org/officeDocument/2006/relationships/image" Target="../media/image68.wmf"/><Relationship Id="rId1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image" Target="../media/image101.wmf"/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3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3.wmf"/></Relationships>
</file>

<file path=ppt/drawings/_rels/vmlDrawing2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3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30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7" Type="http://schemas.openxmlformats.org/officeDocument/2006/relationships/image" Target="../media/image130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3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7" Type="http://schemas.openxmlformats.org/officeDocument/2006/relationships/image" Target="../media/image152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/Relationships>
</file>

<file path=ppt/drawings/_rels/vmlDrawing3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/Relationships>
</file>

<file path=ppt/drawings/_rels/vmlDrawing4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2.wmf"/><Relationship Id="rId6" Type="http://schemas.openxmlformats.org/officeDocument/2006/relationships/image" Target="../media/image171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Relationship Id="rId3" Type="http://schemas.openxmlformats.org/officeDocument/2006/relationships/image" Target="../media/image168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wmf"/><Relationship Id="rId1" Type="http://schemas.openxmlformats.org/officeDocument/2006/relationships/image" Target="../media/image16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7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8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2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wmf"/><Relationship Id="rId1" Type="http://schemas.openxmlformats.org/officeDocument/2006/relationships/image" Target="../media/image183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5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5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8.wmf"/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5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5.wmf"/><Relationship Id="rId4" Type="http://schemas.openxmlformats.org/officeDocument/2006/relationships/image" Target="../media/image202.wmf"/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5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/Relationships>
</file>

<file path=ppt/drawings/_rels/vmlDrawing5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8.wmf"/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/Relationships>
</file>

<file path=ppt/drawings/_rels/vmlDrawing5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6.wmf"/><Relationship Id="rId4" Type="http://schemas.openxmlformats.org/officeDocument/2006/relationships/image" Target="../media/image225.wmf"/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wmf"/><Relationship Id="rId1" Type="http://schemas.openxmlformats.org/officeDocument/2006/relationships/image" Target="../media/image227.w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wmf"/><Relationship Id="rId1" Type="http://schemas.openxmlformats.org/officeDocument/2006/relationships/image" Target="../media/image229.wmf"/></Relationships>
</file>

<file path=ppt/drawings/_rels/vmlDrawing6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/Relationships>
</file>

<file path=ppt/drawings/_rels/vmlDrawing6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2.wmf"/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3.wmf"/></Relationships>
</file>

<file path=ppt/drawings/_rels/vmlDrawing6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50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/Relationships>
</file>

<file path=ppt/drawings/_rels/vmlDrawing6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2.wmf"/><Relationship Id="rId8" Type="http://schemas.openxmlformats.org/officeDocument/2006/relationships/image" Target="../media/image261.wmf"/><Relationship Id="rId7" Type="http://schemas.openxmlformats.org/officeDocument/2006/relationships/image" Target="../media/image260.wmf"/><Relationship Id="rId6" Type="http://schemas.openxmlformats.org/officeDocument/2006/relationships/image" Target="../media/image259.wmf"/><Relationship Id="rId5" Type="http://schemas.openxmlformats.org/officeDocument/2006/relationships/image" Target="../media/image258.wmf"/><Relationship Id="rId4" Type="http://schemas.openxmlformats.org/officeDocument/2006/relationships/image" Target="../media/image257.wmf"/><Relationship Id="rId3" Type="http://schemas.openxmlformats.org/officeDocument/2006/relationships/image" Target="../media/image256.wmf"/><Relationship Id="rId2" Type="http://schemas.openxmlformats.org/officeDocument/2006/relationships/image" Target="../media/image255.wmf"/><Relationship Id="rId15" Type="http://schemas.openxmlformats.org/officeDocument/2006/relationships/image" Target="../media/image268.wmf"/><Relationship Id="rId14" Type="http://schemas.openxmlformats.org/officeDocument/2006/relationships/image" Target="../media/image267.wmf"/><Relationship Id="rId13" Type="http://schemas.openxmlformats.org/officeDocument/2006/relationships/image" Target="../media/image266.wmf"/><Relationship Id="rId12" Type="http://schemas.openxmlformats.org/officeDocument/2006/relationships/image" Target="../media/image265.wmf"/><Relationship Id="rId11" Type="http://schemas.openxmlformats.org/officeDocument/2006/relationships/image" Target="../media/image264.wmf"/><Relationship Id="rId10" Type="http://schemas.openxmlformats.org/officeDocument/2006/relationships/image" Target="../media/image263.wmf"/><Relationship Id="rId1" Type="http://schemas.openxmlformats.org/officeDocument/2006/relationships/image" Target="../media/image254.wmf"/></Relationships>
</file>

<file path=ppt/drawings/_rels/vmlDrawing69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4.wmf"/><Relationship Id="rId5" Type="http://schemas.openxmlformats.org/officeDocument/2006/relationships/image" Target="../media/image254.wmf"/><Relationship Id="rId4" Type="http://schemas.openxmlformats.org/officeDocument/2006/relationships/image" Target="../media/image273.wmf"/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/Relationships>
</file>

<file path=ppt/drawings/_rels/vmlDrawing7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3.wmf"/><Relationship Id="rId8" Type="http://schemas.openxmlformats.org/officeDocument/2006/relationships/image" Target="../media/image282.wmf"/><Relationship Id="rId7" Type="http://schemas.openxmlformats.org/officeDocument/2006/relationships/image" Target="../media/image281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/Relationships>
</file>

<file path=ppt/drawings/_rels/vmlDrawing7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7.wmf"/><Relationship Id="rId8" Type="http://schemas.openxmlformats.org/officeDocument/2006/relationships/image" Target="../media/image296.wmf"/><Relationship Id="rId7" Type="http://schemas.openxmlformats.org/officeDocument/2006/relationships/image" Target="../media/image295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1" Type="http://schemas.openxmlformats.org/officeDocument/2006/relationships/image" Target="../media/image299.wmf"/><Relationship Id="rId10" Type="http://schemas.openxmlformats.org/officeDocument/2006/relationships/image" Target="../media/image298.wmf"/><Relationship Id="rId1" Type="http://schemas.openxmlformats.org/officeDocument/2006/relationships/image" Target="../media/image289.wmf"/></Relationships>
</file>

<file path=ppt/drawings/_rels/vmlDrawing7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wmf"/><Relationship Id="rId1" Type="http://schemas.openxmlformats.org/officeDocument/2006/relationships/image" Target="../media/image300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7" Type="http://schemas.openxmlformats.org/officeDocument/2006/relationships/image" Target="../media/image308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4" Type="http://schemas.openxmlformats.org/officeDocument/2006/relationships/image" Target="../media/image305.wmf"/><Relationship Id="rId3" Type="http://schemas.openxmlformats.org/officeDocument/2006/relationships/image" Target="../media/image304.wmf"/><Relationship Id="rId2" Type="http://schemas.openxmlformats.org/officeDocument/2006/relationships/image" Target="../media/image303.wmf"/><Relationship Id="rId1" Type="http://schemas.openxmlformats.org/officeDocument/2006/relationships/image" Target="../media/image302.wmf"/></Relationships>
</file>

<file path=ppt/drawings/_rels/vmlDrawing7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15.wmf"/><Relationship Id="rId5" Type="http://schemas.openxmlformats.org/officeDocument/2006/relationships/image" Target="../media/image314.wmf"/><Relationship Id="rId4" Type="http://schemas.openxmlformats.org/officeDocument/2006/relationships/image" Target="../media/image313.wmf"/><Relationship Id="rId3" Type="http://schemas.openxmlformats.org/officeDocument/2006/relationships/image" Target="../media/image312.wmf"/><Relationship Id="rId2" Type="http://schemas.openxmlformats.org/officeDocument/2006/relationships/image" Target="../media/image311.wmf"/><Relationship Id="rId1" Type="http://schemas.openxmlformats.org/officeDocument/2006/relationships/image" Target="../media/image310.wmf"/></Relationships>
</file>

<file path=ppt/drawings/_rels/vmlDrawing7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4.wmf"/><Relationship Id="rId8" Type="http://schemas.openxmlformats.org/officeDocument/2006/relationships/image" Target="../media/image323.wmf"/><Relationship Id="rId7" Type="http://schemas.openxmlformats.org/officeDocument/2006/relationships/image" Target="../media/image322.w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9" Type="http://schemas.openxmlformats.org/officeDocument/2006/relationships/image" Target="../media/image334.wmf"/><Relationship Id="rId18" Type="http://schemas.openxmlformats.org/officeDocument/2006/relationships/image" Target="../media/image333.wmf"/><Relationship Id="rId17" Type="http://schemas.openxmlformats.org/officeDocument/2006/relationships/image" Target="../media/image332.wmf"/><Relationship Id="rId16" Type="http://schemas.openxmlformats.org/officeDocument/2006/relationships/image" Target="../media/image331.wmf"/><Relationship Id="rId15" Type="http://schemas.openxmlformats.org/officeDocument/2006/relationships/image" Target="../media/image330.wmf"/><Relationship Id="rId14" Type="http://schemas.openxmlformats.org/officeDocument/2006/relationships/image" Target="../media/image329.wmf"/><Relationship Id="rId13" Type="http://schemas.openxmlformats.org/officeDocument/2006/relationships/image" Target="../media/image328.wmf"/><Relationship Id="rId12" Type="http://schemas.openxmlformats.org/officeDocument/2006/relationships/image" Target="../media/image327.wmf"/><Relationship Id="rId11" Type="http://schemas.openxmlformats.org/officeDocument/2006/relationships/image" Target="../media/image326.wmf"/><Relationship Id="rId10" Type="http://schemas.openxmlformats.org/officeDocument/2006/relationships/image" Target="../media/image325.wmf"/><Relationship Id="rId1" Type="http://schemas.openxmlformats.org/officeDocument/2006/relationships/image" Target="../media/image316.w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wmf"/><Relationship Id="rId7" Type="http://schemas.openxmlformats.org/officeDocument/2006/relationships/image" Target="../media/image341.wmf"/><Relationship Id="rId6" Type="http://schemas.openxmlformats.org/officeDocument/2006/relationships/image" Target="../media/image340.wmf"/><Relationship Id="rId5" Type="http://schemas.openxmlformats.org/officeDocument/2006/relationships/image" Target="../media/image339.wmf"/><Relationship Id="rId4" Type="http://schemas.openxmlformats.org/officeDocument/2006/relationships/image" Target="../media/image338.wmf"/><Relationship Id="rId3" Type="http://schemas.openxmlformats.org/officeDocument/2006/relationships/image" Target="../media/image337.wmf"/><Relationship Id="rId2" Type="http://schemas.openxmlformats.org/officeDocument/2006/relationships/image" Target="../media/image336.wmf"/><Relationship Id="rId1" Type="http://schemas.openxmlformats.org/officeDocument/2006/relationships/image" Target="../media/image335.wmf"/></Relationships>
</file>

<file path=ppt/drawings/_rels/vmlDrawing7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7.wmf"/><Relationship Id="rId3" Type="http://schemas.openxmlformats.org/officeDocument/2006/relationships/image" Target="../media/image346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/Relationships>
</file>

<file path=ppt/drawings/_rels/vmlDrawing79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4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/Relationships>
</file>

<file path=ppt/drawings/_rels/vmlDrawing8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3.wmf"/><Relationship Id="rId8" Type="http://schemas.openxmlformats.org/officeDocument/2006/relationships/image" Target="../media/image362.wmf"/><Relationship Id="rId7" Type="http://schemas.openxmlformats.org/officeDocument/2006/relationships/image" Target="../media/image361.wmf"/><Relationship Id="rId6" Type="http://schemas.openxmlformats.org/officeDocument/2006/relationships/image" Target="../media/image360.wmf"/><Relationship Id="rId5" Type="http://schemas.openxmlformats.org/officeDocument/2006/relationships/image" Target="../media/image359.wmf"/><Relationship Id="rId4" Type="http://schemas.openxmlformats.org/officeDocument/2006/relationships/image" Target="../media/image358.wmf"/><Relationship Id="rId3" Type="http://schemas.openxmlformats.org/officeDocument/2006/relationships/image" Target="../media/image357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/Relationships>
</file>

<file path=ppt/drawings/_rels/vmlDrawing81.vml.rels><?xml version="1.0" encoding="UTF-8" standalone="yes"?>
<Relationships xmlns="http://schemas.openxmlformats.org/package/2006/relationships"><Relationship Id="rId5" Type="http://schemas.openxmlformats.org/officeDocument/2006/relationships/image" Target="../media/image368.wmf"/><Relationship Id="rId4" Type="http://schemas.openxmlformats.org/officeDocument/2006/relationships/image" Target="../media/image367.wmf"/><Relationship Id="rId3" Type="http://schemas.openxmlformats.org/officeDocument/2006/relationships/image" Target="../media/image366.wmf"/><Relationship Id="rId2" Type="http://schemas.openxmlformats.org/officeDocument/2006/relationships/image" Target="../media/image365.wmf"/><Relationship Id="rId1" Type="http://schemas.openxmlformats.org/officeDocument/2006/relationships/image" Target="../media/image364.wmf"/></Relationships>
</file>

<file path=ppt/drawings/_rels/vmlDrawing82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2.wmf"/><Relationship Id="rId3" Type="http://schemas.openxmlformats.org/officeDocument/2006/relationships/image" Target="../media/image371.wmf"/><Relationship Id="rId2" Type="http://schemas.openxmlformats.org/officeDocument/2006/relationships/image" Target="../media/image370.wmf"/><Relationship Id="rId1" Type="http://schemas.openxmlformats.org/officeDocument/2006/relationships/image" Target="../media/image369.wmf"/></Relationships>
</file>

<file path=ppt/drawings/_rels/vmlDrawing8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6.wmf"/><Relationship Id="rId3" Type="http://schemas.openxmlformats.org/officeDocument/2006/relationships/image" Target="../media/image375.wmf"/><Relationship Id="rId2" Type="http://schemas.openxmlformats.org/officeDocument/2006/relationships/image" Target="../media/image374.wmf"/><Relationship Id="rId1" Type="http://schemas.openxmlformats.org/officeDocument/2006/relationships/image" Target="../media/image373.wmf"/></Relationships>
</file>

<file path=ppt/drawings/_rels/vmlDrawing8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5.wmf"/><Relationship Id="rId8" Type="http://schemas.openxmlformats.org/officeDocument/2006/relationships/image" Target="../media/image384.wmf"/><Relationship Id="rId7" Type="http://schemas.openxmlformats.org/officeDocument/2006/relationships/image" Target="../media/image383.wmf"/><Relationship Id="rId6" Type="http://schemas.openxmlformats.org/officeDocument/2006/relationships/image" Target="../media/image382.wmf"/><Relationship Id="rId5" Type="http://schemas.openxmlformats.org/officeDocument/2006/relationships/image" Target="../media/image381.wmf"/><Relationship Id="rId4" Type="http://schemas.openxmlformats.org/officeDocument/2006/relationships/image" Target="../media/image380.wmf"/><Relationship Id="rId3" Type="http://schemas.openxmlformats.org/officeDocument/2006/relationships/image" Target="../media/image379.wmf"/><Relationship Id="rId2" Type="http://schemas.openxmlformats.org/officeDocument/2006/relationships/image" Target="../media/image378.wmf"/><Relationship Id="rId10" Type="http://schemas.openxmlformats.org/officeDocument/2006/relationships/image" Target="../media/image386.wmf"/><Relationship Id="rId1" Type="http://schemas.openxmlformats.org/officeDocument/2006/relationships/image" Target="../media/image377.wmf"/></Relationships>
</file>

<file path=ppt/drawings/_rels/vmlDrawing8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91.wmf"/><Relationship Id="rId4" Type="http://schemas.openxmlformats.org/officeDocument/2006/relationships/image" Target="../media/image390.wmf"/><Relationship Id="rId3" Type="http://schemas.openxmlformats.org/officeDocument/2006/relationships/image" Target="../media/image389.wmf"/><Relationship Id="rId2" Type="http://schemas.openxmlformats.org/officeDocument/2006/relationships/image" Target="../media/image388.wmf"/><Relationship Id="rId1" Type="http://schemas.openxmlformats.org/officeDocument/2006/relationships/image" Target="../media/image387.emf"/></Relationships>
</file>

<file path=ppt/drawings/_rels/vmlDrawing8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97.wmf"/><Relationship Id="rId5" Type="http://schemas.openxmlformats.org/officeDocument/2006/relationships/image" Target="../media/image396.wmf"/><Relationship Id="rId4" Type="http://schemas.openxmlformats.org/officeDocument/2006/relationships/image" Target="../media/image395.wmf"/><Relationship Id="rId3" Type="http://schemas.openxmlformats.org/officeDocument/2006/relationships/image" Target="../media/image394.wmf"/><Relationship Id="rId2" Type="http://schemas.openxmlformats.org/officeDocument/2006/relationships/image" Target="../media/image393.wmf"/><Relationship Id="rId1" Type="http://schemas.openxmlformats.org/officeDocument/2006/relationships/image" Target="../media/image392.wmf"/></Relationships>
</file>

<file path=ppt/drawings/_rels/vmlDrawing87.vml.rels><?xml version="1.0" encoding="UTF-8" standalone="yes"?>
<Relationships xmlns="http://schemas.openxmlformats.org/package/2006/relationships"><Relationship Id="rId5" Type="http://schemas.openxmlformats.org/officeDocument/2006/relationships/image" Target="../media/image402.wmf"/><Relationship Id="rId4" Type="http://schemas.openxmlformats.org/officeDocument/2006/relationships/image" Target="../media/image401.wmf"/><Relationship Id="rId3" Type="http://schemas.openxmlformats.org/officeDocument/2006/relationships/image" Target="../media/image400.wmf"/><Relationship Id="rId2" Type="http://schemas.openxmlformats.org/officeDocument/2006/relationships/image" Target="../media/image399.wmf"/><Relationship Id="rId1" Type="http://schemas.openxmlformats.org/officeDocument/2006/relationships/image" Target="../media/image398.wmf"/></Relationships>
</file>

<file path=ppt/drawings/_rels/vmlDrawing8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6.wmf"/><Relationship Id="rId3" Type="http://schemas.openxmlformats.org/officeDocument/2006/relationships/image" Target="../media/image405.wmf"/><Relationship Id="rId2" Type="http://schemas.openxmlformats.org/officeDocument/2006/relationships/image" Target="../media/image404.wmf"/><Relationship Id="rId1" Type="http://schemas.openxmlformats.org/officeDocument/2006/relationships/image" Target="../media/image403.wmf"/></Relationships>
</file>

<file path=ppt/drawings/_rels/vmlDrawing8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9.wmf"/><Relationship Id="rId2" Type="http://schemas.openxmlformats.org/officeDocument/2006/relationships/image" Target="../media/image408.wmf"/><Relationship Id="rId1" Type="http://schemas.openxmlformats.org/officeDocument/2006/relationships/image" Target="../media/image407.wmf"/></Relationships>
</file>

<file path=ppt/drawings/_rels/vmlDrawing9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wmf"/><Relationship Id="rId1" Type="http://schemas.openxmlformats.org/officeDocument/2006/relationships/image" Target="../media/image410.wmf"/></Relationships>
</file>

<file path=ppt/drawings/_rels/vmlDrawing91.vml.rels><?xml version="1.0" encoding="UTF-8" standalone="yes"?>
<Relationships xmlns="http://schemas.openxmlformats.org/package/2006/relationships"><Relationship Id="rId5" Type="http://schemas.openxmlformats.org/officeDocument/2006/relationships/image" Target="../media/image416.wmf"/><Relationship Id="rId4" Type="http://schemas.openxmlformats.org/officeDocument/2006/relationships/image" Target="../media/image415.wmf"/><Relationship Id="rId3" Type="http://schemas.openxmlformats.org/officeDocument/2006/relationships/image" Target="../media/image414.wmf"/><Relationship Id="rId2" Type="http://schemas.openxmlformats.org/officeDocument/2006/relationships/image" Target="../media/image413.wmf"/><Relationship Id="rId1" Type="http://schemas.openxmlformats.org/officeDocument/2006/relationships/image" Target="../media/image412.wmf"/></Relationships>
</file>

<file path=ppt/drawings/_rels/vmlDrawing92.vml.rels><?xml version="1.0" encoding="UTF-8" standalone="yes"?>
<Relationships xmlns="http://schemas.openxmlformats.org/package/2006/relationships"><Relationship Id="rId6" Type="http://schemas.openxmlformats.org/officeDocument/2006/relationships/image" Target="../media/image422.wmf"/><Relationship Id="rId5" Type="http://schemas.openxmlformats.org/officeDocument/2006/relationships/image" Target="../media/image421.wmf"/><Relationship Id="rId4" Type="http://schemas.openxmlformats.org/officeDocument/2006/relationships/image" Target="../media/image420.wmf"/><Relationship Id="rId3" Type="http://schemas.openxmlformats.org/officeDocument/2006/relationships/image" Target="../media/image419.wmf"/><Relationship Id="rId2" Type="http://schemas.openxmlformats.org/officeDocument/2006/relationships/image" Target="../media/image418.wmf"/><Relationship Id="rId1" Type="http://schemas.openxmlformats.org/officeDocument/2006/relationships/image" Target="../media/image417.wmf"/></Relationships>
</file>

<file path=ppt/drawings/_rels/vmlDrawing9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wmf"/><Relationship Id="rId2" Type="http://schemas.openxmlformats.org/officeDocument/2006/relationships/image" Target="../media/image424.wmf"/><Relationship Id="rId1" Type="http://schemas.openxmlformats.org/officeDocument/2006/relationships/image" Target="../media/image423.wmf"/></Relationships>
</file>

<file path=ppt/drawings/_rels/vmlDrawing9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30.wmf"/><Relationship Id="rId4" Type="http://schemas.openxmlformats.org/officeDocument/2006/relationships/image" Target="../media/image429.wmf"/><Relationship Id="rId3" Type="http://schemas.openxmlformats.org/officeDocument/2006/relationships/image" Target="../media/image428.wmf"/><Relationship Id="rId2" Type="http://schemas.openxmlformats.org/officeDocument/2006/relationships/image" Target="../media/image427.wmf"/><Relationship Id="rId1" Type="http://schemas.openxmlformats.org/officeDocument/2006/relationships/image" Target="../media/image426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wmf"/><Relationship Id="rId2" Type="http://schemas.openxmlformats.org/officeDocument/2006/relationships/image" Target="../media/image432.wmf"/><Relationship Id="rId1" Type="http://schemas.openxmlformats.org/officeDocument/2006/relationships/image" Target="../media/image431.w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wmf"/><Relationship Id="rId2" Type="http://schemas.openxmlformats.org/officeDocument/2006/relationships/image" Target="../media/image435.wmf"/><Relationship Id="rId1" Type="http://schemas.openxmlformats.org/officeDocument/2006/relationships/image" Target="../media/image434.w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9.wmf"/><Relationship Id="rId2" Type="http://schemas.openxmlformats.org/officeDocument/2006/relationships/image" Target="../media/image438.wmf"/><Relationship Id="rId1" Type="http://schemas.openxmlformats.org/officeDocument/2006/relationships/image" Target="../media/image437.wmf"/></Relationships>
</file>

<file path=ppt/drawings/_rels/vmlDrawing9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44.wmf"/><Relationship Id="rId3" Type="http://schemas.openxmlformats.org/officeDocument/2006/relationships/image" Target="../media/image443.wmf"/><Relationship Id="rId2" Type="http://schemas.openxmlformats.org/officeDocument/2006/relationships/image" Target="../media/image442.wmf"/><Relationship Id="rId1" Type="http://schemas.openxmlformats.org/officeDocument/2006/relationships/image" Target="../media/image440.wmf"/></Relationships>
</file>

<file path=ppt/drawings/_rels/vmlDrawing9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4.wmf"/><Relationship Id="rId8" Type="http://schemas.openxmlformats.org/officeDocument/2006/relationships/image" Target="../media/image453.wmf"/><Relationship Id="rId7" Type="http://schemas.openxmlformats.org/officeDocument/2006/relationships/image" Target="../media/image452.wmf"/><Relationship Id="rId6" Type="http://schemas.openxmlformats.org/officeDocument/2006/relationships/image" Target="../media/image451.wmf"/><Relationship Id="rId5" Type="http://schemas.openxmlformats.org/officeDocument/2006/relationships/image" Target="../media/image450.wmf"/><Relationship Id="rId4" Type="http://schemas.openxmlformats.org/officeDocument/2006/relationships/image" Target="../media/image449.wmf"/><Relationship Id="rId3" Type="http://schemas.openxmlformats.org/officeDocument/2006/relationships/image" Target="../media/image448.wmf"/><Relationship Id="rId2" Type="http://schemas.openxmlformats.org/officeDocument/2006/relationships/image" Target="../media/image447.wmf"/><Relationship Id="rId1" Type="http://schemas.openxmlformats.org/officeDocument/2006/relationships/image" Target="../media/image446.wmf"/></Relationships>
</file>

<file path=ppt/drawings/_rels/vmlDrawing100.vml.rels><?xml version="1.0" encoding="UTF-8" standalone="yes"?>
<Relationships xmlns="http://schemas.openxmlformats.org/package/2006/relationships"><Relationship Id="rId6" Type="http://schemas.openxmlformats.org/officeDocument/2006/relationships/image" Target="../media/image460.wmf"/><Relationship Id="rId5" Type="http://schemas.openxmlformats.org/officeDocument/2006/relationships/image" Target="../media/image459.wmf"/><Relationship Id="rId4" Type="http://schemas.openxmlformats.org/officeDocument/2006/relationships/image" Target="../media/image458.wmf"/><Relationship Id="rId3" Type="http://schemas.openxmlformats.org/officeDocument/2006/relationships/image" Target="../media/image457.wmf"/><Relationship Id="rId2" Type="http://schemas.openxmlformats.org/officeDocument/2006/relationships/image" Target="../media/image456.wmf"/><Relationship Id="rId1" Type="http://schemas.openxmlformats.org/officeDocument/2006/relationships/image" Target="../media/image455.wmf"/></Relationships>
</file>

<file path=ppt/drawings/_rels/vmlDrawing10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4.wmf"/><Relationship Id="rId3" Type="http://schemas.openxmlformats.org/officeDocument/2006/relationships/image" Target="../media/image463.wmf"/><Relationship Id="rId2" Type="http://schemas.openxmlformats.org/officeDocument/2006/relationships/image" Target="../media/image462.wmf"/><Relationship Id="rId1" Type="http://schemas.openxmlformats.org/officeDocument/2006/relationships/image" Target="../media/image461.wmf"/></Relationships>
</file>

<file path=ppt/drawings/_rels/vmlDrawing10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wmf"/><Relationship Id="rId7" Type="http://schemas.openxmlformats.org/officeDocument/2006/relationships/image" Target="../media/image471.wmf"/><Relationship Id="rId6" Type="http://schemas.openxmlformats.org/officeDocument/2006/relationships/image" Target="../media/image470.wmf"/><Relationship Id="rId5" Type="http://schemas.openxmlformats.org/officeDocument/2006/relationships/image" Target="../media/image469.wmf"/><Relationship Id="rId4" Type="http://schemas.openxmlformats.org/officeDocument/2006/relationships/image" Target="../media/image468.wmf"/><Relationship Id="rId3" Type="http://schemas.openxmlformats.org/officeDocument/2006/relationships/image" Target="../media/image467.wmf"/><Relationship Id="rId2" Type="http://schemas.openxmlformats.org/officeDocument/2006/relationships/image" Target="../media/image466.wmf"/><Relationship Id="rId1" Type="http://schemas.openxmlformats.org/officeDocument/2006/relationships/image" Target="../media/image465.wmf"/></Relationships>
</file>

<file path=ppt/drawings/_rels/vmlDrawing103.vml.rels><?xml version="1.0" encoding="UTF-8" standalone="yes"?>
<Relationships xmlns="http://schemas.openxmlformats.org/package/2006/relationships"><Relationship Id="rId7" Type="http://schemas.openxmlformats.org/officeDocument/2006/relationships/image" Target="../media/image479.wmf"/><Relationship Id="rId6" Type="http://schemas.openxmlformats.org/officeDocument/2006/relationships/image" Target="../media/image478.wmf"/><Relationship Id="rId5" Type="http://schemas.openxmlformats.org/officeDocument/2006/relationships/image" Target="../media/image477.wmf"/><Relationship Id="rId4" Type="http://schemas.openxmlformats.org/officeDocument/2006/relationships/image" Target="../media/image476.wmf"/><Relationship Id="rId3" Type="http://schemas.openxmlformats.org/officeDocument/2006/relationships/image" Target="../media/image475.wmf"/><Relationship Id="rId2" Type="http://schemas.openxmlformats.org/officeDocument/2006/relationships/image" Target="../media/image474.wmf"/><Relationship Id="rId1" Type="http://schemas.openxmlformats.org/officeDocument/2006/relationships/image" Target="../media/image473.wmf"/></Relationships>
</file>

<file path=ppt/drawings/_rels/vmlDrawing10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3.wmf"/><Relationship Id="rId3" Type="http://schemas.openxmlformats.org/officeDocument/2006/relationships/image" Target="../media/image482.wmf"/><Relationship Id="rId2" Type="http://schemas.openxmlformats.org/officeDocument/2006/relationships/image" Target="../media/image481.wmf"/><Relationship Id="rId1" Type="http://schemas.openxmlformats.org/officeDocument/2006/relationships/image" Target="../media/image480.wmf"/></Relationships>
</file>

<file path=ppt/drawings/_rels/vmlDrawing105.vml.rels><?xml version="1.0" encoding="UTF-8" standalone="yes"?>
<Relationships xmlns="http://schemas.openxmlformats.org/package/2006/relationships"><Relationship Id="rId6" Type="http://schemas.openxmlformats.org/officeDocument/2006/relationships/image" Target="../media/image487.wmf"/><Relationship Id="rId5" Type="http://schemas.openxmlformats.org/officeDocument/2006/relationships/image" Target="../media/image486.wmf"/><Relationship Id="rId4" Type="http://schemas.openxmlformats.org/officeDocument/2006/relationships/image" Target="../media/image485.wmf"/><Relationship Id="rId3" Type="http://schemas.openxmlformats.org/officeDocument/2006/relationships/image" Target="../media/image482.wmf"/><Relationship Id="rId2" Type="http://schemas.openxmlformats.org/officeDocument/2006/relationships/image" Target="../media/image481.wmf"/><Relationship Id="rId1" Type="http://schemas.openxmlformats.org/officeDocument/2006/relationships/image" Target="../media/image484.wmf"/></Relationships>
</file>

<file path=ppt/drawings/_rels/vmlDrawing10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6.wmf"/><Relationship Id="rId8" Type="http://schemas.openxmlformats.org/officeDocument/2006/relationships/image" Target="../media/image495.wmf"/><Relationship Id="rId7" Type="http://schemas.openxmlformats.org/officeDocument/2006/relationships/image" Target="../media/image494.wmf"/><Relationship Id="rId6" Type="http://schemas.openxmlformats.org/officeDocument/2006/relationships/image" Target="../media/image493.wmf"/><Relationship Id="rId5" Type="http://schemas.openxmlformats.org/officeDocument/2006/relationships/image" Target="../media/image492.wmf"/><Relationship Id="rId4" Type="http://schemas.openxmlformats.org/officeDocument/2006/relationships/image" Target="../media/image491.wmf"/><Relationship Id="rId3" Type="http://schemas.openxmlformats.org/officeDocument/2006/relationships/image" Target="../media/image490.wmf"/><Relationship Id="rId2" Type="http://schemas.openxmlformats.org/officeDocument/2006/relationships/image" Target="../media/image489.wmf"/><Relationship Id="rId10" Type="http://schemas.openxmlformats.org/officeDocument/2006/relationships/image" Target="../media/image497.wmf"/><Relationship Id="rId1" Type="http://schemas.openxmlformats.org/officeDocument/2006/relationships/image" Target="../media/image488.wmf"/></Relationships>
</file>

<file path=ppt/drawings/_rels/vmlDrawing10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6.wmf"/><Relationship Id="rId8" Type="http://schemas.openxmlformats.org/officeDocument/2006/relationships/image" Target="../media/image505.wmf"/><Relationship Id="rId7" Type="http://schemas.openxmlformats.org/officeDocument/2006/relationships/image" Target="../media/image504.wmf"/><Relationship Id="rId6" Type="http://schemas.openxmlformats.org/officeDocument/2006/relationships/image" Target="../media/image503.wmf"/><Relationship Id="rId5" Type="http://schemas.openxmlformats.org/officeDocument/2006/relationships/image" Target="../media/image502.wmf"/><Relationship Id="rId4" Type="http://schemas.openxmlformats.org/officeDocument/2006/relationships/image" Target="../media/image501.wmf"/><Relationship Id="rId3" Type="http://schemas.openxmlformats.org/officeDocument/2006/relationships/image" Target="../media/image500.wmf"/><Relationship Id="rId2" Type="http://schemas.openxmlformats.org/officeDocument/2006/relationships/image" Target="../media/image499.wmf"/><Relationship Id="rId13" Type="http://schemas.openxmlformats.org/officeDocument/2006/relationships/image" Target="../media/image510.wmf"/><Relationship Id="rId12" Type="http://schemas.openxmlformats.org/officeDocument/2006/relationships/image" Target="../media/image509.wmf"/><Relationship Id="rId11" Type="http://schemas.openxmlformats.org/officeDocument/2006/relationships/image" Target="../media/image508.wmf"/><Relationship Id="rId10" Type="http://schemas.openxmlformats.org/officeDocument/2006/relationships/image" Target="../media/image507.wmf"/><Relationship Id="rId1" Type="http://schemas.openxmlformats.org/officeDocument/2006/relationships/image" Target="../media/image498.wmf"/></Relationships>
</file>

<file path=ppt/drawings/_rels/vmlDrawing10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8.wmf"/><Relationship Id="rId8" Type="http://schemas.openxmlformats.org/officeDocument/2006/relationships/image" Target="../media/image517.wmf"/><Relationship Id="rId7" Type="http://schemas.openxmlformats.org/officeDocument/2006/relationships/image" Target="../media/image516.wmf"/><Relationship Id="rId6" Type="http://schemas.openxmlformats.org/officeDocument/2006/relationships/image" Target="../media/image515.wmf"/><Relationship Id="rId5" Type="http://schemas.openxmlformats.org/officeDocument/2006/relationships/image" Target="../media/image495.wmf"/><Relationship Id="rId4" Type="http://schemas.openxmlformats.org/officeDocument/2006/relationships/image" Target="../media/image514.wmf"/><Relationship Id="rId3" Type="http://schemas.openxmlformats.org/officeDocument/2006/relationships/image" Target="../media/image513.wmf"/><Relationship Id="rId2" Type="http://schemas.openxmlformats.org/officeDocument/2006/relationships/image" Target="../media/image512.wmf"/><Relationship Id="rId1" Type="http://schemas.openxmlformats.org/officeDocument/2006/relationships/image" Target="../media/image511.wmf"/></Relationships>
</file>

<file path=ppt/drawings/_rels/vmlDrawing10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24.wmf"/><Relationship Id="rId5" Type="http://schemas.openxmlformats.org/officeDocument/2006/relationships/image" Target="../media/image523.wmf"/><Relationship Id="rId4" Type="http://schemas.openxmlformats.org/officeDocument/2006/relationships/image" Target="../media/image522.wmf"/><Relationship Id="rId3" Type="http://schemas.openxmlformats.org/officeDocument/2006/relationships/image" Target="../media/image521.wmf"/><Relationship Id="rId2" Type="http://schemas.openxmlformats.org/officeDocument/2006/relationships/image" Target="../media/image520.wmf"/><Relationship Id="rId1" Type="http://schemas.openxmlformats.org/officeDocument/2006/relationships/image" Target="../media/image519.wmf"/></Relationships>
</file>

<file path=ppt/drawings/_rels/vmlDrawing1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29.wmf"/><Relationship Id="rId4" Type="http://schemas.openxmlformats.org/officeDocument/2006/relationships/image" Target="../media/image528.wmf"/><Relationship Id="rId3" Type="http://schemas.openxmlformats.org/officeDocument/2006/relationships/image" Target="../media/image527.wmf"/><Relationship Id="rId2" Type="http://schemas.openxmlformats.org/officeDocument/2006/relationships/image" Target="../media/image526.wmf"/><Relationship Id="rId1" Type="http://schemas.openxmlformats.org/officeDocument/2006/relationships/image" Target="../media/image525.wmf"/></Relationships>
</file>

<file path=ppt/drawings/_rels/vmlDrawing1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35.wmf"/><Relationship Id="rId4" Type="http://schemas.openxmlformats.org/officeDocument/2006/relationships/image" Target="../media/image534.wmf"/><Relationship Id="rId3" Type="http://schemas.openxmlformats.org/officeDocument/2006/relationships/image" Target="../media/image533.wmf"/><Relationship Id="rId2" Type="http://schemas.openxmlformats.org/officeDocument/2006/relationships/image" Target="../media/image532.wmf"/><Relationship Id="rId1" Type="http://schemas.openxmlformats.org/officeDocument/2006/relationships/image" Target="../media/image531.wmf"/></Relationships>
</file>

<file path=ppt/drawings/_rels/vmlDrawing1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1.wmf"/><Relationship Id="rId5" Type="http://schemas.openxmlformats.org/officeDocument/2006/relationships/image" Target="../media/image540.wmf"/><Relationship Id="rId4" Type="http://schemas.openxmlformats.org/officeDocument/2006/relationships/image" Target="../media/image539.wmf"/><Relationship Id="rId3" Type="http://schemas.openxmlformats.org/officeDocument/2006/relationships/image" Target="../media/image538.wmf"/><Relationship Id="rId2" Type="http://schemas.openxmlformats.org/officeDocument/2006/relationships/image" Target="../media/image537.wmf"/><Relationship Id="rId1" Type="http://schemas.openxmlformats.org/officeDocument/2006/relationships/image" Target="../media/image536.wmf"/></Relationships>
</file>

<file path=ppt/drawings/_rels/vmlDrawing1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0.wmf"/><Relationship Id="rId8" Type="http://schemas.openxmlformats.org/officeDocument/2006/relationships/image" Target="../media/image549.wmf"/><Relationship Id="rId7" Type="http://schemas.openxmlformats.org/officeDocument/2006/relationships/image" Target="../media/image548.wmf"/><Relationship Id="rId6" Type="http://schemas.openxmlformats.org/officeDocument/2006/relationships/image" Target="../media/image547.wmf"/><Relationship Id="rId5" Type="http://schemas.openxmlformats.org/officeDocument/2006/relationships/image" Target="../media/image546.wmf"/><Relationship Id="rId4" Type="http://schemas.openxmlformats.org/officeDocument/2006/relationships/image" Target="../media/image545.wmf"/><Relationship Id="rId3" Type="http://schemas.openxmlformats.org/officeDocument/2006/relationships/image" Target="../media/image544.wmf"/><Relationship Id="rId2" Type="http://schemas.openxmlformats.org/officeDocument/2006/relationships/image" Target="../media/image543.wmf"/><Relationship Id="rId12" Type="http://schemas.openxmlformats.org/officeDocument/2006/relationships/image" Target="../media/image553.wmf"/><Relationship Id="rId11" Type="http://schemas.openxmlformats.org/officeDocument/2006/relationships/image" Target="../media/image552.wmf"/><Relationship Id="rId10" Type="http://schemas.openxmlformats.org/officeDocument/2006/relationships/image" Target="../media/image551.wmf"/><Relationship Id="rId1" Type="http://schemas.openxmlformats.org/officeDocument/2006/relationships/image" Target="../media/image542.wmf"/></Relationships>
</file>

<file path=ppt/drawings/_rels/vmlDrawing1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2.wmf"/><Relationship Id="rId8" Type="http://schemas.openxmlformats.org/officeDocument/2006/relationships/image" Target="../media/image561.wmf"/><Relationship Id="rId7" Type="http://schemas.openxmlformats.org/officeDocument/2006/relationships/image" Target="../media/image560.wmf"/><Relationship Id="rId6" Type="http://schemas.openxmlformats.org/officeDocument/2006/relationships/image" Target="../media/image559.wmf"/><Relationship Id="rId5" Type="http://schemas.openxmlformats.org/officeDocument/2006/relationships/image" Target="../media/image558.wmf"/><Relationship Id="rId4" Type="http://schemas.openxmlformats.org/officeDocument/2006/relationships/image" Target="../media/image557.wmf"/><Relationship Id="rId3" Type="http://schemas.openxmlformats.org/officeDocument/2006/relationships/image" Target="../media/image556.wmf"/><Relationship Id="rId2" Type="http://schemas.openxmlformats.org/officeDocument/2006/relationships/image" Target="../media/image555.wmf"/><Relationship Id="rId1" Type="http://schemas.openxmlformats.org/officeDocument/2006/relationships/image" Target="../media/image554.wmf"/></Relationships>
</file>

<file path=ppt/drawings/_rels/vmlDrawing1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68.wmf"/><Relationship Id="rId5" Type="http://schemas.openxmlformats.org/officeDocument/2006/relationships/image" Target="../media/image567.wmf"/><Relationship Id="rId4" Type="http://schemas.openxmlformats.org/officeDocument/2006/relationships/image" Target="../media/image566.wmf"/><Relationship Id="rId3" Type="http://schemas.openxmlformats.org/officeDocument/2006/relationships/image" Target="../media/image565.wmf"/><Relationship Id="rId2" Type="http://schemas.openxmlformats.org/officeDocument/2006/relationships/image" Target="../media/image564.wmf"/><Relationship Id="rId1" Type="http://schemas.openxmlformats.org/officeDocument/2006/relationships/image" Target="../media/image563.wmf"/></Relationships>
</file>

<file path=ppt/drawings/_rels/vmlDrawing1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575.wmf"/><Relationship Id="rId6" Type="http://schemas.openxmlformats.org/officeDocument/2006/relationships/image" Target="../media/image574.wmf"/><Relationship Id="rId5" Type="http://schemas.openxmlformats.org/officeDocument/2006/relationships/image" Target="../media/image573.wmf"/><Relationship Id="rId4" Type="http://schemas.openxmlformats.org/officeDocument/2006/relationships/image" Target="../media/image572.wmf"/><Relationship Id="rId3" Type="http://schemas.openxmlformats.org/officeDocument/2006/relationships/image" Target="../media/image571.wmf"/><Relationship Id="rId2" Type="http://schemas.openxmlformats.org/officeDocument/2006/relationships/image" Target="../media/image570.wmf"/><Relationship Id="rId1" Type="http://schemas.openxmlformats.org/officeDocument/2006/relationships/image" Target="../media/image569.wmf"/></Relationships>
</file>

<file path=ppt/drawings/_rels/vmlDrawing1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80.wmf"/><Relationship Id="rId5" Type="http://schemas.openxmlformats.org/officeDocument/2006/relationships/image" Target="../media/image579.wmf"/><Relationship Id="rId4" Type="http://schemas.openxmlformats.org/officeDocument/2006/relationships/image" Target="../media/image578.wmf"/><Relationship Id="rId3" Type="http://schemas.openxmlformats.org/officeDocument/2006/relationships/image" Target="../media/image577.wmf"/><Relationship Id="rId2" Type="http://schemas.openxmlformats.org/officeDocument/2006/relationships/image" Target="../media/image576.wmf"/><Relationship Id="rId1" Type="http://schemas.openxmlformats.org/officeDocument/2006/relationships/image" Target="../media/image573.wmf"/></Relationships>
</file>

<file path=ppt/drawings/_rels/vmlDrawing1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586.wmf"/><Relationship Id="rId5" Type="http://schemas.openxmlformats.org/officeDocument/2006/relationships/image" Target="../media/image585.wmf"/><Relationship Id="rId4" Type="http://schemas.openxmlformats.org/officeDocument/2006/relationships/image" Target="../media/image584.wmf"/><Relationship Id="rId3" Type="http://schemas.openxmlformats.org/officeDocument/2006/relationships/image" Target="../media/image583.wmf"/><Relationship Id="rId2" Type="http://schemas.openxmlformats.org/officeDocument/2006/relationships/image" Target="../media/image582.wmf"/><Relationship Id="rId1" Type="http://schemas.openxmlformats.org/officeDocument/2006/relationships/image" Target="../media/image581.wmf"/></Relationships>
</file>

<file path=ppt/drawings/_rels/vmlDrawing1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591.wmf"/><Relationship Id="rId3" Type="http://schemas.openxmlformats.org/officeDocument/2006/relationships/image" Target="../media/image590.wmf"/><Relationship Id="rId2" Type="http://schemas.openxmlformats.org/officeDocument/2006/relationships/image" Target="../media/image589.wmf"/><Relationship Id="rId1" Type="http://schemas.openxmlformats.org/officeDocument/2006/relationships/image" Target="../media/image588.wmf"/></Relationships>
</file>

<file path=ppt/drawings/_rels/vmlDrawing1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96.wmf"/><Relationship Id="rId4" Type="http://schemas.openxmlformats.org/officeDocument/2006/relationships/image" Target="../media/image595.wmf"/><Relationship Id="rId3" Type="http://schemas.openxmlformats.org/officeDocument/2006/relationships/image" Target="../media/image594.wmf"/><Relationship Id="rId2" Type="http://schemas.openxmlformats.org/officeDocument/2006/relationships/image" Target="../media/image593.wmf"/><Relationship Id="rId1" Type="http://schemas.openxmlformats.org/officeDocument/2006/relationships/image" Target="../media/image592.wmf"/></Relationships>
</file>

<file path=ppt/drawings/_rels/vmlDrawing1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9.wmf"/><Relationship Id="rId2" Type="http://schemas.openxmlformats.org/officeDocument/2006/relationships/image" Target="../media/image598.wmf"/><Relationship Id="rId1" Type="http://schemas.openxmlformats.org/officeDocument/2006/relationships/image" Target="../media/image597.wmf"/></Relationships>
</file>

<file path=ppt/drawings/_rels/vmlDrawing1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4.wmf"/><Relationship Id="rId1" Type="http://schemas.openxmlformats.org/officeDocument/2006/relationships/image" Target="../media/image602.wmf"/></Relationships>
</file>

<file path=ppt/drawings/_rels/vmlDrawing1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610.wmf"/><Relationship Id="rId5" Type="http://schemas.openxmlformats.org/officeDocument/2006/relationships/image" Target="../media/image609.wmf"/><Relationship Id="rId4" Type="http://schemas.openxmlformats.org/officeDocument/2006/relationships/image" Target="../media/image608.wmf"/><Relationship Id="rId3" Type="http://schemas.openxmlformats.org/officeDocument/2006/relationships/image" Target="../media/image607.wmf"/><Relationship Id="rId2" Type="http://schemas.openxmlformats.org/officeDocument/2006/relationships/image" Target="../media/image606.wmf"/><Relationship Id="rId1" Type="http://schemas.openxmlformats.org/officeDocument/2006/relationships/image" Target="../media/image605.wmf"/></Relationships>
</file>

<file path=ppt/drawings/_rels/vmlDrawing1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1.wmf"/></Relationships>
</file>

<file path=ppt/drawings/_rels/vmlDrawing1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3.wmf"/><Relationship Id="rId1" Type="http://schemas.openxmlformats.org/officeDocument/2006/relationships/image" Target="../media/image6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页眉占位符 307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b="1" dirty="0"/>
          </a:p>
        </p:txBody>
      </p:sp>
      <p:sp>
        <p:nvSpPr>
          <p:cNvPr id="30723" name="日期占位符 30722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b="1" dirty="0"/>
          </a:p>
        </p:txBody>
      </p:sp>
      <p:sp>
        <p:nvSpPr>
          <p:cNvPr id="30724" name="页脚占位符 30723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b="1" dirty="0"/>
          </a:p>
        </p:txBody>
      </p:sp>
      <p:sp>
        <p:nvSpPr>
          <p:cNvPr id="30725" name="灯片编号占位符 30724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1" dirty="0"/>
            </a:fld>
            <a:endParaRPr lang="zh-CN" altLang="en-US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b="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w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6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oleObject" Target="../embeddings/oleObject19.bin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5" Type="http://schemas.openxmlformats.org/officeDocument/2006/relationships/vmlDrawing" Target="../drawings/vmlDrawing8.vml"/><Relationship Id="rId34" Type="http://schemas.openxmlformats.org/officeDocument/2006/relationships/slideLayout" Target="../slideLayouts/slideLayout1.xml"/><Relationship Id="rId33" Type="http://schemas.openxmlformats.org/officeDocument/2006/relationships/image" Target="../media/image26.wmf"/><Relationship Id="rId32" Type="http://schemas.openxmlformats.org/officeDocument/2006/relationships/oleObject" Target="../embeddings/oleObject25.bin"/><Relationship Id="rId31" Type="http://schemas.openxmlformats.org/officeDocument/2006/relationships/tags" Target="../tags/tag20.xml"/><Relationship Id="rId30" Type="http://schemas.openxmlformats.org/officeDocument/2006/relationships/image" Target="../media/image25.wmf"/><Relationship Id="rId3" Type="http://schemas.openxmlformats.org/officeDocument/2006/relationships/tags" Target="../tags/tag4.xml"/><Relationship Id="rId29" Type="http://schemas.openxmlformats.org/officeDocument/2006/relationships/oleObject" Target="../embeddings/oleObject24.bin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tags" Target="../tags/tag17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tags" Target="../tags/tag14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tags" Target="../tags/tag11.xml"/><Relationship Id="rId2" Type="http://schemas.openxmlformats.org/officeDocument/2006/relationships/tags" Target="../tags/tag3.xml"/><Relationship Id="rId19" Type="http://schemas.openxmlformats.org/officeDocument/2006/relationships/image" Target="../media/image24.wmf"/><Relationship Id="rId18" Type="http://schemas.openxmlformats.org/officeDocument/2006/relationships/oleObject" Target="../embeddings/oleObject23.bin"/><Relationship Id="rId17" Type="http://schemas.openxmlformats.org/officeDocument/2006/relationships/image" Target="../media/image23.wmf"/><Relationship Id="rId16" Type="http://schemas.openxmlformats.org/officeDocument/2006/relationships/oleObject" Target="../embeddings/oleObject22.bin"/><Relationship Id="rId15" Type="http://schemas.openxmlformats.org/officeDocument/2006/relationships/image" Target="../media/image22.wmf"/><Relationship Id="rId14" Type="http://schemas.openxmlformats.org/officeDocument/2006/relationships/oleObject" Target="../embeddings/oleObject21.bin"/><Relationship Id="rId13" Type="http://schemas.openxmlformats.org/officeDocument/2006/relationships/tags" Target="../tags/tag10.xml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10" Type="http://schemas.openxmlformats.org/officeDocument/2006/relationships/tags" Target="../tags/tag9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oleObject" Target="../embeddings/oleObject28.bin"/><Relationship Id="rId7" Type="http://schemas.openxmlformats.org/officeDocument/2006/relationships/tags" Target="../tags/tag23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7.bin"/><Relationship Id="rId4" Type="http://schemas.openxmlformats.org/officeDocument/2006/relationships/tags" Target="../tags/tag22.xml"/><Relationship Id="rId3" Type="http://schemas.openxmlformats.org/officeDocument/2006/relationships/image" Target="../media/image27.wmf"/><Relationship Id="rId2" Type="http://schemas.openxmlformats.org/officeDocument/2006/relationships/oleObject" Target="../embeddings/oleObject26.bin"/><Relationship Id="rId17" Type="http://schemas.openxmlformats.org/officeDocument/2006/relationships/vmlDrawing" Target="../drawings/vmlDrawing9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1.wmf"/><Relationship Id="rId14" Type="http://schemas.openxmlformats.org/officeDocument/2006/relationships/oleObject" Target="../embeddings/oleObject30.bin"/><Relationship Id="rId13" Type="http://schemas.openxmlformats.org/officeDocument/2006/relationships/tags" Target="../tags/tag25.xml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10" Type="http://schemas.openxmlformats.org/officeDocument/2006/relationships/tags" Target="../tags/tag24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2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3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4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8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5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4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2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9.w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48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8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5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54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0.wmf"/><Relationship Id="rId30" Type="http://schemas.openxmlformats.org/officeDocument/2006/relationships/vmlDrawing" Target="../drawings/vmlDrawing19.vml"/><Relationship Id="rId3" Type="http://schemas.openxmlformats.org/officeDocument/2006/relationships/oleObject" Target="../embeddings/oleObject59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72.wmf"/><Relationship Id="rId27" Type="http://schemas.openxmlformats.org/officeDocument/2006/relationships/oleObject" Target="../embeddings/oleObject71.bin"/><Relationship Id="rId26" Type="http://schemas.openxmlformats.org/officeDocument/2006/relationships/image" Target="../media/image71.wmf"/><Relationship Id="rId25" Type="http://schemas.openxmlformats.org/officeDocument/2006/relationships/oleObject" Target="../embeddings/oleObject70.bin"/><Relationship Id="rId24" Type="http://schemas.openxmlformats.org/officeDocument/2006/relationships/image" Target="../media/image70.wmf"/><Relationship Id="rId23" Type="http://schemas.openxmlformats.org/officeDocument/2006/relationships/oleObject" Target="../embeddings/oleObject69.bin"/><Relationship Id="rId22" Type="http://schemas.openxmlformats.org/officeDocument/2006/relationships/image" Target="../media/image69.wmf"/><Relationship Id="rId21" Type="http://schemas.openxmlformats.org/officeDocument/2006/relationships/oleObject" Target="../embeddings/oleObject68.bin"/><Relationship Id="rId20" Type="http://schemas.openxmlformats.org/officeDocument/2006/relationships/image" Target="../media/image68.wmf"/><Relationship Id="rId2" Type="http://schemas.openxmlformats.org/officeDocument/2006/relationships/image" Target="../media/image59.wmf"/><Relationship Id="rId19" Type="http://schemas.openxmlformats.org/officeDocument/2006/relationships/oleObject" Target="../embeddings/oleObject67.bin"/><Relationship Id="rId18" Type="http://schemas.openxmlformats.org/officeDocument/2006/relationships/image" Target="../media/image67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5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73.wmf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77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72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0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79.wmf"/><Relationship Id="rId1" Type="http://schemas.openxmlformats.org/officeDocument/2006/relationships/oleObject" Target="../embeddings/oleObject7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81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0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0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7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2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1.wmf"/><Relationship Id="rId1" Type="http://schemas.openxmlformats.org/officeDocument/2006/relationships/oleObject" Target="../embeddings/oleObject86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6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93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9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8.bin"/><Relationship Id="rId20" Type="http://schemas.openxmlformats.org/officeDocument/2006/relationships/vmlDrawing" Target="../drawings/vmlDrawing25.vml"/><Relationship Id="rId2" Type="http://schemas.openxmlformats.org/officeDocument/2006/relationships/image" Target="../media/image9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02.wmf"/><Relationship Id="rId17" Type="http://schemas.openxmlformats.org/officeDocument/2006/relationships/oleObject" Target="../embeddings/oleObject105.bin"/><Relationship Id="rId16" Type="http://schemas.openxmlformats.org/officeDocument/2006/relationships/image" Target="../media/image101.wmf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97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0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79.wmf"/><Relationship Id="rId1" Type="http://schemas.openxmlformats.org/officeDocument/2006/relationships/oleObject" Target="../embeddings/oleObject106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03.wmf"/><Relationship Id="rId11" Type="http://schemas.openxmlformats.org/officeDocument/2006/relationships/vmlDrawing" Target="../drawings/vmlDrawing2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08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03.wmf"/><Relationship Id="rId18" Type="http://schemas.openxmlformats.org/officeDocument/2006/relationships/vmlDrawing" Target="../drawings/vmlDrawing28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15" Type="http://schemas.openxmlformats.org/officeDocument/2006/relationships/oleObject" Target="../embeddings/oleObject120.bin"/><Relationship Id="rId14" Type="http://schemas.openxmlformats.org/officeDocument/2006/relationships/image" Target="../media/image112.wmf"/><Relationship Id="rId13" Type="http://schemas.openxmlformats.org/officeDocument/2006/relationships/oleObject" Target="../embeddings/oleObject119.bin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113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14.wmf"/><Relationship Id="rId10" Type="http://schemas.openxmlformats.org/officeDocument/2006/relationships/vmlDrawing" Target="../drawings/vmlDrawing29.vml"/><Relationship Id="rId1" Type="http://schemas.openxmlformats.org/officeDocument/2006/relationships/oleObject" Target="../embeddings/oleObject121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17.wmf"/><Relationship Id="rId17" Type="http://schemas.openxmlformats.org/officeDocument/2006/relationships/vmlDrawing" Target="../drawings/vmlDrawing30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23.wmf"/><Relationship Id="rId14" Type="http://schemas.openxmlformats.org/officeDocument/2006/relationships/oleObject" Target="../embeddings/oleObject132.bin"/><Relationship Id="rId13" Type="http://schemas.openxmlformats.org/officeDocument/2006/relationships/image" Target="../media/image122.wmf"/><Relationship Id="rId12" Type="http://schemas.openxmlformats.org/officeDocument/2006/relationships/oleObject" Target="../embeddings/oleObject131.bin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25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24.wmf"/><Relationship Id="rId18" Type="http://schemas.openxmlformats.org/officeDocument/2006/relationships/vmlDrawing" Target="../drawings/vmlDrawing31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31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130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29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33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2.wmf"/><Relationship Id="rId1" Type="http://schemas.openxmlformats.org/officeDocument/2006/relationships/oleObject" Target="../embeddings/oleObject141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3.wmf"/><Relationship Id="rId1" Type="http://schemas.openxmlformats.org/officeDocument/2006/relationships/oleObject" Target="../embeddings/oleObject142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46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44.bin"/><Relationship Id="rId2" Type="http://schemas.openxmlformats.org/officeDocument/2006/relationships/image" Target="../media/image134.wmf"/><Relationship Id="rId10" Type="http://schemas.openxmlformats.org/officeDocument/2006/relationships/vmlDrawing" Target="../drawings/vmlDrawing34.vml"/><Relationship Id="rId1" Type="http://schemas.openxmlformats.org/officeDocument/2006/relationships/oleObject" Target="../embeddings/oleObject143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8.wmf"/><Relationship Id="rId1" Type="http://schemas.openxmlformats.org/officeDocument/2006/relationships/oleObject" Target="../embeddings/oleObject147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39.wmf"/><Relationship Id="rId16" Type="http://schemas.openxmlformats.org/officeDocument/2006/relationships/vmlDrawing" Target="../drawings/vmlDrawing3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45.wmf"/><Relationship Id="rId13" Type="http://schemas.openxmlformats.org/officeDocument/2006/relationships/oleObject" Target="../embeddings/oleObject154.bin"/><Relationship Id="rId12" Type="http://schemas.openxmlformats.org/officeDocument/2006/relationships/image" Target="../media/image144.w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43.wmf"/><Relationship Id="rId1" Type="http://schemas.openxmlformats.org/officeDocument/2006/relationships/oleObject" Target="../embeddings/oleObject148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9.bin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47.wmf"/><Relationship Id="rId3" Type="http://schemas.openxmlformats.org/officeDocument/2006/relationships/oleObject" Target="../embeddings/oleObject156.bin"/><Relationship Id="rId2" Type="http://schemas.openxmlformats.org/officeDocument/2006/relationships/image" Target="../media/image146.wmf"/><Relationship Id="rId18" Type="http://schemas.openxmlformats.org/officeDocument/2006/relationships/vmlDrawing" Target="../drawings/vmlDrawing37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53.wmf"/><Relationship Id="rId15" Type="http://schemas.openxmlformats.org/officeDocument/2006/relationships/oleObject" Target="../embeddings/oleObject162.bin"/><Relationship Id="rId14" Type="http://schemas.openxmlformats.org/officeDocument/2006/relationships/image" Target="../media/image152.wmf"/><Relationship Id="rId13" Type="http://schemas.openxmlformats.org/officeDocument/2006/relationships/oleObject" Target="../embeddings/oleObject161.bin"/><Relationship Id="rId12" Type="http://schemas.openxmlformats.org/officeDocument/2006/relationships/image" Target="../media/image151.wmf"/><Relationship Id="rId11" Type="http://schemas.openxmlformats.org/officeDocument/2006/relationships/oleObject" Target="../embeddings/oleObject160.bin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55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7.bin"/><Relationship Id="rId8" Type="http://schemas.openxmlformats.org/officeDocument/2006/relationships/image" Target="../media/image157.wmf"/><Relationship Id="rId7" Type="http://schemas.openxmlformats.org/officeDocument/2006/relationships/oleObject" Target="../embeddings/oleObject166.bin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64.bin"/><Relationship Id="rId2" Type="http://schemas.openxmlformats.org/officeDocument/2006/relationships/image" Target="../media/image154.wmf"/><Relationship Id="rId14" Type="http://schemas.openxmlformats.org/officeDocument/2006/relationships/vmlDrawing" Target="../drawings/vmlDrawing3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9.wmf"/><Relationship Id="rId11" Type="http://schemas.openxmlformats.org/officeDocument/2006/relationships/oleObject" Target="../embeddings/oleObject168.bin"/><Relationship Id="rId10" Type="http://schemas.openxmlformats.org/officeDocument/2006/relationships/image" Target="../media/image158.wmf"/><Relationship Id="rId1" Type="http://schemas.openxmlformats.org/officeDocument/2006/relationships/oleObject" Target="../embeddings/oleObject163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0.wmf"/><Relationship Id="rId1" Type="http://schemas.openxmlformats.org/officeDocument/2006/relationships/oleObject" Target="../embeddings/oleObject169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2.wmf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161.wmf"/><Relationship Id="rId1" Type="http://schemas.openxmlformats.org/officeDocument/2006/relationships/oleObject" Target="../embeddings/oleObject170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64.wmf"/><Relationship Id="rId3" Type="http://schemas.openxmlformats.org/officeDocument/2006/relationships/oleObject" Target="../embeddings/oleObject173.bin"/><Relationship Id="rId2" Type="http://schemas.openxmlformats.org/officeDocument/2006/relationships/image" Target="../media/image163.wmf"/><Relationship Id="rId1" Type="http://schemas.openxmlformats.org/officeDocument/2006/relationships/oleObject" Target="../embeddings/oleObject172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9.bin"/><Relationship Id="rId8" Type="http://schemas.openxmlformats.org/officeDocument/2006/relationships/image" Target="../media/image169.wmf"/><Relationship Id="rId7" Type="http://schemas.openxmlformats.org/officeDocument/2006/relationships/oleObject" Target="../embeddings/oleObject178.bin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67.wmf"/><Relationship Id="rId3" Type="http://schemas.openxmlformats.org/officeDocument/2006/relationships/oleObject" Target="../embeddings/oleObject176.bin"/><Relationship Id="rId2" Type="http://schemas.openxmlformats.org/officeDocument/2006/relationships/image" Target="../media/image166.wmf"/><Relationship Id="rId16" Type="http://schemas.openxmlformats.org/officeDocument/2006/relationships/vmlDrawing" Target="../drawings/vmlDrawing4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72.wmf"/><Relationship Id="rId13" Type="http://schemas.openxmlformats.org/officeDocument/2006/relationships/oleObject" Target="../embeddings/oleObject181.bin"/><Relationship Id="rId12" Type="http://schemas.openxmlformats.org/officeDocument/2006/relationships/image" Target="../media/image171.wmf"/><Relationship Id="rId11" Type="http://schemas.openxmlformats.org/officeDocument/2006/relationships/oleObject" Target="../embeddings/oleObject180.bin"/><Relationship Id="rId10" Type="http://schemas.openxmlformats.org/officeDocument/2006/relationships/image" Target="../media/image170.wmf"/><Relationship Id="rId1" Type="http://schemas.openxmlformats.org/officeDocument/2006/relationships/oleObject" Target="../embeddings/oleObject175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183.bin"/><Relationship Id="rId2" Type="http://schemas.openxmlformats.org/officeDocument/2006/relationships/image" Target="../media/image167.wmf"/><Relationship Id="rId1" Type="http://schemas.openxmlformats.org/officeDocument/2006/relationships/oleObject" Target="../embeddings/oleObject18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75.w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174.wmf"/><Relationship Id="rId1" Type="http://schemas.openxmlformats.org/officeDocument/2006/relationships/oleObject" Target="../embeddings/oleObject184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7.wmf"/><Relationship Id="rId1" Type="http://schemas.openxmlformats.org/officeDocument/2006/relationships/oleObject" Target="../embeddings/oleObject187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8.wmf"/><Relationship Id="rId1" Type="http://schemas.openxmlformats.org/officeDocument/2006/relationships/oleObject" Target="../embeddings/oleObject188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80.wmf"/><Relationship Id="rId3" Type="http://schemas.openxmlformats.org/officeDocument/2006/relationships/oleObject" Target="../embeddings/oleObject190.bin"/><Relationship Id="rId2" Type="http://schemas.openxmlformats.org/officeDocument/2006/relationships/image" Target="../media/image179.wmf"/><Relationship Id="rId1" Type="http://schemas.openxmlformats.org/officeDocument/2006/relationships/oleObject" Target="../embeddings/oleObject189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2.wmf"/><Relationship Id="rId1" Type="http://schemas.openxmlformats.org/officeDocument/2006/relationships/oleObject" Target="../embeddings/oleObject192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194.bin"/><Relationship Id="rId2" Type="http://schemas.openxmlformats.org/officeDocument/2006/relationships/image" Target="../media/image183.wmf"/><Relationship Id="rId1" Type="http://schemas.openxmlformats.org/officeDocument/2006/relationships/oleObject" Target="../embeddings/oleObject193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5.wmf"/><Relationship Id="rId1" Type="http://schemas.openxmlformats.org/officeDocument/2006/relationships/oleObject" Target="../embeddings/oleObject195.bin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7.w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186.wmf"/><Relationship Id="rId1" Type="http://schemas.openxmlformats.org/officeDocument/2006/relationships/oleObject" Target="../embeddings/oleObject196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2.bin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201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89.wmf"/><Relationship Id="rId3" Type="http://schemas.openxmlformats.org/officeDocument/2006/relationships/oleObject" Target="../embeddings/oleObject199.bin"/><Relationship Id="rId2" Type="http://schemas.openxmlformats.org/officeDocument/2006/relationships/image" Target="../media/image188.wmf"/><Relationship Id="rId16" Type="http://schemas.openxmlformats.org/officeDocument/2006/relationships/vmlDrawing" Target="../drawings/vmlDrawing5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94.wmf"/><Relationship Id="rId13" Type="http://schemas.openxmlformats.org/officeDocument/2006/relationships/oleObject" Target="../embeddings/oleObject204.bin"/><Relationship Id="rId12" Type="http://schemas.openxmlformats.org/officeDocument/2006/relationships/image" Target="../media/image193.wmf"/><Relationship Id="rId11" Type="http://schemas.openxmlformats.org/officeDocument/2006/relationships/oleObject" Target="../embeddings/oleObject203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198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8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196.wmf"/><Relationship Id="rId3" Type="http://schemas.openxmlformats.org/officeDocument/2006/relationships/oleObject" Target="../embeddings/oleObject206.bin"/><Relationship Id="rId2" Type="http://schemas.openxmlformats.org/officeDocument/2006/relationships/image" Target="../media/image195.wmf"/><Relationship Id="rId10" Type="http://schemas.openxmlformats.org/officeDocument/2006/relationships/vmlDrawing" Target="../drawings/vmlDrawing53.vml"/><Relationship Id="rId1" Type="http://schemas.openxmlformats.org/officeDocument/2006/relationships/oleObject" Target="../embeddings/oleObject205.bin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wmf"/><Relationship Id="rId8" Type="http://schemas.openxmlformats.org/officeDocument/2006/relationships/image" Target="../media/image202.wmf"/><Relationship Id="rId7" Type="http://schemas.openxmlformats.org/officeDocument/2006/relationships/oleObject" Target="../embeddings/oleObject212.bin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211.bin"/><Relationship Id="rId4" Type="http://schemas.openxmlformats.org/officeDocument/2006/relationships/image" Target="../media/image200.wmf"/><Relationship Id="rId3" Type="http://schemas.openxmlformats.org/officeDocument/2006/relationships/oleObject" Target="../embeddings/oleObject210.bin"/><Relationship Id="rId2" Type="http://schemas.openxmlformats.org/officeDocument/2006/relationships/image" Target="../media/image199.wmf"/><Relationship Id="rId14" Type="http://schemas.openxmlformats.org/officeDocument/2006/relationships/vmlDrawing" Target="../drawings/vmlDrawing5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5.wmf"/><Relationship Id="rId11" Type="http://schemas.openxmlformats.org/officeDocument/2006/relationships/oleObject" Target="../embeddings/oleObject213.bin"/><Relationship Id="rId10" Type="http://schemas.openxmlformats.org/officeDocument/2006/relationships/image" Target="../media/image204.wmf"/><Relationship Id="rId1" Type="http://schemas.openxmlformats.org/officeDocument/2006/relationships/oleObject" Target="../embeddings/oleObject209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8.bin"/><Relationship Id="rId8" Type="http://schemas.openxmlformats.org/officeDocument/2006/relationships/image" Target="../media/image209.wmf"/><Relationship Id="rId7" Type="http://schemas.openxmlformats.org/officeDocument/2006/relationships/oleObject" Target="../embeddings/oleObject217.bin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216.bin"/><Relationship Id="rId4" Type="http://schemas.openxmlformats.org/officeDocument/2006/relationships/image" Target="../media/image207.wmf"/><Relationship Id="rId3" Type="http://schemas.openxmlformats.org/officeDocument/2006/relationships/oleObject" Target="../embeddings/oleObject215.bin"/><Relationship Id="rId2" Type="http://schemas.openxmlformats.org/officeDocument/2006/relationships/image" Target="../media/image206.wmf"/><Relationship Id="rId14" Type="http://schemas.openxmlformats.org/officeDocument/2006/relationships/vmlDrawing" Target="../drawings/vmlDrawing5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11.wmf"/><Relationship Id="rId11" Type="http://schemas.openxmlformats.org/officeDocument/2006/relationships/oleObject" Target="../embeddings/oleObject219.bin"/><Relationship Id="rId10" Type="http://schemas.openxmlformats.org/officeDocument/2006/relationships/image" Target="../media/image210.wmf"/><Relationship Id="rId1" Type="http://schemas.openxmlformats.org/officeDocument/2006/relationships/oleObject" Target="../embeddings/oleObject214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22.bin"/><Relationship Id="rId4" Type="http://schemas.openxmlformats.org/officeDocument/2006/relationships/image" Target="../media/image213.wmf"/><Relationship Id="rId3" Type="http://schemas.openxmlformats.org/officeDocument/2006/relationships/oleObject" Target="../embeddings/oleObject221.bin"/><Relationship Id="rId2" Type="http://schemas.openxmlformats.org/officeDocument/2006/relationships/image" Target="../media/image212.wmf"/><Relationship Id="rId1" Type="http://schemas.openxmlformats.org/officeDocument/2006/relationships/oleObject" Target="../embeddings/oleObject220.bin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18.wmf"/><Relationship Id="rId7" Type="http://schemas.openxmlformats.org/officeDocument/2006/relationships/oleObject" Target="../embeddings/oleObject226.bin"/><Relationship Id="rId6" Type="http://schemas.openxmlformats.org/officeDocument/2006/relationships/image" Target="../media/image217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16.wmf"/><Relationship Id="rId3" Type="http://schemas.openxmlformats.org/officeDocument/2006/relationships/oleObject" Target="../embeddings/oleObject224.bin"/><Relationship Id="rId2" Type="http://schemas.openxmlformats.org/officeDocument/2006/relationships/image" Target="../media/image215.wmf"/><Relationship Id="rId10" Type="http://schemas.openxmlformats.org/officeDocument/2006/relationships/vmlDrawing" Target="../drawings/vmlDrawing57.vml"/><Relationship Id="rId1" Type="http://schemas.openxmlformats.org/officeDocument/2006/relationships/oleObject" Target="../embeddings/oleObject223.bin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2.bin"/><Relationship Id="rId8" Type="http://schemas.openxmlformats.org/officeDocument/2006/relationships/oleObject" Target="../embeddings/oleObject231.bin"/><Relationship Id="rId7" Type="http://schemas.openxmlformats.org/officeDocument/2006/relationships/image" Target="../media/image221.wmf"/><Relationship Id="rId6" Type="http://schemas.openxmlformats.org/officeDocument/2006/relationships/oleObject" Target="../embeddings/oleObject230.bin"/><Relationship Id="rId5" Type="http://schemas.openxmlformats.org/officeDocument/2006/relationships/oleObject" Target="../embeddings/oleObject229.bin"/><Relationship Id="rId4" Type="http://schemas.openxmlformats.org/officeDocument/2006/relationships/image" Target="../media/image220.wmf"/><Relationship Id="rId3" Type="http://schemas.openxmlformats.org/officeDocument/2006/relationships/oleObject" Target="../embeddings/oleObject228.bin"/><Relationship Id="rId2" Type="http://schemas.openxmlformats.org/officeDocument/2006/relationships/image" Target="../media/image219.wmf"/><Relationship Id="rId11" Type="http://schemas.openxmlformats.org/officeDocument/2006/relationships/vmlDrawing" Target="../drawings/vmlDrawing58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227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7.bin"/><Relationship Id="rId8" Type="http://schemas.openxmlformats.org/officeDocument/2006/relationships/image" Target="../media/image225.wmf"/><Relationship Id="rId7" Type="http://schemas.openxmlformats.org/officeDocument/2006/relationships/oleObject" Target="../embeddings/oleObject236.bin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223.wmf"/><Relationship Id="rId3" Type="http://schemas.openxmlformats.org/officeDocument/2006/relationships/oleObject" Target="../embeddings/oleObject234.bin"/><Relationship Id="rId2" Type="http://schemas.openxmlformats.org/officeDocument/2006/relationships/image" Target="../media/image222.wmf"/><Relationship Id="rId12" Type="http://schemas.openxmlformats.org/officeDocument/2006/relationships/vmlDrawing" Target="../drawings/vmlDrawing5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6.wmf"/><Relationship Id="rId1" Type="http://schemas.openxmlformats.org/officeDocument/2006/relationships/oleObject" Target="../embeddings/oleObject233.bin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8.wmf"/><Relationship Id="rId3" Type="http://schemas.openxmlformats.org/officeDocument/2006/relationships/oleObject" Target="../embeddings/oleObject239.bin"/><Relationship Id="rId2" Type="http://schemas.openxmlformats.org/officeDocument/2006/relationships/image" Target="../media/image227.wmf"/><Relationship Id="rId1" Type="http://schemas.openxmlformats.org/officeDocument/2006/relationships/oleObject" Target="../embeddings/oleObject238.bin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0.wmf"/><Relationship Id="rId3" Type="http://schemas.openxmlformats.org/officeDocument/2006/relationships/oleObject" Target="../embeddings/oleObject241.bin"/><Relationship Id="rId2" Type="http://schemas.openxmlformats.org/officeDocument/2006/relationships/image" Target="../media/image229.wmf"/><Relationship Id="rId1" Type="http://schemas.openxmlformats.org/officeDocument/2006/relationships/oleObject" Target="../embeddings/oleObject240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6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245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44.bin"/><Relationship Id="rId4" Type="http://schemas.openxmlformats.org/officeDocument/2006/relationships/image" Target="../media/image232.wmf"/><Relationship Id="rId3" Type="http://schemas.openxmlformats.org/officeDocument/2006/relationships/oleObject" Target="../embeddings/oleObject243.bin"/><Relationship Id="rId2" Type="http://schemas.openxmlformats.org/officeDocument/2006/relationships/image" Target="../media/image231.wmf"/><Relationship Id="rId12" Type="http://schemas.openxmlformats.org/officeDocument/2006/relationships/vmlDrawing" Target="../drawings/vmlDrawing6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35.wmf"/><Relationship Id="rId1" Type="http://schemas.openxmlformats.org/officeDocument/2006/relationships/oleObject" Target="../embeddings/oleObject242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49.bin"/><Relationship Id="rId4" Type="http://schemas.openxmlformats.org/officeDocument/2006/relationships/image" Target="../media/image237.wmf"/><Relationship Id="rId3" Type="http://schemas.openxmlformats.org/officeDocument/2006/relationships/oleObject" Target="../embeddings/oleObject248.bin"/><Relationship Id="rId2" Type="http://schemas.openxmlformats.org/officeDocument/2006/relationships/image" Target="../media/image236.wmf"/><Relationship Id="rId1" Type="http://schemas.openxmlformats.org/officeDocument/2006/relationships/oleObject" Target="../embeddings/oleObject247.bin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2.bin"/><Relationship Id="rId8" Type="http://schemas.openxmlformats.org/officeDocument/2006/relationships/image" Target="../media/image240.wmf"/><Relationship Id="rId7" Type="http://schemas.openxmlformats.org/officeDocument/2006/relationships/oleObject" Target="../embeddings/oleObject251.bin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250.bin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4" Type="http://schemas.openxmlformats.org/officeDocument/2006/relationships/vmlDrawing" Target="../drawings/vmlDrawing6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42.wmf"/><Relationship Id="rId11" Type="http://schemas.openxmlformats.org/officeDocument/2006/relationships/oleObject" Target="../embeddings/oleObject253.bin"/><Relationship Id="rId10" Type="http://schemas.openxmlformats.org/officeDocument/2006/relationships/image" Target="../media/image241.wmf"/><Relationship Id="rId1" Type="http://schemas.openxmlformats.org/officeDocument/2006/relationships/tags" Target="../tags/tag26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3.wmf"/><Relationship Id="rId1" Type="http://schemas.openxmlformats.org/officeDocument/2006/relationships/oleObject" Target="../embeddings/oleObject254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7.wmf"/><Relationship Id="rId8" Type="http://schemas.openxmlformats.org/officeDocument/2006/relationships/oleObject" Target="../embeddings/oleObject258.bin"/><Relationship Id="rId7" Type="http://schemas.openxmlformats.org/officeDocument/2006/relationships/image" Target="../media/image246.wmf"/><Relationship Id="rId6" Type="http://schemas.openxmlformats.org/officeDocument/2006/relationships/oleObject" Target="../embeddings/oleObject257.bin"/><Relationship Id="rId5" Type="http://schemas.openxmlformats.org/officeDocument/2006/relationships/image" Target="../media/image245.wmf"/><Relationship Id="rId4" Type="http://schemas.openxmlformats.org/officeDocument/2006/relationships/oleObject" Target="../embeddings/oleObject256.bin"/><Relationship Id="rId3" Type="http://schemas.openxmlformats.org/officeDocument/2006/relationships/tags" Target="../tags/tag30.xml"/><Relationship Id="rId2" Type="http://schemas.openxmlformats.org/officeDocument/2006/relationships/image" Target="../media/image244.wmf"/><Relationship Id="rId18" Type="http://schemas.openxmlformats.org/officeDocument/2006/relationships/vmlDrawing" Target="../drawings/vmlDrawing66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50.wmf"/><Relationship Id="rId15" Type="http://schemas.openxmlformats.org/officeDocument/2006/relationships/oleObject" Target="../embeddings/oleObject261.bin"/><Relationship Id="rId14" Type="http://schemas.openxmlformats.org/officeDocument/2006/relationships/tags" Target="../tags/tag31.xml"/><Relationship Id="rId13" Type="http://schemas.openxmlformats.org/officeDocument/2006/relationships/image" Target="../media/image249.wmf"/><Relationship Id="rId12" Type="http://schemas.openxmlformats.org/officeDocument/2006/relationships/oleObject" Target="../embeddings/oleObject260.bin"/><Relationship Id="rId11" Type="http://schemas.openxmlformats.org/officeDocument/2006/relationships/image" Target="../media/image248.wmf"/><Relationship Id="rId10" Type="http://schemas.openxmlformats.org/officeDocument/2006/relationships/oleObject" Target="../embeddings/oleObject259.bin"/><Relationship Id="rId1" Type="http://schemas.openxmlformats.org/officeDocument/2006/relationships/oleObject" Target="../embeddings/oleObject255.bin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7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53.wmf"/><Relationship Id="rId6" Type="http://schemas.openxmlformats.org/officeDocument/2006/relationships/oleObject" Target="../embeddings/oleObject264.bin"/><Relationship Id="rId5" Type="http://schemas.openxmlformats.org/officeDocument/2006/relationships/tags" Target="../tags/tag32.xml"/><Relationship Id="rId4" Type="http://schemas.openxmlformats.org/officeDocument/2006/relationships/image" Target="../media/image252.wmf"/><Relationship Id="rId3" Type="http://schemas.openxmlformats.org/officeDocument/2006/relationships/oleObject" Target="../embeddings/oleObject263.bin"/><Relationship Id="rId2" Type="http://schemas.openxmlformats.org/officeDocument/2006/relationships/image" Target="../media/image251.wmf"/><Relationship Id="rId1" Type="http://schemas.openxmlformats.org/officeDocument/2006/relationships/oleObject" Target="../embeddings/oleObject262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9.bin"/><Relationship Id="rId8" Type="http://schemas.openxmlformats.org/officeDocument/2006/relationships/image" Target="../media/image257.wmf"/><Relationship Id="rId7" Type="http://schemas.openxmlformats.org/officeDocument/2006/relationships/oleObject" Target="../embeddings/oleObject268.bin"/><Relationship Id="rId6" Type="http://schemas.openxmlformats.org/officeDocument/2006/relationships/image" Target="../media/image256.wmf"/><Relationship Id="rId5" Type="http://schemas.openxmlformats.org/officeDocument/2006/relationships/oleObject" Target="../embeddings/oleObject267.bin"/><Relationship Id="rId4" Type="http://schemas.openxmlformats.org/officeDocument/2006/relationships/image" Target="../media/image255.wmf"/><Relationship Id="rId36" Type="http://schemas.openxmlformats.org/officeDocument/2006/relationships/vmlDrawing" Target="../drawings/vmlDrawing68.vml"/><Relationship Id="rId35" Type="http://schemas.openxmlformats.org/officeDocument/2006/relationships/slideLayout" Target="../slideLayouts/slideLayout7.xml"/><Relationship Id="rId34" Type="http://schemas.openxmlformats.org/officeDocument/2006/relationships/oleObject" Target="../embeddings/oleObject283.bin"/><Relationship Id="rId33" Type="http://schemas.openxmlformats.org/officeDocument/2006/relationships/oleObject" Target="../embeddings/oleObject282.bin"/><Relationship Id="rId32" Type="http://schemas.openxmlformats.org/officeDocument/2006/relationships/oleObject" Target="../embeddings/oleObject281.bin"/><Relationship Id="rId31" Type="http://schemas.openxmlformats.org/officeDocument/2006/relationships/oleObject" Target="../embeddings/oleObject280.bin"/><Relationship Id="rId30" Type="http://schemas.openxmlformats.org/officeDocument/2006/relationships/image" Target="../media/image268.wmf"/><Relationship Id="rId3" Type="http://schemas.openxmlformats.org/officeDocument/2006/relationships/oleObject" Target="../embeddings/oleObject266.bin"/><Relationship Id="rId29" Type="http://schemas.openxmlformats.org/officeDocument/2006/relationships/oleObject" Target="../embeddings/oleObject279.bin"/><Relationship Id="rId28" Type="http://schemas.openxmlformats.org/officeDocument/2006/relationships/image" Target="../media/image267.wmf"/><Relationship Id="rId27" Type="http://schemas.openxmlformats.org/officeDocument/2006/relationships/oleObject" Target="../embeddings/oleObject278.bin"/><Relationship Id="rId26" Type="http://schemas.openxmlformats.org/officeDocument/2006/relationships/image" Target="../media/image266.wmf"/><Relationship Id="rId25" Type="http://schemas.openxmlformats.org/officeDocument/2006/relationships/oleObject" Target="../embeddings/oleObject277.bin"/><Relationship Id="rId24" Type="http://schemas.openxmlformats.org/officeDocument/2006/relationships/image" Target="../media/image265.wmf"/><Relationship Id="rId23" Type="http://schemas.openxmlformats.org/officeDocument/2006/relationships/oleObject" Target="../embeddings/oleObject276.bin"/><Relationship Id="rId22" Type="http://schemas.openxmlformats.org/officeDocument/2006/relationships/image" Target="../media/image264.wmf"/><Relationship Id="rId21" Type="http://schemas.openxmlformats.org/officeDocument/2006/relationships/oleObject" Target="../embeddings/oleObject275.bin"/><Relationship Id="rId20" Type="http://schemas.openxmlformats.org/officeDocument/2006/relationships/image" Target="../media/image263.wmf"/><Relationship Id="rId2" Type="http://schemas.openxmlformats.org/officeDocument/2006/relationships/image" Target="../media/image254.wmf"/><Relationship Id="rId19" Type="http://schemas.openxmlformats.org/officeDocument/2006/relationships/oleObject" Target="../embeddings/oleObject274.bin"/><Relationship Id="rId18" Type="http://schemas.openxmlformats.org/officeDocument/2006/relationships/image" Target="../media/image262.wmf"/><Relationship Id="rId17" Type="http://schemas.openxmlformats.org/officeDocument/2006/relationships/oleObject" Target="../embeddings/oleObject273.bin"/><Relationship Id="rId16" Type="http://schemas.openxmlformats.org/officeDocument/2006/relationships/image" Target="../media/image261.wmf"/><Relationship Id="rId15" Type="http://schemas.openxmlformats.org/officeDocument/2006/relationships/oleObject" Target="../embeddings/oleObject272.bin"/><Relationship Id="rId14" Type="http://schemas.openxmlformats.org/officeDocument/2006/relationships/image" Target="../media/image260.wmf"/><Relationship Id="rId13" Type="http://schemas.openxmlformats.org/officeDocument/2006/relationships/oleObject" Target="../embeddings/oleObject271.bin"/><Relationship Id="rId12" Type="http://schemas.openxmlformats.org/officeDocument/2006/relationships/image" Target="../media/image259.wmf"/><Relationship Id="rId11" Type="http://schemas.openxmlformats.org/officeDocument/2006/relationships/oleObject" Target="../embeddings/oleObject270.bin"/><Relationship Id="rId10" Type="http://schemas.openxmlformats.org/officeDocument/2006/relationships/image" Target="../media/image258.wmf"/><Relationship Id="rId1" Type="http://schemas.openxmlformats.org/officeDocument/2006/relationships/oleObject" Target="../embeddings/oleObject265.bin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3.wmf"/><Relationship Id="rId8" Type="http://schemas.openxmlformats.org/officeDocument/2006/relationships/oleObject" Target="../embeddings/oleObject287.bin"/><Relationship Id="rId7" Type="http://schemas.openxmlformats.org/officeDocument/2006/relationships/image" Target="../media/image272.wmf"/><Relationship Id="rId6" Type="http://schemas.openxmlformats.org/officeDocument/2006/relationships/oleObject" Target="../embeddings/oleObject286.bin"/><Relationship Id="rId5" Type="http://schemas.openxmlformats.org/officeDocument/2006/relationships/image" Target="../media/image271.wmf"/><Relationship Id="rId4" Type="http://schemas.openxmlformats.org/officeDocument/2006/relationships/oleObject" Target="../embeddings/oleObject285.bin"/><Relationship Id="rId3" Type="http://schemas.openxmlformats.org/officeDocument/2006/relationships/image" Target="../media/image270.wmf"/><Relationship Id="rId2" Type="http://schemas.openxmlformats.org/officeDocument/2006/relationships/oleObject" Target="../embeddings/oleObject284.bin"/><Relationship Id="rId15" Type="http://schemas.openxmlformats.org/officeDocument/2006/relationships/vmlDrawing" Target="../drawings/vmlDrawing69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74.wmf"/><Relationship Id="rId12" Type="http://schemas.openxmlformats.org/officeDocument/2006/relationships/oleObject" Target="../embeddings/oleObject289.bin"/><Relationship Id="rId11" Type="http://schemas.openxmlformats.org/officeDocument/2006/relationships/image" Target="../media/image254.wmf"/><Relationship Id="rId10" Type="http://schemas.openxmlformats.org/officeDocument/2006/relationships/oleObject" Target="../embeddings/oleObject288.bin"/><Relationship Id="rId1" Type="http://schemas.openxmlformats.org/officeDocument/2006/relationships/image" Target="../media/image269.GIF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4.bin"/><Relationship Id="rId8" Type="http://schemas.openxmlformats.org/officeDocument/2006/relationships/image" Target="../media/image278.wmf"/><Relationship Id="rId7" Type="http://schemas.openxmlformats.org/officeDocument/2006/relationships/oleObject" Target="../embeddings/oleObject293.bin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92.bin"/><Relationship Id="rId4" Type="http://schemas.openxmlformats.org/officeDocument/2006/relationships/image" Target="../media/image276.wmf"/><Relationship Id="rId3" Type="http://schemas.openxmlformats.org/officeDocument/2006/relationships/oleObject" Target="../embeddings/oleObject291.bin"/><Relationship Id="rId20" Type="http://schemas.openxmlformats.org/officeDocument/2006/relationships/vmlDrawing" Target="../drawings/vmlDrawing70.vml"/><Relationship Id="rId2" Type="http://schemas.openxmlformats.org/officeDocument/2006/relationships/image" Target="../media/image275.wmf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83.wmf"/><Relationship Id="rId17" Type="http://schemas.openxmlformats.org/officeDocument/2006/relationships/oleObject" Target="../embeddings/oleObject298.bin"/><Relationship Id="rId16" Type="http://schemas.openxmlformats.org/officeDocument/2006/relationships/image" Target="../media/image282.wmf"/><Relationship Id="rId15" Type="http://schemas.openxmlformats.org/officeDocument/2006/relationships/oleObject" Target="../embeddings/oleObject297.bin"/><Relationship Id="rId14" Type="http://schemas.openxmlformats.org/officeDocument/2006/relationships/image" Target="../media/image281.wmf"/><Relationship Id="rId13" Type="http://schemas.openxmlformats.org/officeDocument/2006/relationships/oleObject" Target="../embeddings/oleObject296.bin"/><Relationship Id="rId12" Type="http://schemas.openxmlformats.org/officeDocument/2006/relationships/image" Target="../media/image280.wmf"/><Relationship Id="rId11" Type="http://schemas.openxmlformats.org/officeDocument/2006/relationships/oleObject" Target="../embeddings/oleObject295.bin"/><Relationship Id="rId10" Type="http://schemas.openxmlformats.org/officeDocument/2006/relationships/image" Target="../media/image279.wmf"/><Relationship Id="rId1" Type="http://schemas.openxmlformats.org/officeDocument/2006/relationships/oleObject" Target="../embeddings/oleObject290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9.GIF"/><Relationship Id="rId1" Type="http://schemas.openxmlformats.org/officeDocument/2006/relationships/image" Target="../media/image284.GIF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88.GIF"/><Relationship Id="rId7" Type="http://schemas.openxmlformats.org/officeDocument/2006/relationships/image" Target="../media/image269.GIF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286.wmf"/><Relationship Id="rId3" Type="http://schemas.openxmlformats.org/officeDocument/2006/relationships/oleObject" Target="../embeddings/oleObject300.bin"/><Relationship Id="rId2" Type="http://schemas.openxmlformats.org/officeDocument/2006/relationships/image" Target="../media/image285.wmf"/><Relationship Id="rId10" Type="http://schemas.openxmlformats.org/officeDocument/2006/relationships/vmlDrawing" Target="../drawings/vmlDrawing71.vml"/><Relationship Id="rId1" Type="http://schemas.openxmlformats.org/officeDocument/2006/relationships/oleObject" Target="../embeddings/oleObject299.bin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6.bin"/><Relationship Id="rId8" Type="http://schemas.openxmlformats.org/officeDocument/2006/relationships/image" Target="../media/image292.wmf"/><Relationship Id="rId7" Type="http://schemas.openxmlformats.org/officeDocument/2006/relationships/oleObject" Target="../embeddings/oleObject305.bin"/><Relationship Id="rId6" Type="http://schemas.openxmlformats.org/officeDocument/2006/relationships/image" Target="../media/image291.wmf"/><Relationship Id="rId5" Type="http://schemas.openxmlformats.org/officeDocument/2006/relationships/oleObject" Target="../embeddings/oleObject304.bin"/><Relationship Id="rId4" Type="http://schemas.openxmlformats.org/officeDocument/2006/relationships/image" Target="../media/image290.wmf"/><Relationship Id="rId3" Type="http://schemas.openxmlformats.org/officeDocument/2006/relationships/oleObject" Target="../embeddings/oleObject303.bin"/><Relationship Id="rId24" Type="http://schemas.openxmlformats.org/officeDocument/2006/relationships/vmlDrawing" Target="../drawings/vmlDrawing72.v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299.wmf"/><Relationship Id="rId21" Type="http://schemas.openxmlformats.org/officeDocument/2006/relationships/oleObject" Target="../embeddings/oleObject312.bin"/><Relationship Id="rId20" Type="http://schemas.openxmlformats.org/officeDocument/2006/relationships/image" Target="../media/image298.wmf"/><Relationship Id="rId2" Type="http://schemas.openxmlformats.org/officeDocument/2006/relationships/image" Target="../media/image289.wmf"/><Relationship Id="rId19" Type="http://schemas.openxmlformats.org/officeDocument/2006/relationships/oleObject" Target="../embeddings/oleObject311.bin"/><Relationship Id="rId18" Type="http://schemas.openxmlformats.org/officeDocument/2006/relationships/image" Target="../media/image297.wmf"/><Relationship Id="rId17" Type="http://schemas.openxmlformats.org/officeDocument/2006/relationships/oleObject" Target="../embeddings/oleObject310.bin"/><Relationship Id="rId16" Type="http://schemas.openxmlformats.org/officeDocument/2006/relationships/image" Target="../media/image296.wmf"/><Relationship Id="rId15" Type="http://schemas.openxmlformats.org/officeDocument/2006/relationships/oleObject" Target="../embeddings/oleObject309.bin"/><Relationship Id="rId14" Type="http://schemas.openxmlformats.org/officeDocument/2006/relationships/image" Target="../media/image295.wmf"/><Relationship Id="rId13" Type="http://schemas.openxmlformats.org/officeDocument/2006/relationships/oleObject" Target="../embeddings/oleObject308.bin"/><Relationship Id="rId12" Type="http://schemas.openxmlformats.org/officeDocument/2006/relationships/image" Target="../media/image294.wmf"/><Relationship Id="rId11" Type="http://schemas.openxmlformats.org/officeDocument/2006/relationships/oleObject" Target="../embeddings/oleObject307.bin"/><Relationship Id="rId10" Type="http://schemas.openxmlformats.org/officeDocument/2006/relationships/image" Target="../media/image293.wmf"/><Relationship Id="rId1" Type="http://schemas.openxmlformats.org/officeDocument/2006/relationships/oleObject" Target="../embeddings/oleObject302.bin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1.wmf"/><Relationship Id="rId3" Type="http://schemas.openxmlformats.org/officeDocument/2006/relationships/oleObject" Target="../embeddings/oleObject314.bin"/><Relationship Id="rId2" Type="http://schemas.openxmlformats.org/officeDocument/2006/relationships/image" Target="../media/image300.wmf"/><Relationship Id="rId1" Type="http://schemas.openxmlformats.org/officeDocument/2006/relationships/oleObject" Target="../embeddings/oleObject313.bin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9.bin"/><Relationship Id="rId8" Type="http://schemas.openxmlformats.org/officeDocument/2006/relationships/image" Target="../media/image305.wmf"/><Relationship Id="rId7" Type="http://schemas.openxmlformats.org/officeDocument/2006/relationships/oleObject" Target="../embeddings/oleObject318.bin"/><Relationship Id="rId6" Type="http://schemas.openxmlformats.org/officeDocument/2006/relationships/image" Target="../media/image304.wmf"/><Relationship Id="rId5" Type="http://schemas.openxmlformats.org/officeDocument/2006/relationships/oleObject" Target="../embeddings/oleObject317.bin"/><Relationship Id="rId4" Type="http://schemas.openxmlformats.org/officeDocument/2006/relationships/image" Target="../media/image303.wmf"/><Relationship Id="rId3" Type="http://schemas.openxmlformats.org/officeDocument/2006/relationships/oleObject" Target="../embeddings/oleObject316.bin"/><Relationship Id="rId2" Type="http://schemas.openxmlformats.org/officeDocument/2006/relationships/image" Target="../media/image302.wmf"/><Relationship Id="rId19" Type="http://schemas.openxmlformats.org/officeDocument/2006/relationships/vmlDrawing" Target="../drawings/vmlDrawing74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09.wmf"/><Relationship Id="rId16" Type="http://schemas.openxmlformats.org/officeDocument/2006/relationships/oleObject" Target="../embeddings/oleObject323.bin"/><Relationship Id="rId15" Type="http://schemas.openxmlformats.org/officeDocument/2006/relationships/image" Target="../media/image308.wmf"/><Relationship Id="rId14" Type="http://schemas.openxmlformats.org/officeDocument/2006/relationships/oleObject" Target="../embeddings/oleObject322.bin"/><Relationship Id="rId13" Type="http://schemas.openxmlformats.org/officeDocument/2006/relationships/oleObject" Target="../embeddings/oleObject321.bin"/><Relationship Id="rId12" Type="http://schemas.openxmlformats.org/officeDocument/2006/relationships/image" Target="../media/image307.wmf"/><Relationship Id="rId11" Type="http://schemas.openxmlformats.org/officeDocument/2006/relationships/oleObject" Target="../embeddings/oleObject320.bin"/><Relationship Id="rId10" Type="http://schemas.openxmlformats.org/officeDocument/2006/relationships/image" Target="../media/image306.wmf"/><Relationship Id="rId1" Type="http://schemas.openxmlformats.org/officeDocument/2006/relationships/oleObject" Target="../embeddings/oleObject315.bin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8.bin"/><Relationship Id="rId8" Type="http://schemas.openxmlformats.org/officeDocument/2006/relationships/image" Target="../media/image313.wmf"/><Relationship Id="rId7" Type="http://schemas.openxmlformats.org/officeDocument/2006/relationships/oleObject" Target="../embeddings/oleObject327.bin"/><Relationship Id="rId6" Type="http://schemas.openxmlformats.org/officeDocument/2006/relationships/image" Target="../media/image312.wmf"/><Relationship Id="rId5" Type="http://schemas.openxmlformats.org/officeDocument/2006/relationships/oleObject" Target="../embeddings/oleObject326.bin"/><Relationship Id="rId4" Type="http://schemas.openxmlformats.org/officeDocument/2006/relationships/image" Target="../media/image311.wmf"/><Relationship Id="rId3" Type="http://schemas.openxmlformats.org/officeDocument/2006/relationships/oleObject" Target="../embeddings/oleObject325.bin"/><Relationship Id="rId2" Type="http://schemas.openxmlformats.org/officeDocument/2006/relationships/image" Target="../media/image310.wmf"/><Relationship Id="rId14" Type="http://schemas.openxmlformats.org/officeDocument/2006/relationships/vmlDrawing" Target="../drawings/vmlDrawing7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15.wmf"/><Relationship Id="rId11" Type="http://schemas.openxmlformats.org/officeDocument/2006/relationships/oleObject" Target="../embeddings/oleObject329.bin"/><Relationship Id="rId10" Type="http://schemas.openxmlformats.org/officeDocument/2006/relationships/image" Target="../media/image314.wmf"/><Relationship Id="rId1" Type="http://schemas.openxmlformats.org/officeDocument/2006/relationships/oleObject" Target="../embeddings/oleObject324.bin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4.bin"/><Relationship Id="rId8" Type="http://schemas.openxmlformats.org/officeDocument/2006/relationships/image" Target="../media/image319.wmf"/><Relationship Id="rId7" Type="http://schemas.openxmlformats.org/officeDocument/2006/relationships/oleObject" Target="../embeddings/oleObject333.bin"/><Relationship Id="rId6" Type="http://schemas.openxmlformats.org/officeDocument/2006/relationships/image" Target="../media/image318.wmf"/><Relationship Id="rId5" Type="http://schemas.openxmlformats.org/officeDocument/2006/relationships/oleObject" Target="../embeddings/oleObject332.bin"/><Relationship Id="rId40" Type="http://schemas.openxmlformats.org/officeDocument/2006/relationships/vmlDrawing" Target="../drawings/vmlDrawing76.vml"/><Relationship Id="rId4" Type="http://schemas.openxmlformats.org/officeDocument/2006/relationships/image" Target="../media/image317.w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334.wmf"/><Relationship Id="rId37" Type="http://schemas.openxmlformats.org/officeDocument/2006/relationships/oleObject" Target="../embeddings/oleObject348.bin"/><Relationship Id="rId36" Type="http://schemas.openxmlformats.org/officeDocument/2006/relationships/image" Target="../media/image333.wmf"/><Relationship Id="rId35" Type="http://schemas.openxmlformats.org/officeDocument/2006/relationships/oleObject" Target="../embeddings/oleObject347.bin"/><Relationship Id="rId34" Type="http://schemas.openxmlformats.org/officeDocument/2006/relationships/image" Target="../media/image332.wmf"/><Relationship Id="rId33" Type="http://schemas.openxmlformats.org/officeDocument/2006/relationships/oleObject" Target="../embeddings/oleObject346.bin"/><Relationship Id="rId32" Type="http://schemas.openxmlformats.org/officeDocument/2006/relationships/image" Target="../media/image331.wmf"/><Relationship Id="rId31" Type="http://schemas.openxmlformats.org/officeDocument/2006/relationships/oleObject" Target="../embeddings/oleObject345.bin"/><Relationship Id="rId30" Type="http://schemas.openxmlformats.org/officeDocument/2006/relationships/image" Target="../media/image330.wmf"/><Relationship Id="rId3" Type="http://schemas.openxmlformats.org/officeDocument/2006/relationships/oleObject" Target="../embeddings/oleObject331.bin"/><Relationship Id="rId29" Type="http://schemas.openxmlformats.org/officeDocument/2006/relationships/oleObject" Target="../embeddings/oleObject344.bin"/><Relationship Id="rId28" Type="http://schemas.openxmlformats.org/officeDocument/2006/relationships/image" Target="../media/image329.wmf"/><Relationship Id="rId27" Type="http://schemas.openxmlformats.org/officeDocument/2006/relationships/oleObject" Target="../embeddings/oleObject343.bin"/><Relationship Id="rId26" Type="http://schemas.openxmlformats.org/officeDocument/2006/relationships/image" Target="../media/image328.wmf"/><Relationship Id="rId25" Type="http://schemas.openxmlformats.org/officeDocument/2006/relationships/oleObject" Target="../embeddings/oleObject342.bin"/><Relationship Id="rId24" Type="http://schemas.openxmlformats.org/officeDocument/2006/relationships/image" Target="../media/image327.wmf"/><Relationship Id="rId23" Type="http://schemas.openxmlformats.org/officeDocument/2006/relationships/oleObject" Target="../embeddings/oleObject341.bin"/><Relationship Id="rId22" Type="http://schemas.openxmlformats.org/officeDocument/2006/relationships/image" Target="../media/image326.wmf"/><Relationship Id="rId21" Type="http://schemas.openxmlformats.org/officeDocument/2006/relationships/oleObject" Target="../embeddings/oleObject340.bin"/><Relationship Id="rId20" Type="http://schemas.openxmlformats.org/officeDocument/2006/relationships/image" Target="../media/image325.wmf"/><Relationship Id="rId2" Type="http://schemas.openxmlformats.org/officeDocument/2006/relationships/image" Target="../media/image316.wmf"/><Relationship Id="rId19" Type="http://schemas.openxmlformats.org/officeDocument/2006/relationships/oleObject" Target="../embeddings/oleObject339.bin"/><Relationship Id="rId18" Type="http://schemas.openxmlformats.org/officeDocument/2006/relationships/image" Target="../media/image324.wmf"/><Relationship Id="rId17" Type="http://schemas.openxmlformats.org/officeDocument/2006/relationships/oleObject" Target="../embeddings/oleObject338.bin"/><Relationship Id="rId16" Type="http://schemas.openxmlformats.org/officeDocument/2006/relationships/image" Target="../media/image323.wmf"/><Relationship Id="rId15" Type="http://schemas.openxmlformats.org/officeDocument/2006/relationships/oleObject" Target="../embeddings/oleObject337.bin"/><Relationship Id="rId14" Type="http://schemas.openxmlformats.org/officeDocument/2006/relationships/image" Target="../media/image322.wmf"/><Relationship Id="rId13" Type="http://schemas.openxmlformats.org/officeDocument/2006/relationships/oleObject" Target="../embeddings/oleObject336.bin"/><Relationship Id="rId12" Type="http://schemas.openxmlformats.org/officeDocument/2006/relationships/image" Target="../media/image321.wmf"/><Relationship Id="rId11" Type="http://schemas.openxmlformats.org/officeDocument/2006/relationships/oleObject" Target="../embeddings/oleObject335.bin"/><Relationship Id="rId10" Type="http://schemas.openxmlformats.org/officeDocument/2006/relationships/image" Target="../media/image320.wmf"/><Relationship Id="rId1" Type="http://schemas.openxmlformats.org/officeDocument/2006/relationships/oleObject" Target="../embeddings/oleObject330.bin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3.bin"/><Relationship Id="rId8" Type="http://schemas.openxmlformats.org/officeDocument/2006/relationships/image" Target="../media/image338.wmf"/><Relationship Id="rId7" Type="http://schemas.openxmlformats.org/officeDocument/2006/relationships/oleObject" Target="../embeddings/oleObject352.bin"/><Relationship Id="rId6" Type="http://schemas.openxmlformats.org/officeDocument/2006/relationships/image" Target="../media/image337.wmf"/><Relationship Id="rId5" Type="http://schemas.openxmlformats.org/officeDocument/2006/relationships/oleObject" Target="../embeddings/oleObject351.bin"/><Relationship Id="rId4" Type="http://schemas.openxmlformats.org/officeDocument/2006/relationships/image" Target="../media/image336.wmf"/><Relationship Id="rId3" Type="http://schemas.openxmlformats.org/officeDocument/2006/relationships/oleObject" Target="../embeddings/oleObject350.bin"/><Relationship Id="rId20" Type="http://schemas.openxmlformats.org/officeDocument/2006/relationships/vmlDrawing" Target="../drawings/vmlDrawing77.vml"/><Relationship Id="rId2" Type="http://schemas.openxmlformats.org/officeDocument/2006/relationships/image" Target="../media/image335.wmf"/><Relationship Id="rId19" Type="http://schemas.openxmlformats.org/officeDocument/2006/relationships/slideLayout" Target="../slideLayouts/slideLayout7.xml"/><Relationship Id="rId18" Type="http://schemas.openxmlformats.org/officeDocument/2006/relationships/oleObject" Target="../embeddings/oleObject357.bin"/><Relationship Id="rId17" Type="http://schemas.openxmlformats.org/officeDocument/2006/relationships/image" Target="../media/image343.GIF"/><Relationship Id="rId16" Type="http://schemas.openxmlformats.org/officeDocument/2006/relationships/image" Target="../media/image342.wmf"/><Relationship Id="rId15" Type="http://schemas.openxmlformats.org/officeDocument/2006/relationships/oleObject" Target="../embeddings/oleObject356.bin"/><Relationship Id="rId14" Type="http://schemas.openxmlformats.org/officeDocument/2006/relationships/image" Target="../media/image341.wmf"/><Relationship Id="rId13" Type="http://schemas.openxmlformats.org/officeDocument/2006/relationships/oleObject" Target="../embeddings/oleObject355.bin"/><Relationship Id="rId12" Type="http://schemas.openxmlformats.org/officeDocument/2006/relationships/image" Target="../media/image340.wmf"/><Relationship Id="rId11" Type="http://schemas.openxmlformats.org/officeDocument/2006/relationships/oleObject" Target="../embeddings/oleObject354.bin"/><Relationship Id="rId10" Type="http://schemas.openxmlformats.org/officeDocument/2006/relationships/image" Target="../media/image339.wmf"/><Relationship Id="rId1" Type="http://schemas.openxmlformats.org/officeDocument/2006/relationships/oleObject" Target="../embeddings/oleObject349.bin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47.wmf"/><Relationship Id="rId7" Type="http://schemas.openxmlformats.org/officeDocument/2006/relationships/oleObject" Target="../embeddings/oleObject361.bin"/><Relationship Id="rId6" Type="http://schemas.openxmlformats.org/officeDocument/2006/relationships/image" Target="../media/image346.wmf"/><Relationship Id="rId5" Type="http://schemas.openxmlformats.org/officeDocument/2006/relationships/oleObject" Target="../embeddings/oleObject360.bin"/><Relationship Id="rId4" Type="http://schemas.openxmlformats.org/officeDocument/2006/relationships/image" Target="../media/image345.wmf"/><Relationship Id="rId3" Type="http://schemas.openxmlformats.org/officeDocument/2006/relationships/oleObject" Target="../embeddings/oleObject359.bin"/><Relationship Id="rId2" Type="http://schemas.openxmlformats.org/officeDocument/2006/relationships/image" Target="../media/image344.wmf"/><Relationship Id="rId10" Type="http://schemas.openxmlformats.org/officeDocument/2006/relationships/vmlDrawing" Target="../drawings/vmlDrawing78.vml"/><Relationship Id="rId1" Type="http://schemas.openxmlformats.org/officeDocument/2006/relationships/oleObject" Target="../embeddings/oleObject358.bin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1.wmf"/><Relationship Id="rId8" Type="http://schemas.openxmlformats.org/officeDocument/2006/relationships/oleObject" Target="../embeddings/oleObject366.bin"/><Relationship Id="rId7" Type="http://schemas.openxmlformats.org/officeDocument/2006/relationships/image" Target="../media/image350.wmf"/><Relationship Id="rId6" Type="http://schemas.openxmlformats.org/officeDocument/2006/relationships/oleObject" Target="../embeddings/oleObject365.bin"/><Relationship Id="rId5" Type="http://schemas.openxmlformats.org/officeDocument/2006/relationships/oleObject" Target="../embeddings/oleObject364.bin"/><Relationship Id="rId4" Type="http://schemas.openxmlformats.org/officeDocument/2006/relationships/image" Target="../media/image349.wmf"/><Relationship Id="rId3" Type="http://schemas.openxmlformats.org/officeDocument/2006/relationships/oleObject" Target="../embeddings/oleObject363.bin"/><Relationship Id="rId22" Type="http://schemas.openxmlformats.org/officeDocument/2006/relationships/vmlDrawing" Target="../drawings/vmlDrawing7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54.wmf"/><Relationship Id="rId2" Type="http://schemas.openxmlformats.org/officeDocument/2006/relationships/image" Target="../media/image348.wmf"/><Relationship Id="rId19" Type="http://schemas.openxmlformats.org/officeDocument/2006/relationships/oleObject" Target="../embeddings/oleObject374.bin"/><Relationship Id="rId18" Type="http://schemas.openxmlformats.org/officeDocument/2006/relationships/oleObject" Target="../embeddings/oleObject373.bin"/><Relationship Id="rId17" Type="http://schemas.openxmlformats.org/officeDocument/2006/relationships/oleObject" Target="../embeddings/oleObject372.bin"/><Relationship Id="rId16" Type="http://schemas.openxmlformats.org/officeDocument/2006/relationships/oleObject" Target="../embeddings/oleObject371.bin"/><Relationship Id="rId15" Type="http://schemas.openxmlformats.org/officeDocument/2006/relationships/oleObject" Target="../embeddings/oleObject370.bin"/><Relationship Id="rId14" Type="http://schemas.openxmlformats.org/officeDocument/2006/relationships/oleObject" Target="../embeddings/oleObject369.bin"/><Relationship Id="rId13" Type="http://schemas.openxmlformats.org/officeDocument/2006/relationships/image" Target="../media/image353.wmf"/><Relationship Id="rId12" Type="http://schemas.openxmlformats.org/officeDocument/2006/relationships/oleObject" Target="../embeddings/oleObject368.bin"/><Relationship Id="rId11" Type="http://schemas.openxmlformats.org/officeDocument/2006/relationships/image" Target="../media/image352.wmf"/><Relationship Id="rId10" Type="http://schemas.openxmlformats.org/officeDocument/2006/relationships/oleObject" Target="../embeddings/oleObject367.bin"/><Relationship Id="rId1" Type="http://schemas.openxmlformats.org/officeDocument/2006/relationships/oleObject" Target="../embeddings/oleObject362.bin"/></Relationships>
</file>

<file path=ppt/slides/_rels/slide9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9.bin"/><Relationship Id="rId8" Type="http://schemas.openxmlformats.org/officeDocument/2006/relationships/image" Target="../media/image358.wmf"/><Relationship Id="rId7" Type="http://schemas.openxmlformats.org/officeDocument/2006/relationships/oleObject" Target="../embeddings/oleObject378.bin"/><Relationship Id="rId6" Type="http://schemas.openxmlformats.org/officeDocument/2006/relationships/image" Target="../media/image357.wmf"/><Relationship Id="rId5" Type="http://schemas.openxmlformats.org/officeDocument/2006/relationships/oleObject" Target="../embeddings/oleObject377.bin"/><Relationship Id="rId4" Type="http://schemas.openxmlformats.org/officeDocument/2006/relationships/image" Target="../media/image356.wmf"/><Relationship Id="rId3" Type="http://schemas.openxmlformats.org/officeDocument/2006/relationships/oleObject" Target="../embeddings/oleObject376.bin"/><Relationship Id="rId20" Type="http://schemas.openxmlformats.org/officeDocument/2006/relationships/vmlDrawing" Target="../drawings/vmlDrawing80.vml"/><Relationship Id="rId2" Type="http://schemas.openxmlformats.org/officeDocument/2006/relationships/image" Target="../media/image355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63.wmf"/><Relationship Id="rId17" Type="http://schemas.openxmlformats.org/officeDocument/2006/relationships/oleObject" Target="../embeddings/oleObject383.bin"/><Relationship Id="rId16" Type="http://schemas.openxmlformats.org/officeDocument/2006/relationships/image" Target="../media/image362.wmf"/><Relationship Id="rId15" Type="http://schemas.openxmlformats.org/officeDocument/2006/relationships/oleObject" Target="../embeddings/oleObject382.bin"/><Relationship Id="rId14" Type="http://schemas.openxmlformats.org/officeDocument/2006/relationships/image" Target="../media/image361.wmf"/><Relationship Id="rId13" Type="http://schemas.openxmlformats.org/officeDocument/2006/relationships/oleObject" Target="../embeddings/oleObject381.bin"/><Relationship Id="rId12" Type="http://schemas.openxmlformats.org/officeDocument/2006/relationships/image" Target="../media/image360.wmf"/><Relationship Id="rId11" Type="http://schemas.openxmlformats.org/officeDocument/2006/relationships/oleObject" Target="../embeddings/oleObject380.bin"/><Relationship Id="rId10" Type="http://schemas.openxmlformats.org/officeDocument/2006/relationships/image" Target="../media/image359.wmf"/><Relationship Id="rId1" Type="http://schemas.openxmlformats.org/officeDocument/2006/relationships/oleObject" Target="../embeddings/oleObject375.bin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8.bin"/><Relationship Id="rId8" Type="http://schemas.openxmlformats.org/officeDocument/2006/relationships/image" Target="../media/image367.wmf"/><Relationship Id="rId7" Type="http://schemas.openxmlformats.org/officeDocument/2006/relationships/oleObject" Target="../embeddings/oleObject387.bin"/><Relationship Id="rId6" Type="http://schemas.openxmlformats.org/officeDocument/2006/relationships/image" Target="../media/image366.wmf"/><Relationship Id="rId5" Type="http://schemas.openxmlformats.org/officeDocument/2006/relationships/oleObject" Target="../embeddings/oleObject386.bin"/><Relationship Id="rId4" Type="http://schemas.openxmlformats.org/officeDocument/2006/relationships/image" Target="../media/image365.wmf"/><Relationship Id="rId3" Type="http://schemas.openxmlformats.org/officeDocument/2006/relationships/oleObject" Target="../embeddings/oleObject385.bin"/><Relationship Id="rId2" Type="http://schemas.openxmlformats.org/officeDocument/2006/relationships/image" Target="../media/image364.wmf"/><Relationship Id="rId12" Type="http://schemas.openxmlformats.org/officeDocument/2006/relationships/vmlDrawing" Target="../drawings/vmlDrawing8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68.wmf"/><Relationship Id="rId1" Type="http://schemas.openxmlformats.org/officeDocument/2006/relationships/oleObject" Target="../embeddings/oleObject384.bin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72.wmf"/><Relationship Id="rId7" Type="http://schemas.openxmlformats.org/officeDocument/2006/relationships/oleObject" Target="../embeddings/oleObject392.bin"/><Relationship Id="rId6" Type="http://schemas.openxmlformats.org/officeDocument/2006/relationships/image" Target="../media/image371.wmf"/><Relationship Id="rId5" Type="http://schemas.openxmlformats.org/officeDocument/2006/relationships/oleObject" Target="../embeddings/oleObject391.bin"/><Relationship Id="rId4" Type="http://schemas.openxmlformats.org/officeDocument/2006/relationships/image" Target="../media/image370.wmf"/><Relationship Id="rId3" Type="http://schemas.openxmlformats.org/officeDocument/2006/relationships/oleObject" Target="../embeddings/oleObject390.bin"/><Relationship Id="rId2" Type="http://schemas.openxmlformats.org/officeDocument/2006/relationships/image" Target="../media/image369.wmf"/><Relationship Id="rId10" Type="http://schemas.openxmlformats.org/officeDocument/2006/relationships/vmlDrawing" Target="../drawings/vmlDrawing82.vml"/><Relationship Id="rId1" Type="http://schemas.openxmlformats.org/officeDocument/2006/relationships/oleObject" Target="../embeddings/oleObject389.bin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76.wmf"/><Relationship Id="rId7" Type="http://schemas.openxmlformats.org/officeDocument/2006/relationships/oleObject" Target="../embeddings/oleObject396.bin"/><Relationship Id="rId6" Type="http://schemas.openxmlformats.org/officeDocument/2006/relationships/image" Target="../media/image375.wmf"/><Relationship Id="rId5" Type="http://schemas.openxmlformats.org/officeDocument/2006/relationships/oleObject" Target="../embeddings/oleObject395.bin"/><Relationship Id="rId4" Type="http://schemas.openxmlformats.org/officeDocument/2006/relationships/image" Target="../media/image374.wmf"/><Relationship Id="rId3" Type="http://schemas.openxmlformats.org/officeDocument/2006/relationships/oleObject" Target="../embeddings/oleObject394.bin"/><Relationship Id="rId2" Type="http://schemas.openxmlformats.org/officeDocument/2006/relationships/image" Target="../media/image373.wmf"/><Relationship Id="rId10" Type="http://schemas.openxmlformats.org/officeDocument/2006/relationships/vmlDrawing" Target="../drawings/vmlDrawing83.vml"/><Relationship Id="rId1" Type="http://schemas.openxmlformats.org/officeDocument/2006/relationships/oleObject" Target="../embeddings/oleObject393.bin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1.bin"/><Relationship Id="rId8" Type="http://schemas.openxmlformats.org/officeDocument/2006/relationships/image" Target="../media/image380.wmf"/><Relationship Id="rId7" Type="http://schemas.openxmlformats.org/officeDocument/2006/relationships/oleObject" Target="../embeddings/oleObject400.bin"/><Relationship Id="rId6" Type="http://schemas.openxmlformats.org/officeDocument/2006/relationships/image" Target="../media/image379.wmf"/><Relationship Id="rId5" Type="http://schemas.openxmlformats.org/officeDocument/2006/relationships/oleObject" Target="../embeddings/oleObject399.bin"/><Relationship Id="rId4" Type="http://schemas.openxmlformats.org/officeDocument/2006/relationships/image" Target="../media/image378.wmf"/><Relationship Id="rId3" Type="http://schemas.openxmlformats.org/officeDocument/2006/relationships/oleObject" Target="../embeddings/oleObject398.bin"/><Relationship Id="rId22" Type="http://schemas.openxmlformats.org/officeDocument/2006/relationships/vmlDrawing" Target="../drawings/vmlDrawing84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86.wmf"/><Relationship Id="rId2" Type="http://schemas.openxmlformats.org/officeDocument/2006/relationships/image" Target="../media/image377.wmf"/><Relationship Id="rId19" Type="http://schemas.openxmlformats.org/officeDocument/2006/relationships/oleObject" Target="../embeddings/oleObject406.bin"/><Relationship Id="rId18" Type="http://schemas.openxmlformats.org/officeDocument/2006/relationships/image" Target="../media/image385.wmf"/><Relationship Id="rId17" Type="http://schemas.openxmlformats.org/officeDocument/2006/relationships/oleObject" Target="../embeddings/oleObject405.bin"/><Relationship Id="rId16" Type="http://schemas.openxmlformats.org/officeDocument/2006/relationships/image" Target="../media/image384.wmf"/><Relationship Id="rId15" Type="http://schemas.openxmlformats.org/officeDocument/2006/relationships/oleObject" Target="../embeddings/oleObject404.bin"/><Relationship Id="rId14" Type="http://schemas.openxmlformats.org/officeDocument/2006/relationships/image" Target="../media/image383.wmf"/><Relationship Id="rId13" Type="http://schemas.openxmlformats.org/officeDocument/2006/relationships/oleObject" Target="../embeddings/oleObject403.bin"/><Relationship Id="rId12" Type="http://schemas.openxmlformats.org/officeDocument/2006/relationships/image" Target="../media/image382.wmf"/><Relationship Id="rId11" Type="http://schemas.openxmlformats.org/officeDocument/2006/relationships/oleObject" Target="../embeddings/oleObject402.bin"/><Relationship Id="rId10" Type="http://schemas.openxmlformats.org/officeDocument/2006/relationships/image" Target="../media/image381.wmf"/><Relationship Id="rId1" Type="http://schemas.openxmlformats.org/officeDocument/2006/relationships/oleObject" Target="../embeddings/oleObject397.bin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1.bin"/><Relationship Id="rId8" Type="http://schemas.openxmlformats.org/officeDocument/2006/relationships/image" Target="../media/image390.wmf"/><Relationship Id="rId7" Type="http://schemas.openxmlformats.org/officeDocument/2006/relationships/oleObject" Target="../embeddings/oleObject410.bin"/><Relationship Id="rId6" Type="http://schemas.openxmlformats.org/officeDocument/2006/relationships/image" Target="../media/image389.wmf"/><Relationship Id="rId5" Type="http://schemas.openxmlformats.org/officeDocument/2006/relationships/oleObject" Target="../embeddings/oleObject409.bin"/><Relationship Id="rId4" Type="http://schemas.openxmlformats.org/officeDocument/2006/relationships/image" Target="../media/image388.wmf"/><Relationship Id="rId3" Type="http://schemas.openxmlformats.org/officeDocument/2006/relationships/oleObject" Target="../embeddings/oleObject408.bin"/><Relationship Id="rId2" Type="http://schemas.openxmlformats.org/officeDocument/2006/relationships/image" Target="../media/image387.emf"/><Relationship Id="rId12" Type="http://schemas.openxmlformats.org/officeDocument/2006/relationships/vmlDrawing" Target="../drawings/vmlDrawing8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91.wmf"/><Relationship Id="rId1" Type="http://schemas.openxmlformats.org/officeDocument/2006/relationships/oleObject" Target="../embeddings/oleObject407.bin"/></Relationships>
</file>

<file path=ppt/slides/_rels/slide9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6.bin"/><Relationship Id="rId8" Type="http://schemas.openxmlformats.org/officeDocument/2006/relationships/image" Target="../media/image395.wmf"/><Relationship Id="rId7" Type="http://schemas.openxmlformats.org/officeDocument/2006/relationships/oleObject" Target="../embeddings/oleObject415.bin"/><Relationship Id="rId6" Type="http://schemas.openxmlformats.org/officeDocument/2006/relationships/image" Target="../media/image394.wmf"/><Relationship Id="rId5" Type="http://schemas.openxmlformats.org/officeDocument/2006/relationships/oleObject" Target="../embeddings/oleObject414.bin"/><Relationship Id="rId4" Type="http://schemas.openxmlformats.org/officeDocument/2006/relationships/image" Target="../media/image393.wmf"/><Relationship Id="rId3" Type="http://schemas.openxmlformats.org/officeDocument/2006/relationships/oleObject" Target="../embeddings/oleObject413.bin"/><Relationship Id="rId2" Type="http://schemas.openxmlformats.org/officeDocument/2006/relationships/image" Target="../media/image392.wmf"/><Relationship Id="rId14" Type="http://schemas.openxmlformats.org/officeDocument/2006/relationships/vmlDrawing" Target="../drawings/vmlDrawing8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97.wmf"/><Relationship Id="rId11" Type="http://schemas.openxmlformats.org/officeDocument/2006/relationships/oleObject" Target="../embeddings/oleObject417.bin"/><Relationship Id="rId10" Type="http://schemas.openxmlformats.org/officeDocument/2006/relationships/image" Target="../media/image396.wmf"/><Relationship Id="rId1" Type="http://schemas.openxmlformats.org/officeDocument/2006/relationships/oleObject" Target="../embeddings/oleObject412.bin"/></Relationships>
</file>

<file path=ppt/slides/_rels/slide10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2.bin"/><Relationship Id="rId8" Type="http://schemas.openxmlformats.org/officeDocument/2006/relationships/image" Target="../media/image401.wmf"/><Relationship Id="rId7" Type="http://schemas.openxmlformats.org/officeDocument/2006/relationships/oleObject" Target="../embeddings/oleObject421.bin"/><Relationship Id="rId6" Type="http://schemas.openxmlformats.org/officeDocument/2006/relationships/image" Target="../media/image400.wmf"/><Relationship Id="rId5" Type="http://schemas.openxmlformats.org/officeDocument/2006/relationships/oleObject" Target="../embeddings/oleObject420.bin"/><Relationship Id="rId4" Type="http://schemas.openxmlformats.org/officeDocument/2006/relationships/image" Target="../media/image399.wmf"/><Relationship Id="rId3" Type="http://schemas.openxmlformats.org/officeDocument/2006/relationships/oleObject" Target="../embeddings/oleObject419.bin"/><Relationship Id="rId2" Type="http://schemas.openxmlformats.org/officeDocument/2006/relationships/image" Target="../media/image398.wmf"/><Relationship Id="rId12" Type="http://schemas.openxmlformats.org/officeDocument/2006/relationships/vmlDrawing" Target="../drawings/vmlDrawing8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02.wmf"/><Relationship Id="rId1" Type="http://schemas.openxmlformats.org/officeDocument/2006/relationships/oleObject" Target="../embeddings/oleObject418.bin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06.wmf"/><Relationship Id="rId7" Type="http://schemas.openxmlformats.org/officeDocument/2006/relationships/oleObject" Target="../embeddings/oleObject426.bin"/><Relationship Id="rId6" Type="http://schemas.openxmlformats.org/officeDocument/2006/relationships/image" Target="../media/image405.wmf"/><Relationship Id="rId5" Type="http://schemas.openxmlformats.org/officeDocument/2006/relationships/oleObject" Target="../embeddings/oleObject425.bin"/><Relationship Id="rId4" Type="http://schemas.openxmlformats.org/officeDocument/2006/relationships/image" Target="../media/image404.wmf"/><Relationship Id="rId3" Type="http://schemas.openxmlformats.org/officeDocument/2006/relationships/oleObject" Target="../embeddings/oleObject424.bin"/><Relationship Id="rId2" Type="http://schemas.openxmlformats.org/officeDocument/2006/relationships/image" Target="../media/image403.wmf"/><Relationship Id="rId10" Type="http://schemas.openxmlformats.org/officeDocument/2006/relationships/vmlDrawing" Target="../drawings/vmlDrawing88.vml"/><Relationship Id="rId1" Type="http://schemas.openxmlformats.org/officeDocument/2006/relationships/oleObject" Target="../embeddings/oleObject423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09.wmf"/><Relationship Id="rId5" Type="http://schemas.openxmlformats.org/officeDocument/2006/relationships/oleObject" Target="../embeddings/oleObject429.bin"/><Relationship Id="rId4" Type="http://schemas.openxmlformats.org/officeDocument/2006/relationships/image" Target="../media/image408.wmf"/><Relationship Id="rId3" Type="http://schemas.openxmlformats.org/officeDocument/2006/relationships/oleObject" Target="../embeddings/oleObject428.bin"/><Relationship Id="rId2" Type="http://schemas.openxmlformats.org/officeDocument/2006/relationships/image" Target="../media/image407.wmf"/><Relationship Id="rId1" Type="http://schemas.openxmlformats.org/officeDocument/2006/relationships/oleObject" Target="../embeddings/oleObject427.bin"/></Relationships>
</file>

<file path=ppt/slides/_rels/slide10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1.wmf"/><Relationship Id="rId3" Type="http://schemas.openxmlformats.org/officeDocument/2006/relationships/oleObject" Target="../embeddings/oleObject431.bin"/><Relationship Id="rId2" Type="http://schemas.openxmlformats.org/officeDocument/2006/relationships/image" Target="../media/image410.wmf"/><Relationship Id="rId1" Type="http://schemas.openxmlformats.org/officeDocument/2006/relationships/oleObject" Target="../embeddings/oleObject430.bin"/></Relationships>
</file>

<file path=ppt/slides/_rels/slide10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6.bin"/><Relationship Id="rId8" Type="http://schemas.openxmlformats.org/officeDocument/2006/relationships/image" Target="../media/image415.wmf"/><Relationship Id="rId7" Type="http://schemas.openxmlformats.org/officeDocument/2006/relationships/oleObject" Target="../embeddings/oleObject435.bin"/><Relationship Id="rId6" Type="http://schemas.openxmlformats.org/officeDocument/2006/relationships/image" Target="../media/image414.wmf"/><Relationship Id="rId5" Type="http://schemas.openxmlformats.org/officeDocument/2006/relationships/oleObject" Target="../embeddings/oleObject434.bin"/><Relationship Id="rId4" Type="http://schemas.openxmlformats.org/officeDocument/2006/relationships/image" Target="../media/image413.wmf"/><Relationship Id="rId3" Type="http://schemas.openxmlformats.org/officeDocument/2006/relationships/oleObject" Target="../embeddings/oleObject433.bin"/><Relationship Id="rId2" Type="http://schemas.openxmlformats.org/officeDocument/2006/relationships/image" Target="../media/image412.wmf"/><Relationship Id="rId12" Type="http://schemas.openxmlformats.org/officeDocument/2006/relationships/vmlDrawing" Target="../drawings/vmlDrawing9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16.wmf"/><Relationship Id="rId1" Type="http://schemas.openxmlformats.org/officeDocument/2006/relationships/oleObject" Target="../embeddings/oleObject432.bin"/></Relationships>
</file>

<file path=ppt/slides/_rels/slide10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1.bin"/><Relationship Id="rId8" Type="http://schemas.openxmlformats.org/officeDocument/2006/relationships/image" Target="../media/image420.wmf"/><Relationship Id="rId7" Type="http://schemas.openxmlformats.org/officeDocument/2006/relationships/oleObject" Target="../embeddings/oleObject440.bin"/><Relationship Id="rId6" Type="http://schemas.openxmlformats.org/officeDocument/2006/relationships/image" Target="../media/image419.wmf"/><Relationship Id="rId5" Type="http://schemas.openxmlformats.org/officeDocument/2006/relationships/oleObject" Target="../embeddings/oleObject439.bin"/><Relationship Id="rId4" Type="http://schemas.openxmlformats.org/officeDocument/2006/relationships/image" Target="../media/image418.wmf"/><Relationship Id="rId3" Type="http://schemas.openxmlformats.org/officeDocument/2006/relationships/oleObject" Target="../embeddings/oleObject438.bin"/><Relationship Id="rId2" Type="http://schemas.openxmlformats.org/officeDocument/2006/relationships/image" Target="../media/image417.wmf"/><Relationship Id="rId14" Type="http://schemas.openxmlformats.org/officeDocument/2006/relationships/vmlDrawing" Target="../drawings/vmlDrawing9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22.wmf"/><Relationship Id="rId11" Type="http://schemas.openxmlformats.org/officeDocument/2006/relationships/oleObject" Target="../embeddings/oleObject442.bin"/><Relationship Id="rId10" Type="http://schemas.openxmlformats.org/officeDocument/2006/relationships/image" Target="../media/image421.wmf"/><Relationship Id="rId1" Type="http://schemas.openxmlformats.org/officeDocument/2006/relationships/oleObject" Target="../embeddings/oleObject437.bin"/></Relationships>
</file>

<file path=ppt/slides/_rels/slide10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oleObject" Target="../embeddings/oleObject447.bin"/><Relationship Id="rId7" Type="http://schemas.openxmlformats.org/officeDocument/2006/relationships/oleObject" Target="../embeddings/oleObject446.bin"/><Relationship Id="rId6" Type="http://schemas.openxmlformats.org/officeDocument/2006/relationships/image" Target="../media/image425.wmf"/><Relationship Id="rId5" Type="http://schemas.openxmlformats.org/officeDocument/2006/relationships/oleObject" Target="../embeddings/oleObject445.bin"/><Relationship Id="rId4" Type="http://schemas.openxmlformats.org/officeDocument/2006/relationships/image" Target="../media/image424.wmf"/><Relationship Id="rId3" Type="http://schemas.openxmlformats.org/officeDocument/2006/relationships/oleObject" Target="../embeddings/oleObject444.bin"/><Relationship Id="rId2" Type="http://schemas.openxmlformats.org/officeDocument/2006/relationships/image" Target="../media/image423.wmf"/><Relationship Id="rId10" Type="http://schemas.openxmlformats.org/officeDocument/2006/relationships/vmlDrawing" Target="../drawings/vmlDrawing93.vml"/><Relationship Id="rId1" Type="http://schemas.openxmlformats.org/officeDocument/2006/relationships/oleObject" Target="../embeddings/oleObject443.bin"/></Relationships>
</file>

<file path=ppt/slides/_rels/slide10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2.bin"/><Relationship Id="rId8" Type="http://schemas.openxmlformats.org/officeDocument/2006/relationships/image" Target="../media/image429.wmf"/><Relationship Id="rId7" Type="http://schemas.openxmlformats.org/officeDocument/2006/relationships/oleObject" Target="../embeddings/oleObject451.bin"/><Relationship Id="rId6" Type="http://schemas.openxmlformats.org/officeDocument/2006/relationships/image" Target="../media/image428.wmf"/><Relationship Id="rId5" Type="http://schemas.openxmlformats.org/officeDocument/2006/relationships/oleObject" Target="../embeddings/oleObject450.bin"/><Relationship Id="rId4" Type="http://schemas.openxmlformats.org/officeDocument/2006/relationships/image" Target="../media/image427.wmf"/><Relationship Id="rId3" Type="http://schemas.openxmlformats.org/officeDocument/2006/relationships/oleObject" Target="../embeddings/oleObject449.bin"/><Relationship Id="rId2" Type="http://schemas.openxmlformats.org/officeDocument/2006/relationships/image" Target="../media/image426.wmf"/><Relationship Id="rId12" Type="http://schemas.openxmlformats.org/officeDocument/2006/relationships/vmlDrawing" Target="../drawings/vmlDrawing9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30.wmf"/><Relationship Id="rId1" Type="http://schemas.openxmlformats.org/officeDocument/2006/relationships/oleObject" Target="../embeddings/oleObject448.bin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3.wmf"/><Relationship Id="rId5" Type="http://schemas.openxmlformats.org/officeDocument/2006/relationships/oleObject" Target="../embeddings/oleObject455.bin"/><Relationship Id="rId4" Type="http://schemas.openxmlformats.org/officeDocument/2006/relationships/image" Target="../media/image432.wmf"/><Relationship Id="rId3" Type="http://schemas.openxmlformats.org/officeDocument/2006/relationships/oleObject" Target="../embeddings/oleObject454.bin"/><Relationship Id="rId2" Type="http://schemas.openxmlformats.org/officeDocument/2006/relationships/image" Target="../media/image431.wmf"/><Relationship Id="rId1" Type="http://schemas.openxmlformats.org/officeDocument/2006/relationships/oleObject" Target="../embeddings/oleObject453.bin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6.wmf"/><Relationship Id="rId5" Type="http://schemas.openxmlformats.org/officeDocument/2006/relationships/oleObject" Target="../embeddings/oleObject458.bin"/><Relationship Id="rId4" Type="http://schemas.openxmlformats.org/officeDocument/2006/relationships/image" Target="../media/image435.wmf"/><Relationship Id="rId3" Type="http://schemas.openxmlformats.org/officeDocument/2006/relationships/oleObject" Target="../embeddings/oleObject457.bin"/><Relationship Id="rId2" Type="http://schemas.openxmlformats.org/officeDocument/2006/relationships/image" Target="../media/image434.wmf"/><Relationship Id="rId1" Type="http://schemas.openxmlformats.org/officeDocument/2006/relationships/oleObject" Target="../embeddings/oleObject456.bin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9.wmf"/><Relationship Id="rId5" Type="http://schemas.openxmlformats.org/officeDocument/2006/relationships/oleObject" Target="../embeddings/oleObject461.bin"/><Relationship Id="rId4" Type="http://schemas.openxmlformats.org/officeDocument/2006/relationships/image" Target="../media/image438.wmf"/><Relationship Id="rId3" Type="http://schemas.openxmlformats.org/officeDocument/2006/relationships/oleObject" Target="../embeddings/oleObject460.bin"/><Relationship Id="rId2" Type="http://schemas.openxmlformats.org/officeDocument/2006/relationships/image" Target="../media/image437.wmf"/><Relationship Id="rId1" Type="http://schemas.openxmlformats.org/officeDocument/2006/relationships/oleObject" Target="../embeddings/oleObject459.bin"/></Relationships>
</file>

<file path=ppt/slides/_rels/slide1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4.wmf"/><Relationship Id="rId8" Type="http://schemas.openxmlformats.org/officeDocument/2006/relationships/oleObject" Target="../embeddings/oleObject465.bin"/><Relationship Id="rId7" Type="http://schemas.openxmlformats.org/officeDocument/2006/relationships/image" Target="../media/image443.wmf"/><Relationship Id="rId6" Type="http://schemas.openxmlformats.org/officeDocument/2006/relationships/oleObject" Target="../embeddings/oleObject464.bin"/><Relationship Id="rId5" Type="http://schemas.openxmlformats.org/officeDocument/2006/relationships/image" Target="../media/image442.wmf"/><Relationship Id="rId4" Type="http://schemas.openxmlformats.org/officeDocument/2006/relationships/oleObject" Target="../embeddings/oleObject463.bin"/><Relationship Id="rId3" Type="http://schemas.openxmlformats.org/officeDocument/2006/relationships/image" Target="../media/image441.wmf"/><Relationship Id="rId2" Type="http://schemas.openxmlformats.org/officeDocument/2006/relationships/image" Target="../media/image440.wmf"/><Relationship Id="rId12" Type="http://schemas.openxmlformats.org/officeDocument/2006/relationships/vmlDrawing" Target="../drawings/vmlDrawing9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45.wmf"/><Relationship Id="rId1" Type="http://schemas.openxmlformats.org/officeDocument/2006/relationships/oleObject" Target="../embeddings/oleObject462.bin"/></Relationships>
</file>

<file path=ppt/slides/_rels/slide1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0.bin"/><Relationship Id="rId8" Type="http://schemas.openxmlformats.org/officeDocument/2006/relationships/image" Target="../media/image449.wmf"/><Relationship Id="rId7" Type="http://schemas.openxmlformats.org/officeDocument/2006/relationships/oleObject" Target="../embeddings/oleObject469.bin"/><Relationship Id="rId6" Type="http://schemas.openxmlformats.org/officeDocument/2006/relationships/image" Target="../media/image448.wmf"/><Relationship Id="rId5" Type="http://schemas.openxmlformats.org/officeDocument/2006/relationships/oleObject" Target="../embeddings/oleObject468.bin"/><Relationship Id="rId4" Type="http://schemas.openxmlformats.org/officeDocument/2006/relationships/image" Target="../media/image447.wmf"/><Relationship Id="rId3" Type="http://schemas.openxmlformats.org/officeDocument/2006/relationships/oleObject" Target="../embeddings/oleObject467.bin"/><Relationship Id="rId20" Type="http://schemas.openxmlformats.org/officeDocument/2006/relationships/vmlDrawing" Target="../drawings/vmlDrawing99.vml"/><Relationship Id="rId2" Type="http://schemas.openxmlformats.org/officeDocument/2006/relationships/image" Target="../media/image446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54.wmf"/><Relationship Id="rId17" Type="http://schemas.openxmlformats.org/officeDocument/2006/relationships/oleObject" Target="../embeddings/oleObject474.bin"/><Relationship Id="rId16" Type="http://schemas.openxmlformats.org/officeDocument/2006/relationships/image" Target="../media/image453.wmf"/><Relationship Id="rId15" Type="http://schemas.openxmlformats.org/officeDocument/2006/relationships/oleObject" Target="../embeddings/oleObject473.bin"/><Relationship Id="rId14" Type="http://schemas.openxmlformats.org/officeDocument/2006/relationships/image" Target="../media/image452.wmf"/><Relationship Id="rId13" Type="http://schemas.openxmlformats.org/officeDocument/2006/relationships/oleObject" Target="../embeddings/oleObject472.bin"/><Relationship Id="rId12" Type="http://schemas.openxmlformats.org/officeDocument/2006/relationships/image" Target="../media/image451.wmf"/><Relationship Id="rId11" Type="http://schemas.openxmlformats.org/officeDocument/2006/relationships/oleObject" Target="../embeddings/oleObject471.bin"/><Relationship Id="rId10" Type="http://schemas.openxmlformats.org/officeDocument/2006/relationships/image" Target="../media/image450.wmf"/><Relationship Id="rId1" Type="http://schemas.openxmlformats.org/officeDocument/2006/relationships/oleObject" Target="../embeddings/oleObject466.bin"/></Relationships>
</file>

<file path=ppt/slides/_rels/slide1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9.bin"/><Relationship Id="rId8" Type="http://schemas.openxmlformats.org/officeDocument/2006/relationships/image" Target="../media/image458.wmf"/><Relationship Id="rId7" Type="http://schemas.openxmlformats.org/officeDocument/2006/relationships/oleObject" Target="../embeddings/oleObject478.bin"/><Relationship Id="rId6" Type="http://schemas.openxmlformats.org/officeDocument/2006/relationships/image" Target="../media/image457.wmf"/><Relationship Id="rId5" Type="http://schemas.openxmlformats.org/officeDocument/2006/relationships/oleObject" Target="../embeddings/oleObject477.bin"/><Relationship Id="rId4" Type="http://schemas.openxmlformats.org/officeDocument/2006/relationships/image" Target="../media/image456.wmf"/><Relationship Id="rId3" Type="http://schemas.openxmlformats.org/officeDocument/2006/relationships/oleObject" Target="../embeddings/oleObject476.bin"/><Relationship Id="rId2" Type="http://schemas.openxmlformats.org/officeDocument/2006/relationships/image" Target="../media/image455.wmf"/><Relationship Id="rId14" Type="http://schemas.openxmlformats.org/officeDocument/2006/relationships/vmlDrawing" Target="../drawings/vmlDrawing10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60.wmf"/><Relationship Id="rId11" Type="http://schemas.openxmlformats.org/officeDocument/2006/relationships/oleObject" Target="../embeddings/oleObject480.bin"/><Relationship Id="rId10" Type="http://schemas.openxmlformats.org/officeDocument/2006/relationships/image" Target="../media/image459.wmf"/><Relationship Id="rId1" Type="http://schemas.openxmlformats.org/officeDocument/2006/relationships/oleObject" Target="../embeddings/oleObject475.bin"/></Relationships>
</file>

<file path=ppt/slides/_rels/slide1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4.wmf"/><Relationship Id="rId7" Type="http://schemas.openxmlformats.org/officeDocument/2006/relationships/oleObject" Target="../embeddings/oleObject484.bin"/><Relationship Id="rId6" Type="http://schemas.openxmlformats.org/officeDocument/2006/relationships/image" Target="../media/image463.wmf"/><Relationship Id="rId5" Type="http://schemas.openxmlformats.org/officeDocument/2006/relationships/oleObject" Target="../embeddings/oleObject483.bin"/><Relationship Id="rId4" Type="http://schemas.openxmlformats.org/officeDocument/2006/relationships/image" Target="../media/image462.wmf"/><Relationship Id="rId3" Type="http://schemas.openxmlformats.org/officeDocument/2006/relationships/oleObject" Target="../embeddings/oleObject482.bin"/><Relationship Id="rId2" Type="http://schemas.openxmlformats.org/officeDocument/2006/relationships/image" Target="../media/image461.wmf"/><Relationship Id="rId10" Type="http://schemas.openxmlformats.org/officeDocument/2006/relationships/vmlDrawing" Target="../drawings/vmlDrawing101.vml"/><Relationship Id="rId1" Type="http://schemas.openxmlformats.org/officeDocument/2006/relationships/oleObject" Target="../embeddings/oleObject481.bin"/></Relationships>
</file>

<file path=ppt/slides/_rels/slide1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9.bin"/><Relationship Id="rId8" Type="http://schemas.openxmlformats.org/officeDocument/2006/relationships/image" Target="../media/image468.wmf"/><Relationship Id="rId7" Type="http://schemas.openxmlformats.org/officeDocument/2006/relationships/oleObject" Target="../embeddings/oleObject488.bin"/><Relationship Id="rId6" Type="http://schemas.openxmlformats.org/officeDocument/2006/relationships/image" Target="../media/image467.wmf"/><Relationship Id="rId5" Type="http://schemas.openxmlformats.org/officeDocument/2006/relationships/oleObject" Target="../embeddings/oleObject487.bin"/><Relationship Id="rId4" Type="http://schemas.openxmlformats.org/officeDocument/2006/relationships/image" Target="../media/image466.wmf"/><Relationship Id="rId3" Type="http://schemas.openxmlformats.org/officeDocument/2006/relationships/oleObject" Target="../embeddings/oleObject486.bin"/><Relationship Id="rId2" Type="http://schemas.openxmlformats.org/officeDocument/2006/relationships/image" Target="../media/image465.wmf"/><Relationship Id="rId18" Type="http://schemas.openxmlformats.org/officeDocument/2006/relationships/vmlDrawing" Target="../drawings/vmlDrawing10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72.wmf"/><Relationship Id="rId15" Type="http://schemas.openxmlformats.org/officeDocument/2006/relationships/oleObject" Target="../embeddings/oleObject492.bin"/><Relationship Id="rId14" Type="http://schemas.openxmlformats.org/officeDocument/2006/relationships/image" Target="../media/image471.wmf"/><Relationship Id="rId13" Type="http://schemas.openxmlformats.org/officeDocument/2006/relationships/oleObject" Target="../embeddings/oleObject491.bin"/><Relationship Id="rId12" Type="http://schemas.openxmlformats.org/officeDocument/2006/relationships/image" Target="../media/image470.wmf"/><Relationship Id="rId11" Type="http://schemas.openxmlformats.org/officeDocument/2006/relationships/oleObject" Target="../embeddings/oleObject490.bin"/><Relationship Id="rId10" Type="http://schemas.openxmlformats.org/officeDocument/2006/relationships/image" Target="../media/image469.wmf"/><Relationship Id="rId1" Type="http://schemas.openxmlformats.org/officeDocument/2006/relationships/oleObject" Target="../embeddings/oleObject485.bin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7.bin"/><Relationship Id="rId8" Type="http://schemas.openxmlformats.org/officeDocument/2006/relationships/image" Target="../media/image476.wmf"/><Relationship Id="rId7" Type="http://schemas.openxmlformats.org/officeDocument/2006/relationships/oleObject" Target="../embeddings/oleObject496.bin"/><Relationship Id="rId6" Type="http://schemas.openxmlformats.org/officeDocument/2006/relationships/image" Target="../media/image475.wmf"/><Relationship Id="rId5" Type="http://schemas.openxmlformats.org/officeDocument/2006/relationships/oleObject" Target="../embeddings/oleObject495.bin"/><Relationship Id="rId4" Type="http://schemas.openxmlformats.org/officeDocument/2006/relationships/image" Target="../media/image474.wmf"/><Relationship Id="rId3" Type="http://schemas.openxmlformats.org/officeDocument/2006/relationships/oleObject" Target="../embeddings/oleObject494.bin"/><Relationship Id="rId2" Type="http://schemas.openxmlformats.org/officeDocument/2006/relationships/image" Target="../media/image473.wmf"/><Relationship Id="rId16" Type="http://schemas.openxmlformats.org/officeDocument/2006/relationships/vmlDrawing" Target="../drawings/vmlDrawing10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79.wmf"/><Relationship Id="rId13" Type="http://schemas.openxmlformats.org/officeDocument/2006/relationships/oleObject" Target="../embeddings/oleObject499.bin"/><Relationship Id="rId12" Type="http://schemas.openxmlformats.org/officeDocument/2006/relationships/image" Target="../media/image478.wmf"/><Relationship Id="rId11" Type="http://schemas.openxmlformats.org/officeDocument/2006/relationships/oleObject" Target="../embeddings/oleObject498.bin"/><Relationship Id="rId10" Type="http://schemas.openxmlformats.org/officeDocument/2006/relationships/image" Target="../media/image477.wmf"/><Relationship Id="rId1" Type="http://schemas.openxmlformats.org/officeDocument/2006/relationships/oleObject" Target="../embeddings/oleObject493.bin"/></Relationships>
</file>

<file path=ppt/slides/_rels/slide1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83.wmf"/><Relationship Id="rId7" Type="http://schemas.openxmlformats.org/officeDocument/2006/relationships/oleObject" Target="../embeddings/oleObject503.bin"/><Relationship Id="rId6" Type="http://schemas.openxmlformats.org/officeDocument/2006/relationships/image" Target="../media/image482.wmf"/><Relationship Id="rId5" Type="http://schemas.openxmlformats.org/officeDocument/2006/relationships/oleObject" Target="../embeddings/oleObject502.bin"/><Relationship Id="rId4" Type="http://schemas.openxmlformats.org/officeDocument/2006/relationships/image" Target="../media/image481.wmf"/><Relationship Id="rId3" Type="http://schemas.openxmlformats.org/officeDocument/2006/relationships/oleObject" Target="../embeddings/oleObject501.bin"/><Relationship Id="rId2" Type="http://schemas.openxmlformats.org/officeDocument/2006/relationships/image" Target="../media/image480.wmf"/><Relationship Id="rId10" Type="http://schemas.openxmlformats.org/officeDocument/2006/relationships/vmlDrawing" Target="../drawings/vmlDrawing104.vml"/><Relationship Id="rId1" Type="http://schemas.openxmlformats.org/officeDocument/2006/relationships/oleObject" Target="../embeddings/oleObject500.bin"/></Relationships>
</file>

<file path=ppt/slides/_rels/slide1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8.bin"/><Relationship Id="rId8" Type="http://schemas.openxmlformats.org/officeDocument/2006/relationships/image" Target="../media/image485.wmf"/><Relationship Id="rId7" Type="http://schemas.openxmlformats.org/officeDocument/2006/relationships/oleObject" Target="../embeddings/oleObject507.bin"/><Relationship Id="rId6" Type="http://schemas.openxmlformats.org/officeDocument/2006/relationships/image" Target="../media/image482.wmf"/><Relationship Id="rId5" Type="http://schemas.openxmlformats.org/officeDocument/2006/relationships/oleObject" Target="../embeddings/oleObject506.bin"/><Relationship Id="rId4" Type="http://schemas.openxmlformats.org/officeDocument/2006/relationships/image" Target="../media/image481.wmf"/><Relationship Id="rId3" Type="http://schemas.openxmlformats.org/officeDocument/2006/relationships/oleObject" Target="../embeddings/oleObject505.bin"/><Relationship Id="rId2" Type="http://schemas.openxmlformats.org/officeDocument/2006/relationships/image" Target="../media/image484.wmf"/><Relationship Id="rId15" Type="http://schemas.openxmlformats.org/officeDocument/2006/relationships/vmlDrawing" Target="../drawings/vmlDrawing105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487.wmf"/><Relationship Id="rId12" Type="http://schemas.openxmlformats.org/officeDocument/2006/relationships/oleObject" Target="../embeddings/oleObject510.bin"/><Relationship Id="rId11" Type="http://schemas.openxmlformats.org/officeDocument/2006/relationships/oleObject" Target="../embeddings/oleObject509.bin"/><Relationship Id="rId10" Type="http://schemas.openxmlformats.org/officeDocument/2006/relationships/image" Target="../media/image486.wmf"/><Relationship Id="rId1" Type="http://schemas.openxmlformats.org/officeDocument/2006/relationships/oleObject" Target="../embeddings/oleObject504.bin"/></Relationships>
</file>

<file path=ppt/slides/_rels/slide1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5.bin"/><Relationship Id="rId8" Type="http://schemas.openxmlformats.org/officeDocument/2006/relationships/image" Target="../media/image491.wmf"/><Relationship Id="rId7" Type="http://schemas.openxmlformats.org/officeDocument/2006/relationships/oleObject" Target="../embeddings/oleObject514.bin"/><Relationship Id="rId6" Type="http://schemas.openxmlformats.org/officeDocument/2006/relationships/image" Target="../media/image490.wmf"/><Relationship Id="rId5" Type="http://schemas.openxmlformats.org/officeDocument/2006/relationships/oleObject" Target="../embeddings/oleObject513.bin"/><Relationship Id="rId4" Type="http://schemas.openxmlformats.org/officeDocument/2006/relationships/image" Target="../media/image489.wmf"/><Relationship Id="rId3" Type="http://schemas.openxmlformats.org/officeDocument/2006/relationships/oleObject" Target="../embeddings/oleObject512.bin"/><Relationship Id="rId22" Type="http://schemas.openxmlformats.org/officeDocument/2006/relationships/vmlDrawing" Target="../drawings/vmlDrawing106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497.wmf"/><Relationship Id="rId2" Type="http://schemas.openxmlformats.org/officeDocument/2006/relationships/image" Target="../media/image488.wmf"/><Relationship Id="rId19" Type="http://schemas.openxmlformats.org/officeDocument/2006/relationships/oleObject" Target="../embeddings/oleObject520.bin"/><Relationship Id="rId18" Type="http://schemas.openxmlformats.org/officeDocument/2006/relationships/image" Target="../media/image496.wmf"/><Relationship Id="rId17" Type="http://schemas.openxmlformats.org/officeDocument/2006/relationships/oleObject" Target="../embeddings/oleObject519.bin"/><Relationship Id="rId16" Type="http://schemas.openxmlformats.org/officeDocument/2006/relationships/image" Target="../media/image495.wmf"/><Relationship Id="rId15" Type="http://schemas.openxmlformats.org/officeDocument/2006/relationships/oleObject" Target="../embeddings/oleObject518.bin"/><Relationship Id="rId14" Type="http://schemas.openxmlformats.org/officeDocument/2006/relationships/image" Target="../media/image494.wmf"/><Relationship Id="rId13" Type="http://schemas.openxmlformats.org/officeDocument/2006/relationships/oleObject" Target="../embeddings/oleObject517.bin"/><Relationship Id="rId12" Type="http://schemas.openxmlformats.org/officeDocument/2006/relationships/image" Target="../media/image493.wmf"/><Relationship Id="rId11" Type="http://schemas.openxmlformats.org/officeDocument/2006/relationships/oleObject" Target="../embeddings/oleObject516.bin"/><Relationship Id="rId10" Type="http://schemas.openxmlformats.org/officeDocument/2006/relationships/image" Target="../media/image492.wmf"/><Relationship Id="rId1" Type="http://schemas.openxmlformats.org/officeDocument/2006/relationships/oleObject" Target="../embeddings/oleObject511.bin"/></Relationships>
</file>

<file path=ppt/slides/_rels/slide1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5.bin"/><Relationship Id="rId8" Type="http://schemas.openxmlformats.org/officeDocument/2006/relationships/image" Target="../media/image501.wmf"/><Relationship Id="rId7" Type="http://schemas.openxmlformats.org/officeDocument/2006/relationships/oleObject" Target="../embeddings/oleObject524.bin"/><Relationship Id="rId6" Type="http://schemas.openxmlformats.org/officeDocument/2006/relationships/image" Target="../media/image500.wmf"/><Relationship Id="rId5" Type="http://schemas.openxmlformats.org/officeDocument/2006/relationships/oleObject" Target="../embeddings/oleObject523.bin"/><Relationship Id="rId4" Type="http://schemas.openxmlformats.org/officeDocument/2006/relationships/image" Target="../media/image499.wmf"/><Relationship Id="rId3" Type="http://schemas.openxmlformats.org/officeDocument/2006/relationships/oleObject" Target="../embeddings/oleObject522.bin"/><Relationship Id="rId29" Type="http://schemas.openxmlformats.org/officeDocument/2006/relationships/vmlDrawing" Target="../drawings/vmlDrawing107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510.wmf"/><Relationship Id="rId26" Type="http://schemas.openxmlformats.org/officeDocument/2006/relationships/oleObject" Target="../embeddings/oleObject534.bin"/><Relationship Id="rId25" Type="http://schemas.openxmlformats.org/officeDocument/2006/relationships/image" Target="../media/image509.wmf"/><Relationship Id="rId24" Type="http://schemas.openxmlformats.org/officeDocument/2006/relationships/oleObject" Target="../embeddings/oleObject533.bin"/><Relationship Id="rId23" Type="http://schemas.openxmlformats.org/officeDocument/2006/relationships/image" Target="../media/image508.wmf"/><Relationship Id="rId22" Type="http://schemas.openxmlformats.org/officeDocument/2006/relationships/oleObject" Target="../embeddings/oleObject532.bin"/><Relationship Id="rId21" Type="http://schemas.openxmlformats.org/officeDocument/2006/relationships/oleObject" Target="../embeddings/oleObject531.bin"/><Relationship Id="rId20" Type="http://schemas.openxmlformats.org/officeDocument/2006/relationships/image" Target="../media/image507.wmf"/><Relationship Id="rId2" Type="http://schemas.openxmlformats.org/officeDocument/2006/relationships/image" Target="../media/image498.wmf"/><Relationship Id="rId19" Type="http://schemas.openxmlformats.org/officeDocument/2006/relationships/oleObject" Target="../embeddings/oleObject530.bin"/><Relationship Id="rId18" Type="http://schemas.openxmlformats.org/officeDocument/2006/relationships/image" Target="../media/image506.wmf"/><Relationship Id="rId17" Type="http://schemas.openxmlformats.org/officeDocument/2006/relationships/oleObject" Target="../embeddings/oleObject529.bin"/><Relationship Id="rId16" Type="http://schemas.openxmlformats.org/officeDocument/2006/relationships/image" Target="../media/image505.wmf"/><Relationship Id="rId15" Type="http://schemas.openxmlformats.org/officeDocument/2006/relationships/oleObject" Target="../embeddings/oleObject528.bin"/><Relationship Id="rId14" Type="http://schemas.openxmlformats.org/officeDocument/2006/relationships/image" Target="../media/image504.wmf"/><Relationship Id="rId13" Type="http://schemas.openxmlformats.org/officeDocument/2006/relationships/oleObject" Target="../embeddings/oleObject527.bin"/><Relationship Id="rId12" Type="http://schemas.openxmlformats.org/officeDocument/2006/relationships/image" Target="../media/image503.wmf"/><Relationship Id="rId11" Type="http://schemas.openxmlformats.org/officeDocument/2006/relationships/oleObject" Target="../embeddings/oleObject526.bin"/><Relationship Id="rId10" Type="http://schemas.openxmlformats.org/officeDocument/2006/relationships/image" Target="../media/image502.wmf"/><Relationship Id="rId1" Type="http://schemas.openxmlformats.org/officeDocument/2006/relationships/oleObject" Target="../embeddings/oleObject521.bin"/></Relationships>
</file>

<file path=ppt/slides/_rels/slide1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9.bin"/><Relationship Id="rId8" Type="http://schemas.openxmlformats.org/officeDocument/2006/relationships/image" Target="../media/image514.wmf"/><Relationship Id="rId7" Type="http://schemas.openxmlformats.org/officeDocument/2006/relationships/oleObject" Target="../embeddings/oleObject538.bin"/><Relationship Id="rId6" Type="http://schemas.openxmlformats.org/officeDocument/2006/relationships/image" Target="../media/image513.wmf"/><Relationship Id="rId5" Type="http://schemas.openxmlformats.org/officeDocument/2006/relationships/oleObject" Target="../embeddings/oleObject537.bin"/><Relationship Id="rId4" Type="http://schemas.openxmlformats.org/officeDocument/2006/relationships/image" Target="../media/image512.wmf"/><Relationship Id="rId3" Type="http://schemas.openxmlformats.org/officeDocument/2006/relationships/oleObject" Target="../embeddings/oleObject536.bin"/><Relationship Id="rId20" Type="http://schemas.openxmlformats.org/officeDocument/2006/relationships/vmlDrawing" Target="../drawings/vmlDrawing108.vml"/><Relationship Id="rId2" Type="http://schemas.openxmlformats.org/officeDocument/2006/relationships/image" Target="../media/image511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18.wmf"/><Relationship Id="rId17" Type="http://schemas.openxmlformats.org/officeDocument/2006/relationships/oleObject" Target="../embeddings/oleObject543.bin"/><Relationship Id="rId16" Type="http://schemas.openxmlformats.org/officeDocument/2006/relationships/image" Target="../media/image517.wmf"/><Relationship Id="rId15" Type="http://schemas.openxmlformats.org/officeDocument/2006/relationships/oleObject" Target="../embeddings/oleObject542.bin"/><Relationship Id="rId14" Type="http://schemas.openxmlformats.org/officeDocument/2006/relationships/image" Target="../media/image516.wmf"/><Relationship Id="rId13" Type="http://schemas.openxmlformats.org/officeDocument/2006/relationships/oleObject" Target="../embeddings/oleObject541.bin"/><Relationship Id="rId12" Type="http://schemas.openxmlformats.org/officeDocument/2006/relationships/image" Target="../media/image515.wmf"/><Relationship Id="rId11" Type="http://schemas.openxmlformats.org/officeDocument/2006/relationships/oleObject" Target="../embeddings/oleObject540.bin"/><Relationship Id="rId10" Type="http://schemas.openxmlformats.org/officeDocument/2006/relationships/image" Target="../media/image495.wmf"/><Relationship Id="rId1" Type="http://schemas.openxmlformats.org/officeDocument/2006/relationships/oleObject" Target="../embeddings/oleObject535.bin"/></Relationships>
</file>

<file path=ppt/slides/_rels/slide1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8.bin"/><Relationship Id="rId8" Type="http://schemas.openxmlformats.org/officeDocument/2006/relationships/image" Target="../media/image522.wmf"/><Relationship Id="rId7" Type="http://schemas.openxmlformats.org/officeDocument/2006/relationships/oleObject" Target="../embeddings/oleObject547.bin"/><Relationship Id="rId6" Type="http://schemas.openxmlformats.org/officeDocument/2006/relationships/image" Target="../media/image521.wmf"/><Relationship Id="rId5" Type="http://schemas.openxmlformats.org/officeDocument/2006/relationships/oleObject" Target="../embeddings/oleObject546.bin"/><Relationship Id="rId4" Type="http://schemas.openxmlformats.org/officeDocument/2006/relationships/image" Target="../media/image520.wmf"/><Relationship Id="rId3" Type="http://schemas.openxmlformats.org/officeDocument/2006/relationships/oleObject" Target="../embeddings/oleObject545.bin"/><Relationship Id="rId2" Type="http://schemas.openxmlformats.org/officeDocument/2006/relationships/image" Target="../media/image519.wmf"/><Relationship Id="rId14" Type="http://schemas.openxmlformats.org/officeDocument/2006/relationships/vmlDrawing" Target="../drawings/vmlDrawing10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24.wmf"/><Relationship Id="rId11" Type="http://schemas.openxmlformats.org/officeDocument/2006/relationships/oleObject" Target="../embeddings/oleObject549.bin"/><Relationship Id="rId10" Type="http://schemas.openxmlformats.org/officeDocument/2006/relationships/image" Target="../media/image523.wmf"/><Relationship Id="rId1" Type="http://schemas.openxmlformats.org/officeDocument/2006/relationships/oleObject" Target="../embeddings/oleObject544.bin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4.bin"/><Relationship Id="rId8" Type="http://schemas.openxmlformats.org/officeDocument/2006/relationships/image" Target="../media/image528.wmf"/><Relationship Id="rId7" Type="http://schemas.openxmlformats.org/officeDocument/2006/relationships/oleObject" Target="../embeddings/oleObject553.bin"/><Relationship Id="rId6" Type="http://schemas.openxmlformats.org/officeDocument/2006/relationships/image" Target="../media/image527.wmf"/><Relationship Id="rId5" Type="http://schemas.openxmlformats.org/officeDocument/2006/relationships/oleObject" Target="../embeddings/oleObject552.bin"/><Relationship Id="rId4" Type="http://schemas.openxmlformats.org/officeDocument/2006/relationships/image" Target="../media/image526.wmf"/><Relationship Id="rId3" Type="http://schemas.openxmlformats.org/officeDocument/2006/relationships/oleObject" Target="../embeddings/oleObject551.bin"/><Relationship Id="rId2" Type="http://schemas.openxmlformats.org/officeDocument/2006/relationships/image" Target="../media/image525.wmf"/><Relationship Id="rId12" Type="http://schemas.openxmlformats.org/officeDocument/2006/relationships/vmlDrawing" Target="../drawings/vmlDrawing110.v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529.wmf"/><Relationship Id="rId1" Type="http://schemas.openxmlformats.org/officeDocument/2006/relationships/oleObject" Target="../embeddings/oleObject550.bin"/></Relationships>
</file>

<file path=ppt/slides/_rels/slide1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4.wmf"/><Relationship Id="rId8" Type="http://schemas.openxmlformats.org/officeDocument/2006/relationships/oleObject" Target="../embeddings/oleObject558.bin"/><Relationship Id="rId7" Type="http://schemas.openxmlformats.org/officeDocument/2006/relationships/image" Target="../media/image533.wmf"/><Relationship Id="rId6" Type="http://schemas.openxmlformats.org/officeDocument/2006/relationships/oleObject" Target="../embeddings/oleObject557.bin"/><Relationship Id="rId5" Type="http://schemas.openxmlformats.org/officeDocument/2006/relationships/image" Target="../media/image532.wmf"/><Relationship Id="rId4" Type="http://schemas.openxmlformats.org/officeDocument/2006/relationships/oleObject" Target="../embeddings/oleObject556.bin"/><Relationship Id="rId3" Type="http://schemas.openxmlformats.org/officeDocument/2006/relationships/image" Target="../media/image531.wmf"/><Relationship Id="rId2" Type="http://schemas.openxmlformats.org/officeDocument/2006/relationships/oleObject" Target="../embeddings/oleObject555.bin"/><Relationship Id="rId13" Type="http://schemas.openxmlformats.org/officeDocument/2006/relationships/vmlDrawing" Target="../drawings/vmlDrawing11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535.wmf"/><Relationship Id="rId10" Type="http://schemas.openxmlformats.org/officeDocument/2006/relationships/oleObject" Target="../embeddings/oleObject559.bin"/><Relationship Id="rId1" Type="http://schemas.openxmlformats.org/officeDocument/2006/relationships/image" Target="../media/image530.png"/></Relationships>
</file>

<file path=ppt/slides/_rels/slide1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4.bin"/><Relationship Id="rId8" Type="http://schemas.openxmlformats.org/officeDocument/2006/relationships/image" Target="../media/image539.wmf"/><Relationship Id="rId7" Type="http://schemas.openxmlformats.org/officeDocument/2006/relationships/oleObject" Target="../embeddings/oleObject563.bin"/><Relationship Id="rId6" Type="http://schemas.openxmlformats.org/officeDocument/2006/relationships/image" Target="../media/image538.wmf"/><Relationship Id="rId5" Type="http://schemas.openxmlformats.org/officeDocument/2006/relationships/oleObject" Target="../embeddings/oleObject562.bin"/><Relationship Id="rId4" Type="http://schemas.openxmlformats.org/officeDocument/2006/relationships/image" Target="../media/image537.wmf"/><Relationship Id="rId3" Type="http://schemas.openxmlformats.org/officeDocument/2006/relationships/oleObject" Target="../embeddings/oleObject561.bin"/><Relationship Id="rId2" Type="http://schemas.openxmlformats.org/officeDocument/2006/relationships/image" Target="../media/image536.wmf"/><Relationship Id="rId14" Type="http://schemas.openxmlformats.org/officeDocument/2006/relationships/vmlDrawing" Target="../drawings/vmlDrawing11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41.wmf"/><Relationship Id="rId11" Type="http://schemas.openxmlformats.org/officeDocument/2006/relationships/oleObject" Target="../embeddings/oleObject565.bin"/><Relationship Id="rId10" Type="http://schemas.openxmlformats.org/officeDocument/2006/relationships/image" Target="../media/image540.wmf"/><Relationship Id="rId1" Type="http://schemas.openxmlformats.org/officeDocument/2006/relationships/oleObject" Target="../embeddings/oleObject560.bin"/></Relationships>
</file>

<file path=ppt/slides/_rels/slide1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0.bin"/><Relationship Id="rId8" Type="http://schemas.openxmlformats.org/officeDocument/2006/relationships/image" Target="../media/image545.wmf"/><Relationship Id="rId7" Type="http://schemas.openxmlformats.org/officeDocument/2006/relationships/oleObject" Target="../embeddings/oleObject569.bin"/><Relationship Id="rId6" Type="http://schemas.openxmlformats.org/officeDocument/2006/relationships/image" Target="../media/image544.wmf"/><Relationship Id="rId5" Type="http://schemas.openxmlformats.org/officeDocument/2006/relationships/oleObject" Target="../embeddings/oleObject568.bin"/><Relationship Id="rId4" Type="http://schemas.openxmlformats.org/officeDocument/2006/relationships/image" Target="../media/image543.wmf"/><Relationship Id="rId3" Type="http://schemas.openxmlformats.org/officeDocument/2006/relationships/oleObject" Target="../embeddings/oleObject567.bin"/><Relationship Id="rId27" Type="http://schemas.openxmlformats.org/officeDocument/2006/relationships/vmlDrawing" Target="../drawings/vmlDrawing113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553.wmf"/><Relationship Id="rId24" Type="http://schemas.openxmlformats.org/officeDocument/2006/relationships/oleObject" Target="../embeddings/oleObject578.bin"/><Relationship Id="rId23" Type="http://schemas.openxmlformats.org/officeDocument/2006/relationships/image" Target="../media/image552.wmf"/><Relationship Id="rId22" Type="http://schemas.openxmlformats.org/officeDocument/2006/relationships/oleObject" Target="../embeddings/oleObject577.bin"/><Relationship Id="rId21" Type="http://schemas.openxmlformats.org/officeDocument/2006/relationships/image" Target="../media/image551.wmf"/><Relationship Id="rId20" Type="http://schemas.openxmlformats.org/officeDocument/2006/relationships/oleObject" Target="../embeddings/oleObject576.bin"/><Relationship Id="rId2" Type="http://schemas.openxmlformats.org/officeDocument/2006/relationships/image" Target="../media/image542.wmf"/><Relationship Id="rId19" Type="http://schemas.openxmlformats.org/officeDocument/2006/relationships/image" Target="../media/image550.wmf"/><Relationship Id="rId18" Type="http://schemas.openxmlformats.org/officeDocument/2006/relationships/oleObject" Target="../embeddings/oleObject575.bin"/><Relationship Id="rId17" Type="http://schemas.openxmlformats.org/officeDocument/2006/relationships/oleObject" Target="../embeddings/oleObject574.bin"/><Relationship Id="rId16" Type="http://schemas.openxmlformats.org/officeDocument/2006/relationships/image" Target="../media/image549.wmf"/><Relationship Id="rId15" Type="http://schemas.openxmlformats.org/officeDocument/2006/relationships/oleObject" Target="../embeddings/oleObject573.bin"/><Relationship Id="rId14" Type="http://schemas.openxmlformats.org/officeDocument/2006/relationships/image" Target="../media/image548.wmf"/><Relationship Id="rId13" Type="http://schemas.openxmlformats.org/officeDocument/2006/relationships/oleObject" Target="../embeddings/oleObject572.bin"/><Relationship Id="rId12" Type="http://schemas.openxmlformats.org/officeDocument/2006/relationships/image" Target="../media/image547.wmf"/><Relationship Id="rId11" Type="http://schemas.openxmlformats.org/officeDocument/2006/relationships/oleObject" Target="../embeddings/oleObject571.bin"/><Relationship Id="rId10" Type="http://schemas.openxmlformats.org/officeDocument/2006/relationships/image" Target="../media/image546.wmf"/><Relationship Id="rId1" Type="http://schemas.openxmlformats.org/officeDocument/2006/relationships/oleObject" Target="../embeddings/oleObject566.bin"/></Relationships>
</file>

<file path=ppt/slides/_rels/slide1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7.wmf"/><Relationship Id="rId8" Type="http://schemas.openxmlformats.org/officeDocument/2006/relationships/oleObject" Target="../embeddings/oleObject583.bin"/><Relationship Id="rId7" Type="http://schemas.openxmlformats.org/officeDocument/2006/relationships/oleObject" Target="../embeddings/oleObject582.bin"/><Relationship Id="rId6" Type="http://schemas.openxmlformats.org/officeDocument/2006/relationships/image" Target="../media/image556.wmf"/><Relationship Id="rId5" Type="http://schemas.openxmlformats.org/officeDocument/2006/relationships/oleObject" Target="../embeddings/oleObject581.bin"/><Relationship Id="rId4" Type="http://schemas.openxmlformats.org/officeDocument/2006/relationships/image" Target="../media/image555.wmf"/><Relationship Id="rId3" Type="http://schemas.openxmlformats.org/officeDocument/2006/relationships/oleObject" Target="../embeddings/oleObject580.bin"/><Relationship Id="rId23" Type="http://schemas.openxmlformats.org/officeDocument/2006/relationships/vmlDrawing" Target="../drawings/vmlDrawing114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562.wmf"/><Relationship Id="rId20" Type="http://schemas.openxmlformats.org/officeDocument/2006/relationships/oleObject" Target="../embeddings/oleObject590.bin"/><Relationship Id="rId2" Type="http://schemas.openxmlformats.org/officeDocument/2006/relationships/image" Target="../media/image554.wmf"/><Relationship Id="rId19" Type="http://schemas.openxmlformats.org/officeDocument/2006/relationships/image" Target="../media/image561.wmf"/><Relationship Id="rId18" Type="http://schemas.openxmlformats.org/officeDocument/2006/relationships/oleObject" Target="../embeddings/oleObject589.bin"/><Relationship Id="rId17" Type="http://schemas.openxmlformats.org/officeDocument/2006/relationships/image" Target="../media/image560.wmf"/><Relationship Id="rId16" Type="http://schemas.openxmlformats.org/officeDocument/2006/relationships/oleObject" Target="../embeddings/oleObject588.bin"/><Relationship Id="rId15" Type="http://schemas.openxmlformats.org/officeDocument/2006/relationships/image" Target="../media/image559.wmf"/><Relationship Id="rId14" Type="http://schemas.openxmlformats.org/officeDocument/2006/relationships/oleObject" Target="../embeddings/oleObject587.bin"/><Relationship Id="rId13" Type="http://schemas.openxmlformats.org/officeDocument/2006/relationships/oleObject" Target="../embeddings/oleObject586.bin"/><Relationship Id="rId12" Type="http://schemas.openxmlformats.org/officeDocument/2006/relationships/image" Target="../media/image558.wmf"/><Relationship Id="rId11" Type="http://schemas.openxmlformats.org/officeDocument/2006/relationships/oleObject" Target="../embeddings/oleObject585.bin"/><Relationship Id="rId10" Type="http://schemas.openxmlformats.org/officeDocument/2006/relationships/oleObject" Target="../embeddings/oleObject584.bin"/><Relationship Id="rId1" Type="http://schemas.openxmlformats.org/officeDocument/2006/relationships/oleObject" Target="../embeddings/oleObject579.bin"/></Relationships>
</file>

<file path=ppt/slides/_rels/slide1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5.bin"/><Relationship Id="rId8" Type="http://schemas.openxmlformats.org/officeDocument/2006/relationships/image" Target="../media/image566.wmf"/><Relationship Id="rId7" Type="http://schemas.openxmlformats.org/officeDocument/2006/relationships/oleObject" Target="../embeddings/oleObject594.bin"/><Relationship Id="rId6" Type="http://schemas.openxmlformats.org/officeDocument/2006/relationships/image" Target="../media/image565.wmf"/><Relationship Id="rId5" Type="http://schemas.openxmlformats.org/officeDocument/2006/relationships/oleObject" Target="../embeddings/oleObject593.bin"/><Relationship Id="rId4" Type="http://schemas.openxmlformats.org/officeDocument/2006/relationships/image" Target="../media/image564.wmf"/><Relationship Id="rId3" Type="http://schemas.openxmlformats.org/officeDocument/2006/relationships/oleObject" Target="../embeddings/oleObject592.bin"/><Relationship Id="rId2" Type="http://schemas.openxmlformats.org/officeDocument/2006/relationships/image" Target="../media/image563.wmf"/><Relationship Id="rId14" Type="http://schemas.openxmlformats.org/officeDocument/2006/relationships/vmlDrawing" Target="../drawings/vmlDrawing11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68.wmf"/><Relationship Id="rId11" Type="http://schemas.openxmlformats.org/officeDocument/2006/relationships/oleObject" Target="../embeddings/oleObject596.bin"/><Relationship Id="rId10" Type="http://schemas.openxmlformats.org/officeDocument/2006/relationships/image" Target="../media/image567.wmf"/><Relationship Id="rId1" Type="http://schemas.openxmlformats.org/officeDocument/2006/relationships/oleObject" Target="../embeddings/oleObject591.bin"/></Relationships>
</file>

<file path=ppt/slides/_rels/slide1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1.bin"/><Relationship Id="rId8" Type="http://schemas.openxmlformats.org/officeDocument/2006/relationships/image" Target="../media/image572.wmf"/><Relationship Id="rId7" Type="http://schemas.openxmlformats.org/officeDocument/2006/relationships/oleObject" Target="../embeddings/oleObject600.bin"/><Relationship Id="rId6" Type="http://schemas.openxmlformats.org/officeDocument/2006/relationships/image" Target="../media/image571.wmf"/><Relationship Id="rId5" Type="http://schemas.openxmlformats.org/officeDocument/2006/relationships/oleObject" Target="../embeddings/oleObject599.bin"/><Relationship Id="rId4" Type="http://schemas.openxmlformats.org/officeDocument/2006/relationships/image" Target="../media/image570.wmf"/><Relationship Id="rId3" Type="http://schemas.openxmlformats.org/officeDocument/2006/relationships/oleObject" Target="../embeddings/oleObject598.bin"/><Relationship Id="rId2" Type="http://schemas.openxmlformats.org/officeDocument/2006/relationships/image" Target="../media/image569.wmf"/><Relationship Id="rId16" Type="http://schemas.openxmlformats.org/officeDocument/2006/relationships/vmlDrawing" Target="../drawings/vmlDrawing11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75.wmf"/><Relationship Id="rId13" Type="http://schemas.openxmlformats.org/officeDocument/2006/relationships/oleObject" Target="../embeddings/oleObject603.bin"/><Relationship Id="rId12" Type="http://schemas.openxmlformats.org/officeDocument/2006/relationships/image" Target="../media/image574.wmf"/><Relationship Id="rId11" Type="http://schemas.openxmlformats.org/officeDocument/2006/relationships/oleObject" Target="../embeddings/oleObject602.bin"/><Relationship Id="rId10" Type="http://schemas.openxmlformats.org/officeDocument/2006/relationships/image" Target="../media/image573.wmf"/><Relationship Id="rId1" Type="http://schemas.openxmlformats.org/officeDocument/2006/relationships/oleObject" Target="../embeddings/oleObject597.bin"/></Relationships>
</file>

<file path=ppt/slides/_rels/slide1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8.bin"/><Relationship Id="rId8" Type="http://schemas.openxmlformats.org/officeDocument/2006/relationships/image" Target="../media/image578.wmf"/><Relationship Id="rId7" Type="http://schemas.openxmlformats.org/officeDocument/2006/relationships/oleObject" Target="../embeddings/oleObject607.bin"/><Relationship Id="rId6" Type="http://schemas.openxmlformats.org/officeDocument/2006/relationships/image" Target="../media/image577.wmf"/><Relationship Id="rId5" Type="http://schemas.openxmlformats.org/officeDocument/2006/relationships/oleObject" Target="../embeddings/oleObject606.bin"/><Relationship Id="rId4" Type="http://schemas.openxmlformats.org/officeDocument/2006/relationships/image" Target="../media/image576.wmf"/><Relationship Id="rId3" Type="http://schemas.openxmlformats.org/officeDocument/2006/relationships/oleObject" Target="../embeddings/oleObject605.bin"/><Relationship Id="rId2" Type="http://schemas.openxmlformats.org/officeDocument/2006/relationships/image" Target="../media/image573.wmf"/><Relationship Id="rId14" Type="http://schemas.openxmlformats.org/officeDocument/2006/relationships/vmlDrawing" Target="../drawings/vmlDrawing11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80.wmf"/><Relationship Id="rId11" Type="http://schemas.openxmlformats.org/officeDocument/2006/relationships/oleObject" Target="../embeddings/oleObject609.bin"/><Relationship Id="rId10" Type="http://schemas.openxmlformats.org/officeDocument/2006/relationships/image" Target="../media/image579.wmf"/><Relationship Id="rId1" Type="http://schemas.openxmlformats.org/officeDocument/2006/relationships/oleObject" Target="../embeddings/oleObject604.bin"/></Relationships>
</file>

<file path=ppt/slides/_rels/slide1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4.bin"/><Relationship Id="rId8" Type="http://schemas.openxmlformats.org/officeDocument/2006/relationships/image" Target="../media/image584.wmf"/><Relationship Id="rId7" Type="http://schemas.openxmlformats.org/officeDocument/2006/relationships/oleObject" Target="../embeddings/oleObject613.bin"/><Relationship Id="rId6" Type="http://schemas.openxmlformats.org/officeDocument/2006/relationships/image" Target="../media/image583.wmf"/><Relationship Id="rId5" Type="http://schemas.openxmlformats.org/officeDocument/2006/relationships/oleObject" Target="../embeddings/oleObject612.bin"/><Relationship Id="rId4" Type="http://schemas.openxmlformats.org/officeDocument/2006/relationships/image" Target="../media/image582.wmf"/><Relationship Id="rId3" Type="http://schemas.openxmlformats.org/officeDocument/2006/relationships/oleObject" Target="../embeddings/oleObject611.bin"/><Relationship Id="rId2" Type="http://schemas.openxmlformats.org/officeDocument/2006/relationships/image" Target="../media/image581.wmf"/><Relationship Id="rId14" Type="http://schemas.openxmlformats.org/officeDocument/2006/relationships/vmlDrawing" Target="../drawings/vmlDrawing11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86.wmf"/><Relationship Id="rId11" Type="http://schemas.openxmlformats.org/officeDocument/2006/relationships/oleObject" Target="../embeddings/oleObject615.bin"/><Relationship Id="rId10" Type="http://schemas.openxmlformats.org/officeDocument/2006/relationships/image" Target="../media/image585.wmf"/><Relationship Id="rId1" Type="http://schemas.openxmlformats.org/officeDocument/2006/relationships/oleObject" Target="../embeddings/oleObject610.bin"/></Relationships>
</file>

<file path=ppt/slides/_rels/slide1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1.wmf"/><Relationship Id="rId8" Type="http://schemas.openxmlformats.org/officeDocument/2006/relationships/oleObject" Target="../embeddings/oleObject619.bin"/><Relationship Id="rId7" Type="http://schemas.openxmlformats.org/officeDocument/2006/relationships/image" Target="../media/image590.wmf"/><Relationship Id="rId6" Type="http://schemas.openxmlformats.org/officeDocument/2006/relationships/oleObject" Target="../embeddings/oleObject618.bin"/><Relationship Id="rId5" Type="http://schemas.openxmlformats.org/officeDocument/2006/relationships/image" Target="../media/image589.wmf"/><Relationship Id="rId4" Type="http://schemas.openxmlformats.org/officeDocument/2006/relationships/oleObject" Target="../embeddings/oleObject617.bin"/><Relationship Id="rId3" Type="http://schemas.openxmlformats.org/officeDocument/2006/relationships/image" Target="../media/image588.wmf"/><Relationship Id="rId2" Type="http://schemas.openxmlformats.org/officeDocument/2006/relationships/oleObject" Target="../embeddings/oleObject616.bin"/><Relationship Id="rId11" Type="http://schemas.openxmlformats.org/officeDocument/2006/relationships/vmlDrawing" Target="../drawings/vmlDrawing119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87.wmf"/></Relationships>
</file>

<file path=ppt/slides/_rels/slide1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4.bin"/><Relationship Id="rId8" Type="http://schemas.openxmlformats.org/officeDocument/2006/relationships/image" Target="../media/image595.wmf"/><Relationship Id="rId7" Type="http://schemas.openxmlformats.org/officeDocument/2006/relationships/oleObject" Target="../embeddings/oleObject623.bin"/><Relationship Id="rId6" Type="http://schemas.openxmlformats.org/officeDocument/2006/relationships/image" Target="../media/image594.wmf"/><Relationship Id="rId5" Type="http://schemas.openxmlformats.org/officeDocument/2006/relationships/oleObject" Target="../embeddings/oleObject622.bin"/><Relationship Id="rId4" Type="http://schemas.openxmlformats.org/officeDocument/2006/relationships/image" Target="../media/image593.wmf"/><Relationship Id="rId3" Type="http://schemas.openxmlformats.org/officeDocument/2006/relationships/oleObject" Target="../embeddings/oleObject621.bin"/><Relationship Id="rId2" Type="http://schemas.openxmlformats.org/officeDocument/2006/relationships/image" Target="../media/image592.wmf"/><Relationship Id="rId12" Type="http://schemas.openxmlformats.org/officeDocument/2006/relationships/vmlDrawing" Target="../drawings/vmlDrawing1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96.wmf"/><Relationship Id="rId1" Type="http://schemas.openxmlformats.org/officeDocument/2006/relationships/oleObject" Target="../embeddings/oleObject620.bin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0.png"/></Relationships>
</file>

<file path=ppt/slides/_rels/slide1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01.GIF"/><Relationship Id="rId7" Type="http://schemas.openxmlformats.org/officeDocument/2006/relationships/image" Target="../media/image600.GIF"/><Relationship Id="rId6" Type="http://schemas.openxmlformats.org/officeDocument/2006/relationships/image" Target="../media/image599.wmf"/><Relationship Id="rId5" Type="http://schemas.openxmlformats.org/officeDocument/2006/relationships/oleObject" Target="../embeddings/oleObject627.bin"/><Relationship Id="rId4" Type="http://schemas.openxmlformats.org/officeDocument/2006/relationships/image" Target="../media/image598.wmf"/><Relationship Id="rId3" Type="http://schemas.openxmlformats.org/officeDocument/2006/relationships/oleObject" Target="../embeddings/oleObject626.bin"/><Relationship Id="rId2" Type="http://schemas.openxmlformats.org/officeDocument/2006/relationships/image" Target="../media/image597.wmf"/><Relationship Id="rId10" Type="http://schemas.openxmlformats.org/officeDocument/2006/relationships/vmlDrawing" Target="../drawings/vmlDrawing121.vml"/><Relationship Id="rId1" Type="http://schemas.openxmlformats.org/officeDocument/2006/relationships/oleObject" Target="../embeddings/oleObject625.bin"/></Relationships>
</file>

<file path=ppt/slides/_rels/slide13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04.wmf"/><Relationship Id="rId4" Type="http://schemas.openxmlformats.org/officeDocument/2006/relationships/oleObject" Target="../embeddings/oleObject629.bin"/><Relationship Id="rId3" Type="http://schemas.openxmlformats.org/officeDocument/2006/relationships/image" Target="../media/image603.wmf"/><Relationship Id="rId2" Type="http://schemas.openxmlformats.org/officeDocument/2006/relationships/image" Target="../media/image602.wmf"/><Relationship Id="rId1" Type="http://schemas.openxmlformats.org/officeDocument/2006/relationships/oleObject" Target="../embeddings/oleObject628.bin"/></Relationships>
</file>

<file path=ppt/slides/_rels/slide1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4.bin"/><Relationship Id="rId8" Type="http://schemas.openxmlformats.org/officeDocument/2006/relationships/image" Target="../media/image608.wmf"/><Relationship Id="rId7" Type="http://schemas.openxmlformats.org/officeDocument/2006/relationships/oleObject" Target="../embeddings/oleObject633.bin"/><Relationship Id="rId6" Type="http://schemas.openxmlformats.org/officeDocument/2006/relationships/image" Target="../media/image607.wmf"/><Relationship Id="rId5" Type="http://schemas.openxmlformats.org/officeDocument/2006/relationships/oleObject" Target="../embeddings/oleObject632.bin"/><Relationship Id="rId4" Type="http://schemas.openxmlformats.org/officeDocument/2006/relationships/image" Target="../media/image606.wmf"/><Relationship Id="rId3" Type="http://schemas.openxmlformats.org/officeDocument/2006/relationships/oleObject" Target="../embeddings/oleObject631.bin"/><Relationship Id="rId2" Type="http://schemas.openxmlformats.org/officeDocument/2006/relationships/image" Target="../media/image605.wmf"/><Relationship Id="rId14" Type="http://schemas.openxmlformats.org/officeDocument/2006/relationships/vmlDrawing" Target="../drawings/vmlDrawing1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10.wmf"/><Relationship Id="rId11" Type="http://schemas.openxmlformats.org/officeDocument/2006/relationships/oleObject" Target="../embeddings/oleObject635.bin"/><Relationship Id="rId10" Type="http://schemas.openxmlformats.org/officeDocument/2006/relationships/image" Target="../media/image609.wmf"/><Relationship Id="rId1" Type="http://schemas.openxmlformats.org/officeDocument/2006/relationships/oleObject" Target="../embeddings/oleObject630.bin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1.wmf"/><Relationship Id="rId1" Type="http://schemas.openxmlformats.org/officeDocument/2006/relationships/oleObject" Target="../embeddings/oleObject636.bin"/></Relationships>
</file>

<file path=ppt/slides/_rels/slide1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13.wmf"/><Relationship Id="rId3" Type="http://schemas.openxmlformats.org/officeDocument/2006/relationships/oleObject" Target="../embeddings/oleObject638.bin"/><Relationship Id="rId2" Type="http://schemas.openxmlformats.org/officeDocument/2006/relationships/image" Target="../media/image612.wmf"/><Relationship Id="rId1" Type="http://schemas.openxmlformats.org/officeDocument/2006/relationships/oleObject" Target="../embeddings/oleObject637.bin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35785" y="414020"/>
            <a:ext cx="5022215" cy="784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600"/>
              <a:t>第二章</a:t>
            </a:r>
            <a:r>
              <a:rPr lang="en-US" altLang="zh-CN" sz="3600"/>
              <a:t> </a:t>
            </a:r>
            <a:r>
              <a:rPr lang="zh-CN" altLang="en-US" sz="3600"/>
              <a:t>矩阵及其运算</a:t>
            </a:r>
            <a:endParaRPr lang="zh-CN" altLang="en-US" sz="3600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40815" y="1150620"/>
            <a:ext cx="5476240" cy="311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2.1 </a:t>
            </a:r>
            <a:r>
              <a:rPr lang="zh-CN" altLang="en-US">
                <a:sym typeface="+mn-ea"/>
              </a:rPr>
              <a:t>矩阵的概念</a:t>
            </a:r>
            <a:endParaRPr lang="zh-CN" altLang="en-US"/>
          </a:p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2.2 </a:t>
            </a:r>
            <a:r>
              <a:rPr lang="zh-CN" altLang="en-US">
                <a:sym typeface="+mn-ea"/>
              </a:rPr>
              <a:t>矩阵的运算</a:t>
            </a:r>
            <a:endParaRPr lang="zh-CN" altLang="en-US"/>
          </a:p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2.3 </a:t>
            </a:r>
            <a:r>
              <a:rPr lang="zh-CN" altLang="en-US">
                <a:sym typeface="+mn-ea"/>
              </a:rPr>
              <a:t>方阵的行列式</a:t>
            </a:r>
            <a:endParaRPr lang="zh-CN" altLang="en-US"/>
          </a:p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2.4 </a:t>
            </a:r>
            <a:r>
              <a:rPr lang="zh-CN" altLang="en-US">
                <a:sym typeface="+mn-ea"/>
              </a:rPr>
              <a:t>逆矩阵</a:t>
            </a:r>
            <a:endParaRPr lang="zh-CN" altLang="en-US"/>
          </a:p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2.5 </a:t>
            </a:r>
            <a:r>
              <a:rPr lang="zh-CN" altLang="en-US">
                <a:sym typeface="+mn-ea"/>
              </a:rPr>
              <a:t>分块矩阵</a:t>
            </a:r>
            <a:endParaRPr lang="zh-CN" altLang="en-US"/>
          </a:p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2.6 </a:t>
            </a:r>
            <a:r>
              <a:rPr lang="zh-CN" altLang="en-US">
                <a:sym typeface="+mn-ea"/>
              </a:rPr>
              <a:t>矩阵的初等变换</a:t>
            </a:r>
            <a:endParaRPr lang="zh-CN" altLang="en-US"/>
          </a:p>
          <a:p>
            <a:r>
              <a:rPr lang="en-US" altLang="zh-CN">
                <a:sym typeface="+mn-ea"/>
              </a:rPr>
              <a:t>· </a:t>
            </a:r>
            <a:r>
              <a:rPr lang="zh-CN" altLang="en-US">
                <a:sym typeface="+mn-ea"/>
              </a:rPr>
              <a:t>§</a:t>
            </a:r>
            <a:r>
              <a:rPr lang="en-US" altLang="zh-CN">
                <a:sym typeface="+mn-ea"/>
              </a:rPr>
              <a:t>2.7 </a:t>
            </a:r>
            <a:r>
              <a:rPr lang="zh-CN" altLang="en-US">
                <a:sym typeface="+mn-ea"/>
              </a:rPr>
              <a:t>矩阵的秩</a:t>
            </a:r>
            <a:endParaRPr lang="zh-CN" altLang="en-US"/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8795" y="4265930"/>
            <a:ext cx="8239760" cy="2322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</a:t>
            </a:r>
            <a:r>
              <a:rPr lang="zh-CN" altLang="en-US"/>
              <a:t>矩阵是探索线性代数的核心内容，一种看似简单却隐含深意的数学工具，在科学、工程、经济等领域扮演着举足轻重的角色．本章将从矩阵的基本概念入手，逐步深入到矩阵的运算规则和性质，并通过具体的例子来展示矩阵在实际问题中的应用．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文本框 196609"/>
          <p:cNvSpPr txBox="1"/>
          <p:nvPr/>
        </p:nvSpPr>
        <p:spPr>
          <a:xfrm>
            <a:off x="2195830" y="723900"/>
            <a:ext cx="4816475" cy="6457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ctr"/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2.1  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矩   阵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概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念</a:t>
            </a:r>
            <a:endParaRPr lang="zh-CN" altLang="en-US" sz="32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96611" name="矩形 196610"/>
          <p:cNvSpPr/>
          <p:nvPr/>
        </p:nvSpPr>
        <p:spPr>
          <a:xfrm>
            <a:off x="908050" y="1317625"/>
            <a:ext cx="4485005" cy="6902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一、矩阵概念的引入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96612" name="对象 196611"/>
          <p:cNvGraphicFramePr/>
          <p:nvPr/>
        </p:nvGraphicFramePr>
        <p:xfrm>
          <a:off x="3308350" y="1988820"/>
          <a:ext cx="5181600" cy="167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" name="" r:id="rId1" imgW="5181600" imgH="1651000" progId="Equation.3">
                  <p:embed/>
                </p:oleObj>
              </mc:Choice>
              <mc:Fallback>
                <p:oleObj name="" r:id="rId1" imgW="5181600" imgH="1651000" progId="Equation.3">
                  <p:embed/>
                  <p:pic>
                    <p:nvPicPr>
                      <p:cNvPr id="0" name="图片 36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08350" y="1988820"/>
                        <a:ext cx="5181600" cy="167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3" name="文本框 196612"/>
          <p:cNvSpPr txBox="1"/>
          <p:nvPr/>
        </p:nvSpPr>
        <p:spPr>
          <a:xfrm>
            <a:off x="908050" y="2571115"/>
            <a:ext cx="2497455" cy="6070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线性方程组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96614" name="矩形 196613"/>
          <p:cNvSpPr/>
          <p:nvPr/>
        </p:nvSpPr>
        <p:spPr>
          <a:xfrm>
            <a:off x="358775" y="3702050"/>
            <a:ext cx="8721725" cy="6381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的解取决于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系数</a:t>
            </a:r>
            <a:r>
              <a:rPr lang="en-US" altLang="zh-CN" i="1" err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solidFill>
                  <a:srgbClr val="0000FF"/>
                </a:solidFill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常数项</a:t>
            </a:r>
            <a:r>
              <a:rPr lang="en-US" altLang="zh-CN" i="1" err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 err="1">
                <a:solidFill>
                  <a:srgbClr val="0000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=1,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2,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···,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 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=1,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2,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···,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196615" name="对象 196614"/>
          <p:cNvGraphicFramePr/>
          <p:nvPr/>
        </p:nvGraphicFramePr>
        <p:xfrm>
          <a:off x="1143000" y="4949190"/>
          <a:ext cx="4024630" cy="167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" name="" r:id="rId3" imgW="4025900" imgH="1651000" progId="Equation.3">
                  <p:embed/>
                </p:oleObj>
              </mc:Choice>
              <mc:Fallback>
                <p:oleObj name="" r:id="rId3" imgW="4025900" imgH="1651000" progId="Equation.3">
                  <p:embed/>
                  <p:pic>
                    <p:nvPicPr>
                      <p:cNvPr id="0" name="图片 36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4949190"/>
                        <a:ext cx="4024630" cy="16751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6" name="矩形 196615"/>
          <p:cNvSpPr/>
          <p:nvPr/>
        </p:nvSpPr>
        <p:spPr>
          <a:xfrm>
            <a:off x="5334000" y="5058410"/>
            <a:ext cx="2819400" cy="148018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对线性方程组的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研究可转化为对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这张数表的研究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96617" name="矩形 196616"/>
          <p:cNvSpPr/>
          <p:nvPr/>
        </p:nvSpPr>
        <p:spPr>
          <a:xfrm>
            <a:off x="1079500" y="4340860"/>
            <a:ext cx="7315200" cy="6267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线性方程组的系数与常数项按原位置可排为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50365" y="124460"/>
            <a:ext cx="5555615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600">
                <a:sym typeface="+mn-ea"/>
              </a:rPr>
              <a:t>第二章</a:t>
            </a:r>
            <a:r>
              <a:rPr lang="en-US" altLang="zh-CN" sz="3600">
                <a:sym typeface="+mn-ea"/>
              </a:rPr>
              <a:t> </a:t>
            </a:r>
            <a:r>
              <a:rPr lang="zh-CN" altLang="en-US" sz="3600">
                <a:sym typeface="+mn-ea"/>
              </a:rPr>
              <a:t>矩阵及其运算</a:t>
            </a:r>
            <a:endParaRPr lang="zh-CN" altLang="en-US" sz="3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661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661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661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96614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9661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 advAuto="1000" build="p"/>
      <p:bldP spid="196611" grpId="0" build="p"/>
      <p:bldP spid="196613" grpId="0" build="p"/>
      <p:bldP spid="196614" grpId="0" advAuto="1000" build="p"/>
      <p:bldP spid="196616" grpId="0" bldLvl="0" animBg="1"/>
      <p:bldP spid="19661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文本框 197633"/>
          <p:cNvSpPr txBox="1"/>
          <p:nvPr/>
        </p:nvSpPr>
        <p:spPr>
          <a:xfrm>
            <a:off x="358775" y="259080"/>
            <a:ext cx="8386445" cy="10261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例</a:t>
            </a:r>
            <a:r>
              <a:rPr lang="en-US" altLang="zh-CN">
                <a:latin typeface="Times New Roman" panose="02020603050405020304" pitchFamily="18" charset="0"/>
              </a:rPr>
              <a:t>2.1.1 </a:t>
            </a:r>
            <a:r>
              <a:rPr lang="zh-CN" altLang="en-US">
                <a:latin typeface="Times New Roman" panose="02020603050405020304" pitchFamily="18" charset="0"/>
              </a:rPr>
              <a:t>假如某科技公司记录</a:t>
            </a:r>
            <a:r>
              <a:rPr lang="en-US" altLang="zh-CN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II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III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IV 4</a:t>
            </a:r>
            <a:r>
              <a:rPr lang="zh-CN" altLang="en-US">
                <a:latin typeface="Times New Roman" panose="02020603050405020304" pitchFamily="18" charset="0"/>
              </a:rPr>
              <a:t>种产品，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月至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月的生产数量及产品的单价如下表</a:t>
            </a:r>
            <a:r>
              <a:rPr lang="en-US" altLang="zh-CN">
                <a:latin typeface="Times New Roman" panose="02020603050405020304" pitchFamily="18" charset="0"/>
              </a:rPr>
              <a:t>2 - 1</a:t>
            </a:r>
            <a:r>
              <a:rPr lang="zh-CN" altLang="en-US">
                <a:latin typeface="Times New Roman" panose="02020603050405020304" pitchFamily="18" charset="0"/>
              </a:rPr>
              <a:t>所示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97681" name="矩形 197680"/>
          <p:cNvSpPr/>
          <p:nvPr/>
        </p:nvSpPr>
        <p:spPr>
          <a:xfrm>
            <a:off x="251460" y="4381500"/>
            <a:ext cx="7686675" cy="957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其可将这个表格中的产量、单位价格分别表示为下面的格式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46760" y="1389380"/>
          <a:ext cx="7270750" cy="2888615"/>
        </p:xfrm>
        <a:graphic>
          <a:graphicData uri="http://schemas.openxmlformats.org/drawingml/2006/table">
            <a:tbl>
              <a:tblPr/>
              <a:tblGrid>
                <a:gridCol w="1791970"/>
                <a:gridCol w="1476375"/>
                <a:gridCol w="1390650"/>
                <a:gridCol w="1398270"/>
                <a:gridCol w="1213485"/>
              </a:tblGrid>
              <a:tr h="114173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	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	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II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III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IV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62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465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81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96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63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单价：万元</a:t>
                      </a:r>
                      <a:endParaRPr lang="zh-CN" sz="2400">
                        <a:solidFill>
                          <a:srgbClr val="00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3.5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2.5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1" name="组合 11"/>
          <p:cNvGrpSpPr/>
          <p:nvPr/>
        </p:nvGrpSpPr>
        <p:grpSpPr>
          <a:xfrm>
            <a:off x="897255" y="1524000"/>
            <a:ext cx="1583055" cy="1024890"/>
            <a:chOff x="1731" y="5639"/>
            <a:chExt cx="1660" cy="1337"/>
          </a:xfrm>
          <a:effectLst/>
        </p:grpSpPr>
        <p:cxnSp>
          <p:nvCxnSpPr>
            <p:cNvPr id="26" name="__TH_L7"/>
            <p:cNvCxnSpPr/>
            <p:nvPr/>
          </p:nvCxnSpPr>
          <p:spPr bwMode="auto">
            <a:xfrm>
              <a:off x="2544" y="5639"/>
              <a:ext cx="847" cy="12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ffectLst/>
          </p:spPr>
        </p:cxnSp>
        <p:cxnSp>
          <p:nvCxnSpPr>
            <p:cNvPr id="27" name="__TH_L8"/>
            <p:cNvCxnSpPr/>
            <p:nvPr/>
          </p:nvCxnSpPr>
          <p:spPr bwMode="auto">
            <a:xfrm>
              <a:off x="1731" y="5985"/>
              <a:ext cx="1660" cy="91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ffectLst/>
          </p:spPr>
        </p:cxnSp>
        <p:sp>
          <p:nvSpPr>
            <p:cNvPr id="28" name="__TH_B119"/>
            <p:cNvSpPr txBox="1">
              <a:spLocks noChangeArrowheads="1"/>
            </p:cNvSpPr>
            <p:nvPr/>
          </p:nvSpPr>
          <p:spPr bwMode="auto">
            <a:xfrm>
              <a:off x="2912" y="5646"/>
              <a:ext cx="430" cy="5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/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产</a:t>
              </a:r>
              <a:endParaRPr lang="en-US" altLang="zh-CN" sz="9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" name="__TH_B1210"/>
            <p:cNvSpPr txBox="1">
              <a:spLocks noChangeArrowheads="1"/>
            </p:cNvSpPr>
            <p:nvPr/>
          </p:nvSpPr>
          <p:spPr bwMode="auto">
            <a:xfrm>
              <a:off x="3076" y="5930"/>
              <a:ext cx="252" cy="4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/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品</a:t>
              </a:r>
              <a:endParaRPr lang="en-US" altLang="zh-CN" sz="9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" name="__TH_B2111"/>
            <p:cNvSpPr txBox="1">
              <a:spLocks noChangeArrowheads="1"/>
            </p:cNvSpPr>
            <p:nvPr/>
          </p:nvSpPr>
          <p:spPr bwMode="auto">
            <a:xfrm>
              <a:off x="1948" y="5647"/>
              <a:ext cx="431" cy="52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/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产</a:t>
              </a:r>
              <a:endParaRPr lang="en-US" altLang="zh-CN" sz="9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1" name="__TH_B2212"/>
            <p:cNvSpPr txBox="1">
              <a:spLocks noChangeArrowheads="1"/>
            </p:cNvSpPr>
            <p:nvPr/>
          </p:nvSpPr>
          <p:spPr bwMode="auto">
            <a:xfrm>
              <a:off x="2337" y="5964"/>
              <a:ext cx="442" cy="58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/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量</a:t>
              </a:r>
              <a:endParaRPr lang="en-US" altLang="zh-CN" sz="9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" name="__TH_B3113"/>
            <p:cNvSpPr txBox="1">
              <a:spLocks noChangeArrowheads="1"/>
            </p:cNvSpPr>
            <p:nvPr/>
          </p:nvSpPr>
          <p:spPr bwMode="auto">
            <a:xfrm>
              <a:off x="1826" y="6337"/>
              <a:ext cx="377" cy="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/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月</a:t>
              </a:r>
              <a:endParaRPr lang="en-US" altLang="zh-CN" sz="9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" name="__TH_B3214"/>
            <p:cNvSpPr txBox="1">
              <a:spLocks noChangeArrowheads="1"/>
            </p:cNvSpPr>
            <p:nvPr/>
          </p:nvSpPr>
          <p:spPr bwMode="auto">
            <a:xfrm>
              <a:off x="2166" y="6507"/>
              <a:ext cx="634" cy="46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/>
              <a:r>
                <a:rPr lang="en-US" altLang="zh-CN" sz="90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份</a:t>
              </a:r>
              <a:endParaRPr lang="en-US" altLang="zh-CN" sz="90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aphicFrame>
        <p:nvGraphicFramePr>
          <p:cNvPr id="3" name="对象 -2147481872"/>
          <p:cNvGraphicFramePr>
            <a:graphicFrameLocks noChangeAspect="1"/>
          </p:cNvGraphicFramePr>
          <p:nvPr/>
        </p:nvGraphicFramePr>
        <p:xfrm>
          <a:off x="2520315" y="4984750"/>
          <a:ext cx="6078855" cy="1713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2387600" imgH="711200" progId="Equation.DSMT4">
                  <p:embed/>
                </p:oleObj>
              </mc:Choice>
              <mc:Fallback>
                <p:oleObj name="" r:id="rId2" imgW="23876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0315" y="4984750"/>
                        <a:ext cx="6078855" cy="1713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7634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4" grpId="0" advAuto="1000" build="p"/>
      <p:bldP spid="1976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683" name="矩形 199682"/>
          <p:cNvSpPr/>
          <p:nvPr/>
        </p:nvSpPr>
        <p:spPr>
          <a:xfrm>
            <a:off x="1079500" y="304800"/>
            <a:ext cx="339566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二、矩阵的定义</a:t>
            </a:r>
            <a:endParaRPr lang="zh-CN" altLang="en-US" sz="36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99684" name="矩形 199683"/>
          <p:cNvSpPr/>
          <p:nvPr/>
        </p:nvSpPr>
        <p:spPr>
          <a:xfrm>
            <a:off x="358775" y="919163"/>
            <a:ext cx="8456613" cy="10388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1.2.1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个数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=1, 2, ···,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;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=1, 2, ···,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)</a:t>
            </a:r>
            <a:r>
              <a:rPr lang="zh-CN" altLang="en-US" dirty="0">
                <a:latin typeface="Times New Roman" panose="02020603050405020304" pitchFamily="18" charset="0"/>
              </a:rPr>
              <a:t>排成的 </a:t>
            </a:r>
            <a:r>
              <a:rPr lang="en-US" altLang="zh-CN" i="1"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latin typeface="Times New Roman" panose="02020603050405020304" pitchFamily="18" charset="0"/>
              </a:rPr>
              <a:t>行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列的数表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99685" name="矩形 199684"/>
          <p:cNvSpPr/>
          <p:nvPr/>
        </p:nvSpPr>
        <p:spPr>
          <a:xfrm>
            <a:off x="358775" y="3524250"/>
            <a:ext cx="6505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列的矩阵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简称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矩阵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9687" name="文本框 199686"/>
          <p:cNvSpPr txBox="1"/>
          <p:nvPr/>
        </p:nvSpPr>
        <p:spPr>
          <a:xfrm>
            <a:off x="358775" y="4077335"/>
            <a:ext cx="8456613" cy="1576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baseline="-25000">
                <a:latin typeface="Times New Roman" panose="02020603050405020304" pitchFamily="18" charset="0"/>
              </a:rPr>
              <a:t>n 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 (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-25000"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baseline="-25000">
                <a:latin typeface="Times New Roman" panose="02020603050405020304" pitchFamily="18" charset="0"/>
              </a:rPr>
              <a:t>n </a:t>
            </a:r>
            <a:r>
              <a:rPr lang="zh-CN" altLang="en-US">
                <a:latin typeface="Times New Roman" panose="02020603050405020304" pitchFamily="18" charset="0"/>
              </a:rPr>
              <a:t>，或</a:t>
            </a:r>
            <a:r>
              <a:rPr lang="en-US" altLang="zh-CN" i="1">
                <a:sym typeface="+mn-ea"/>
              </a:rPr>
              <a:t>A</a:t>
            </a:r>
            <a:r>
              <a:rPr lang="zh-CN" altLang="en-US" i="1">
                <a:sym typeface="+mn-ea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). 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矩阵的横排称为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>
                <a:latin typeface="Times New Roman" panose="02020603050405020304" pitchFamily="18" charset="0"/>
              </a:rPr>
              <a:t>，竖排称为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列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数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latin typeface="Times New Roman" panose="02020603050405020304" pitchFamily="18" charset="0"/>
              </a:rPr>
              <a:t>第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行第 </a:t>
            </a:r>
            <a:r>
              <a:rPr lang="en-US" altLang="zh-CN" i="1">
                <a:latin typeface="Times New Roman" panose="02020603050405020304" pitchFamily="18" charset="0"/>
              </a:rPr>
              <a:t>j </a:t>
            </a:r>
            <a:r>
              <a:rPr lang="zh-CN" altLang="en-US" dirty="0">
                <a:latin typeface="Times New Roman" panose="02020603050405020304" pitchFamily="18" charset="0"/>
              </a:rPr>
              <a:t>列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元素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-2147481867"/>
          <p:cNvGraphicFramePr>
            <a:graphicFrameLocks noChangeAspect="1"/>
          </p:cNvGraphicFramePr>
          <p:nvPr/>
        </p:nvGraphicFramePr>
        <p:xfrm>
          <a:off x="2771775" y="1844675"/>
          <a:ext cx="339852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612900" imgH="939800" progId="Equation.3">
                  <p:embed/>
                </p:oleObj>
              </mc:Choice>
              <mc:Fallback>
                <p:oleObj name="" r:id="rId1" imgW="1612900" imgH="939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1844675"/>
                        <a:ext cx="3398520" cy="174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9684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9685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9687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>
                                            <p:txEl>
                                              <p:charRg st="3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9687">
                                            <p:txEl>
                                              <p:charRg st="39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advAuto="1000" build="p"/>
      <p:bldP spid="199684" grpId="0" build="p"/>
      <p:bldP spid="199685" grpId="0" build="p"/>
      <p:bldP spid="19968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矩形 200705"/>
          <p:cNvSpPr/>
          <p:nvPr/>
        </p:nvSpPr>
        <p:spPr>
          <a:xfrm>
            <a:off x="730250" y="692150"/>
            <a:ext cx="8125460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矩阵与行列式有本质的区别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行列式是一个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算式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其行数和列数相同，一个数字行列式经过计算</a:t>
            </a:r>
            <a:endParaRPr lang="zh-CN" altLang="en-US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可求得其值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而矩阵仅仅是一个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数表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它的行数和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列数可以不同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文本框 201729"/>
          <p:cNvSpPr txBox="1"/>
          <p:nvPr/>
        </p:nvSpPr>
        <p:spPr>
          <a:xfrm>
            <a:off x="358775" y="201613"/>
            <a:ext cx="8456613" cy="2030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所有元素是实数的矩阵称为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实矩阵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ym typeface="+mn-ea"/>
              </a:rPr>
              <a:t>所有</a:t>
            </a:r>
            <a:r>
              <a:rPr lang="zh-CN" altLang="en-US" dirty="0">
                <a:latin typeface="Times New Roman" panose="02020603050405020304" pitchFamily="18" charset="0"/>
              </a:rPr>
              <a:t>元素是复数的矩阵称为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复矩阵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一般情况下，用大写字母</a:t>
            </a:r>
            <a:r>
              <a:rPr lang="en-US" altLang="zh-CN">
                <a:latin typeface="Times New Roman" panose="02020603050405020304" pitchFamily="18" charset="0"/>
              </a:rPr>
              <a:t>A,B,C</a:t>
            </a:r>
            <a:r>
              <a:rPr lang="zh-CN" altLang="en-US">
                <a:latin typeface="Times New Roman" panose="02020603050405020304" pitchFamily="18" charset="0"/>
              </a:rPr>
              <a:t>来表示矩阵．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1731" name="文本框 201730"/>
          <p:cNvSpPr txBox="1"/>
          <p:nvPr/>
        </p:nvSpPr>
        <p:spPr>
          <a:xfrm>
            <a:off x="854075" y="2288540"/>
            <a:ext cx="1070610" cy="5791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例如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01732" name="对象 201731"/>
          <p:cNvGraphicFramePr/>
          <p:nvPr/>
        </p:nvGraphicFramePr>
        <p:xfrm>
          <a:off x="1084580" y="3065780"/>
          <a:ext cx="2863215" cy="1109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" name="" r:id="rId1" imgW="2349500" imgH="787400" progId="Equation.3">
                  <p:embed/>
                </p:oleObj>
              </mc:Choice>
              <mc:Fallback>
                <p:oleObj name="" r:id="rId1" imgW="2349500" imgH="787400" progId="Equation.3">
                  <p:embed/>
                  <p:pic>
                    <p:nvPicPr>
                      <p:cNvPr id="0" name="图片 36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4580" y="3065780"/>
                        <a:ext cx="2863215" cy="1109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3" name="文本框 201732"/>
          <p:cNvSpPr txBox="1"/>
          <p:nvPr/>
        </p:nvSpPr>
        <p:spPr>
          <a:xfrm>
            <a:off x="4454525" y="3275965"/>
            <a:ext cx="3553460" cy="7226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4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zh-CN" altLang="en-US" dirty="0">
                <a:latin typeface="Times New Roman" panose="02020603050405020304" pitchFamily="18" charset="0"/>
              </a:rPr>
              <a:t>实矩阵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01734" name="对象 201733"/>
          <p:cNvGraphicFramePr/>
          <p:nvPr/>
        </p:nvGraphicFramePr>
        <p:xfrm>
          <a:off x="1002665" y="4373245"/>
          <a:ext cx="3090545" cy="159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4" name="" r:id="rId3" imgW="1854200" imgH="1143000" progId="Equation.3">
                  <p:embed/>
                </p:oleObj>
              </mc:Choice>
              <mc:Fallback>
                <p:oleObj name="" r:id="rId3" imgW="1854200" imgH="1143000" progId="Equation.3">
                  <p:embed/>
                  <p:pic>
                    <p:nvPicPr>
                      <p:cNvPr id="0" name="图片 36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2665" y="4373245"/>
                        <a:ext cx="3090545" cy="1590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5" name="矩形 201734"/>
          <p:cNvSpPr/>
          <p:nvPr/>
        </p:nvSpPr>
        <p:spPr>
          <a:xfrm>
            <a:off x="4552315" y="4796790"/>
            <a:ext cx="3686810" cy="8674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3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zh-CN" altLang="en-US" dirty="0">
                <a:latin typeface="Times New Roman" panose="02020603050405020304" pitchFamily="18" charset="0"/>
              </a:rPr>
              <a:t>复矩阵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173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173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0173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0173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 advAuto="1000" build="p"/>
      <p:bldP spid="201731" grpId="0" build="p"/>
      <p:bldP spid="201733" grpId="0" advAuto="1000" build="p"/>
      <p:bldP spid="201735" grpId="0" advAuto="100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5" name="矩形 202754"/>
          <p:cNvSpPr/>
          <p:nvPr/>
        </p:nvSpPr>
        <p:spPr>
          <a:xfrm>
            <a:off x="3276600" y="2441575"/>
            <a:ext cx="3225800" cy="6648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4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02756" name="对象 202755"/>
          <p:cNvGraphicFramePr/>
          <p:nvPr/>
        </p:nvGraphicFramePr>
        <p:xfrm>
          <a:off x="792480" y="2506980"/>
          <a:ext cx="1787525" cy="570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1" name="" r:id="rId1" imgW="1968500" imgH="419100" progId="Equation.3">
                  <p:embed/>
                </p:oleObj>
              </mc:Choice>
              <mc:Fallback>
                <p:oleObj name="" r:id="rId1" imgW="1968500" imgH="419100" progId="Equation.3">
                  <p:embed/>
                  <p:pic>
                    <p:nvPicPr>
                      <p:cNvPr id="0" name="图片 36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2480" y="2506980"/>
                        <a:ext cx="1787525" cy="570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7" name="矩形 202756"/>
          <p:cNvSpPr/>
          <p:nvPr/>
        </p:nvSpPr>
        <p:spPr>
          <a:xfrm>
            <a:off x="3117215" y="1139825"/>
            <a:ext cx="3385185" cy="7880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1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02758" name="对象 202757"/>
          <p:cNvGraphicFramePr/>
          <p:nvPr/>
        </p:nvGraphicFramePr>
        <p:xfrm>
          <a:off x="1619885" y="3485198"/>
          <a:ext cx="44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3" name="" r:id="rId3" imgW="443865" imgH="405765" progId="Equation.3">
                  <p:embed/>
                </p:oleObj>
              </mc:Choice>
              <mc:Fallback>
                <p:oleObj name="" r:id="rId3" imgW="443865" imgH="405765" progId="Equation.3">
                  <p:embed/>
                  <p:pic>
                    <p:nvPicPr>
                      <p:cNvPr id="0" name="图片 36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885" y="3485198"/>
                        <a:ext cx="4445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9" name="矩形 202758"/>
          <p:cNvSpPr/>
          <p:nvPr/>
        </p:nvSpPr>
        <p:spPr>
          <a:xfrm>
            <a:off x="3276600" y="3429000"/>
            <a:ext cx="319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1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403985" y="639445"/>
          <a:ext cx="117538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546100" imgH="1142365" progId="Equation.3">
                  <p:embed/>
                </p:oleObj>
              </mc:Choice>
              <mc:Fallback>
                <p:oleObj name="" r:id="rId5" imgW="546100" imgH="1142365" progId="Equation.3">
                  <p:embed/>
                  <p:pic>
                    <p:nvPicPr>
                      <p:cNvPr id="0" name="图片 36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985" y="639445"/>
                        <a:ext cx="1175385" cy="144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0275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0275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0275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advAuto="1000" build="p"/>
      <p:bldP spid="202757" grpId="0" advAuto="1000" build="p"/>
      <p:bldP spid="202759" grpId="0" advAuto="100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7" name="Rectangle 5"/>
          <p:cNvSpPr/>
          <p:nvPr/>
        </p:nvSpPr>
        <p:spPr>
          <a:xfrm>
            <a:off x="455613" y="1695450"/>
            <a:ext cx="8293100" cy="41036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70000"/>
              </a:lnSpc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行数与列数都等于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的矩阵，称为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阶方阵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．可记作     </a:t>
            </a:r>
            <a:r>
              <a:rPr lang="en-US" altLang="zh-CN" sz="2400" b="1" dirty="0">
                <a:solidFill>
                  <a:srgbClr val="000000"/>
                </a:solidFill>
                <a:latin typeface="楷体_GB2312"/>
                <a:ea typeface="楷体_GB231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楷体_GB2312"/>
              <a:ea typeface="楷体_GB231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只有一行的矩阵                              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行矩阵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行向量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en-US" altLang="zh-CN" sz="2400" b="1" dirty="0">
                <a:solidFill>
                  <a:srgbClr val="000000"/>
                </a:solidFill>
                <a:latin typeface="楷体_GB2312"/>
                <a:ea typeface="楷体_GB231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楷体_GB2312"/>
              <a:ea typeface="楷体_GB2312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endParaRPr lang="en-US" altLang="zh-CN" sz="2400" b="1" dirty="0">
              <a:solidFill>
                <a:srgbClr val="000000"/>
              </a:solidFill>
              <a:latin typeface="楷体_GB2312"/>
              <a:ea typeface="楷体_GB2312"/>
            </a:endParaRPr>
          </a:p>
          <a:p>
            <a:pPr marL="342900" indent="-342900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只有一列的矩阵                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列矩阵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列向量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en-US" altLang="zh-CN" sz="2400" b="1" dirty="0">
                <a:solidFill>
                  <a:srgbClr val="000000"/>
                </a:solidFill>
                <a:latin typeface="楷体_GB2312"/>
                <a:ea typeface="楷体_GB231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楷体_GB2312"/>
              <a:ea typeface="楷体_GB2312"/>
            </a:endParaRPr>
          </a:p>
          <a:p>
            <a:pPr marL="342900" indent="-342900">
              <a:lnSpc>
                <a:spcPct val="120000"/>
              </a:lnSpc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buAutoNum type="arabicPeriod" startAt="3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元素全是零的矩阵称为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零距阵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．可记作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_GB2312"/>
                <a:ea typeface="楷体_GB231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3024188" y="2487613"/>
          <a:ext cx="22987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4" name="" r:id="rId1" imgW="1155700" imgH="228600" progId="Equation.DSMT4">
                  <p:embed/>
                </p:oleObj>
              </mc:Choice>
              <mc:Fallback>
                <p:oleObj name="" r:id="rId1" imgW="1155700" imgH="228600" progId="Equation.DSMT4">
                  <p:embed/>
                  <p:pic>
                    <p:nvPicPr>
                      <p:cNvPr id="0" name="图片 36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24188" y="2487613"/>
                        <a:ext cx="2298700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4"/>
          <p:cNvGraphicFramePr>
            <a:graphicFrameLocks noChangeAspect="1"/>
          </p:cNvGraphicFramePr>
          <p:nvPr/>
        </p:nvGraphicFramePr>
        <p:xfrm>
          <a:off x="7956550" y="1651000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" name="" r:id="rId3" imgW="203200" imgH="228600" progId="Equation.DSMT4">
                  <p:embed/>
                </p:oleObj>
              </mc:Choice>
              <mc:Fallback>
                <p:oleObj name="" r:id="rId3" imgW="203200" imgH="228600" progId="Equation.DSMT4">
                  <p:embed/>
                  <p:pic>
                    <p:nvPicPr>
                      <p:cNvPr id="0" name="图片 36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56550" y="1651000"/>
                        <a:ext cx="406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6"/>
          <p:cNvGraphicFramePr>
            <a:graphicFrameLocks noChangeAspect="1"/>
          </p:cNvGraphicFramePr>
          <p:nvPr/>
        </p:nvGraphicFramePr>
        <p:xfrm>
          <a:off x="3024188" y="3106738"/>
          <a:ext cx="1249362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1" name="" r:id="rId5" imgW="622300" imgH="939165" progId="Equation.DSMT4">
                  <p:embed/>
                </p:oleObj>
              </mc:Choice>
              <mc:Fallback>
                <p:oleObj name="" r:id="rId5" imgW="622300" imgH="939165" progId="Equation.DSMT4">
                  <p:embed/>
                  <p:pic>
                    <p:nvPicPr>
                      <p:cNvPr id="0" name="图片 36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24188" y="3106738"/>
                        <a:ext cx="1249362" cy="188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3" name="Text Box 31"/>
          <p:cNvSpPr txBox="1"/>
          <p:nvPr/>
        </p:nvSpPr>
        <p:spPr>
          <a:xfrm>
            <a:off x="6583363" y="5126038"/>
            <a:ext cx="1174750" cy="4572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例如：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3344" name="Object 32"/>
          <p:cNvGraphicFramePr>
            <a:graphicFrameLocks noChangeAspect="1"/>
          </p:cNvGraphicFramePr>
          <p:nvPr/>
        </p:nvGraphicFramePr>
        <p:xfrm>
          <a:off x="911225" y="5799138"/>
          <a:ext cx="18351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" name="" r:id="rId7" imgW="914400" imgH="469900" progId="Equation.DSMT4">
                  <p:embed/>
                </p:oleObj>
              </mc:Choice>
              <mc:Fallback>
                <p:oleObj name="" r:id="rId7" imgW="914400" imgH="469900" progId="Equation.DSMT4">
                  <p:embed/>
                  <p:pic>
                    <p:nvPicPr>
                      <p:cNvPr id="0" name="图片 366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1225" y="5799138"/>
                        <a:ext cx="1835150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33"/>
          <p:cNvGraphicFramePr>
            <a:graphicFrameLocks noChangeAspect="1"/>
          </p:cNvGraphicFramePr>
          <p:nvPr/>
        </p:nvGraphicFramePr>
        <p:xfrm>
          <a:off x="3241675" y="6015038"/>
          <a:ext cx="26257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3" name="" r:id="rId9" imgW="1307465" imgH="254000" progId="Equation.DSMT4">
                  <p:embed/>
                </p:oleObj>
              </mc:Choice>
              <mc:Fallback>
                <p:oleObj name="" r:id="rId9" imgW="1307465" imgH="254000" progId="Equation.DSMT4">
                  <p:embed/>
                  <p:pic>
                    <p:nvPicPr>
                      <p:cNvPr id="0" name="图片 36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41675" y="6015038"/>
                        <a:ext cx="2625725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13" name="Rectangle 34"/>
          <p:cNvSpPr>
            <a:spLocks noChangeAspect="1"/>
          </p:cNvSpPr>
          <p:nvPr/>
        </p:nvSpPr>
        <p:spPr>
          <a:xfrm>
            <a:off x="457200" y="457200"/>
            <a:ext cx="7773988" cy="11445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400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几种特殊矩阵</a:t>
            </a:r>
            <a:endParaRPr lang="zh-CN" altLang="en-US" sz="4400" b="1" dirty="0">
              <a:solidFill>
                <a:srgbClr val="00007D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charRg st="35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317">
                                            <p:txEl>
                                              <p:charRg st="35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charRg st="8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317">
                                            <p:txEl>
                                              <p:charRg st="89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charRg st="129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317">
                                            <p:txEl>
                                              <p:charRg st="129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椭圆 1843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椭圆 1843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矩形 1843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矩形 18437"/>
          <p:cNvSpPr/>
          <p:nvPr/>
        </p:nvSpPr>
        <p:spPr>
          <a:xfrm>
            <a:off x="468313" y="763746"/>
            <a:ext cx="23279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l"/>
            <a:r>
              <a:rPr lang="zh-CN" altLang="en-US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几种特殊矩阵</a:t>
            </a:r>
            <a:endParaRPr lang="zh-CN" altLang="en-US" sz="2800" dirty="0">
              <a:solidFill>
                <a:srgbClr val="3333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2297" name="矩形 18445"/>
          <p:cNvSpPr/>
          <p:nvPr/>
        </p:nvSpPr>
        <p:spPr>
          <a:xfrm>
            <a:off x="-107950" y="2971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3850" y="1484630"/>
            <a:ext cx="4375785" cy="1800860"/>
            <a:chOff x="510" y="2338"/>
            <a:chExt cx="6891" cy="2836"/>
          </a:xfrm>
        </p:grpSpPr>
        <p:sp>
          <p:nvSpPr>
            <p:cNvPr id="18439" name="矩形 18438"/>
            <p:cNvSpPr/>
            <p:nvPr/>
          </p:nvSpPr>
          <p:spPr>
            <a:xfrm>
              <a:off x="510" y="3358"/>
              <a:ext cx="3389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en-US" altLang="zh-CN" sz="28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6.</a:t>
              </a:r>
              <a:r>
                <a:rPr lang="zh-CN" altLang="en-US" sz="28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对角矩阵</a:t>
              </a:r>
              <a:r>
                <a:rPr lang="zh-CN" altLang="en-US" sz="28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" name="对象 -2147481813"/>
            <p:cNvGraphicFramePr>
              <a:graphicFrameLocks noChangeAspect="1"/>
            </p:cNvGraphicFramePr>
            <p:nvPr/>
          </p:nvGraphicFramePr>
          <p:xfrm>
            <a:off x="3731" y="2338"/>
            <a:ext cx="3671" cy="2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206500" imgH="939800" progId="Equation.3">
                    <p:embed/>
                  </p:oleObj>
                </mc:Choice>
                <mc:Fallback>
                  <p:oleObj name="" r:id="rId1" imgW="1206500" imgH="9398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31" y="2338"/>
                          <a:ext cx="3671" cy="28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-2147474278"/>
          <p:cNvGraphicFramePr>
            <a:graphicFrameLocks noChangeAspect="1"/>
          </p:cNvGraphicFramePr>
          <p:nvPr/>
        </p:nvGraphicFramePr>
        <p:xfrm>
          <a:off x="4682490" y="2071370"/>
          <a:ext cx="423735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1308100" imgH="228600" progId="Equation.DSMT4">
                  <p:embed/>
                </p:oleObj>
              </mc:Choice>
              <mc:Fallback>
                <p:oleObj name="" r:id="rId3" imgW="1308100" imgH="2286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2490" y="2071370"/>
                        <a:ext cx="4237355" cy="5829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811"/>
          <p:cNvGraphicFramePr>
            <a:graphicFrameLocks noChangeAspect="1"/>
          </p:cNvGraphicFramePr>
          <p:nvPr/>
        </p:nvGraphicFramePr>
        <p:xfrm>
          <a:off x="6083935" y="4149725"/>
          <a:ext cx="2847975" cy="181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1435100" imgH="914400" progId="Equation.3">
                  <p:embed/>
                </p:oleObj>
              </mc:Choice>
              <mc:Fallback>
                <p:oleObj name="" r:id="rId5" imgW="1435100" imgH="914400" progId="Equation.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935" y="4149725"/>
                        <a:ext cx="2847975" cy="1814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471670" y="4748530"/>
            <a:ext cx="1631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数量矩阵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3850" y="4149090"/>
            <a:ext cx="4194175" cy="1673860"/>
            <a:chOff x="510" y="6534"/>
            <a:chExt cx="6605" cy="2636"/>
          </a:xfrm>
        </p:grpSpPr>
        <p:sp>
          <p:nvSpPr>
            <p:cNvPr id="18444" name="矩形 18443"/>
            <p:cNvSpPr/>
            <p:nvPr/>
          </p:nvSpPr>
          <p:spPr>
            <a:xfrm>
              <a:off x="510" y="7441"/>
              <a:ext cx="3389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l"/>
              <a:r>
                <a:rPr lang="en-US" altLang="zh-CN" sz="28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7.</a:t>
              </a:r>
              <a:r>
                <a:rPr lang="zh-CN" altLang="en-US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  <a:sym typeface="+mn-ea"/>
                </a:rPr>
                <a:t>单位</a:t>
              </a:r>
              <a:r>
                <a:rPr lang="zh-CN" altLang="en-US" sz="28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矩阵</a:t>
              </a:r>
              <a:r>
                <a:rPr lang="zh-CN" altLang="en-US" sz="28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8" name="对象 -2147481814"/>
            <p:cNvGraphicFramePr>
              <a:graphicFrameLocks noChangeAspect="1"/>
            </p:cNvGraphicFramePr>
            <p:nvPr/>
          </p:nvGraphicFramePr>
          <p:xfrm>
            <a:off x="3385" y="6534"/>
            <a:ext cx="3731" cy="2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7" imgW="1295400" imgH="914400" progId="Equation.DSMT4">
                    <p:embed/>
                  </p:oleObj>
                </mc:Choice>
                <mc:Fallback>
                  <p:oleObj name="" r:id="rId7" imgW="1295400" imgH="914400" progId="Equation.DSMT4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85" y="6534"/>
                          <a:ext cx="3731" cy="2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30" name="直角三角形 21529"/>
          <p:cNvSpPr/>
          <p:nvPr>
            <p:custDataLst>
              <p:tags r:id="rId1"/>
            </p:custDataLst>
          </p:nvPr>
        </p:nvSpPr>
        <p:spPr>
          <a:xfrm flipH="1" flipV="1">
            <a:off x="1401763" y="1196975"/>
            <a:ext cx="2449512" cy="1944688"/>
          </a:xfrm>
          <a:prstGeom prst="rtTriangle">
            <a:avLst/>
          </a:prstGeom>
          <a:solidFill>
            <a:srgbClr val="3366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29" name="直角三角形 21528"/>
          <p:cNvSpPr/>
          <p:nvPr>
            <p:custDataLst>
              <p:tags r:id="rId2"/>
            </p:custDataLst>
          </p:nvPr>
        </p:nvSpPr>
        <p:spPr>
          <a:xfrm>
            <a:off x="5651500" y="1125538"/>
            <a:ext cx="2449513" cy="1943100"/>
          </a:xfrm>
          <a:prstGeom prst="rtTriangle">
            <a:avLst/>
          </a:prstGeom>
          <a:solidFill>
            <a:srgbClr val="3366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椭圆 21505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椭圆 21506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矩形 21507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矩形 21508"/>
          <p:cNvSpPr/>
          <p:nvPr>
            <p:custDataLst>
              <p:tags r:id="rId3"/>
            </p:custDataLst>
          </p:nvPr>
        </p:nvSpPr>
        <p:spPr>
          <a:xfrm>
            <a:off x="1619250" y="492125"/>
            <a:ext cx="216058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2800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上三角矩阵 </a:t>
            </a:r>
            <a:endParaRPr lang="zh-CN" altLang="en-US" sz="2800" dirty="0">
              <a:solidFill>
                <a:srgbClr val="3333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0" name="矩形 21509"/>
          <p:cNvSpPr/>
          <p:nvPr>
            <p:custDataLst>
              <p:tags r:id="rId4"/>
            </p:custDataLst>
          </p:nvPr>
        </p:nvSpPr>
        <p:spPr>
          <a:xfrm>
            <a:off x="5867400" y="492125"/>
            <a:ext cx="216058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2800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下三角矩阵 </a:t>
            </a:r>
            <a:endParaRPr lang="zh-CN" altLang="en-US" sz="2800" dirty="0">
              <a:solidFill>
                <a:srgbClr val="3333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5" name="矩形 21514"/>
          <p:cNvSpPr/>
          <p:nvPr>
            <p:custDataLst>
              <p:tags r:id="rId5"/>
            </p:custDataLst>
          </p:nvPr>
        </p:nvSpPr>
        <p:spPr>
          <a:xfrm>
            <a:off x="1331278" y="3284855"/>
            <a:ext cx="16065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</a:rPr>
              <a:t>对称矩阵</a:t>
            </a:r>
            <a:endParaRPr lang="zh-CN" altLang="en-US" sz="2800" dirty="0">
              <a:solidFill>
                <a:srgbClr val="3333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516" name="矩形 21515"/>
          <p:cNvSpPr/>
          <p:nvPr>
            <p:custDataLst>
              <p:tags r:id="rId6"/>
            </p:custDataLst>
          </p:nvPr>
        </p:nvSpPr>
        <p:spPr>
          <a:xfrm>
            <a:off x="5867083" y="3270250"/>
            <a:ext cx="1962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</a:rPr>
              <a:t>反对称矩阵</a:t>
            </a:r>
            <a:endParaRPr lang="zh-CN" altLang="en-US" sz="2800" dirty="0">
              <a:solidFill>
                <a:srgbClr val="3333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1517" name="对象 21516"/>
          <p:cNvGraphicFramePr/>
          <p:nvPr>
            <p:custDataLst>
              <p:tags r:id="rId7"/>
            </p:custDataLst>
          </p:nvPr>
        </p:nvGraphicFramePr>
        <p:xfrm>
          <a:off x="742950" y="3716338"/>
          <a:ext cx="3460750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8" imgW="1574800" imgH="939800" progId="Equation.DSMT4">
                  <p:embed/>
                </p:oleObj>
              </mc:Choice>
              <mc:Fallback>
                <p:oleObj name="" r:id="rId8" imgW="1574800" imgH="9398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2950" y="3716338"/>
                        <a:ext cx="3460750" cy="207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对象 21518"/>
          <p:cNvGraphicFramePr/>
          <p:nvPr>
            <p:custDataLst>
              <p:tags r:id="rId10"/>
            </p:custDataLst>
          </p:nvPr>
        </p:nvGraphicFramePr>
        <p:xfrm>
          <a:off x="4787900" y="3716338"/>
          <a:ext cx="3832225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1739900" imgH="939800" progId="Equation.DSMT4">
                  <p:embed/>
                </p:oleObj>
              </mc:Choice>
              <mc:Fallback>
                <p:oleObj name="" r:id="rId11" imgW="1739900" imgH="9398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3716338"/>
                        <a:ext cx="3832225" cy="207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39" name="组合 21538"/>
          <p:cNvGrpSpPr/>
          <p:nvPr/>
        </p:nvGrpSpPr>
        <p:grpSpPr>
          <a:xfrm>
            <a:off x="1043305" y="5875337"/>
            <a:ext cx="7442200" cy="530543"/>
            <a:chOff x="658" y="3701"/>
            <a:chExt cx="4615" cy="334"/>
          </a:xfrm>
        </p:grpSpPr>
        <p:graphicFrame>
          <p:nvGraphicFramePr>
            <p:cNvPr id="13327" name="对象 21520"/>
            <p:cNvGraphicFramePr/>
            <p:nvPr>
              <p:custDataLst>
                <p:tags r:id="rId13"/>
              </p:custDataLst>
            </p:nvPr>
          </p:nvGraphicFramePr>
          <p:xfrm>
            <a:off x="1565" y="3702"/>
            <a:ext cx="69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4" imgW="495300" imgH="241300" progId="Equation.DSMT4">
                    <p:embed/>
                  </p:oleObj>
                </mc:Choice>
                <mc:Fallback>
                  <p:oleObj name="" r:id="rId14" imgW="495300" imgH="2413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565" y="3702"/>
                          <a:ext cx="696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对象 21522"/>
            <p:cNvGraphicFramePr/>
            <p:nvPr/>
          </p:nvGraphicFramePr>
          <p:xfrm>
            <a:off x="2911" y="3702"/>
            <a:ext cx="98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6" imgW="584200" imgH="241300" progId="Equation.DSMT4">
                    <p:embed/>
                  </p:oleObj>
                </mc:Choice>
                <mc:Fallback>
                  <p:oleObj name="" r:id="rId16" imgW="584200" imgH="24130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911" y="3702"/>
                          <a:ext cx="988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矩形 21524"/>
            <p:cNvSpPr/>
            <p:nvPr/>
          </p:nvSpPr>
          <p:spPr>
            <a:xfrm>
              <a:off x="658" y="3701"/>
              <a:ext cx="78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r>
                <a:rPr lang="zh-CN" altLang="en-US" sz="2800" dirty="0">
                  <a:solidFill>
                    <a:srgbClr val="3333FF"/>
                  </a:solidFill>
                  <a:latin typeface="Arial" panose="020B0604020202020204" pitchFamily="34" charset="0"/>
                  <a:ea typeface="楷体_GB2312" pitchFamily="49" charset="-122"/>
                </a:rPr>
                <a:t>条件：</a:t>
              </a:r>
              <a:endParaRPr lang="zh-CN" altLang="en-US" sz="2800" dirty="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13330" name="对象 21525"/>
            <p:cNvGraphicFramePr/>
            <p:nvPr/>
          </p:nvGraphicFramePr>
          <p:xfrm>
            <a:off x="3928" y="3748"/>
            <a:ext cx="1345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8" imgW="1117600" imgH="203200" progId="Equation.DSMT4">
                    <p:embed/>
                  </p:oleObj>
                </mc:Choice>
                <mc:Fallback>
                  <p:oleObj name="" r:id="rId18" imgW="1117600" imgH="2032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8" y="3748"/>
                          <a:ext cx="1345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31" name="直接连接符 21530"/>
          <p:cNvSpPr/>
          <p:nvPr>
            <p:custDataLst>
              <p:tags r:id="rId20"/>
            </p:custDataLst>
          </p:nvPr>
        </p:nvSpPr>
        <p:spPr>
          <a:xfrm flipV="1">
            <a:off x="1908175" y="4149725"/>
            <a:ext cx="360363" cy="287338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21532" name="直接连接符 21531"/>
          <p:cNvSpPr/>
          <p:nvPr>
            <p:custDataLst>
              <p:tags r:id="rId21"/>
            </p:custDataLst>
          </p:nvPr>
        </p:nvSpPr>
        <p:spPr>
          <a:xfrm flipV="1">
            <a:off x="2627313" y="4797425"/>
            <a:ext cx="936625" cy="719138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21533" name="直接连接符 21532"/>
          <p:cNvSpPr/>
          <p:nvPr>
            <p:custDataLst>
              <p:tags r:id="rId22"/>
            </p:custDataLst>
          </p:nvPr>
        </p:nvSpPr>
        <p:spPr>
          <a:xfrm flipV="1">
            <a:off x="1908175" y="4221163"/>
            <a:ext cx="1584325" cy="1223962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21534" name="直接连接符 21533"/>
          <p:cNvSpPr/>
          <p:nvPr>
            <p:custDataLst>
              <p:tags r:id="rId23"/>
            </p:custDataLst>
          </p:nvPr>
        </p:nvSpPr>
        <p:spPr>
          <a:xfrm flipV="1">
            <a:off x="6156325" y="4149725"/>
            <a:ext cx="360363" cy="287338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21535" name="直接连接符 21534"/>
          <p:cNvSpPr/>
          <p:nvPr>
            <p:custDataLst>
              <p:tags r:id="rId24"/>
            </p:custDataLst>
          </p:nvPr>
        </p:nvSpPr>
        <p:spPr>
          <a:xfrm flipV="1">
            <a:off x="7019925" y="4725988"/>
            <a:ext cx="936625" cy="719137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21536" name="直接连接符 21535"/>
          <p:cNvSpPr/>
          <p:nvPr>
            <p:custDataLst>
              <p:tags r:id="rId25"/>
            </p:custDataLst>
          </p:nvPr>
        </p:nvSpPr>
        <p:spPr>
          <a:xfrm flipV="1">
            <a:off x="6156325" y="4221163"/>
            <a:ext cx="1584325" cy="1223962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21537" name="直接连接符 21536"/>
          <p:cNvSpPr/>
          <p:nvPr>
            <p:custDataLst>
              <p:tags r:id="rId26"/>
            </p:custDataLst>
          </p:nvPr>
        </p:nvSpPr>
        <p:spPr>
          <a:xfrm>
            <a:off x="1547813" y="3933825"/>
            <a:ext cx="2303462" cy="1655763"/>
          </a:xfrm>
          <a:prstGeom prst="line">
            <a:avLst/>
          </a:prstGeom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38" name="直接连接符 21537"/>
          <p:cNvSpPr/>
          <p:nvPr>
            <p:custDataLst>
              <p:tags r:id="rId27"/>
            </p:custDataLst>
          </p:nvPr>
        </p:nvSpPr>
        <p:spPr>
          <a:xfrm>
            <a:off x="5795963" y="3933825"/>
            <a:ext cx="2447925" cy="1582738"/>
          </a:xfrm>
          <a:prstGeom prst="line">
            <a:avLst/>
          </a:prstGeom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2" name="对象 -2147481802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842010" y="1028065"/>
          <a:ext cx="3361690" cy="204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9" imgW="1548765" imgH="939800" progId="Equation.DSMT4">
                  <p:embed/>
                </p:oleObj>
              </mc:Choice>
              <mc:Fallback>
                <p:oleObj name="" r:id="rId29" imgW="1548765" imgH="939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42010" y="1028065"/>
                        <a:ext cx="3361690" cy="2040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801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4931728" y="1052195"/>
          <a:ext cx="3323590" cy="20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2" imgW="1548765" imgH="939800" progId="Equation.DSMT4">
                  <p:embed/>
                </p:oleObj>
              </mc:Choice>
              <mc:Fallback>
                <p:oleObj name="" r:id="rId32" imgW="1548765" imgH="9398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931728" y="1052195"/>
                        <a:ext cx="3323590" cy="20167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79070" y="100330"/>
            <a:ext cx="2606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8.</a:t>
            </a:r>
            <a:r>
              <a:rPr lang="zh-CN" altLang="en-US">
                <a:solidFill>
                  <a:srgbClr val="FF0000"/>
                </a:solidFill>
              </a:rPr>
              <a:t>三角矩阵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070" y="3240405"/>
            <a:ext cx="1882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9.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10" grpId="0"/>
      <p:bldP spid="21515" grpId="0"/>
      <p:bldP spid="21516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椭圆 51201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椭圆 51202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矩形 51203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1206" name="对象 51205"/>
          <p:cNvGraphicFramePr/>
          <p:nvPr>
            <p:custDataLst>
              <p:tags r:id="rId1"/>
            </p:custDataLst>
          </p:nvPr>
        </p:nvGraphicFramePr>
        <p:xfrm>
          <a:off x="6649720" y="1124585"/>
          <a:ext cx="1885315" cy="167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" imgW="787400" imgH="711200" progId="Equation.DSMT4">
                  <p:embed/>
                </p:oleObj>
              </mc:Choice>
              <mc:Fallback>
                <p:oleObj name="" r:id="rId2" imgW="787400" imgH="7112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49720" y="1124585"/>
                        <a:ext cx="1885315" cy="16770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对象 51206"/>
          <p:cNvGraphicFramePr/>
          <p:nvPr>
            <p:custDataLst>
              <p:tags r:id="rId4"/>
            </p:custDataLst>
          </p:nvPr>
        </p:nvGraphicFramePr>
        <p:xfrm>
          <a:off x="3898900" y="3961130"/>
          <a:ext cx="2177415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5" imgW="876300" imgH="711200" progId="Equation.DSMT4">
                  <p:embed/>
                </p:oleObj>
              </mc:Choice>
              <mc:Fallback>
                <p:oleObj name="" r:id="rId5" imgW="876300" imgH="7112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98900" y="3961130"/>
                        <a:ext cx="2177415" cy="155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对象 51207"/>
          <p:cNvGraphicFramePr/>
          <p:nvPr>
            <p:custDataLst>
              <p:tags r:id="rId7"/>
            </p:custDataLst>
          </p:nvPr>
        </p:nvGraphicFramePr>
        <p:xfrm>
          <a:off x="925830" y="3951605"/>
          <a:ext cx="199390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8" imgW="876300" imgH="711200" progId="Equation.DSMT4">
                  <p:embed/>
                </p:oleObj>
              </mc:Choice>
              <mc:Fallback>
                <p:oleObj name="" r:id="rId8" imgW="876300" imgH="7112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25830" y="3951605"/>
                        <a:ext cx="1993900" cy="156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矩形 51208"/>
          <p:cNvSpPr/>
          <p:nvPr/>
        </p:nvSpPr>
        <p:spPr>
          <a:xfrm>
            <a:off x="684213" y="404654"/>
            <a:ext cx="679767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例如：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（下面矩阵中未标明的元素为零）</a:t>
            </a:r>
            <a:r>
              <a:rPr lang="zh-CN" altLang="en-US" sz="280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zh-CN" altLang="en-US" sz="2800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1210" name="对象 51209"/>
          <p:cNvGraphicFramePr/>
          <p:nvPr>
            <p:custDataLst>
              <p:tags r:id="rId10"/>
            </p:custDataLst>
          </p:nvPr>
        </p:nvGraphicFramePr>
        <p:xfrm>
          <a:off x="899319" y="1139508"/>
          <a:ext cx="2202815" cy="2018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1" imgW="1002665" imgH="914400" progId="Equation.DSMT4">
                  <p:embed/>
                </p:oleObj>
              </mc:Choice>
              <mc:Fallback>
                <p:oleObj name="" r:id="rId11" imgW="1002665" imgH="9144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99319" y="1139508"/>
                        <a:ext cx="2202815" cy="20180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对象 51210"/>
          <p:cNvGraphicFramePr/>
          <p:nvPr>
            <p:custDataLst>
              <p:tags r:id="rId13"/>
            </p:custDataLst>
          </p:nvPr>
        </p:nvGraphicFramePr>
        <p:xfrm>
          <a:off x="3906996" y="980123"/>
          <a:ext cx="203327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4" imgW="927100" imgH="914400" progId="Equation.DSMT4">
                  <p:embed/>
                </p:oleObj>
              </mc:Choice>
              <mc:Fallback>
                <p:oleObj name="" r:id="rId14" imgW="927100" imgH="9144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06996" y="980123"/>
                        <a:ext cx="2033270" cy="201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115695" y="3212465"/>
            <a:ext cx="18999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对角矩阵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67810" y="3212465"/>
            <a:ext cx="1775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数量矩阵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15735" y="3211830"/>
            <a:ext cx="2047240" cy="544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上三角矩阵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5355" y="5760085"/>
            <a:ext cx="18014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对称矩阵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84295" y="5760085"/>
            <a:ext cx="21101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反对称矩阵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 spd="med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/>
      <p:bldP spid="2" grpId="0"/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8900" name="矩形 208899"/>
          <p:cNvSpPr/>
          <p:nvPr/>
        </p:nvSpPr>
        <p:spPr>
          <a:xfrm>
            <a:off x="1043305" y="4118610"/>
            <a:ext cx="1104900" cy="52260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8901" name="文本框 208900"/>
          <p:cNvSpPr txBox="1"/>
          <p:nvPr/>
        </p:nvSpPr>
        <p:spPr>
          <a:xfrm>
            <a:off x="1043305" y="5245100"/>
            <a:ext cx="6424930" cy="514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ctr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由于矩阵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则由矩阵相等的定义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8902" name="文本框 208901"/>
          <p:cNvSpPr txBox="1"/>
          <p:nvPr/>
        </p:nvSpPr>
        <p:spPr>
          <a:xfrm>
            <a:off x="322580" y="4804093"/>
            <a:ext cx="31162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已知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求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8912" name="矩形 208911"/>
          <p:cNvSpPr/>
          <p:nvPr/>
        </p:nvSpPr>
        <p:spPr>
          <a:xfrm>
            <a:off x="3251835" y="6028690"/>
            <a:ext cx="36709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解得：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=1,  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=2,   </a:t>
            </a:r>
            <a:r>
              <a:rPr lang="en-US" altLang="zh-CN" i="1"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</a:rPr>
              <a:t>=1.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8913" name="矩形 208912"/>
          <p:cNvSpPr/>
          <p:nvPr/>
        </p:nvSpPr>
        <p:spPr>
          <a:xfrm>
            <a:off x="322580" y="5845493"/>
            <a:ext cx="6604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8914" name="矩形 208913"/>
          <p:cNvSpPr/>
          <p:nvPr/>
        </p:nvSpPr>
        <p:spPr>
          <a:xfrm>
            <a:off x="322580" y="1967230"/>
            <a:ext cx="8456613" cy="19862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两个矩阵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为同型矩阵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并且对应元素相等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i="1">
                <a:latin typeface="Times New Roman" panose="02020603050405020304" pitchFamily="18" charset="0"/>
              </a:rPr>
              <a:t>  </a:t>
            </a:r>
            <a:r>
              <a:rPr lang="zh-CN" altLang="en-US" i="1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  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=1, 2, ···,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;  </a:t>
            </a:r>
            <a:r>
              <a:rPr lang="en-US" altLang="zh-CN" i="1">
                <a:latin typeface="Times New Roman" panose="02020603050405020304" pitchFamily="18" charset="0"/>
              </a:rPr>
              <a:t>j </a:t>
            </a:r>
            <a:r>
              <a:rPr lang="en-US" altLang="zh-CN">
                <a:latin typeface="Times New Roman" panose="02020603050405020304" pitchFamily="18" charset="0"/>
              </a:rPr>
              <a:t>=1, 2, ···,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)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相等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8915" name="矩形 208914"/>
          <p:cNvSpPr/>
          <p:nvPr/>
        </p:nvSpPr>
        <p:spPr>
          <a:xfrm>
            <a:off x="1043305" y="116205"/>
            <a:ext cx="4470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同型矩阵与矩阵相等的概念</a:t>
            </a:r>
            <a:endParaRPr lang="zh-CN" altLang="en-US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8916" name="矩形 208915"/>
          <p:cNvSpPr/>
          <p:nvPr/>
        </p:nvSpPr>
        <p:spPr>
          <a:xfrm>
            <a:off x="562610" y="632460"/>
            <a:ext cx="86156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两个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行、列数分别对应相等</a:t>
            </a:r>
            <a:r>
              <a:rPr lang="zh-CN" altLang="en-US" dirty="0">
                <a:latin typeface="Times New Roman" panose="02020603050405020304" pitchFamily="18" charset="0"/>
              </a:rPr>
              <a:t>的矩阵称为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同型矩阵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08917" name="组合 208916"/>
          <p:cNvGrpSpPr/>
          <p:nvPr/>
        </p:nvGrpSpPr>
        <p:grpSpPr>
          <a:xfrm>
            <a:off x="1043305" y="1140143"/>
            <a:ext cx="7454900" cy="787400"/>
            <a:chOff x="680" y="2816"/>
            <a:chExt cx="4696" cy="496"/>
          </a:xfrm>
        </p:grpSpPr>
        <p:sp>
          <p:nvSpPr>
            <p:cNvPr id="208918" name="矩形 208917"/>
            <p:cNvSpPr/>
            <p:nvPr/>
          </p:nvSpPr>
          <p:spPr>
            <a:xfrm>
              <a:off x="680" y="2855"/>
              <a:ext cx="6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例如</a:t>
              </a:r>
              <a:r>
                <a:rPr lang="en-US" altLang="zh-CN">
                  <a:latin typeface="Times New Roman" panose="02020603050405020304" pitchFamily="18" charset="0"/>
                </a:rPr>
                <a:t>: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8919" name="矩形 208918"/>
            <p:cNvSpPr/>
            <p:nvPr/>
          </p:nvSpPr>
          <p:spPr>
            <a:xfrm>
              <a:off x="4079" y="2880"/>
              <a:ext cx="1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黑体" panose="02010609060101010101" pitchFamily="2" charset="-122"/>
                </a:rPr>
                <a:t>为</a:t>
              </a:r>
              <a:r>
                <a:rPr lang="zh-CN" altLang="en-US" dirty="0">
                  <a:latin typeface="Times New Roman" panose="02020603050405020304" pitchFamily="18" charset="0"/>
                </a:rPr>
                <a:t>同型矩阵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8920" name="对象 208919"/>
            <p:cNvGraphicFramePr/>
            <p:nvPr/>
          </p:nvGraphicFramePr>
          <p:xfrm>
            <a:off x="1296" y="2816"/>
            <a:ext cx="280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" name="" r:id="rId1" imgW="4457700" imgH="787400" progId="Equation.3">
                    <p:embed/>
                  </p:oleObj>
                </mc:Choice>
                <mc:Fallback>
                  <p:oleObj name="" r:id="rId1" imgW="4457700" imgH="787400" progId="Equation.3">
                    <p:embed/>
                    <p:pic>
                      <p:nvPicPr>
                        <p:cNvPr id="0" name="图片 351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6" y="2816"/>
                          <a:ext cx="2808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-2147481828"/>
          <p:cNvGraphicFramePr>
            <a:graphicFrameLocks noChangeAspect="1"/>
          </p:cNvGraphicFramePr>
          <p:nvPr/>
        </p:nvGraphicFramePr>
        <p:xfrm>
          <a:off x="2159635" y="3840480"/>
          <a:ext cx="2272665" cy="1026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977900" imgH="457200" progId="Equation.DSMT4">
                  <p:embed/>
                </p:oleObj>
              </mc:Choice>
              <mc:Fallback>
                <p:oleObj name="" r:id="rId3" imgW="9779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9635" y="3840480"/>
                        <a:ext cx="2272665" cy="10267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827"/>
          <p:cNvGraphicFramePr>
            <a:graphicFrameLocks noChangeAspect="1"/>
          </p:cNvGraphicFramePr>
          <p:nvPr/>
        </p:nvGraphicFramePr>
        <p:xfrm>
          <a:off x="4470400" y="3888105"/>
          <a:ext cx="2200910" cy="978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028700" imgH="457200" progId="Equation.DSMT4">
                  <p:embed/>
                </p:oleObj>
              </mc:Choice>
              <mc:Fallback>
                <p:oleObj name="" r:id="rId5" imgW="1028700" imgH="4572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70400" y="3888105"/>
                        <a:ext cx="2200910" cy="978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74279"/>
          <p:cNvGraphicFramePr>
            <a:graphicFrameLocks noChangeAspect="1"/>
          </p:cNvGraphicFramePr>
          <p:nvPr/>
        </p:nvGraphicFramePr>
        <p:xfrm>
          <a:off x="965200" y="5661025"/>
          <a:ext cx="1708150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965200" imgH="711200" progId="Equation.DSMT4">
                  <p:embed/>
                </p:oleObj>
              </mc:Choice>
              <mc:Fallback>
                <p:oleObj name="" r:id="rId7" imgW="965200" imgH="711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5200" y="5661025"/>
                        <a:ext cx="1708150" cy="1193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225915" y="813562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891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891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0890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0890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0891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20891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8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1" grpId="0" build="p"/>
      <p:bldP spid="208902" grpId="0" build="p"/>
      <p:bldP spid="208912" grpId="0" advAuto="1000" build="p"/>
      <p:bldP spid="208913" grpId="0" build="p"/>
      <p:bldP spid="208914" grpId="0"/>
      <p:bldP spid="208915" grpId="0" advAuto="1000" build="p"/>
      <p:bldP spid="208916" grpId="0" build="p"/>
      <p:bldP spid="208900" grpId="0"/>
      <p:bldP spid="208912" grpId="1" bldLvl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矩形 215041"/>
          <p:cNvSpPr/>
          <p:nvPr/>
        </p:nvSpPr>
        <p:spPr>
          <a:xfrm>
            <a:off x="323850" y="765175"/>
            <a:ext cx="53292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一、矩阵加法</a:t>
            </a:r>
            <a:endParaRPr lang="zh-CN" altLang="en-US" sz="32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15043" name="对象 215042"/>
          <p:cNvGraphicFramePr/>
          <p:nvPr/>
        </p:nvGraphicFramePr>
        <p:xfrm>
          <a:off x="971550" y="3141663"/>
          <a:ext cx="69865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1" name="" r:id="rId1" imgW="6985000" imgH="1651000" progId="Equation.3">
                  <p:embed/>
                </p:oleObj>
              </mc:Choice>
              <mc:Fallback>
                <p:oleObj name="" r:id="rId1" imgW="6985000" imgH="1651000" progId="Equation.3">
                  <p:embed/>
                  <p:pic>
                    <p:nvPicPr>
                      <p:cNvPr id="0" name="图片 36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3141663"/>
                        <a:ext cx="6986588" cy="165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4" name="文本框 215043"/>
          <p:cNvSpPr txBox="1"/>
          <p:nvPr/>
        </p:nvSpPr>
        <p:spPr>
          <a:xfrm>
            <a:off x="179388" y="1465263"/>
            <a:ext cx="8456612" cy="17278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.2.1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设两个同型的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),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那末矩阵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的和定义为</a:t>
            </a:r>
            <a:r>
              <a:rPr lang="en-US" altLang="zh-CN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err="1">
                <a:latin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altLang="zh-CN" i="1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>
                <a:latin typeface="Times New Roman" panose="02020603050405020304" pitchFamily="18" charset="0"/>
                <a:sym typeface="Wingdings" panose="05000000000000000000" pitchFamily="2" charset="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即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15045" name="圆角矩形标注 215044"/>
          <p:cNvSpPr/>
          <p:nvPr/>
        </p:nvSpPr>
        <p:spPr>
          <a:xfrm>
            <a:off x="4572000" y="5516563"/>
            <a:ext cx="2881313" cy="649287"/>
          </a:xfrm>
          <a:prstGeom prst="wedgeRoundRectCallout">
            <a:avLst>
              <a:gd name="adj1" fmla="val -84051"/>
              <a:gd name="adj2" fmla="val -154157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对应元素相加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046" name="文本框 215045"/>
          <p:cNvSpPr txBox="1"/>
          <p:nvPr/>
        </p:nvSpPr>
        <p:spPr>
          <a:xfrm>
            <a:off x="2700338" y="0"/>
            <a:ext cx="4648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  </a:t>
            </a:r>
            <a:r>
              <a:rPr lang="zh-CN" altLang="en-US" sz="40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矩阵的运算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4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044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>
                                            <p:txEl>
                                              <p:charRg st="51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044">
                                            <p:txEl>
                                              <p:charRg st="51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build="p"/>
      <p:bldP spid="215044" grpId="0" build="p"/>
      <p:bldP spid="2150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6066" name="对象 216065"/>
          <p:cNvGraphicFramePr/>
          <p:nvPr/>
        </p:nvGraphicFramePr>
        <p:xfrm>
          <a:off x="1763713" y="2205038"/>
          <a:ext cx="39862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5" name="" r:id="rId1" imgW="3987800" imgH="1143000" progId="Equation.3">
                  <p:embed/>
                </p:oleObj>
              </mc:Choice>
              <mc:Fallback>
                <p:oleObj name="" r:id="rId1" imgW="3987800" imgH="1143000" progId="Equation.3">
                  <p:embed/>
                  <p:pic>
                    <p:nvPicPr>
                      <p:cNvPr id="0" name="图片 36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2205038"/>
                        <a:ext cx="3986212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7" name="对象 216066"/>
          <p:cNvGraphicFramePr/>
          <p:nvPr/>
        </p:nvGraphicFramePr>
        <p:xfrm>
          <a:off x="1835150" y="3644900"/>
          <a:ext cx="22336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" name="" r:id="rId3" imgW="2235200" imgH="1143000" progId="Equation.3">
                  <p:embed/>
                </p:oleObj>
              </mc:Choice>
              <mc:Fallback>
                <p:oleObj name="" r:id="rId3" imgW="2235200" imgH="1143000" progId="Equation.3">
                  <p:embed/>
                  <p:pic>
                    <p:nvPicPr>
                      <p:cNvPr id="0" name="图片 36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150" y="3644900"/>
                        <a:ext cx="2233613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68" name="文本框 216067"/>
          <p:cNvSpPr txBox="1"/>
          <p:nvPr/>
        </p:nvSpPr>
        <p:spPr>
          <a:xfrm>
            <a:off x="704850" y="863600"/>
            <a:ext cx="10144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例如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 b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16069" name="对象 216068"/>
          <p:cNvGraphicFramePr/>
          <p:nvPr/>
        </p:nvGraphicFramePr>
        <p:xfrm>
          <a:off x="1835150" y="559435"/>
          <a:ext cx="4051935" cy="134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" name="" r:id="rId5" imgW="3886200" imgH="1143000" progId="Equation.3">
                  <p:embed/>
                </p:oleObj>
              </mc:Choice>
              <mc:Fallback>
                <p:oleObj name="" r:id="rId5" imgW="3886200" imgH="1143000" progId="Equation.3">
                  <p:embed/>
                  <p:pic>
                    <p:nvPicPr>
                      <p:cNvPr id="0" name="图片 364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150" y="559435"/>
                        <a:ext cx="4051935" cy="13487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0" name="矩形 216069"/>
          <p:cNvSpPr/>
          <p:nvPr/>
        </p:nvSpPr>
        <p:spPr>
          <a:xfrm>
            <a:off x="704850" y="5084445"/>
            <a:ext cx="7641590" cy="9404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说明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只有当两个矩阵是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同型矩阵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才能进行加法运算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606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1607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build="p"/>
      <p:bldP spid="216070" grpId="0" advAuto="100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矩形 217089"/>
          <p:cNvSpPr/>
          <p:nvPr/>
        </p:nvSpPr>
        <p:spPr>
          <a:xfrm>
            <a:off x="971550" y="333375"/>
            <a:ext cx="55800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性质</a:t>
            </a:r>
            <a:r>
              <a:rPr lang="en-US" altLang="zh-CN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2.2.1: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矩阵加法的运算规律</a:t>
            </a:r>
            <a:endParaRPr lang="zh-CN" altLang="en-US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7091" name="文本框 217090"/>
          <p:cNvSpPr txBox="1"/>
          <p:nvPr/>
        </p:nvSpPr>
        <p:spPr>
          <a:xfrm>
            <a:off x="1043305" y="1814830"/>
            <a:ext cx="5168900" cy="10013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marL="457200" indent="-457200">
              <a:lnSpc>
                <a:spcPct val="70000"/>
              </a:lnSpc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</a:rPr>
              <a:t>交换律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arenBoth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latin typeface="Times New Roman" panose="02020603050405020304" pitchFamily="18" charset="0"/>
              </a:rPr>
              <a:t>结合律</a:t>
            </a:r>
            <a:r>
              <a:rPr lang="en-US" altLang="zh-CN">
                <a:latin typeface="Times New Roman" panose="02020603050405020304" pitchFamily="18" charset="0"/>
              </a:rPr>
              <a:t>: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17092" name="组合 217091"/>
          <p:cNvGrpSpPr/>
          <p:nvPr/>
        </p:nvGrpSpPr>
        <p:grpSpPr>
          <a:xfrm>
            <a:off x="971550" y="3481705"/>
            <a:ext cx="6687820" cy="1545590"/>
            <a:chOff x="680" y="1728"/>
            <a:chExt cx="4360" cy="1040"/>
          </a:xfrm>
        </p:grpSpPr>
        <p:graphicFrame>
          <p:nvGraphicFramePr>
            <p:cNvPr id="217093" name="对象 217092"/>
            <p:cNvGraphicFramePr/>
            <p:nvPr/>
          </p:nvGraphicFramePr>
          <p:xfrm>
            <a:off x="1096" y="1728"/>
            <a:ext cx="3040" cy="1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4" name="" r:id="rId1" imgW="4826000" imgH="1651000" progId="Equation.3">
                    <p:embed/>
                  </p:oleObj>
                </mc:Choice>
                <mc:Fallback>
                  <p:oleObj name="" r:id="rId1" imgW="4826000" imgH="1651000" progId="Equation.3">
                    <p:embed/>
                    <p:pic>
                      <p:nvPicPr>
                        <p:cNvPr id="0" name="图片 365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96" y="1728"/>
                          <a:ext cx="3040" cy="10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7094" name="对象 217093"/>
            <p:cNvGraphicFramePr/>
            <p:nvPr/>
          </p:nvGraphicFramePr>
          <p:xfrm>
            <a:off x="4192" y="2143"/>
            <a:ext cx="8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6" name="" r:id="rId3" imgW="1346200" imgH="469900" progId="Equation.3">
                    <p:embed/>
                  </p:oleObj>
                </mc:Choice>
                <mc:Fallback>
                  <p:oleObj name="" r:id="rId3" imgW="1346200" imgH="469900" progId="Equation.3">
                    <p:embed/>
                    <p:pic>
                      <p:nvPicPr>
                        <p:cNvPr id="0" name="图片 365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92" y="2143"/>
                          <a:ext cx="84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7095" name="矩形 217094"/>
            <p:cNvSpPr/>
            <p:nvPr/>
          </p:nvSpPr>
          <p:spPr>
            <a:xfrm>
              <a:off x="680" y="2025"/>
              <a:ext cx="37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>
                  <a:latin typeface="Times New Roman" panose="02020603050405020304" pitchFamily="18" charset="0"/>
                </a:rPr>
                <a:t>(4)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17096" name="文本框 217095"/>
          <p:cNvSpPr txBox="1"/>
          <p:nvPr/>
        </p:nvSpPr>
        <p:spPr>
          <a:xfrm>
            <a:off x="1331913" y="5300663"/>
            <a:ext cx="33670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的负矩阵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7097" name="文本框 217096"/>
          <p:cNvSpPr txBox="1"/>
          <p:nvPr/>
        </p:nvSpPr>
        <p:spPr>
          <a:xfrm>
            <a:off x="1043305" y="5847080"/>
            <a:ext cx="4784725" cy="5086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7098" name="文本框 217097"/>
          <p:cNvSpPr txBox="1"/>
          <p:nvPr/>
        </p:nvSpPr>
        <p:spPr>
          <a:xfrm>
            <a:off x="1043305" y="2823845"/>
            <a:ext cx="1914525" cy="5022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en-US" altLang="zh-CN">
                <a:latin typeface="Times New Roman" panose="02020603050405020304" pitchFamily="18" charset="0"/>
              </a:rPr>
              <a:t>(3)  </a:t>
            </a:r>
            <a:r>
              <a:rPr lang="en-US" altLang="zh-CN" i="1">
                <a:latin typeface="Times New Roman" panose="02020603050405020304" pitchFamily="18" charset="0"/>
              </a:rPr>
              <a:t>A+O=A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43090" y="84074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99795" y="981075"/>
            <a:ext cx="4963160" cy="520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10000"/>
              </a:lnSpc>
              <a:buNone/>
            </a:pPr>
            <a:r>
              <a:rPr lang="zh-CN" altLang="en-US">
                <a:sym typeface="+mn-ea"/>
              </a:rPr>
              <a:t>设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, </a:t>
            </a:r>
            <a:r>
              <a:rPr lang="en-US" altLang="zh-CN" i="1">
                <a:sym typeface="+mn-ea"/>
              </a:rPr>
              <a:t>B</a:t>
            </a:r>
            <a:r>
              <a:rPr lang="zh-CN" altLang="en-US" i="1">
                <a:sym typeface="+mn-ea"/>
              </a:rPr>
              <a:t>，</a:t>
            </a:r>
            <a:r>
              <a:rPr lang="en-US" altLang="zh-CN" i="1">
                <a:sym typeface="+mn-ea"/>
              </a:rPr>
              <a:t>C</a:t>
            </a:r>
            <a:r>
              <a:rPr lang="zh-CN" altLang="en-US" i="1">
                <a:sym typeface="+mn-ea"/>
              </a:rPr>
              <a:t>，</a:t>
            </a:r>
            <a:r>
              <a:rPr lang="en-US" altLang="zh-CN" i="1">
                <a:sym typeface="+mn-ea"/>
              </a:rPr>
              <a:t>O</a:t>
            </a:r>
            <a:r>
              <a:rPr lang="zh-CN" altLang="en-US" dirty="0">
                <a:sym typeface="+mn-ea"/>
              </a:rPr>
              <a:t>为同型矩阵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709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charRg st="1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charRg st="17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1709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1709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 build="p"/>
      <p:bldP spid="217091" grpId="0" build="p"/>
      <p:bldP spid="217096" grpId="0" advAuto="1000" build="p"/>
      <p:bldP spid="217097" grpId="0" build="p"/>
      <p:bldP spid="217098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8114" name="对象 218113"/>
          <p:cNvGraphicFramePr/>
          <p:nvPr/>
        </p:nvGraphicFramePr>
        <p:xfrm>
          <a:off x="1187450" y="2668905"/>
          <a:ext cx="5612130" cy="20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" name="" r:id="rId1" imgW="5613400" imgH="1663700" progId="Equation.DSMT4">
                  <p:embed/>
                </p:oleObj>
              </mc:Choice>
              <mc:Fallback>
                <p:oleObj name="" r:id="rId1" imgW="5613400" imgH="1663700" progId="Equation.DSMT4">
                  <p:embed/>
                  <p:pic>
                    <p:nvPicPr>
                      <p:cNvPr id="0" name="图片 36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2668905"/>
                        <a:ext cx="5612130" cy="20167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5" name="矩形 218114"/>
          <p:cNvSpPr/>
          <p:nvPr/>
        </p:nvSpPr>
        <p:spPr>
          <a:xfrm>
            <a:off x="866775" y="694055"/>
            <a:ext cx="4857750" cy="6534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二、数</a:t>
            </a:r>
            <a:r>
              <a:rPr lang="zh-CN" altLang="en-US" sz="3200" dirty="0">
                <a:solidFill>
                  <a:srgbClr val="3333FF"/>
                </a:solidFill>
                <a:ea typeface="黑体" panose="02010609060101010101" pitchFamily="2" charset="-122"/>
                <a:sym typeface="+mn-ea"/>
              </a:rPr>
              <a:t>乘</a:t>
            </a:r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矩阵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18116" name="文本框 218115"/>
          <p:cNvSpPr txBox="1"/>
          <p:nvPr/>
        </p:nvSpPr>
        <p:spPr>
          <a:xfrm>
            <a:off x="610870" y="1165860"/>
            <a:ext cx="8204835" cy="16014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2.2.3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数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dirty="0">
                <a:latin typeface="Times New Roman" panose="02020603050405020304" pitchFamily="18" charset="0"/>
              </a:rPr>
              <a:t>与矩阵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=(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的乘积定义为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简称为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数乘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18117" name="组合 218116"/>
          <p:cNvGrpSpPr/>
          <p:nvPr/>
        </p:nvGrpSpPr>
        <p:grpSpPr>
          <a:xfrm>
            <a:off x="866775" y="5013325"/>
            <a:ext cx="4570413" cy="522288"/>
            <a:chOff x="546" y="3158"/>
            <a:chExt cx="2879" cy="329"/>
          </a:xfrm>
        </p:grpSpPr>
        <p:sp>
          <p:nvSpPr>
            <p:cNvPr id="218118" name="文本框 218117"/>
            <p:cNvSpPr txBox="1"/>
            <p:nvPr/>
          </p:nvSpPr>
          <p:spPr>
            <a:xfrm>
              <a:off x="546" y="3158"/>
              <a:ext cx="28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注意：</a:t>
              </a:r>
              <a:r>
                <a:rPr lang="zh-CN" altLang="en-US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与          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不同！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18119" name="对象 218118"/>
            <p:cNvGraphicFramePr/>
            <p:nvPr/>
          </p:nvGraphicFramePr>
          <p:xfrm>
            <a:off x="1168" y="3204"/>
            <a:ext cx="417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0" name="" r:id="rId3" imgW="520065" imgH="317500" progId="Equation.DSMT4">
                    <p:embed/>
                  </p:oleObj>
                </mc:Choice>
                <mc:Fallback>
                  <p:oleObj name="" r:id="rId3" imgW="520065" imgH="317500" progId="Equation.DSMT4">
                    <p:embed/>
                    <p:pic>
                      <p:nvPicPr>
                        <p:cNvPr id="0" name="图片 365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68" y="3204"/>
                          <a:ext cx="417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8120" name="对象 218119"/>
            <p:cNvGraphicFramePr/>
            <p:nvPr/>
          </p:nvGraphicFramePr>
          <p:xfrm>
            <a:off x="1854" y="3203"/>
            <a:ext cx="66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9" name="" r:id="rId5" imgW="850900" imgH="393700" progId="Equation.DSMT4">
                    <p:embed/>
                  </p:oleObj>
                </mc:Choice>
                <mc:Fallback>
                  <p:oleObj name="" r:id="rId5" imgW="850900" imgH="393700" progId="Equation.DSMT4">
                    <p:embed/>
                    <p:pic>
                      <p:nvPicPr>
                        <p:cNvPr id="0" name="图片 365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54" y="3203"/>
                          <a:ext cx="66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811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advAuto="1000" build="p"/>
      <p:bldP spid="21811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文本框 219137"/>
          <p:cNvSpPr txBox="1"/>
          <p:nvPr/>
        </p:nvSpPr>
        <p:spPr>
          <a:xfrm>
            <a:off x="827088" y="1484313"/>
            <a:ext cx="7561262" cy="246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buNone/>
            </a:pP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i="1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r>
              <a:rPr lang="zh-CN" altLang="en-US" dirty="0">
                <a:latin typeface="Times New Roman" panose="02020603050405020304" pitchFamily="18" charset="0"/>
              </a:rPr>
              <a:t>为同型的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</a:t>
            </a:r>
            <a:r>
              <a:rPr lang="zh-CN" altLang="en-US" dirty="0">
                <a:latin typeface="Times New Roman" panose="02020603050405020304" pitchFamily="18" charset="0"/>
              </a:rPr>
              <a:t>为数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buAutoNum type="arabicParenBoth"/>
            </a:pPr>
            <a:r>
              <a:rPr lang="en-US" altLang="zh-CN">
                <a:latin typeface="Times New Roman" panose="02020603050405020304" pitchFamily="18" charset="0"/>
              </a:rPr>
              <a:t>1 </a:t>
            </a:r>
            <a:r>
              <a:rPr lang="en-US" altLang="zh-CN" i="1">
                <a:latin typeface="Times New Roman" panose="02020603050405020304" pitchFamily="18" charset="0"/>
              </a:rPr>
              <a:t>A=A</a:t>
            </a:r>
            <a:r>
              <a:rPr lang="zh-CN" altLang="en-US" i="1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0A=O                </a:t>
            </a:r>
            <a:r>
              <a:rPr lang="en-US" altLang="zh-CN">
                <a:latin typeface="Times New Roman" panose="02020603050405020304" pitchFamily="18" charset="0"/>
              </a:rPr>
              <a:t>(2) 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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A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lnSpc>
                <a:spcPct val="110000"/>
              </a:lnSpc>
              <a:buNone/>
            </a:pP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lnSpc>
                <a:spcPct val="110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(3) 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A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           </a:t>
            </a:r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9139" name="文本框 219138"/>
          <p:cNvSpPr txBox="1"/>
          <p:nvPr/>
        </p:nvSpPr>
        <p:spPr>
          <a:xfrm>
            <a:off x="971550" y="692150"/>
            <a:ext cx="5292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FF"/>
                </a:solidFill>
                <a:sym typeface="+mn-ea"/>
              </a:rPr>
              <a:t>性质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2.2.2: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数乘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矩阵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运算规律</a:t>
            </a:r>
            <a:endParaRPr lang="zh-CN" altLang="en-US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913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charRg st="2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9138">
                                            <p:txEl>
                                              <p:charRg st="26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charRg st="8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9138">
                                            <p:txEl>
                                              <p:charRg st="82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build="p"/>
      <p:bldP spid="21913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矩形 217089"/>
          <p:cNvSpPr/>
          <p:nvPr/>
        </p:nvSpPr>
        <p:spPr>
          <a:xfrm>
            <a:off x="672465" y="405130"/>
            <a:ext cx="58794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矩阵加法的运算规律</a:t>
            </a:r>
            <a:endParaRPr lang="zh-CN" altLang="en-US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7091" name="文本框 217090"/>
          <p:cNvSpPr txBox="1"/>
          <p:nvPr/>
        </p:nvSpPr>
        <p:spPr>
          <a:xfrm>
            <a:off x="1043305" y="1407795"/>
            <a:ext cx="5168900" cy="10001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marL="457200" indent="-457200" algn="l">
              <a:lnSpc>
                <a:spcPct val="110000"/>
              </a:lnSpc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</a:rPr>
              <a:t>交换律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sym typeface="+mn-ea"/>
              </a:rPr>
              <a:t>2)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结合律</a:t>
            </a:r>
            <a:r>
              <a:rPr lang="en-US" altLang="zh-CN">
                <a:latin typeface="Times New Roman" panose="02020603050405020304" pitchFamily="18" charset="0"/>
              </a:rPr>
              <a:t>: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7097" name="文本框 217096"/>
          <p:cNvSpPr txBox="1"/>
          <p:nvPr/>
        </p:nvSpPr>
        <p:spPr>
          <a:xfrm>
            <a:off x="1042670" y="2827655"/>
            <a:ext cx="27266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(4)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O,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7098" name="文本框 217097"/>
          <p:cNvSpPr txBox="1"/>
          <p:nvPr/>
        </p:nvSpPr>
        <p:spPr>
          <a:xfrm>
            <a:off x="1042670" y="2383155"/>
            <a:ext cx="2409190" cy="5372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zh-CN">
                <a:latin typeface="Times New Roman" panose="02020603050405020304" pitchFamily="18" charset="0"/>
              </a:rPr>
              <a:t>(3)  </a:t>
            </a:r>
            <a:r>
              <a:rPr lang="en-US" altLang="zh-CN" i="1">
                <a:latin typeface="Times New Roman" panose="02020603050405020304" pitchFamily="18" charset="0"/>
              </a:rPr>
              <a:t>A+O=A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19138" name="文本框 219137"/>
          <p:cNvSpPr txBox="1"/>
          <p:nvPr/>
        </p:nvSpPr>
        <p:spPr>
          <a:xfrm>
            <a:off x="803275" y="3920490"/>
            <a:ext cx="7660640" cy="15005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457200" indent="-457200">
              <a:lnSpc>
                <a:spcPct val="110000"/>
              </a:lnSpc>
              <a:buNone/>
            </a:pP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为同型的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</a:t>
            </a:r>
            <a:r>
              <a:rPr lang="zh-CN" altLang="en-US" dirty="0">
                <a:latin typeface="Times New Roman" panose="02020603050405020304" pitchFamily="18" charset="0"/>
              </a:rPr>
              <a:t>为数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buNone/>
            </a:pPr>
            <a:r>
              <a:rPr lang="en-US">
                <a:latin typeface="Times New Roman" panose="02020603050405020304" pitchFamily="18" charset="0"/>
              </a:rPr>
              <a:t>(1) </a:t>
            </a:r>
            <a:r>
              <a:rPr lang="en-US" altLang="zh-CN">
                <a:sym typeface="+mn-ea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A=A.                          </a:t>
            </a:r>
            <a:r>
              <a:rPr lang="en-US" altLang="zh-CN">
                <a:latin typeface="Times New Roman" panose="02020603050405020304" pitchFamily="18" charset="0"/>
              </a:rPr>
              <a:t>(2) 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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A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lnSpc>
                <a:spcPct val="110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(3) 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A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       </a:t>
            </a:r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9139" name="文本框 219138"/>
          <p:cNvSpPr txBox="1"/>
          <p:nvPr/>
        </p:nvSpPr>
        <p:spPr>
          <a:xfrm>
            <a:off x="611505" y="3386455"/>
            <a:ext cx="5292725" cy="6121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dirty="0">
                <a:solidFill>
                  <a:srgbClr val="0000FF"/>
                </a:solidFill>
                <a:sym typeface="+mn-ea"/>
              </a:rPr>
              <a:t>数乘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矩阵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运算规律</a:t>
            </a:r>
            <a:endParaRPr lang="zh-CN" altLang="en-US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3100" y="5549265"/>
            <a:ext cx="769493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矩阵的加法与数乘运算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统称为矩阵的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线性运算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2185" y="938530"/>
            <a:ext cx="5783580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10000"/>
              </a:lnSpc>
              <a:buNone/>
            </a:pPr>
            <a:r>
              <a:rPr lang="zh-CN" altLang="en-US">
                <a:sym typeface="+mn-ea"/>
              </a:rPr>
              <a:t>设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, </a:t>
            </a:r>
            <a:r>
              <a:rPr lang="en-US" altLang="zh-CN" i="1">
                <a:sym typeface="+mn-ea"/>
              </a:rPr>
              <a:t>B</a:t>
            </a:r>
            <a:r>
              <a:rPr lang="zh-CN" altLang="en-US" i="1">
                <a:sym typeface="+mn-ea"/>
              </a:rPr>
              <a:t>，</a:t>
            </a:r>
            <a:r>
              <a:rPr lang="en-US" altLang="zh-CN" i="1">
                <a:sym typeface="+mn-ea"/>
              </a:rPr>
              <a:t>C</a:t>
            </a:r>
            <a:r>
              <a:rPr lang="zh-CN" altLang="en-US" i="1">
                <a:sym typeface="+mn-ea"/>
              </a:rPr>
              <a:t>，</a:t>
            </a:r>
            <a:r>
              <a:rPr lang="en-US" altLang="zh-CN" i="1">
                <a:sym typeface="+mn-ea"/>
              </a:rPr>
              <a:t>O</a:t>
            </a:r>
            <a:r>
              <a:rPr lang="zh-CN" altLang="en-US" dirty="0">
                <a:sym typeface="+mn-ea"/>
              </a:rPr>
              <a:t>为同型矩阵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69360" y="2828290"/>
            <a:ext cx="2603500" cy="559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–</a:t>
            </a:r>
            <a:r>
              <a:rPr lang="en-US" altLang="zh-CN" i="1">
                <a:sym typeface="+mn-ea"/>
              </a:rPr>
              <a:t>B</a:t>
            </a:r>
            <a:r>
              <a:rPr lang="en-US" altLang="zh-CN" i="1" baseline="-25000">
                <a:sym typeface="+mn-ea"/>
              </a:rPr>
              <a:t> </a:t>
            </a:r>
            <a:r>
              <a:rPr lang="en-US" altLang="zh-CN">
                <a:sym typeface="+mn-ea"/>
              </a:rPr>
              <a:t>=</a:t>
            </a:r>
            <a:r>
              <a:rPr lang="en-US" altLang="zh-CN" baseline="-25000">
                <a:sym typeface="+mn-ea"/>
              </a:rPr>
              <a:t> 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+(–</a:t>
            </a:r>
            <a:r>
              <a:rPr lang="en-US" altLang="zh-CN" i="1">
                <a:sym typeface="+mn-ea"/>
              </a:rPr>
              <a:t>B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709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21709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1709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1913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 build="p"/>
      <p:bldP spid="217091" grpId="0" uiExpand="1" build="p"/>
      <p:bldP spid="217097" grpId="0" build="p"/>
      <p:bldP spid="217098" grpId="0"/>
      <p:bldP spid="219139" grpId="0" build="p"/>
      <p:bldP spid="2" grpId="0" build="p"/>
      <p:bldP spid="219138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文本框 22"/>
          <p:cNvSpPr txBox="1"/>
          <p:nvPr/>
        </p:nvSpPr>
        <p:spPr>
          <a:xfrm>
            <a:off x="836295" y="356235"/>
            <a:ext cx="5566410" cy="768350"/>
          </a:xfrm>
          <a:prstGeom prst="rect">
            <a:avLst/>
          </a:prstGeom>
        </p:spPr>
        <p:txBody>
          <a:bodyPr>
            <a:noAutofit/>
          </a:bodyPr>
          <a:p>
            <a:pPr algn="just" defTabSz="266700"/>
            <a:r>
              <a:rPr lang="zh-CN" altLang="en-US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Calibri" panose="020F0502020204030204"/>
                <a:ea typeface="Calibri" panose="020F0502020204030204"/>
              </a:rPr>
              <a:t>2.2.1</a:t>
            </a:r>
            <a:r>
              <a:rPr lang="zh-CN" altLang="en-US">
                <a:latin typeface="Calibri" panose="020F0502020204030204"/>
                <a:ea typeface="宋体" panose="02010600030101010101" pitchFamily="2" charset="-122"/>
              </a:rPr>
              <a:t>　设两个同型矩阵分别为：</a:t>
            </a:r>
            <a:endParaRPr lang="zh-CN" altLang="en-US"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70915" y="904240"/>
            <a:ext cx="7473950" cy="1240155"/>
            <a:chOff x="1529" y="1424"/>
            <a:chExt cx="11770" cy="1953"/>
          </a:xfrm>
        </p:grpSpPr>
        <p:graphicFrame>
          <p:nvGraphicFramePr>
            <p:cNvPr id="2" name="对象 -2147481758"/>
            <p:cNvGraphicFramePr>
              <a:graphicFrameLocks noChangeAspect="1"/>
            </p:cNvGraphicFramePr>
            <p:nvPr/>
          </p:nvGraphicFramePr>
          <p:xfrm>
            <a:off x="5388" y="1424"/>
            <a:ext cx="4148" cy="1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091565" imgH="457200" progId="Equation.DSMT4">
                    <p:embed/>
                  </p:oleObj>
                </mc:Choice>
                <mc:Fallback>
                  <p:oleObj name="" r:id="rId1" imgW="1091565" imgH="457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388" y="1424"/>
                          <a:ext cx="4148" cy="19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4"/>
            <p:cNvSpPr txBox="1"/>
            <p:nvPr/>
          </p:nvSpPr>
          <p:spPr>
            <a:xfrm>
              <a:off x="9287" y="1642"/>
              <a:ext cx="4012" cy="134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indent="267970" algn="just" defTabSz="266700">
                <a:lnSpc>
                  <a:spcPct val="150000"/>
                </a:lnSpc>
              </a:pPr>
              <a:r>
                <a:rPr lang="zh-CN" altLang="en-US">
                  <a:latin typeface="Calibri" panose="020F0502020204030204"/>
                  <a:ea typeface="宋体" panose="02010600030101010101" pitchFamily="2" charset="-122"/>
                </a:rPr>
                <a:t>求矩阵</a:t>
              </a:r>
              <a:r>
                <a:rPr lang="en-US" altLang="zh-CN">
                  <a:latin typeface="Calibri" panose="020F0502020204030204"/>
                  <a:ea typeface="宋体" panose="02010600030101010101" pitchFamily="2" charset="-122"/>
                </a:rPr>
                <a:t>2A-B.</a:t>
              </a:r>
              <a:endParaRPr lang="zh-CN" altLang="en-US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28" name="对象 27"/>
            <p:cNvGraphicFramePr/>
            <p:nvPr/>
          </p:nvGraphicFramePr>
          <p:xfrm>
            <a:off x="1529" y="1496"/>
            <a:ext cx="3307" cy="1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" name="" r:id="rId3" imgW="1028700" imgH="457200" progId="Equation.DSMT4">
                    <p:embed/>
                  </p:oleObj>
                </mc:Choice>
                <mc:Fallback>
                  <p:oleObj name="" r:id="rId3" imgW="1028700" imgH="457200" progId="Equation.DSMT4">
                    <p:embed/>
                    <p:pic>
                      <p:nvPicPr>
                        <p:cNvPr id="0" name="图片 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29" y="1496"/>
                          <a:ext cx="3307" cy="18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/>
          <p:cNvGraphicFramePr/>
          <p:nvPr/>
        </p:nvGraphicFramePr>
        <p:xfrm>
          <a:off x="1511300" y="2265045"/>
          <a:ext cx="611187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" r:id="rId5" imgW="2336800" imgH="939800" progId="Equation.DSMT4">
                  <p:embed/>
                </p:oleObj>
              </mc:Choice>
              <mc:Fallback>
                <p:oleObj name="" r:id="rId5" imgW="2336800" imgH="939800" progId="Equation.DSMT4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1300" y="2265045"/>
                        <a:ext cx="6111875" cy="2447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593725" y="2348865"/>
            <a:ext cx="605790" cy="635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解：</a:t>
            </a:r>
            <a:endParaRPr lang="zh-CN" altLang="en-US"/>
          </a:p>
        </p:txBody>
      </p:sp>
      <p:graphicFrame>
        <p:nvGraphicFramePr>
          <p:cNvPr id="3" name="对象 -2147481755"/>
          <p:cNvGraphicFramePr>
            <a:graphicFrameLocks noChangeAspect="1"/>
          </p:cNvGraphicFramePr>
          <p:nvPr/>
        </p:nvGraphicFramePr>
        <p:xfrm>
          <a:off x="1595755" y="4937760"/>
          <a:ext cx="245046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7" imgW="990600" imgH="457200" progId="Equation.DSMT4">
                  <p:embed/>
                </p:oleObj>
              </mc:Choice>
              <mc:Fallback>
                <p:oleObj name="" r:id="rId7" imgW="990600" imgH="45720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95755" y="4937760"/>
                        <a:ext cx="2450465" cy="1317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 flipV="1">
            <a:off x="2032000" y="4654550"/>
            <a:ext cx="5080000" cy="547370"/>
          </a:xfrm>
          <a:prstGeom prst="rect">
            <a:avLst/>
          </a:prstGeom>
        </p:spPr>
        <p:txBody>
          <a:bodyPr>
            <a:noAutofit/>
          </a:bodyPr>
          <a:p>
            <a:pPr algn="just" defTabSz="266700"/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．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74065" y="577850"/>
            <a:ext cx="7136130" cy="1803400"/>
            <a:chOff x="1219" y="910"/>
            <a:chExt cx="11238" cy="2840"/>
          </a:xfrm>
        </p:grpSpPr>
        <p:sp>
          <p:nvSpPr>
            <p:cNvPr id="2" name="文本框 1"/>
            <p:cNvSpPr txBox="1"/>
            <p:nvPr/>
          </p:nvSpPr>
          <p:spPr>
            <a:xfrm>
              <a:off x="1219" y="1431"/>
              <a:ext cx="4676" cy="972"/>
            </a:xfrm>
            <a:prstGeom prst="rect">
              <a:avLst/>
            </a:prstGeom>
          </p:spPr>
          <p:txBody>
            <a:bodyPr>
              <a:noAutofit/>
            </a:bodyPr>
            <a:p>
              <a:pPr defTabSz="266700"/>
              <a:r>
                <a:rPr lang="zh-CN" altLang="en-US">
                  <a:solidFill>
                    <a:srgbClr val="FF0000"/>
                  </a:solidFill>
                  <a:latin typeface="Calibri" panose="020F0502020204030204"/>
                  <a:ea typeface="宋体" panose="02010600030101010101" pitchFamily="2" charset="-122"/>
                </a:rPr>
                <a:t>例</a:t>
              </a:r>
              <a:r>
                <a:rPr lang="en-US" altLang="zh-CN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</a:rPr>
                <a:t>2.2.2</a:t>
              </a:r>
              <a:r>
                <a:rPr lang="en-US" altLang="zh-CN">
                  <a:latin typeface="Calibri" panose="020F0502020204030204"/>
                  <a:ea typeface="Calibri" panose="020F0502020204030204"/>
                </a:rPr>
                <a:t> </a:t>
              </a:r>
              <a:r>
                <a:rPr lang="zh-CN" altLang="en-US">
                  <a:latin typeface="Calibri" panose="020F0502020204030204"/>
                  <a:ea typeface="宋体" panose="02010600030101010101" pitchFamily="2" charset="-122"/>
                </a:rPr>
                <a:t>已知矩阵，</a:t>
              </a:r>
              <a:endParaRPr lang="zh-CN" altLang="en-US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3" name="对象 2"/>
            <p:cNvGraphicFramePr/>
            <p:nvPr/>
          </p:nvGraphicFramePr>
          <p:xfrm>
            <a:off x="5833" y="910"/>
            <a:ext cx="3488" cy="1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" imgW="2578735" imgH="1235075" progId="Equation.DSMT4">
                    <p:embed/>
                  </p:oleObj>
                </mc:Choice>
                <mc:Fallback>
                  <p:oleObj name="" r:id="rId1" imgW="2578735" imgH="1235075" progId="Equation.DSMT4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833" y="910"/>
                          <a:ext cx="3488" cy="19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/>
            <p:nvPr/>
          </p:nvGraphicFramePr>
          <p:xfrm>
            <a:off x="9441" y="911"/>
            <a:ext cx="3017" cy="1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3" imgW="2098040" imgH="1237615" progId="Equation.DSMT4">
                    <p:embed/>
                  </p:oleObj>
                </mc:Choice>
                <mc:Fallback>
                  <p:oleObj name="" r:id="rId3" imgW="2098040" imgH="1237615" progId="Equation.DSMT4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441" y="911"/>
                          <a:ext cx="3017" cy="1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-2147481752"/>
            <p:cNvGraphicFramePr>
              <a:graphicFrameLocks noChangeAspect="1"/>
            </p:cNvGraphicFramePr>
            <p:nvPr/>
          </p:nvGraphicFramePr>
          <p:xfrm>
            <a:off x="1540" y="2772"/>
            <a:ext cx="3028" cy="8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5" imgW="990600" imgH="190500" progId="Equation.DSMT4">
                    <p:embed/>
                  </p:oleObj>
                </mc:Choice>
                <mc:Fallback>
                  <p:oleObj name="" r:id="rId5" imgW="990600" imgH="1905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40" y="2772"/>
                          <a:ext cx="3028" cy="8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4819" y="2834"/>
              <a:ext cx="4800" cy="9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，求矩阵</a:t>
              </a:r>
              <a:r>
                <a:rPr lang="en-US" altLang="zh-CN"/>
                <a:t>X</a:t>
              </a:r>
              <a:r>
                <a:rPr lang="zh-CN" altLang="en-US"/>
                <a:t>。</a:t>
              </a:r>
              <a:endParaRPr lang="zh-CN" altLang="en-US"/>
            </a:p>
          </p:txBody>
        </p:sp>
      </p:grpSp>
      <p:graphicFrame>
        <p:nvGraphicFramePr>
          <p:cNvPr id="8" name="对象 -2147481750"/>
          <p:cNvGraphicFramePr>
            <a:graphicFrameLocks noChangeAspect="1"/>
          </p:cNvGraphicFramePr>
          <p:nvPr/>
        </p:nvGraphicFramePr>
        <p:xfrm>
          <a:off x="1687195" y="2581910"/>
          <a:ext cx="5664835" cy="111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7" imgW="2946400" imgH="457200" progId="Equation.DSMT4">
                  <p:embed/>
                </p:oleObj>
              </mc:Choice>
              <mc:Fallback>
                <p:oleObj name="" r:id="rId7" imgW="2946400" imgH="457200" progId="Equation.DSMT4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87195" y="2581910"/>
                        <a:ext cx="5664835" cy="1113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97890" y="2666365"/>
            <a:ext cx="783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3234" name="对象 223233"/>
          <p:cNvGraphicFramePr/>
          <p:nvPr/>
        </p:nvGraphicFramePr>
        <p:xfrm>
          <a:off x="797560" y="3076575"/>
          <a:ext cx="6403340" cy="87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" name="" r:id="rId1" imgW="6156960" imgH="862965" progId="Equation.DSMT4">
                  <p:embed/>
                </p:oleObj>
              </mc:Choice>
              <mc:Fallback>
                <p:oleObj name="" r:id="rId1" imgW="6156960" imgH="862965" progId="Equation.DSMT4">
                  <p:embed/>
                  <p:pic>
                    <p:nvPicPr>
                      <p:cNvPr id="0" name="图片 36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7560" y="3076575"/>
                        <a:ext cx="6403340" cy="871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5" name="文本框 223234"/>
          <p:cNvSpPr txBox="1"/>
          <p:nvPr/>
        </p:nvSpPr>
        <p:spPr>
          <a:xfrm>
            <a:off x="634365" y="1111250"/>
            <a:ext cx="7993380" cy="19551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2.2.4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是一个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 i="1" err="1">
                <a:latin typeface="Times New Roman" panose="02020603050405020304" pitchFamily="18" charset="0"/>
              </a:rPr>
              <a:t>s</a:t>
            </a:r>
            <a:r>
              <a:rPr lang="en-US" altLang="zh-CN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err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定义矩阵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与矩阵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的乘积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是一个</a:t>
            </a:r>
            <a:r>
              <a:rPr lang="en-US" altLang="zh-CN" i="1" err="1">
                <a:latin typeface="Times New Roman" panose="02020603050405020304" pitchFamily="18" charset="0"/>
              </a:rPr>
              <a:t>m</a:t>
            </a:r>
            <a:r>
              <a:rPr lang="en-US" altLang="zh-CN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err="1">
                <a:latin typeface="Times New Roman" panose="02020603050405020304" pitchFamily="18" charset="0"/>
              </a:rPr>
              <a:t>n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23236" name="矩形 223235"/>
          <p:cNvSpPr/>
          <p:nvPr/>
        </p:nvSpPr>
        <p:spPr>
          <a:xfrm>
            <a:off x="612140" y="4125595"/>
            <a:ext cx="8015605" cy="6146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=1,2,···,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;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=1,2,···,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). </a:t>
            </a:r>
            <a:r>
              <a:rPr lang="zh-CN" altLang="en-US" dirty="0">
                <a:latin typeface="Times New Roman" panose="02020603050405020304" pitchFamily="18" charset="0"/>
              </a:rPr>
              <a:t>并把此乘积记作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23237" name="组合 223236"/>
          <p:cNvGrpSpPr/>
          <p:nvPr/>
        </p:nvGrpSpPr>
        <p:grpSpPr>
          <a:xfrm>
            <a:off x="611188" y="4845050"/>
            <a:ext cx="7699375" cy="1193800"/>
            <a:chOff x="385" y="3415"/>
            <a:chExt cx="4850" cy="752"/>
          </a:xfrm>
        </p:grpSpPr>
        <p:graphicFrame>
          <p:nvGraphicFramePr>
            <p:cNvPr id="223238" name="对象 223237"/>
            <p:cNvGraphicFramePr/>
            <p:nvPr/>
          </p:nvGraphicFramePr>
          <p:xfrm>
            <a:off x="431" y="3521"/>
            <a:ext cx="302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4" name="" r:id="rId3" imgW="304800" imgH="469265" progId="Equation.DSMT4">
                    <p:embed/>
                  </p:oleObj>
                </mc:Choice>
                <mc:Fallback>
                  <p:oleObj name="" r:id="rId3" imgW="304800" imgH="469265" progId="Equation.DSMT4">
                    <p:embed/>
                    <p:pic>
                      <p:nvPicPr>
                        <p:cNvPr id="0" name="图片 367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1" y="3521"/>
                          <a:ext cx="302" cy="4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3239" name="文本框 223238"/>
            <p:cNvSpPr txBox="1"/>
            <p:nvPr/>
          </p:nvSpPr>
          <p:spPr>
            <a:xfrm>
              <a:off x="385" y="3415"/>
              <a:ext cx="4850" cy="7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   </a:t>
              </a:r>
              <a:r>
                <a:rPr lang="zh-CN" altLang="en-US" dirty="0">
                  <a:latin typeface="Times New Roman" panose="02020603050405020304" pitchFamily="18" charset="0"/>
                </a:rPr>
                <a:t>是 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中的第 </a:t>
              </a:r>
              <a:r>
                <a:rPr lang="en-US" altLang="zh-CN" i="1">
                  <a:latin typeface="Times New Roman" panose="02020603050405020304" pitchFamily="18" charset="0"/>
                </a:rPr>
                <a:t>i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行元素与 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中第 </a:t>
              </a:r>
              <a:r>
                <a:rPr lang="en-US" altLang="zh-CN" i="1">
                  <a:latin typeface="Times New Roman" panose="02020603050405020304" pitchFamily="18" charset="0"/>
                </a:rPr>
                <a:t>j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列的对应元素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相乘再相加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20162" name="矩形 220161"/>
          <p:cNvSpPr/>
          <p:nvPr/>
        </p:nvSpPr>
        <p:spPr>
          <a:xfrm>
            <a:off x="971550" y="610870"/>
            <a:ext cx="2826385" cy="65024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l"/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三、矩阵</a:t>
            </a:r>
            <a:r>
              <a:rPr lang="zh-CN" altLang="en-US" sz="3200" dirty="0">
                <a:solidFill>
                  <a:srgbClr val="3333FF"/>
                </a:solidFill>
                <a:ea typeface="黑体" panose="02010609060101010101" pitchFamily="2" charset="-122"/>
                <a:sym typeface="+mn-ea"/>
              </a:rPr>
              <a:t>乘</a:t>
            </a:r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法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23235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23236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  <p:bldP spid="223236" grpId="0" advAuto="1000" build="p"/>
      <p:bldP spid="220162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1115695" y="155575"/>
          <a:ext cx="7538085" cy="338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3479800" imgH="1397000" progId="Equation.DSMT4">
                  <p:embed/>
                </p:oleObj>
              </mc:Choice>
              <mc:Fallback>
                <p:oleObj name="" r:id="rId1" imgW="3479800" imgH="13970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5695" y="155575"/>
                        <a:ext cx="7538085" cy="338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737235" y="3578225"/>
          <a:ext cx="4484370" cy="3188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1688465" imgH="1397000" progId="Equation.DSMT4">
                  <p:embed/>
                </p:oleObj>
              </mc:Choice>
              <mc:Fallback>
                <p:oleObj name="" r:id="rId3" imgW="1688465" imgH="13970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7235" y="3578225"/>
                        <a:ext cx="4484370" cy="3188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5" name="直接连接符 224264"/>
          <p:cNvSpPr/>
          <p:nvPr/>
        </p:nvSpPr>
        <p:spPr>
          <a:xfrm>
            <a:off x="1302385" y="2252345"/>
            <a:ext cx="3780790" cy="2476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直接连接符 8"/>
          <p:cNvSpPr/>
          <p:nvPr/>
        </p:nvSpPr>
        <p:spPr>
          <a:xfrm flipH="1" flipV="1">
            <a:off x="6844665" y="260985"/>
            <a:ext cx="46355" cy="32226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7220" name="矩形 137219"/>
          <p:cNvSpPr/>
          <p:nvPr/>
        </p:nvSpPr>
        <p:spPr>
          <a:xfrm>
            <a:off x="2771775" y="5216525"/>
            <a:ext cx="577850" cy="457835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515" y="1551305"/>
            <a:ext cx="952500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AB=</a:t>
            </a:r>
            <a:endParaRPr lang="en-US" altLang="zh-CN"/>
          </a:p>
        </p:txBody>
      </p:sp>
      <p:sp>
        <p:nvSpPr>
          <p:cNvPr id="11" name="直接连接符 10"/>
          <p:cNvSpPr/>
          <p:nvPr/>
        </p:nvSpPr>
        <p:spPr>
          <a:xfrm>
            <a:off x="1331595" y="549275"/>
            <a:ext cx="3870960" cy="2603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直接连接符 11"/>
          <p:cNvSpPr/>
          <p:nvPr/>
        </p:nvSpPr>
        <p:spPr>
          <a:xfrm flipV="1">
            <a:off x="5711190" y="219710"/>
            <a:ext cx="44450" cy="33909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矩形 12"/>
          <p:cNvSpPr/>
          <p:nvPr/>
        </p:nvSpPr>
        <p:spPr>
          <a:xfrm>
            <a:off x="1263015" y="3677285"/>
            <a:ext cx="536575" cy="494665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780665" y="3677285"/>
            <a:ext cx="594995" cy="53086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56100" y="3677285"/>
            <a:ext cx="570865" cy="494665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" name="直接连接符 17"/>
          <p:cNvSpPr/>
          <p:nvPr/>
        </p:nvSpPr>
        <p:spPr>
          <a:xfrm flipH="1" flipV="1">
            <a:off x="8173085" y="276225"/>
            <a:ext cx="5715" cy="320738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23234" name="对象 223233"/>
          <p:cNvGraphicFramePr/>
          <p:nvPr/>
        </p:nvGraphicFramePr>
        <p:xfrm>
          <a:off x="5436235" y="5013325"/>
          <a:ext cx="3486150" cy="69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" name="" r:id="rId5" imgW="1612900" imgH="241300" progId="Equation.DSMT4">
                  <p:embed/>
                </p:oleObj>
              </mc:Choice>
              <mc:Fallback>
                <p:oleObj name="" r:id="rId5" imgW="1612900" imgH="241300" progId="Equation.DSMT4">
                  <p:embed/>
                  <p:pic>
                    <p:nvPicPr>
                      <p:cNvPr id="0" name="图片 36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6235" y="5013325"/>
                        <a:ext cx="3486150" cy="6991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/>
          <p:nvPr/>
        </p:nvGraphicFramePr>
        <p:xfrm>
          <a:off x="5350510" y="3736975"/>
          <a:ext cx="3348355" cy="126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7" imgW="1117600" imgH="431800" progId="Equation.DSMT4">
                  <p:embed/>
                </p:oleObj>
              </mc:Choice>
              <mc:Fallback>
                <p:oleObj name="" r:id="rId7" imgW="1117600" imgH="431800" progId="Equation.DSMT4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50510" y="3736975"/>
                        <a:ext cx="3348355" cy="1267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文本框 224257"/>
          <p:cNvSpPr txBox="1"/>
          <p:nvPr/>
        </p:nvSpPr>
        <p:spPr>
          <a:xfrm>
            <a:off x="440690" y="558800"/>
            <a:ext cx="1004570" cy="7467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24259" name="对象 224258"/>
          <p:cNvGraphicFramePr/>
          <p:nvPr/>
        </p:nvGraphicFramePr>
        <p:xfrm>
          <a:off x="1642110" y="441643"/>
          <a:ext cx="4495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" name="" r:id="rId1" imgW="4493895" imgH="799465" progId="Equation.3">
                  <p:embed/>
                </p:oleObj>
              </mc:Choice>
              <mc:Fallback>
                <p:oleObj name="" r:id="rId1" imgW="4493895" imgH="799465" progId="Equation.3">
                  <p:embed/>
                  <p:pic>
                    <p:nvPicPr>
                      <p:cNvPr id="0" name="图片 36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2110" y="441643"/>
                        <a:ext cx="44958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0" name="对象 224259"/>
          <p:cNvGraphicFramePr/>
          <p:nvPr/>
        </p:nvGraphicFramePr>
        <p:xfrm>
          <a:off x="6188710" y="397193"/>
          <a:ext cx="2438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" name="" r:id="rId3" imgW="2438400" imgH="876300" progId="Equation.3">
                  <p:embed/>
                </p:oleObj>
              </mc:Choice>
              <mc:Fallback>
                <p:oleObj name="" r:id="rId3" imgW="2438400" imgH="876300" progId="Equation.3">
                  <p:embed/>
                  <p:pic>
                    <p:nvPicPr>
                      <p:cNvPr id="0" name="图片 36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88710" y="397193"/>
                        <a:ext cx="24384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1" name="对象 224260"/>
          <p:cNvGraphicFramePr/>
          <p:nvPr/>
        </p:nvGraphicFramePr>
        <p:xfrm>
          <a:off x="6591935" y="479743"/>
          <a:ext cx="647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6" name="" r:id="rId5" imgW="647065" imgH="317500" progId="Equation.3">
                  <p:embed/>
                </p:oleObj>
              </mc:Choice>
              <mc:Fallback>
                <p:oleObj name="" r:id="rId5" imgW="647065" imgH="317500" progId="Equation.3">
                  <p:embed/>
                  <p:pic>
                    <p:nvPicPr>
                      <p:cNvPr id="0" name="图片 36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91935" y="479743"/>
                        <a:ext cx="647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2" name="对象 224261"/>
          <p:cNvGraphicFramePr/>
          <p:nvPr/>
        </p:nvGraphicFramePr>
        <p:xfrm>
          <a:off x="7353935" y="479743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" name="" r:id="rId7" imgW="672465" imgH="317500" progId="Equation.3">
                  <p:embed/>
                </p:oleObj>
              </mc:Choice>
              <mc:Fallback>
                <p:oleObj name="" r:id="rId7" imgW="672465" imgH="317500" progId="Equation.3">
                  <p:embed/>
                  <p:pic>
                    <p:nvPicPr>
                      <p:cNvPr id="0" name="图片 36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53935" y="479743"/>
                        <a:ext cx="673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3" name="对象 224262"/>
          <p:cNvGraphicFramePr/>
          <p:nvPr/>
        </p:nvGraphicFramePr>
        <p:xfrm>
          <a:off x="7011035" y="854393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9" name="" r:id="rId9" imgW="203200" imgH="317500" progId="Equation.3">
                  <p:embed/>
                </p:oleObj>
              </mc:Choice>
              <mc:Fallback>
                <p:oleObj name="" r:id="rId9" imgW="203200" imgH="317500" progId="Equation.3">
                  <p:embed/>
                  <p:pic>
                    <p:nvPicPr>
                      <p:cNvPr id="0" name="图片 36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11035" y="854393"/>
                        <a:ext cx="203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4" name="对象 224263"/>
          <p:cNvGraphicFramePr/>
          <p:nvPr/>
        </p:nvGraphicFramePr>
        <p:xfrm>
          <a:off x="7658735" y="854393"/>
          <a:ext cx="3667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" name="" r:id="rId11" imgW="367665" imgH="317500" progId="Equation.3">
                  <p:embed/>
                </p:oleObj>
              </mc:Choice>
              <mc:Fallback>
                <p:oleObj name="" r:id="rId11" imgW="367665" imgH="317500" progId="Equation.3">
                  <p:embed/>
                  <p:pic>
                    <p:nvPicPr>
                      <p:cNvPr id="0" name="图片 368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58735" y="854393"/>
                        <a:ext cx="366713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5" name="直接连接符 224264"/>
          <p:cNvSpPr/>
          <p:nvPr/>
        </p:nvSpPr>
        <p:spPr>
          <a:xfrm flipV="1">
            <a:off x="2512695" y="586740"/>
            <a:ext cx="1137920" cy="1587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66" name="直接连接符 224265"/>
          <p:cNvSpPr/>
          <p:nvPr/>
        </p:nvSpPr>
        <p:spPr>
          <a:xfrm>
            <a:off x="4740910" y="549593"/>
            <a:ext cx="0" cy="6096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67" name="直接连接符 224266"/>
          <p:cNvSpPr/>
          <p:nvPr/>
        </p:nvSpPr>
        <p:spPr>
          <a:xfrm>
            <a:off x="5485448" y="473393"/>
            <a:ext cx="0" cy="6858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68" name="直接连接符 224267"/>
          <p:cNvSpPr/>
          <p:nvPr/>
        </p:nvSpPr>
        <p:spPr>
          <a:xfrm>
            <a:off x="2507298" y="1089343"/>
            <a:ext cx="1143000" cy="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69" name="直接连接符 224268"/>
          <p:cNvSpPr/>
          <p:nvPr/>
        </p:nvSpPr>
        <p:spPr>
          <a:xfrm>
            <a:off x="4740910" y="473393"/>
            <a:ext cx="0" cy="6858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70" name="直接连接符 224269"/>
          <p:cNvSpPr/>
          <p:nvPr/>
        </p:nvSpPr>
        <p:spPr>
          <a:xfrm>
            <a:off x="5485448" y="473393"/>
            <a:ext cx="0" cy="6858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24271" name="对象 224270"/>
          <p:cNvGraphicFramePr/>
          <p:nvPr/>
        </p:nvGraphicFramePr>
        <p:xfrm>
          <a:off x="7341235" y="778193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" name="" r:id="rId13" imgW="190500" imgH="317500" progId="Equation.3">
                  <p:embed/>
                </p:oleObj>
              </mc:Choice>
              <mc:Fallback>
                <p:oleObj name="" r:id="rId13" imgW="190500" imgH="317500" progId="Equation.3">
                  <p:embed/>
                  <p:pic>
                    <p:nvPicPr>
                      <p:cNvPr id="0" name="图片 368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41235" y="778193"/>
                        <a:ext cx="190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2" name="对象 224271"/>
          <p:cNvGraphicFramePr/>
          <p:nvPr/>
        </p:nvGraphicFramePr>
        <p:xfrm>
          <a:off x="1474470" y="1183640"/>
          <a:ext cx="2146300" cy="153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" name="" r:id="rId15" imgW="736600" imgH="711200" progId="Equation.3">
                  <p:embed/>
                </p:oleObj>
              </mc:Choice>
              <mc:Fallback>
                <p:oleObj name="" r:id="rId15" imgW="736600" imgH="711200" progId="Equation.3">
                  <p:embed/>
                  <p:pic>
                    <p:nvPicPr>
                      <p:cNvPr id="0" name="图片 369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4470" y="1183640"/>
                        <a:ext cx="2146300" cy="1538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3" name="对象 224272"/>
          <p:cNvGraphicFramePr/>
          <p:nvPr/>
        </p:nvGraphicFramePr>
        <p:xfrm>
          <a:off x="3483610" y="1756093"/>
          <a:ext cx="3224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" name="" r:id="rId17" imgW="3223260" imgH="405765" progId="Equation.3">
                  <p:embed/>
                </p:oleObj>
              </mc:Choice>
              <mc:Fallback>
                <p:oleObj name="" r:id="rId17" imgW="3223260" imgH="405765" progId="Equation.3">
                  <p:embed/>
                  <p:pic>
                    <p:nvPicPr>
                      <p:cNvPr id="0" name="图片 367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83610" y="1756093"/>
                        <a:ext cx="322421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4" name="对象 224273"/>
          <p:cNvGraphicFramePr/>
          <p:nvPr/>
        </p:nvGraphicFramePr>
        <p:xfrm>
          <a:off x="6899910" y="1738630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" name="" r:id="rId19" imgW="1663065" imgH="482600" progId="Equation.DSMT4">
                  <p:embed/>
                </p:oleObj>
              </mc:Choice>
              <mc:Fallback>
                <p:oleObj name="" r:id="rId19" imgW="1663065" imgH="482600" progId="Equation.DSMT4">
                  <p:embed/>
                  <p:pic>
                    <p:nvPicPr>
                      <p:cNvPr id="0" name="图片 368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99910" y="1738630"/>
                        <a:ext cx="16637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5" name="直接连接符 224274"/>
          <p:cNvSpPr/>
          <p:nvPr/>
        </p:nvSpPr>
        <p:spPr>
          <a:xfrm>
            <a:off x="1845310" y="1991043"/>
            <a:ext cx="7620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76" name="直接连接符 224275"/>
          <p:cNvSpPr/>
          <p:nvPr/>
        </p:nvSpPr>
        <p:spPr>
          <a:xfrm>
            <a:off x="3140710" y="1502093"/>
            <a:ext cx="0" cy="973137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4277" name="矩形 224276"/>
          <p:cNvSpPr/>
          <p:nvPr/>
        </p:nvSpPr>
        <p:spPr>
          <a:xfrm>
            <a:off x="363855" y="1668780"/>
            <a:ext cx="1090930" cy="698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2: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24278" name="对象 224277"/>
          <p:cNvGraphicFramePr/>
          <p:nvPr/>
        </p:nvGraphicFramePr>
        <p:xfrm>
          <a:off x="971550" y="3682365"/>
          <a:ext cx="1840230" cy="1388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0" name="" r:id="rId21" imgW="1993900" imgH="1549400" progId="Equation.DSMT4">
                  <p:embed/>
                </p:oleObj>
              </mc:Choice>
              <mc:Fallback>
                <p:oleObj name="" r:id="rId21" imgW="1993900" imgH="1549400" progId="Equation.DSMT4">
                  <p:embed/>
                  <p:pic>
                    <p:nvPicPr>
                      <p:cNvPr id="0" name="图片 367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71550" y="3682365"/>
                        <a:ext cx="1840230" cy="1388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9" name="对象 224278"/>
          <p:cNvGraphicFramePr/>
          <p:nvPr/>
        </p:nvGraphicFramePr>
        <p:xfrm>
          <a:off x="3884295" y="4291648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" name="" r:id="rId23" imgW="190500" imgH="330200" progId="Equation.DSMT4">
                  <p:embed/>
                </p:oleObj>
              </mc:Choice>
              <mc:Fallback>
                <p:oleObj name="" r:id="rId23" imgW="190500" imgH="330200" progId="Equation.DSMT4">
                  <p:embed/>
                  <p:pic>
                    <p:nvPicPr>
                      <p:cNvPr id="0" name="图片 368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84295" y="4291648"/>
                        <a:ext cx="1905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80" name="文本框 224279"/>
          <p:cNvSpPr txBox="1"/>
          <p:nvPr/>
        </p:nvSpPr>
        <p:spPr>
          <a:xfrm>
            <a:off x="414655" y="2771775"/>
            <a:ext cx="834834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此矩阵相乘结果是1阶矩阵，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当运算可行或作为运算结果时，一阶矩阵可以与数等同看待！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63220" y="5099050"/>
            <a:ext cx="8465820" cy="1433195"/>
            <a:chOff x="572" y="8030"/>
            <a:chExt cx="13332" cy="2257"/>
          </a:xfrm>
        </p:grpSpPr>
        <p:sp>
          <p:nvSpPr>
            <p:cNvPr id="9" name="文本框 8"/>
            <p:cNvSpPr txBox="1"/>
            <p:nvPr/>
          </p:nvSpPr>
          <p:spPr>
            <a:xfrm>
              <a:off x="572" y="8030"/>
              <a:ext cx="13333" cy="225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>
                <a:lnSpc>
                  <a:spcPct val="110000"/>
                </a:lnSpc>
              </a:pPr>
              <a:r>
                <a:rPr lang="zh-CN" altLang="en-US">
                  <a:sym typeface="+mn-ea"/>
                </a:rPr>
                <a:t>由例</a:t>
              </a:r>
              <a:r>
                <a:rPr lang="en-US" altLang="zh-CN">
                  <a:sym typeface="+mn-ea"/>
                </a:rPr>
                <a:t>2</a:t>
              </a:r>
              <a:r>
                <a:rPr lang="zh-CN" altLang="en-US">
                  <a:sym typeface="+mn-ea"/>
                </a:rPr>
                <a:t>知：两个矩阵</a:t>
              </a:r>
              <a:r>
                <a:rPr lang="en-US" altLang="zh-CN">
                  <a:sym typeface="+mn-ea"/>
                </a:rPr>
                <a:t>A</a:t>
              </a:r>
              <a:r>
                <a:rPr lang="zh-CN" altLang="en-US">
                  <a:sym typeface="+mn-ea"/>
                </a:rPr>
                <a:t>、</a:t>
              </a:r>
              <a:r>
                <a:rPr lang="en-US" altLang="zh-CN">
                  <a:sym typeface="+mn-ea"/>
                </a:rPr>
                <a:t>B</a:t>
              </a:r>
              <a:r>
                <a:rPr lang="zh-CN" altLang="en-US">
                  <a:sym typeface="+mn-ea"/>
                </a:rPr>
                <a:t>相乘，若</a:t>
              </a:r>
              <a:r>
                <a:rPr lang="en-US" altLang="zh-CN" i="1">
                  <a:sym typeface="+mn-ea"/>
                </a:rPr>
                <a:t>AB </a:t>
              </a:r>
              <a:r>
                <a:rPr lang="zh-CN" altLang="en-US" dirty="0">
                  <a:sym typeface="+mn-ea"/>
                </a:rPr>
                <a:t>和 </a:t>
              </a:r>
              <a:r>
                <a:rPr lang="en-US" altLang="zh-CN" i="1">
                  <a:sym typeface="+mn-ea"/>
                </a:rPr>
                <a:t>BA</a:t>
              </a:r>
              <a:r>
                <a:rPr lang="zh-CN" altLang="en-US" dirty="0">
                  <a:sym typeface="+mn-ea"/>
                </a:rPr>
                <a:t>都有意义，但：</a:t>
              </a:r>
              <a:r>
                <a:rPr lang="en-US" altLang="zh-CN">
                  <a:sym typeface="+mn-ea"/>
                </a:rPr>
                <a:t>(1)</a:t>
              </a:r>
              <a:r>
                <a:rPr lang="zh-CN" altLang="en-US" dirty="0">
                  <a:sym typeface="+mn-ea"/>
                </a:rPr>
                <a:t>它们可能不是同型矩阵</a:t>
              </a:r>
              <a:r>
                <a:rPr lang="en-US" altLang="zh-CN">
                  <a:sym typeface="+mn-ea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>
                  <a:sym typeface="+mn-ea"/>
                </a:rPr>
                <a:t>    (2)</a:t>
              </a:r>
              <a:r>
                <a:rPr lang="zh-CN" altLang="en-US">
                  <a:sym typeface="+mn-ea"/>
                </a:rPr>
                <a:t>交换位置相乘后结果也不一定相同，即</a:t>
              </a:r>
              <a:r>
                <a:rPr lang="en-US" altLang="zh-CN">
                  <a:sym typeface="+mn-ea"/>
                </a:rPr>
                <a:t>AB    BA.</a:t>
              </a:r>
              <a:endParaRPr lang="zh-CN" altLang="en-US">
                <a:sym typeface="+mn-ea"/>
              </a:endParaRPr>
            </a:p>
          </p:txBody>
        </p:sp>
        <p:graphicFrame>
          <p:nvGraphicFramePr>
            <p:cNvPr id="13" name="对象 12"/>
            <p:cNvGraphicFramePr/>
            <p:nvPr/>
          </p:nvGraphicFramePr>
          <p:xfrm>
            <a:off x="12211" y="9709"/>
            <a:ext cx="428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" r:id="rId25" imgW="241300" imgH="241300" progId="Equation.DSMT4">
                    <p:embed/>
                  </p:oleObj>
                </mc:Choice>
                <mc:Fallback>
                  <p:oleObj name="" r:id="rId25" imgW="241300" imgH="241300" progId="Equation.DSMT4">
                    <p:embed/>
                    <p:pic>
                      <p:nvPicPr>
                        <p:cNvPr id="0" name="图片 1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2211" y="9709"/>
                          <a:ext cx="428" cy="5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/>
          <p:nvPr/>
        </p:nvGraphicFramePr>
        <p:xfrm>
          <a:off x="2946400" y="3571875"/>
          <a:ext cx="1748790" cy="149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27" imgW="1841500" imgH="1549400" progId="Equation.DSMT4">
                  <p:embed/>
                </p:oleObj>
              </mc:Choice>
              <mc:Fallback>
                <p:oleObj name="" r:id="rId27" imgW="1841500" imgH="1549400" progId="Equation.DSMT4">
                  <p:embed/>
                  <p:pic>
                    <p:nvPicPr>
                      <p:cNvPr id="0" name="图片 368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946400" y="3571875"/>
                        <a:ext cx="1748790" cy="1499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716780" y="4034790"/>
            <a:ext cx="2056130" cy="497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是</a:t>
            </a:r>
            <a:r>
              <a:rPr lang="en-US" altLang="zh-CN"/>
              <a:t>3</a:t>
            </a:r>
            <a:r>
              <a:rPr lang="zh-CN" altLang="en-US"/>
              <a:t>阶矩阵</a:t>
            </a:r>
            <a:r>
              <a:rPr lang="en-US" altLang="zh-CN"/>
              <a:t>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425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24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22427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22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2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22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22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2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22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build="p"/>
      <p:bldP spid="224277" grpId="0" build="p"/>
      <p:bldP spid="224280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对象 -2147481727"/>
          <p:cNvGraphicFramePr>
            <a:graphicFrameLocks noChangeAspect="1"/>
          </p:cNvGraphicFramePr>
          <p:nvPr/>
        </p:nvGraphicFramePr>
        <p:xfrm>
          <a:off x="467360" y="2882265"/>
          <a:ext cx="8250555" cy="136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4546600" imgH="660400" progId="Equation.DSMT4">
                  <p:embed/>
                </p:oleObj>
              </mc:Choice>
              <mc:Fallback>
                <p:oleObj name="" r:id="rId1" imgW="4546600" imgH="660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7360" y="2882265"/>
                        <a:ext cx="8250555" cy="13614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626745" y="306705"/>
            <a:ext cx="7674610" cy="1497330"/>
            <a:chOff x="987" y="569"/>
            <a:chExt cx="12086" cy="2650"/>
          </a:xfrm>
        </p:grpSpPr>
        <p:sp>
          <p:nvSpPr>
            <p:cNvPr id="225284" name="文本框 225283"/>
            <p:cNvSpPr txBox="1"/>
            <p:nvPr/>
          </p:nvSpPr>
          <p:spPr>
            <a:xfrm>
              <a:off x="987" y="1236"/>
              <a:ext cx="4978" cy="1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p>
              <a:pPr>
                <a:lnSpc>
                  <a:spcPct val="100000"/>
                </a:lnSpc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例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2.2.3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: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已知矩阵，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" name="对象 -2147481730"/>
            <p:cNvGraphicFramePr>
              <a:graphicFrameLocks noChangeAspect="1"/>
            </p:cNvGraphicFramePr>
            <p:nvPr/>
          </p:nvGraphicFramePr>
          <p:xfrm>
            <a:off x="5760" y="814"/>
            <a:ext cx="3434" cy="1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1104900" imgH="457200" progId="Equation.DSMT4">
                    <p:embed/>
                  </p:oleObj>
                </mc:Choice>
                <mc:Fallback>
                  <p:oleObj name="" r:id="rId3" imgW="1104900" imgH="457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0" y="814"/>
                          <a:ext cx="3434" cy="17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-2147481729"/>
            <p:cNvGraphicFramePr>
              <a:graphicFrameLocks noChangeAspect="1"/>
            </p:cNvGraphicFramePr>
            <p:nvPr/>
          </p:nvGraphicFramePr>
          <p:xfrm>
            <a:off x="9380" y="569"/>
            <a:ext cx="3693" cy="2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168400" imgH="685800" progId="Equation.DSMT4">
                    <p:embed/>
                  </p:oleObj>
                </mc:Choice>
                <mc:Fallback>
                  <p:oleObj name="" r:id="rId5" imgW="1168400" imgH="685800" progId="Equation.DSMT4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80" y="569"/>
                          <a:ext cx="3693" cy="20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1531" y="2282"/>
              <a:ext cx="1718" cy="9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00000"/>
                </a:lnSpc>
              </a:pPr>
              <a:r>
                <a:rPr lang="zh-CN" altLang="en-US" dirty="0">
                  <a:sym typeface="+mn-ea"/>
                </a:rPr>
                <a:t>求</a:t>
              </a:r>
              <a:r>
                <a:rPr lang="en-US" altLang="zh-CN" i="1">
                  <a:sym typeface="+mn-ea"/>
                </a:rPr>
                <a:t>AB.</a:t>
              </a:r>
              <a:endParaRPr lang="zh-CN" altLang="en-US" i="1">
                <a:sym typeface="+mn-ea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832485" y="1936750"/>
            <a:ext cx="787400" cy="630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解：</a:t>
            </a:r>
            <a:endParaRPr lang="zh-CN" altLang="en-US"/>
          </a:p>
        </p:txBody>
      </p:sp>
      <p:graphicFrame>
        <p:nvGraphicFramePr>
          <p:cNvPr id="12" name="对象 11"/>
          <p:cNvGraphicFramePr/>
          <p:nvPr/>
        </p:nvGraphicFramePr>
        <p:xfrm>
          <a:off x="1755140" y="1497330"/>
          <a:ext cx="372618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7" imgW="3797935" imgH="1486535" progId="Equation.DSMT4">
                  <p:embed/>
                </p:oleObj>
              </mc:Choice>
              <mc:Fallback>
                <p:oleObj name="" r:id="rId7" imgW="3797935" imgH="1486535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5140" y="1497330"/>
                        <a:ext cx="3726180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/>
          <p:nvPr/>
        </p:nvGraphicFramePr>
        <p:xfrm>
          <a:off x="467995" y="3973830"/>
          <a:ext cx="2153920" cy="1155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9" imgW="2022475" imgH="1078865" progId="Equation.DSMT4">
                  <p:embed/>
                </p:oleObj>
              </mc:Choice>
              <mc:Fallback>
                <p:oleObj name="" r:id="rId9" imgW="2022475" imgH="1078865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7995" y="3973830"/>
                        <a:ext cx="2153920" cy="1155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404235" y="3891280"/>
            <a:ext cx="5227955" cy="1425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10000"/>
              </a:lnSpc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 </a:t>
            </a:r>
            <a:r>
              <a:rPr lang="zh-CN" altLang="en-US" dirty="0">
                <a:solidFill>
                  <a:srgbClr val="FF6600"/>
                </a:solidFill>
                <a:ea typeface="黑体" panose="02010609060101010101" pitchFamily="2" charset="-122"/>
                <a:sym typeface="+mn-ea"/>
              </a:rPr>
              <a:t>注意</a:t>
            </a:r>
            <a:r>
              <a:rPr lang="en-US" altLang="zh-CN">
                <a:solidFill>
                  <a:srgbClr val="FF6600"/>
                </a:solidFill>
                <a:ea typeface="黑体" panose="02010609060101010101" pitchFamily="2" charset="-122"/>
                <a:sym typeface="+mn-ea"/>
              </a:rPr>
              <a:t>:</a:t>
            </a:r>
            <a:r>
              <a:rPr lang="en-US" altLang="zh-CN"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dirty="0">
                <a:sym typeface="+mn-ea"/>
              </a:rPr>
              <a:t>只有当第一个矩阵的列数等于第二个矩阵</a:t>
            </a:r>
            <a:r>
              <a:rPr lang="zh-CN" altLang="en-US" dirty="0">
                <a:sym typeface="+mn-ea"/>
              </a:rPr>
              <a:t>的行数时</a:t>
            </a:r>
            <a:r>
              <a:rPr lang="en-US" altLang="zh-CN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两个矩阵才能相乘</a:t>
            </a:r>
            <a:r>
              <a:rPr lang="en-US" altLang="zh-CN">
                <a:sym typeface="+mn-ea"/>
              </a:rPr>
              <a:t>.</a:t>
            </a:r>
            <a:endParaRPr lang="en-US" altLang="zh-CN">
              <a:sym typeface="+mn-ea"/>
            </a:endParaRPr>
          </a:p>
        </p:txBody>
      </p:sp>
      <p:grpSp>
        <p:nvGrpSpPr>
          <p:cNvPr id="226307" name="组合 226306"/>
          <p:cNvGrpSpPr/>
          <p:nvPr/>
        </p:nvGrpSpPr>
        <p:grpSpPr>
          <a:xfrm>
            <a:off x="612140" y="5444490"/>
            <a:ext cx="7842885" cy="1000125"/>
            <a:chOff x="720" y="3242"/>
            <a:chExt cx="5063" cy="720"/>
          </a:xfrm>
        </p:grpSpPr>
        <p:graphicFrame>
          <p:nvGraphicFramePr>
            <p:cNvPr id="226308" name="对象 226307"/>
            <p:cNvGraphicFramePr/>
            <p:nvPr/>
          </p:nvGraphicFramePr>
          <p:xfrm>
            <a:off x="1389" y="3242"/>
            <a:ext cx="1792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" name="" r:id="rId11" imgW="2844800" imgH="1143000" progId="Equation.3">
                    <p:embed/>
                  </p:oleObj>
                </mc:Choice>
                <mc:Fallback>
                  <p:oleObj name="" r:id="rId11" imgW="2844800" imgH="1143000" progId="Equation.3">
                    <p:embed/>
                    <p:pic>
                      <p:nvPicPr>
                        <p:cNvPr id="0" name="图片 369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89" y="3242"/>
                          <a:ext cx="1792" cy="7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309" name="文本框 226308"/>
            <p:cNvSpPr txBox="1"/>
            <p:nvPr/>
          </p:nvSpPr>
          <p:spPr>
            <a:xfrm>
              <a:off x="720" y="3454"/>
              <a:ext cx="641" cy="3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例如</a:t>
              </a:r>
              <a:r>
                <a:rPr lang="en-US" altLang="zh-CN">
                  <a:latin typeface="Times New Roman" panose="02020603050405020304" pitchFamily="18" charset="0"/>
                  <a:ea typeface="黑体" panose="02010609060101010101" pitchFamily="2" charset="-122"/>
                </a:rPr>
                <a:t>:</a:t>
              </a:r>
              <a:endParaRPr lang="en-US" altLang="zh-CN" b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26310" name="文本框 226309"/>
            <p:cNvSpPr txBox="1"/>
            <p:nvPr/>
          </p:nvSpPr>
          <p:spPr>
            <a:xfrm>
              <a:off x="3137" y="3435"/>
              <a:ext cx="2646" cy="3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不能相乘，矩阵不存在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矩形 230401"/>
          <p:cNvSpPr/>
          <p:nvPr/>
        </p:nvSpPr>
        <p:spPr>
          <a:xfrm>
            <a:off x="583565" y="228600"/>
            <a:ext cx="60763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性质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2.2.3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：矩阵乘法的运算规律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30403" name="文本框 230402"/>
          <p:cNvSpPr txBox="1"/>
          <p:nvPr/>
        </p:nvSpPr>
        <p:spPr>
          <a:xfrm>
            <a:off x="755650" y="920115"/>
            <a:ext cx="7579360" cy="17716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marL="457200" indent="-457200" algn="l">
              <a:lnSpc>
                <a:spcPct val="75000"/>
              </a:lnSpc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</a:rPr>
              <a:t>结合律</a:t>
            </a:r>
            <a:r>
              <a:rPr lang="en-US" altLang="zh-CN">
                <a:latin typeface="Times New Roman" panose="02020603050405020304" pitchFamily="18" charset="0"/>
              </a:rPr>
              <a:t>:  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BC</a:t>
            </a:r>
            <a:r>
              <a:rPr lang="en-US" altLang="zh-CN">
                <a:latin typeface="Times New Roman" panose="02020603050405020304" pitchFamily="18" charset="0"/>
              </a:rPr>
              <a:t>);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AutoNum type="arabicParenBoth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AutoNum type="arabicParenBoth" startAt="2"/>
            </a:pPr>
            <a:r>
              <a:rPr lang="zh-CN" altLang="en-US" dirty="0">
                <a:latin typeface="Times New Roman" panose="02020603050405020304" pitchFamily="18" charset="0"/>
              </a:rPr>
              <a:t>分配律</a:t>
            </a:r>
            <a:r>
              <a:rPr lang="en-US" altLang="zh-CN">
                <a:latin typeface="Times New Roman" panose="02020603050405020304" pitchFamily="18" charset="0"/>
              </a:rPr>
              <a:t>: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AC</a:t>
            </a:r>
            <a:r>
              <a:rPr lang="en-US" altLang="zh-CN">
                <a:latin typeface="Times New Roman" panose="02020603050405020304" pitchFamily="18" charset="0"/>
              </a:rPr>
              <a:t>, 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CA</a:t>
            </a:r>
            <a:r>
              <a:rPr lang="en-US" altLang="zh-CN">
                <a:latin typeface="Times New Roman" panose="02020603050405020304" pitchFamily="18" charset="0"/>
              </a:rPr>
              <a:t>; 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AutoNum type="arabicParenBoth" startAt="2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(3) 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dirty="0">
                <a:latin typeface="Times New Roman" panose="02020603050405020304" pitchFamily="18" charset="0"/>
              </a:rPr>
              <a:t>为数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buNone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1455" y="2863850"/>
            <a:ext cx="8639175" cy="514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注意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:</a:t>
            </a:r>
            <a:r>
              <a:rPr lang="zh-CN" altLang="en-US" dirty="0">
                <a:sym typeface="+mn-ea"/>
              </a:rPr>
              <a:t> (1)矩阵乘法一般不满足交换律</a:t>
            </a:r>
            <a:r>
              <a:rPr lang="en-US" altLang="zh-CN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即</a:t>
            </a:r>
            <a:r>
              <a:rPr lang="en-US" altLang="zh-CN">
                <a:sym typeface="+mn-ea"/>
              </a:rPr>
              <a:t>: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i="1">
                <a:solidFill>
                  <a:srgbClr val="FF6600"/>
                </a:solidFill>
                <a:sym typeface="+mn-ea"/>
              </a:rPr>
              <a:t>AB</a:t>
            </a:r>
            <a:r>
              <a:rPr lang="en-US" altLang="zh-CN">
                <a:solidFill>
                  <a:srgbClr val="FF6600"/>
                </a:solidFill>
                <a:sym typeface="Symbol" panose="05050102010706020507" pitchFamily="18" charset="2"/>
              </a:rPr>
              <a:t></a:t>
            </a:r>
            <a:r>
              <a:rPr lang="en-US" altLang="zh-CN" i="1">
                <a:solidFill>
                  <a:srgbClr val="FF6600"/>
                </a:solidFill>
                <a:sym typeface="Symbol" panose="05050102010706020507" pitchFamily="18" charset="2"/>
              </a:rPr>
              <a:t>BA</a:t>
            </a:r>
            <a:r>
              <a:rPr lang="zh-CN" altLang="en-US" dirty="0">
                <a:solidFill>
                  <a:srgbClr val="FF6600"/>
                </a:solidFill>
                <a:sym typeface="Symbol" panose="05050102010706020507" pitchFamily="18" charset="2"/>
              </a:rPr>
              <a:t>，</a:t>
            </a:r>
            <a:endParaRPr lang="zh-CN" altLang="en-US" dirty="0">
              <a:solidFill>
                <a:srgbClr val="FF6600"/>
              </a:solidFill>
              <a:sym typeface="Symbol" panose="05050102010706020507" pitchFamily="18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3442335"/>
            <a:ext cx="3873500" cy="496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dirty="0">
                <a:sym typeface="+mn-ea"/>
              </a:rPr>
              <a:t>(2)</a:t>
            </a:r>
            <a:r>
              <a:rPr lang="zh-CN" altLang="en-US" dirty="0">
                <a:sym typeface="+mn-ea"/>
              </a:rPr>
              <a:t>注意矩阵相乘的次序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4015105"/>
            <a:ext cx="6424930" cy="599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dirty="0">
                <a:sym typeface="+mn-ea"/>
              </a:rPr>
              <a:t>(3)</a:t>
            </a:r>
            <a:r>
              <a:rPr lang="zh-CN" altLang="en-US" dirty="0">
                <a:sym typeface="+mn-ea"/>
              </a:rPr>
              <a:t>当 </a:t>
            </a:r>
            <a:r>
              <a:rPr lang="en-US" altLang="zh-CN" i="1">
                <a:sym typeface="+mn-ea"/>
              </a:rPr>
              <a:t>AB </a:t>
            </a:r>
            <a:r>
              <a:rPr lang="zh-CN" altLang="en-US" dirty="0">
                <a:sym typeface="+mn-ea"/>
              </a:rPr>
              <a:t>有意义时，</a:t>
            </a:r>
            <a:r>
              <a:rPr lang="en-US" altLang="zh-CN" i="1">
                <a:sym typeface="+mn-ea"/>
              </a:rPr>
              <a:t>BA </a:t>
            </a:r>
            <a:r>
              <a:rPr lang="zh-CN" altLang="en-US" dirty="0">
                <a:sym typeface="+mn-ea"/>
              </a:rPr>
              <a:t>可能无意义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08000" y="4787265"/>
            <a:ext cx="7976870" cy="1443990"/>
            <a:chOff x="682" y="7186"/>
            <a:chExt cx="12680" cy="2238"/>
          </a:xfrm>
        </p:grpSpPr>
        <p:graphicFrame>
          <p:nvGraphicFramePr>
            <p:cNvPr id="231427" name="对象 231426"/>
            <p:cNvGraphicFramePr/>
            <p:nvPr/>
          </p:nvGraphicFramePr>
          <p:xfrm>
            <a:off x="7525" y="7186"/>
            <a:ext cx="3970" cy="2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4" name="" r:id="rId1" imgW="3365500" imgH="1549400" progId="Equation.DSMT4">
                    <p:embed/>
                  </p:oleObj>
                </mc:Choice>
                <mc:Fallback>
                  <p:oleObj name="" r:id="rId1" imgW="3365500" imgH="1549400" progId="Equation.DSMT4">
                    <p:embed/>
                    <p:pic>
                      <p:nvPicPr>
                        <p:cNvPr id="0" name="图片 371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525" y="7186"/>
                          <a:ext cx="3970" cy="20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29" name="文本框 231428"/>
            <p:cNvSpPr txBox="1"/>
            <p:nvPr/>
          </p:nvSpPr>
          <p:spPr>
            <a:xfrm>
              <a:off x="11330" y="7911"/>
              <a:ext cx="2032" cy="9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r>
                <a:rPr lang="zh-CN" altLang="en-US">
                  <a:latin typeface="Times New Roman" panose="02020603050405020304" pitchFamily="18" charset="0"/>
                </a:rPr>
                <a:t>不</a:t>
              </a:r>
              <a:r>
                <a:rPr lang="zh-CN" altLang="en-US" dirty="0">
                  <a:latin typeface="Times New Roman" panose="02020603050405020304" pitchFamily="18" charset="0"/>
                </a:rPr>
                <a:t>存在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1430" name="对象 231429"/>
            <p:cNvGraphicFramePr/>
            <p:nvPr/>
          </p:nvGraphicFramePr>
          <p:xfrm>
            <a:off x="682" y="7484"/>
            <a:ext cx="3710" cy="1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8" name="" r:id="rId3" imgW="3148965" imgH="1548765" progId="Equation.DSMT4">
                    <p:embed/>
                  </p:oleObj>
                </mc:Choice>
                <mc:Fallback>
                  <p:oleObj name="" r:id="rId3" imgW="3148965" imgH="1548765" progId="Equation.DSMT4">
                    <p:embed/>
                    <p:pic>
                      <p:nvPicPr>
                        <p:cNvPr id="0" name="图片 37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82" y="7484"/>
                          <a:ext cx="3710" cy="19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31" name="文本框 231430"/>
            <p:cNvSpPr txBox="1"/>
            <p:nvPr/>
          </p:nvSpPr>
          <p:spPr>
            <a:xfrm>
              <a:off x="4214" y="7911"/>
              <a:ext cx="3535" cy="10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有意义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r>
                <a:rPr lang="zh-CN" altLang="en-US" dirty="0">
                  <a:latin typeface="Times New Roman" panose="02020603050405020304" pitchFamily="18" charset="0"/>
                </a:rPr>
                <a:t>但是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211955" y="3457575"/>
            <a:ext cx="4632325" cy="484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i="1">
                <a:sym typeface="+mn-ea"/>
              </a:rPr>
              <a:t>AB</a:t>
            </a:r>
            <a:r>
              <a:rPr lang="zh-CN" altLang="en-US" dirty="0">
                <a:sym typeface="+mn-ea"/>
              </a:rPr>
              <a:t>称为</a:t>
            </a:r>
            <a:r>
              <a:rPr lang="en-US" altLang="zh-CN" i="1">
                <a:sym typeface="+mn-ea"/>
              </a:rPr>
              <a:t>A</a:t>
            </a:r>
            <a:r>
              <a:rPr lang="zh-CN" altLang="en-US" dirty="0">
                <a:sym typeface="+mn-ea"/>
              </a:rPr>
              <a:t>左乘</a:t>
            </a:r>
            <a:r>
              <a:rPr lang="en-US" altLang="zh-CN" i="1">
                <a:sym typeface="+mn-ea"/>
              </a:rPr>
              <a:t>B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或者</a:t>
            </a:r>
            <a:r>
              <a:rPr lang="en-US" altLang="zh-CN" i="1">
                <a:sym typeface="+mn-ea"/>
              </a:rPr>
              <a:t>B</a:t>
            </a:r>
            <a:r>
              <a:rPr lang="zh-CN" altLang="en-US" dirty="0">
                <a:sym typeface="+mn-ea"/>
              </a:rPr>
              <a:t>右乘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.</a:t>
            </a:r>
            <a:endParaRPr lang="en-US" altLang="zh-CN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3215" y="4627245"/>
            <a:ext cx="1022350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例如</a:t>
            </a:r>
            <a:r>
              <a:rPr lang="en-US" altLang="zh-CN">
                <a:gradFill>
                  <a:gsLst>
                    <a:gs pos="3000">
                      <a:srgbClr val="3E60C1"/>
                    </a:gs>
                    <a:gs pos="100000">
                      <a:srgbClr val="D0D9F0"/>
                    </a:gs>
                  </a:gsLst>
                  <a:lin ang="16200000" scaled="1"/>
                </a:gradFill>
                <a:ea typeface="黑体" panose="02010609060101010101" pitchFamily="2" charset="-122"/>
                <a:sym typeface="+mn-ea"/>
              </a:rPr>
              <a:t>:</a:t>
            </a:r>
            <a:endParaRPr lang="en-US" altLang="zh-CN">
              <a:gradFill>
                <a:gsLst>
                  <a:gs pos="3000">
                    <a:srgbClr val="3E60C1"/>
                  </a:gs>
                  <a:gs pos="100000">
                    <a:srgbClr val="D0D9F0"/>
                  </a:gs>
                </a:gsLst>
                <a:lin ang="16200000" scaled="1"/>
              </a:gradFill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04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3040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charRg st="2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0403">
                                            <p:txEl>
                                              <p:charRg st="22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charRg st="61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0403">
                                            <p:txEl>
                                              <p:charRg st="61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dvAuto="1000" build="p"/>
      <p:bldP spid="230403" grpId="0" build="p"/>
      <p:bldP spid="4" grpId="0"/>
      <p:bldP spid="6" grpId="0"/>
      <p:bldP spid="8" grpId="0"/>
      <p:bldP spid="12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对象 7"/>
          <p:cNvGraphicFramePr/>
          <p:nvPr/>
        </p:nvGraphicFramePr>
        <p:xfrm>
          <a:off x="4316095" y="3991610"/>
          <a:ext cx="1921510" cy="125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093470" imgH="292735" progId="Equation.DSMT4">
                  <p:embed/>
                </p:oleObj>
              </mc:Choice>
              <mc:Fallback>
                <p:oleObj name="" r:id="rId1" imgW="1093470" imgH="292735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16095" y="3991610"/>
                        <a:ext cx="1921510" cy="125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611505" y="376555"/>
            <a:ext cx="6569710" cy="1831975"/>
            <a:chOff x="963" y="593"/>
            <a:chExt cx="10346" cy="2885"/>
          </a:xfrm>
        </p:grpSpPr>
        <p:graphicFrame>
          <p:nvGraphicFramePr>
            <p:cNvPr id="4" name="对象 3"/>
            <p:cNvGraphicFramePr/>
            <p:nvPr/>
          </p:nvGraphicFramePr>
          <p:xfrm>
            <a:off x="4149" y="759"/>
            <a:ext cx="2824" cy="1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3" imgW="1771650" imgH="1209675" progId="Equation.DSMT4">
                    <p:embed/>
                  </p:oleObj>
                </mc:Choice>
                <mc:Fallback>
                  <p:oleObj name="" r:id="rId3" imgW="1771650" imgH="1209675" progId="Equation.DSMT4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49" y="759"/>
                          <a:ext cx="2824" cy="1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/>
            <p:nvPr/>
          </p:nvGraphicFramePr>
          <p:xfrm>
            <a:off x="7229" y="593"/>
            <a:ext cx="1950" cy="2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5" imgW="1240155" imgH="1285875" progId="Equation.DSMT4">
                    <p:embed/>
                  </p:oleObj>
                </mc:Choice>
                <mc:Fallback>
                  <p:oleObj name="" r:id="rId5" imgW="1240155" imgH="1285875" progId="Equation.DSMT4">
                    <p:embed/>
                    <p:pic>
                      <p:nvPicPr>
                        <p:cNvPr id="0" name="图片 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229" y="593"/>
                          <a:ext cx="1950" cy="21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组合 19"/>
            <p:cNvGrpSpPr/>
            <p:nvPr/>
          </p:nvGrpSpPr>
          <p:grpSpPr>
            <a:xfrm>
              <a:off x="963" y="698"/>
              <a:ext cx="10346" cy="2781"/>
              <a:chOff x="963" y="698"/>
              <a:chExt cx="10346" cy="2781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963" y="1205"/>
                <a:ext cx="2167" cy="763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defTabSz="266700"/>
                <a:r>
                  <a:rPr lang="zh-CN" altLang="en-US">
                    <a:solidFill>
                      <a:srgbClr val="FF0000"/>
                    </a:solidFill>
                    <a:latin typeface="Calibri" panose="020F0502020204030204"/>
                    <a:ea typeface="宋体" panose="02010600030101010101" pitchFamily="2" charset="-122"/>
                  </a:rPr>
                  <a:t>例</a:t>
                </a:r>
                <a:r>
                  <a:rPr lang="en-US" altLang="zh-CN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</a:rPr>
                  <a:t>2.2.4</a:t>
                </a:r>
                <a:endParaRPr lang="en-US" altLang="zh-CN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3004" y="1294"/>
                <a:ext cx="1065" cy="6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/>
                  <a:t>设</a:t>
                </a:r>
                <a:endParaRPr lang="zh-CN" altLang="en-US"/>
              </a:p>
            </p:txBody>
          </p:sp>
          <p:graphicFrame>
            <p:nvGraphicFramePr>
              <p:cNvPr id="13" name="对象 12"/>
              <p:cNvGraphicFramePr/>
              <p:nvPr/>
            </p:nvGraphicFramePr>
            <p:xfrm>
              <a:off x="9367" y="698"/>
              <a:ext cx="1943" cy="19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" name="" r:id="rId7" imgW="673100" imgH="685800" progId="Equation.DSMT4">
                      <p:embed/>
                    </p:oleObj>
                  </mc:Choice>
                  <mc:Fallback>
                    <p:oleObj name="" r:id="rId7" imgW="673100" imgH="685800" progId="Equation.DSMT4">
                      <p:embed/>
                      <p:pic>
                        <p:nvPicPr>
                          <p:cNvPr id="0" name="图片 13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9367" y="698"/>
                            <a:ext cx="1943" cy="199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文本框 14"/>
              <p:cNvSpPr txBox="1"/>
              <p:nvPr/>
            </p:nvSpPr>
            <p:spPr>
              <a:xfrm>
                <a:off x="1667" y="2657"/>
                <a:ext cx="480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求</a:t>
                </a:r>
                <a:r>
                  <a:rPr lang="en-US" altLang="zh-CN"/>
                  <a:t>AB</a:t>
                </a:r>
                <a:r>
                  <a:rPr lang="zh-CN" altLang="en-US"/>
                  <a:t>、</a:t>
                </a:r>
                <a:r>
                  <a:rPr lang="en-US" altLang="zh-CN"/>
                  <a:t>AC.</a:t>
                </a:r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925195" y="2436495"/>
            <a:ext cx="836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解：</a:t>
            </a:r>
            <a:endParaRPr lang="zh-CN" altLang="en-US"/>
          </a:p>
        </p:txBody>
      </p:sp>
      <p:graphicFrame>
        <p:nvGraphicFramePr>
          <p:cNvPr id="6" name="对象 -2147481719"/>
          <p:cNvGraphicFramePr>
            <a:graphicFrameLocks noChangeAspect="1"/>
          </p:cNvGraphicFramePr>
          <p:nvPr/>
        </p:nvGraphicFramePr>
        <p:xfrm>
          <a:off x="1892300" y="2120265"/>
          <a:ext cx="45847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9" imgW="1930400" imgH="685800" progId="Equation.DSMT4">
                  <p:embed/>
                </p:oleObj>
              </mc:Choice>
              <mc:Fallback>
                <p:oleObj name="" r:id="rId9" imgW="1930400" imgH="6858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92300" y="2120265"/>
                        <a:ext cx="4584700" cy="162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1718"/>
          <p:cNvGraphicFramePr>
            <a:graphicFrameLocks noChangeAspect="1"/>
          </p:cNvGraphicFramePr>
          <p:nvPr/>
        </p:nvGraphicFramePr>
        <p:xfrm>
          <a:off x="1907540" y="3717290"/>
          <a:ext cx="4465320" cy="156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1" imgW="1955800" imgH="685800" progId="Equation.DSMT4">
                  <p:embed/>
                </p:oleObj>
              </mc:Choice>
              <mc:Fallback>
                <p:oleObj name="" r:id="rId11" imgW="1955800" imgH="6858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07540" y="3717290"/>
                        <a:ext cx="4465320" cy="1565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1691510" y="5283200"/>
            <a:ext cx="6772221" cy="1069340"/>
            <a:chOff x="1481" y="8320"/>
            <a:chExt cx="11661" cy="1684"/>
          </a:xfrm>
        </p:grpSpPr>
        <p:sp>
          <p:nvSpPr>
            <p:cNvPr id="19" name="文本框 18"/>
            <p:cNvSpPr txBox="1"/>
            <p:nvPr/>
          </p:nvSpPr>
          <p:spPr>
            <a:xfrm>
              <a:off x="1481" y="8320"/>
              <a:ext cx="11661" cy="1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此例表明：矩阵乘法不满足消去律，</a:t>
              </a:r>
              <a:endParaRPr lang="zh-CN" altLang="en-US"/>
            </a:p>
            <a:p>
              <a:r>
                <a:rPr lang="zh-CN" altLang="en-US"/>
                <a:t>即当</a:t>
              </a:r>
              <a:r>
                <a:rPr lang="en-US" altLang="zh-CN"/>
                <a:t>AB=AC            B=C</a:t>
              </a:r>
              <a:endParaRPr lang="en-US" altLang="zh-CN"/>
            </a:p>
          </p:txBody>
        </p:sp>
        <p:sp>
          <p:nvSpPr>
            <p:cNvPr id="234508" name="右箭头 234507"/>
            <p:cNvSpPr/>
            <p:nvPr/>
          </p:nvSpPr>
          <p:spPr>
            <a:xfrm>
              <a:off x="5201" y="9143"/>
              <a:ext cx="1387" cy="411"/>
            </a:xfrm>
            <a:prstGeom prst="rightArrow">
              <a:avLst>
                <a:gd name="adj1" fmla="val 42919"/>
                <a:gd name="adj2" fmla="val 172331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234509" name="直接连接符 234508"/>
            <p:cNvSpPr/>
            <p:nvPr/>
          </p:nvSpPr>
          <p:spPr>
            <a:xfrm>
              <a:off x="5436" y="9029"/>
              <a:ext cx="564" cy="72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7" name="文本框 233476"/>
          <p:cNvSpPr txBox="1"/>
          <p:nvPr/>
        </p:nvSpPr>
        <p:spPr>
          <a:xfrm>
            <a:off x="889635" y="427990"/>
            <a:ext cx="1391285" cy="6737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2.2.5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" name="对象 -2147481716"/>
          <p:cNvGraphicFramePr>
            <a:graphicFrameLocks noChangeAspect="1"/>
          </p:cNvGraphicFramePr>
          <p:nvPr/>
        </p:nvGraphicFramePr>
        <p:xfrm>
          <a:off x="1619885" y="1922780"/>
          <a:ext cx="4911725" cy="101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2159000" imgH="457200" progId="Equation.DSMT4">
                  <p:embed/>
                </p:oleObj>
              </mc:Choice>
              <mc:Fallback>
                <p:oleObj name="" r:id="rId1" imgW="2159000" imgH="457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885" y="1922780"/>
                        <a:ext cx="4911725" cy="1011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55370" y="1332230"/>
            <a:ext cx="3350895" cy="622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求</a:t>
            </a:r>
            <a:r>
              <a:rPr lang="en-US" altLang="zh-CN" i="1">
                <a:sym typeface="+mn-ea"/>
              </a:rPr>
              <a:t>AB </a:t>
            </a:r>
            <a:r>
              <a:rPr lang="zh-CN" altLang="en-US" i="1">
                <a:sym typeface="+mn-ea"/>
              </a:rPr>
              <a:t>、</a:t>
            </a:r>
            <a:r>
              <a:rPr lang="en-US" altLang="zh-CN" i="1">
                <a:sym typeface="+mn-ea"/>
              </a:rPr>
              <a:t>AC </a:t>
            </a:r>
            <a:r>
              <a:rPr lang="zh-CN" altLang="en-US">
                <a:sym typeface="+mn-ea"/>
              </a:rPr>
              <a:t>和</a:t>
            </a:r>
            <a:r>
              <a:rPr lang="en-US" altLang="zh-CN" i="1">
                <a:sym typeface="+mn-ea"/>
              </a:rPr>
              <a:t>BA.</a:t>
            </a:r>
            <a:endParaRPr lang="en-US" altLang="zh-CN" i="1">
              <a:sym typeface="+mn-ea"/>
            </a:endParaRPr>
          </a:p>
        </p:txBody>
      </p:sp>
      <p:graphicFrame>
        <p:nvGraphicFramePr>
          <p:cNvPr id="8" name="对象 -2147481715"/>
          <p:cNvGraphicFramePr>
            <a:graphicFrameLocks noChangeAspect="1"/>
          </p:cNvGraphicFramePr>
          <p:nvPr/>
        </p:nvGraphicFramePr>
        <p:xfrm>
          <a:off x="1682115" y="4022725"/>
          <a:ext cx="497967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2311400" imgH="457200" progId="Equation.DSMT4">
                  <p:embed/>
                </p:oleObj>
              </mc:Choice>
              <mc:Fallback>
                <p:oleObj name="" r:id="rId3" imgW="2311400" imgH="457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2115" y="4022725"/>
                        <a:ext cx="4979670" cy="997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2267585" y="260985"/>
            <a:ext cx="5817870" cy="1035050"/>
            <a:chOff x="2255" y="3177"/>
            <a:chExt cx="8134" cy="1412"/>
          </a:xfrm>
        </p:grpSpPr>
        <p:graphicFrame>
          <p:nvGraphicFramePr>
            <p:cNvPr id="2" name="对象 -2147481719"/>
            <p:cNvGraphicFramePr>
              <a:graphicFrameLocks noChangeAspect="1"/>
            </p:cNvGraphicFramePr>
            <p:nvPr/>
          </p:nvGraphicFramePr>
          <p:xfrm>
            <a:off x="2255" y="3224"/>
            <a:ext cx="3073" cy="1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5" imgW="1181100" imgH="457200" progId="Equation.DSMT4">
                    <p:embed/>
                  </p:oleObj>
                </mc:Choice>
                <mc:Fallback>
                  <p:oleObj name="" r:id="rId5" imgW="1181100" imgH="457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55" y="3224"/>
                          <a:ext cx="3073" cy="1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-2147481718"/>
            <p:cNvGraphicFramePr>
              <a:graphicFrameLocks noChangeAspect="1"/>
            </p:cNvGraphicFramePr>
            <p:nvPr/>
          </p:nvGraphicFramePr>
          <p:xfrm>
            <a:off x="5159" y="3177"/>
            <a:ext cx="2743" cy="1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7" imgW="889000" imgH="457200" progId="Equation.DSMT4">
                    <p:embed/>
                  </p:oleObj>
                </mc:Choice>
                <mc:Fallback>
                  <p:oleObj name="" r:id="rId7" imgW="889000" imgH="457200" progId="Equation.DSMT4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59" y="3177"/>
                          <a:ext cx="2743" cy="14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-2147481718"/>
            <p:cNvGraphicFramePr>
              <a:graphicFrameLocks noChangeAspect="1"/>
            </p:cNvGraphicFramePr>
            <p:nvPr/>
          </p:nvGraphicFramePr>
          <p:xfrm>
            <a:off x="7829" y="3270"/>
            <a:ext cx="2560" cy="1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9" imgW="889000" imgH="457200" progId="Equation.DSMT4">
                    <p:embed/>
                  </p:oleObj>
                </mc:Choice>
                <mc:Fallback>
                  <p:oleObj name="" r:id="rId9" imgW="889000" imgH="457200" progId="Equation.DSMT4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829" y="3270"/>
                          <a:ext cx="2560" cy="1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-2147481716"/>
          <p:cNvGraphicFramePr>
            <a:graphicFrameLocks noChangeAspect="1"/>
          </p:cNvGraphicFramePr>
          <p:nvPr/>
        </p:nvGraphicFramePr>
        <p:xfrm>
          <a:off x="1682115" y="2982595"/>
          <a:ext cx="5612765" cy="101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1" imgW="2540000" imgH="457200" progId="Equation.DSMT4">
                  <p:embed/>
                </p:oleObj>
              </mc:Choice>
              <mc:Fallback>
                <p:oleObj name="" r:id="rId11" imgW="2540000" imgH="457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82115" y="2982595"/>
                        <a:ext cx="5612765" cy="1011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273050" y="5085080"/>
            <a:ext cx="8776335" cy="1476375"/>
            <a:chOff x="430" y="8180"/>
            <a:chExt cx="13821" cy="2325"/>
          </a:xfrm>
        </p:grpSpPr>
        <p:sp>
          <p:nvSpPr>
            <p:cNvPr id="233482" name="文本框 233481"/>
            <p:cNvSpPr txBox="1"/>
            <p:nvPr/>
          </p:nvSpPr>
          <p:spPr>
            <a:xfrm>
              <a:off x="430" y="8180"/>
              <a:ext cx="13821" cy="23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p>
              <a:r>
                <a:rPr lang="zh-CN" altLang="en-US">
                  <a:solidFill>
                    <a:srgbClr val="FF0000"/>
                  </a:solidFill>
                  <a:latin typeface="Times New Roman" panose="02020603050405020304" pitchFamily="18" charset="0"/>
                </a:rPr>
                <a:t>此例表明：</a:t>
              </a:r>
              <a:r>
                <a:rPr lang="zh-CN" altLang="en-US">
                  <a:latin typeface="Times New Roman" panose="02020603050405020304" pitchFamily="18" charset="0"/>
                </a:rPr>
                <a:t>(1)一般情况矩阵乘法没有交换律即AB </a:t>
              </a:r>
              <a:r>
                <a:rPr lang="zh-CN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BA.</a:t>
              </a:r>
              <a:endParaRPr lang="zh-CN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r>
                <a:rPr lang="zh-CN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(2)两个非零矩阵相乘，其结果可能是零矩阵，因此有AB=O</a:t>
              </a:r>
              <a:r>
                <a:rPr lang="en-US" altLang="zh-CN">
                  <a:sym typeface="+mn-ea"/>
                </a:rPr>
                <a:t>          </a:t>
              </a:r>
              <a:r>
                <a:rPr lang="zh-CN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A=O或B=O成立</a:t>
              </a:r>
              <a:endParaRPr lang="zh-CN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34508" name="右箭头 234507"/>
            <p:cNvSpPr/>
            <p:nvPr/>
          </p:nvSpPr>
          <p:spPr>
            <a:xfrm>
              <a:off x="2210" y="9877"/>
              <a:ext cx="1269" cy="411"/>
            </a:xfrm>
            <a:prstGeom prst="rightArrow">
              <a:avLst>
                <a:gd name="adj1" fmla="val 42919"/>
                <a:gd name="adj2" fmla="val 172331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234509" name="直接连接符 234508"/>
            <p:cNvSpPr/>
            <p:nvPr/>
          </p:nvSpPr>
          <p:spPr>
            <a:xfrm>
              <a:off x="2550" y="9714"/>
              <a:ext cx="516" cy="72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9" name="文本框 234498"/>
          <p:cNvSpPr txBox="1"/>
          <p:nvPr/>
        </p:nvSpPr>
        <p:spPr>
          <a:xfrm>
            <a:off x="608965" y="1557020"/>
            <a:ext cx="8023860" cy="902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 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2.2.5 </a:t>
            </a: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i="1">
                <a:sym typeface="Symbol" panose="05050102010706020507" pitchFamily="18" charset="2"/>
              </a:rPr>
              <a:t>A </a:t>
            </a:r>
            <a:r>
              <a:rPr lang="zh-CN" altLang="en-US" dirty="0">
                <a:sym typeface="Symbol" panose="05050102010706020507" pitchFamily="18" charset="2"/>
              </a:rPr>
              <a:t>与 </a:t>
            </a:r>
            <a:r>
              <a:rPr lang="en-US" altLang="zh-CN" i="1">
                <a:sym typeface="Symbol" panose="05050102010706020507" pitchFamily="18" charset="2"/>
              </a:rPr>
              <a:t>B </a:t>
            </a:r>
            <a:r>
              <a:rPr lang="zh-CN" altLang="en-US" dirty="0">
                <a:sym typeface="Symbol" panose="05050102010706020507" pitchFamily="18" charset="2"/>
              </a:rPr>
              <a:t>为同阶</a:t>
            </a:r>
            <a:r>
              <a:rPr lang="zh-CN" altLang="en-US" dirty="0">
                <a:sym typeface="+mn-ea"/>
              </a:rPr>
              <a:t>方阵，如果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BA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时，称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可交换的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4500" name="文本框 234499"/>
          <p:cNvSpPr txBox="1"/>
          <p:nvPr/>
        </p:nvSpPr>
        <p:spPr>
          <a:xfrm>
            <a:off x="471488" y="3275013"/>
            <a:ext cx="563435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矩阵的乘法一般不满足消去律，即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4501" name="对象 234500"/>
          <p:cNvGraphicFramePr/>
          <p:nvPr/>
        </p:nvGraphicFramePr>
        <p:xfrm>
          <a:off x="903288" y="4210050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6" name="" r:id="rId1" imgW="1179830" imgH="317500" progId="Equation.DSMT4">
                  <p:embed/>
                </p:oleObj>
              </mc:Choice>
              <mc:Fallback>
                <p:oleObj name="" r:id="rId1" imgW="1179830" imgH="317500" progId="Equation.DSMT4">
                  <p:embed/>
                  <p:pic>
                    <p:nvPicPr>
                      <p:cNvPr id="0" name="图片 37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3288" y="4210050"/>
                        <a:ext cx="1181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2" name="右箭头 234501"/>
          <p:cNvSpPr/>
          <p:nvPr/>
        </p:nvSpPr>
        <p:spPr>
          <a:xfrm>
            <a:off x="2290763" y="4241800"/>
            <a:ext cx="1366837" cy="215900"/>
          </a:xfrm>
          <a:prstGeom prst="rightArrow">
            <a:avLst>
              <a:gd name="adj1" fmla="val 50000"/>
              <a:gd name="adj2" fmla="val 15827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4503" name="直接连接符 234502"/>
          <p:cNvSpPr/>
          <p:nvPr/>
        </p:nvSpPr>
        <p:spPr>
          <a:xfrm>
            <a:off x="2435225" y="3952875"/>
            <a:ext cx="863600" cy="792163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34504" name="对象 234503"/>
          <p:cNvGraphicFramePr/>
          <p:nvPr/>
        </p:nvGraphicFramePr>
        <p:xfrm>
          <a:off x="3875088" y="4168775"/>
          <a:ext cx="927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" name="" r:id="rId3" imgW="926465" imgH="317500" progId="Equation.DSMT4">
                  <p:embed/>
                </p:oleObj>
              </mc:Choice>
              <mc:Fallback>
                <p:oleObj name="" r:id="rId3" imgW="926465" imgH="317500" progId="Equation.DSMT4">
                  <p:embed/>
                  <p:pic>
                    <p:nvPicPr>
                      <p:cNvPr id="0" name="图片 37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5088" y="4168775"/>
                        <a:ext cx="927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5" name="文本框 234504"/>
          <p:cNvSpPr txBox="1"/>
          <p:nvPr/>
        </p:nvSpPr>
        <p:spPr>
          <a:xfrm>
            <a:off x="4956175" y="402590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4506" name="对象 234505"/>
          <p:cNvGraphicFramePr/>
          <p:nvPr/>
        </p:nvGraphicFramePr>
        <p:xfrm>
          <a:off x="5748338" y="4168775"/>
          <a:ext cx="927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" name="" r:id="rId5" imgW="926465" imgH="317500" progId="Equation.DSMT4">
                  <p:embed/>
                </p:oleObj>
              </mc:Choice>
              <mc:Fallback>
                <p:oleObj name="" r:id="rId5" imgW="926465" imgH="317500" progId="Equation.DSMT4">
                  <p:embed/>
                  <p:pic>
                    <p:nvPicPr>
                      <p:cNvPr id="0" name="图片 37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48338" y="4168775"/>
                        <a:ext cx="927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7" name="对象 234506"/>
          <p:cNvGraphicFramePr/>
          <p:nvPr/>
        </p:nvGraphicFramePr>
        <p:xfrm>
          <a:off x="922338" y="4960938"/>
          <a:ext cx="146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8" name="" r:id="rId7" imgW="1459230" imgH="317500" progId="Equation.DSMT4">
                  <p:embed/>
                </p:oleObj>
              </mc:Choice>
              <mc:Fallback>
                <p:oleObj name="" r:id="rId7" imgW="1459230" imgH="317500" progId="Equation.DSMT4">
                  <p:embed/>
                  <p:pic>
                    <p:nvPicPr>
                      <p:cNvPr id="0" name="图片 37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2338" y="4960938"/>
                        <a:ext cx="1460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8" name="右箭头 234507"/>
          <p:cNvSpPr/>
          <p:nvPr/>
        </p:nvSpPr>
        <p:spPr>
          <a:xfrm>
            <a:off x="2651125" y="5033963"/>
            <a:ext cx="1366838" cy="215900"/>
          </a:xfrm>
          <a:prstGeom prst="rightArrow">
            <a:avLst>
              <a:gd name="adj1" fmla="val 50000"/>
              <a:gd name="adj2" fmla="val 15827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4509" name="直接连接符 234508"/>
          <p:cNvSpPr/>
          <p:nvPr/>
        </p:nvSpPr>
        <p:spPr>
          <a:xfrm>
            <a:off x="2795588" y="4745038"/>
            <a:ext cx="863600" cy="792162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34510" name="对象 234509"/>
          <p:cNvGraphicFramePr/>
          <p:nvPr/>
        </p:nvGraphicFramePr>
        <p:xfrm>
          <a:off x="4306888" y="4960938"/>
          <a:ext cx="927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5" name="" r:id="rId9" imgW="926465" imgH="317500" progId="Equation.DSMT4">
                  <p:embed/>
                </p:oleObj>
              </mc:Choice>
              <mc:Fallback>
                <p:oleObj name="" r:id="rId9" imgW="926465" imgH="317500" progId="Equation.DSMT4">
                  <p:embed/>
                  <p:pic>
                    <p:nvPicPr>
                      <p:cNvPr id="0" name="图片 37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06888" y="4960938"/>
                        <a:ext cx="927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11" name="文本框 234510"/>
          <p:cNvSpPr txBox="1"/>
          <p:nvPr/>
        </p:nvSpPr>
        <p:spPr>
          <a:xfrm>
            <a:off x="539750" y="2625725"/>
            <a:ext cx="4113530" cy="5283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从上述例</a:t>
            </a:r>
            <a:r>
              <a:rPr lang="en-US" altLang="zh-CN" dirty="0">
                <a:latin typeface="Times New Roman" panose="02020603050405020304" pitchFamily="18" charset="0"/>
              </a:rPr>
              <a:t>1.2.4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1.2.5</a:t>
            </a:r>
            <a:r>
              <a:rPr lang="zh-CN" altLang="en-US" dirty="0">
                <a:latin typeface="Times New Roman" panose="02020603050405020304" pitchFamily="18" charset="0"/>
              </a:rPr>
              <a:t>知道：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160" y="790575"/>
            <a:ext cx="6565265" cy="634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ym typeface="+mn-ea"/>
              </a:rPr>
              <a:t>当 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AB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 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BA </a:t>
            </a:r>
            <a:r>
              <a:rPr lang="zh-CN" altLang="en-US" dirty="0">
                <a:sym typeface="Symbol" panose="05050102010706020507" pitchFamily="18" charset="2"/>
              </a:rPr>
              <a:t>时，称 </a:t>
            </a:r>
            <a:r>
              <a:rPr lang="en-US" altLang="zh-CN" i="1">
                <a:sym typeface="Symbol" panose="05050102010706020507" pitchFamily="18" charset="2"/>
              </a:rPr>
              <a:t>A </a:t>
            </a:r>
            <a:r>
              <a:rPr lang="zh-CN" altLang="en-US" dirty="0">
                <a:sym typeface="Symbol" panose="05050102010706020507" pitchFamily="18" charset="2"/>
              </a:rPr>
              <a:t>与 </a:t>
            </a:r>
            <a:r>
              <a:rPr lang="en-US" altLang="zh-CN" i="1">
                <a:sym typeface="Symbol" panose="05050102010706020507" pitchFamily="18" charset="2"/>
              </a:rPr>
              <a:t>B </a:t>
            </a:r>
            <a:r>
              <a:rPr lang="zh-CN" altLang="en-US" dirty="0">
                <a:sym typeface="Symbol" panose="05050102010706020507" pitchFamily="18" charset="2"/>
              </a:rPr>
              <a:t>不可交换；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/>
      <p:bldP spid="234500" grpId="0"/>
      <p:bldP spid="234505" grpId="0"/>
      <p:bldP spid="234511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5522" name="对象 235521"/>
          <p:cNvGraphicFramePr/>
          <p:nvPr/>
        </p:nvGraphicFramePr>
        <p:xfrm>
          <a:off x="827088" y="1627188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9" name="" r:id="rId1" imgW="1179830" imgH="317500" progId="Equation.DSMT4">
                  <p:embed/>
                </p:oleObj>
              </mc:Choice>
              <mc:Fallback>
                <p:oleObj name="" r:id="rId1" imgW="1179830" imgH="317500" progId="Equation.DSMT4">
                  <p:embed/>
                  <p:pic>
                    <p:nvPicPr>
                      <p:cNvPr id="0" name="图片 37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627188"/>
                        <a:ext cx="1181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3" name="右箭头 235522"/>
          <p:cNvSpPr/>
          <p:nvPr/>
        </p:nvSpPr>
        <p:spPr>
          <a:xfrm>
            <a:off x="2214563" y="1658938"/>
            <a:ext cx="1366837" cy="215900"/>
          </a:xfrm>
          <a:prstGeom prst="rightArrow">
            <a:avLst>
              <a:gd name="adj1" fmla="val 50000"/>
              <a:gd name="adj2" fmla="val 15827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35524" name="对象 235523"/>
          <p:cNvGraphicFramePr/>
          <p:nvPr/>
        </p:nvGraphicFramePr>
        <p:xfrm>
          <a:off x="3851275" y="1557338"/>
          <a:ext cx="927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1" name="" r:id="rId3" imgW="926465" imgH="317500" progId="Equation.DSMT4">
                  <p:embed/>
                </p:oleObj>
              </mc:Choice>
              <mc:Fallback>
                <p:oleObj name="" r:id="rId3" imgW="926465" imgH="317500" progId="Equation.DSMT4">
                  <p:embed/>
                  <p:pic>
                    <p:nvPicPr>
                      <p:cNvPr id="0" name="图片 37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1275" y="1557338"/>
                        <a:ext cx="927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5" name="对象 235524"/>
          <p:cNvGraphicFramePr/>
          <p:nvPr/>
        </p:nvGraphicFramePr>
        <p:xfrm>
          <a:off x="684213" y="2349500"/>
          <a:ext cx="146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0" name="" r:id="rId5" imgW="1459230" imgH="317500" progId="Equation.DSMT4">
                  <p:embed/>
                </p:oleObj>
              </mc:Choice>
              <mc:Fallback>
                <p:oleObj name="" r:id="rId5" imgW="1459230" imgH="317500" progId="Equation.DSMT4">
                  <p:embed/>
                  <p:pic>
                    <p:nvPicPr>
                      <p:cNvPr id="0" name="图片 37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4213" y="2349500"/>
                        <a:ext cx="1460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6" name="右箭头 235525"/>
          <p:cNvSpPr/>
          <p:nvPr/>
        </p:nvSpPr>
        <p:spPr>
          <a:xfrm>
            <a:off x="2268538" y="2420938"/>
            <a:ext cx="1366837" cy="215900"/>
          </a:xfrm>
          <a:prstGeom prst="rightArrow">
            <a:avLst>
              <a:gd name="adj1" fmla="val 50000"/>
              <a:gd name="adj2" fmla="val 15827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35527" name="对象 235526"/>
          <p:cNvGraphicFramePr/>
          <p:nvPr/>
        </p:nvGraphicFramePr>
        <p:xfrm>
          <a:off x="3851275" y="2349500"/>
          <a:ext cx="927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2" name="" r:id="rId7" imgW="926465" imgH="317500" progId="Equation.DSMT4">
                  <p:embed/>
                </p:oleObj>
              </mc:Choice>
              <mc:Fallback>
                <p:oleObj name="" r:id="rId7" imgW="926465" imgH="317500" progId="Equation.DSMT4">
                  <p:embed/>
                  <p:pic>
                    <p:nvPicPr>
                      <p:cNvPr id="0" name="图片 37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1275" y="2349500"/>
                        <a:ext cx="927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28" name="组合 235527"/>
          <p:cNvGrpSpPr/>
          <p:nvPr/>
        </p:nvGrpSpPr>
        <p:grpSpPr>
          <a:xfrm>
            <a:off x="395288" y="620713"/>
            <a:ext cx="4787900" cy="568325"/>
            <a:chOff x="249" y="391"/>
            <a:chExt cx="3016" cy="358"/>
          </a:xfrm>
        </p:grpSpPr>
        <p:sp>
          <p:nvSpPr>
            <p:cNvPr id="235529" name="文本框 235528"/>
            <p:cNvSpPr txBox="1"/>
            <p:nvPr/>
          </p:nvSpPr>
          <p:spPr>
            <a:xfrm>
              <a:off x="249" y="422"/>
              <a:ext cx="16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后面会证明：若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5530" name="对象 235529"/>
            <p:cNvGraphicFramePr/>
            <p:nvPr/>
          </p:nvGraphicFramePr>
          <p:xfrm>
            <a:off x="1973" y="482"/>
            <a:ext cx="6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4" name="" r:id="rId9" imgW="1002665" imgH="381000" progId="Equation.DSMT4">
                    <p:embed/>
                  </p:oleObj>
                </mc:Choice>
                <mc:Fallback>
                  <p:oleObj name="" r:id="rId9" imgW="1002665" imgH="381000" progId="Equation.DSMT4">
                    <p:embed/>
                    <p:pic>
                      <p:nvPicPr>
                        <p:cNvPr id="0" name="图片 373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73" y="482"/>
                          <a:ext cx="63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531" name="文本框 235530"/>
            <p:cNvSpPr txBox="1"/>
            <p:nvPr/>
          </p:nvSpPr>
          <p:spPr>
            <a:xfrm>
              <a:off x="2699" y="391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，则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532" name="直接连接符 235531"/>
          <p:cNvSpPr/>
          <p:nvPr/>
        </p:nvSpPr>
        <p:spPr>
          <a:xfrm>
            <a:off x="0" y="2997200"/>
            <a:ext cx="9144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35533" name="组合 235532"/>
          <p:cNvGrpSpPr/>
          <p:nvPr/>
        </p:nvGrpSpPr>
        <p:grpSpPr>
          <a:xfrm>
            <a:off x="519113" y="3376613"/>
            <a:ext cx="4557712" cy="1882775"/>
            <a:chOff x="327" y="2127"/>
            <a:chExt cx="2871" cy="1186"/>
          </a:xfrm>
        </p:grpSpPr>
        <p:grpSp>
          <p:nvGrpSpPr>
            <p:cNvPr id="235534" name="组合 235533"/>
            <p:cNvGrpSpPr/>
            <p:nvPr/>
          </p:nvGrpSpPr>
          <p:grpSpPr>
            <a:xfrm>
              <a:off x="327" y="2127"/>
              <a:ext cx="2871" cy="327"/>
              <a:chOff x="327" y="2535"/>
              <a:chExt cx="2871" cy="327"/>
            </a:xfrm>
          </p:grpSpPr>
          <p:sp>
            <p:nvSpPr>
              <p:cNvPr id="235535" name="文本框 235534"/>
              <p:cNvSpPr txBox="1"/>
              <p:nvPr/>
            </p:nvSpPr>
            <p:spPr>
              <a:xfrm>
                <a:off x="327" y="2535"/>
                <a:ext cx="287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</a:rPr>
                  <a:t>类比：当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a= </a:t>
                </a:r>
                <a:r>
                  <a:rPr lang="en-US" altLang="zh-CN">
                    <a:latin typeface="Times New Roman" panose="02020603050405020304" pitchFamily="18" charset="0"/>
                  </a:rPr>
                  <a:t>0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时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536" name="直接连接符 235535"/>
              <p:cNvSpPr/>
              <p:nvPr/>
            </p:nvSpPr>
            <p:spPr>
              <a:xfrm>
                <a:off x="1474" y="2614"/>
                <a:ext cx="91" cy="18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235537" name="对象 235536"/>
            <p:cNvGraphicFramePr/>
            <p:nvPr/>
          </p:nvGraphicFramePr>
          <p:xfrm>
            <a:off x="556" y="2658"/>
            <a:ext cx="5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0" name="" r:id="rId11" imgW="926465" imgH="317500" progId="Equation.DSMT4">
                    <p:embed/>
                  </p:oleObj>
                </mc:Choice>
                <mc:Fallback>
                  <p:oleObj name="" r:id="rId11" imgW="926465" imgH="317500" progId="Equation.DSMT4">
                    <p:embed/>
                    <p:pic>
                      <p:nvPicPr>
                        <p:cNvPr id="0" name="图片 374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56" y="2658"/>
                          <a:ext cx="58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538" name="右箭头 235537"/>
            <p:cNvSpPr/>
            <p:nvPr/>
          </p:nvSpPr>
          <p:spPr>
            <a:xfrm>
              <a:off x="1350" y="2678"/>
              <a:ext cx="861" cy="136"/>
            </a:xfrm>
            <a:prstGeom prst="rightArrow">
              <a:avLst>
                <a:gd name="adj1" fmla="val 50000"/>
                <a:gd name="adj2" fmla="val 158272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35539" name="对象 235538"/>
            <p:cNvGraphicFramePr/>
            <p:nvPr/>
          </p:nvGraphicFramePr>
          <p:xfrm>
            <a:off x="2437" y="2614"/>
            <a:ext cx="47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7" name="" r:id="rId13" imgW="748665" imgH="317500" progId="Equation.DSMT4">
                    <p:embed/>
                  </p:oleObj>
                </mc:Choice>
                <mc:Fallback>
                  <p:oleObj name="" r:id="rId13" imgW="748665" imgH="317500" progId="Equation.DSMT4">
                    <p:embed/>
                    <p:pic>
                      <p:nvPicPr>
                        <p:cNvPr id="0" name="图片 374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37" y="2614"/>
                          <a:ext cx="47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40" name="对象 235539"/>
            <p:cNvGraphicFramePr/>
            <p:nvPr/>
          </p:nvGraphicFramePr>
          <p:xfrm>
            <a:off x="498" y="3113"/>
            <a:ext cx="6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" name="" r:id="rId15" imgW="1103630" imgH="317500" progId="Equation.DSMT4">
                    <p:embed/>
                  </p:oleObj>
                </mc:Choice>
                <mc:Fallback>
                  <p:oleObj name="" r:id="rId15" imgW="1103630" imgH="317500" progId="Equation.DSMT4">
                    <p:embed/>
                    <p:pic>
                      <p:nvPicPr>
                        <p:cNvPr id="0" name="图片 374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8" y="3113"/>
                          <a:ext cx="6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541" name="右箭头 235540"/>
            <p:cNvSpPr/>
            <p:nvPr/>
          </p:nvSpPr>
          <p:spPr>
            <a:xfrm>
              <a:off x="1384" y="3158"/>
              <a:ext cx="861" cy="136"/>
            </a:xfrm>
            <a:prstGeom prst="rightArrow">
              <a:avLst>
                <a:gd name="adj1" fmla="val 50000"/>
                <a:gd name="adj2" fmla="val 158272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35542" name="对象 235541"/>
            <p:cNvGraphicFramePr/>
            <p:nvPr/>
          </p:nvGraphicFramePr>
          <p:xfrm>
            <a:off x="2437" y="3113"/>
            <a:ext cx="47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8" name="" r:id="rId17" imgW="748665" imgH="317500" progId="Equation.DSMT4">
                    <p:embed/>
                  </p:oleObj>
                </mc:Choice>
                <mc:Fallback>
                  <p:oleObj name="" r:id="rId17" imgW="748665" imgH="317500" progId="Equation.DSMT4">
                    <p:embed/>
                    <p:pic>
                      <p:nvPicPr>
                        <p:cNvPr id="0" name="图片 374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437" y="3113"/>
                          <a:ext cx="47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矩形 230401"/>
          <p:cNvSpPr/>
          <p:nvPr/>
        </p:nvSpPr>
        <p:spPr>
          <a:xfrm>
            <a:off x="583565" y="228600"/>
            <a:ext cx="60763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性质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2.2.3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：矩阵乘法的运算规律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30403" name="文本框 230402"/>
          <p:cNvSpPr txBox="1"/>
          <p:nvPr/>
        </p:nvSpPr>
        <p:spPr>
          <a:xfrm>
            <a:off x="755650" y="920115"/>
            <a:ext cx="7579360" cy="17716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marL="457200" indent="-457200" algn="l">
              <a:lnSpc>
                <a:spcPct val="75000"/>
              </a:lnSpc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</a:rPr>
              <a:t>结合律</a:t>
            </a:r>
            <a:r>
              <a:rPr lang="en-US" altLang="zh-CN">
                <a:latin typeface="Times New Roman" panose="02020603050405020304" pitchFamily="18" charset="0"/>
              </a:rPr>
              <a:t>:  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BC</a:t>
            </a:r>
            <a:r>
              <a:rPr lang="en-US" altLang="zh-CN">
                <a:latin typeface="Times New Roman" panose="02020603050405020304" pitchFamily="18" charset="0"/>
              </a:rPr>
              <a:t>);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AutoNum type="arabicParenBoth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AutoNum type="arabicParenBoth" startAt="2"/>
            </a:pPr>
            <a:r>
              <a:rPr lang="zh-CN" altLang="en-US" dirty="0">
                <a:latin typeface="Times New Roman" panose="02020603050405020304" pitchFamily="18" charset="0"/>
              </a:rPr>
              <a:t>分配律</a:t>
            </a:r>
            <a:r>
              <a:rPr lang="en-US" altLang="zh-CN">
                <a:latin typeface="Times New Roman" panose="02020603050405020304" pitchFamily="18" charset="0"/>
              </a:rPr>
              <a:t>: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AC</a:t>
            </a:r>
            <a:r>
              <a:rPr lang="en-US" altLang="zh-CN">
                <a:latin typeface="Times New Roman" panose="02020603050405020304" pitchFamily="18" charset="0"/>
              </a:rPr>
              <a:t>, 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CA</a:t>
            </a:r>
            <a:r>
              <a:rPr lang="en-US" altLang="zh-CN">
                <a:latin typeface="Times New Roman" panose="02020603050405020304" pitchFamily="18" charset="0"/>
              </a:rPr>
              <a:t>; 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AutoNum type="arabicParenBoth" startAt="2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75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(3) 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dirty="0">
                <a:latin typeface="Times New Roman" panose="02020603050405020304" pitchFamily="18" charset="0"/>
              </a:rPr>
              <a:t>为数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5000"/>
              </a:lnSpc>
              <a:buNone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1455" y="2863850"/>
            <a:ext cx="8639175" cy="514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注意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:</a:t>
            </a:r>
            <a:r>
              <a:rPr lang="zh-CN" altLang="en-US" dirty="0">
                <a:sym typeface="+mn-ea"/>
              </a:rPr>
              <a:t> (1)矩阵乘法一般不满足交换律</a:t>
            </a:r>
            <a:r>
              <a:rPr lang="en-US" altLang="zh-CN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即</a:t>
            </a:r>
            <a:r>
              <a:rPr lang="en-US" altLang="zh-CN">
                <a:sym typeface="+mn-ea"/>
              </a:rPr>
              <a:t>: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i="1">
                <a:solidFill>
                  <a:srgbClr val="FF6600"/>
                </a:solidFill>
                <a:sym typeface="+mn-ea"/>
              </a:rPr>
              <a:t>AB</a:t>
            </a:r>
            <a:r>
              <a:rPr lang="en-US" altLang="zh-CN">
                <a:solidFill>
                  <a:srgbClr val="FF6600"/>
                </a:solidFill>
                <a:sym typeface="Symbol" panose="05050102010706020507" pitchFamily="18" charset="2"/>
              </a:rPr>
              <a:t></a:t>
            </a:r>
            <a:r>
              <a:rPr lang="en-US" altLang="zh-CN" i="1">
                <a:solidFill>
                  <a:srgbClr val="FF6600"/>
                </a:solidFill>
                <a:sym typeface="Symbol" panose="05050102010706020507" pitchFamily="18" charset="2"/>
              </a:rPr>
              <a:t>BA</a:t>
            </a:r>
            <a:r>
              <a:rPr lang="zh-CN" altLang="en-US" dirty="0">
                <a:solidFill>
                  <a:srgbClr val="FF6600"/>
                </a:solidFill>
                <a:sym typeface="Symbol" panose="05050102010706020507" pitchFamily="18" charset="2"/>
              </a:rPr>
              <a:t>，</a:t>
            </a:r>
            <a:endParaRPr lang="zh-CN" altLang="en-US" dirty="0">
              <a:solidFill>
                <a:srgbClr val="FF6600"/>
              </a:solidFill>
              <a:sym typeface="Symbol" panose="05050102010706020507" pitchFamily="18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3442335"/>
            <a:ext cx="3873500" cy="496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dirty="0">
                <a:sym typeface="+mn-ea"/>
              </a:rPr>
              <a:t>(2)</a:t>
            </a:r>
            <a:r>
              <a:rPr lang="zh-CN" altLang="en-US" dirty="0">
                <a:sym typeface="+mn-ea"/>
              </a:rPr>
              <a:t>注意矩阵相乘的次序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4015105"/>
            <a:ext cx="6424930" cy="599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dirty="0">
                <a:sym typeface="+mn-ea"/>
              </a:rPr>
              <a:t>(3)</a:t>
            </a:r>
            <a:r>
              <a:rPr lang="zh-CN" altLang="en-US" dirty="0">
                <a:sym typeface="+mn-ea"/>
              </a:rPr>
              <a:t>当 </a:t>
            </a:r>
            <a:r>
              <a:rPr lang="en-US" altLang="zh-CN" i="1">
                <a:sym typeface="+mn-ea"/>
              </a:rPr>
              <a:t>AB </a:t>
            </a:r>
            <a:r>
              <a:rPr lang="zh-CN" altLang="en-US" dirty="0">
                <a:sym typeface="+mn-ea"/>
              </a:rPr>
              <a:t>有意义时，</a:t>
            </a:r>
            <a:r>
              <a:rPr lang="en-US" altLang="zh-CN" i="1">
                <a:sym typeface="+mn-ea"/>
              </a:rPr>
              <a:t>BA </a:t>
            </a:r>
            <a:r>
              <a:rPr lang="zh-CN" altLang="en-US" dirty="0">
                <a:sym typeface="+mn-ea"/>
              </a:rPr>
              <a:t>可能无意义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08000" y="4787265"/>
            <a:ext cx="7976870" cy="1443990"/>
            <a:chOff x="682" y="7186"/>
            <a:chExt cx="12680" cy="2238"/>
          </a:xfrm>
        </p:grpSpPr>
        <p:graphicFrame>
          <p:nvGraphicFramePr>
            <p:cNvPr id="231427" name="对象 231426"/>
            <p:cNvGraphicFramePr/>
            <p:nvPr/>
          </p:nvGraphicFramePr>
          <p:xfrm>
            <a:off x="7525" y="7186"/>
            <a:ext cx="3970" cy="2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4" name="" r:id="rId1" imgW="3365500" imgH="1549400" progId="Equation.DSMT4">
                    <p:embed/>
                  </p:oleObj>
                </mc:Choice>
                <mc:Fallback>
                  <p:oleObj name="" r:id="rId1" imgW="3365500" imgH="1549400" progId="Equation.DSMT4">
                    <p:embed/>
                    <p:pic>
                      <p:nvPicPr>
                        <p:cNvPr id="0" name="图片 371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525" y="7186"/>
                          <a:ext cx="3970" cy="20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29" name="文本框 231428"/>
            <p:cNvSpPr txBox="1"/>
            <p:nvPr/>
          </p:nvSpPr>
          <p:spPr>
            <a:xfrm>
              <a:off x="11330" y="7911"/>
              <a:ext cx="2032" cy="9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r>
                <a:rPr lang="zh-CN" altLang="en-US">
                  <a:latin typeface="Times New Roman" panose="02020603050405020304" pitchFamily="18" charset="0"/>
                </a:rPr>
                <a:t>不</a:t>
              </a:r>
              <a:r>
                <a:rPr lang="zh-CN" altLang="en-US" dirty="0">
                  <a:latin typeface="Times New Roman" panose="02020603050405020304" pitchFamily="18" charset="0"/>
                </a:rPr>
                <a:t>存在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1430" name="对象 231429"/>
            <p:cNvGraphicFramePr/>
            <p:nvPr/>
          </p:nvGraphicFramePr>
          <p:xfrm>
            <a:off x="682" y="7484"/>
            <a:ext cx="3710" cy="1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8" name="" r:id="rId3" imgW="3148965" imgH="1548765" progId="Equation.DSMT4">
                    <p:embed/>
                  </p:oleObj>
                </mc:Choice>
                <mc:Fallback>
                  <p:oleObj name="" r:id="rId3" imgW="3148965" imgH="1548765" progId="Equation.DSMT4">
                    <p:embed/>
                    <p:pic>
                      <p:nvPicPr>
                        <p:cNvPr id="0" name="图片 37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82" y="7484"/>
                          <a:ext cx="3710" cy="19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31" name="文本框 231430"/>
            <p:cNvSpPr txBox="1"/>
            <p:nvPr/>
          </p:nvSpPr>
          <p:spPr>
            <a:xfrm>
              <a:off x="4214" y="7911"/>
              <a:ext cx="3535" cy="10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有意义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r>
                <a:rPr lang="zh-CN" altLang="en-US" dirty="0">
                  <a:latin typeface="Times New Roman" panose="02020603050405020304" pitchFamily="18" charset="0"/>
                </a:rPr>
                <a:t>但是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211955" y="3457575"/>
            <a:ext cx="4632325" cy="484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i="1">
                <a:sym typeface="+mn-ea"/>
              </a:rPr>
              <a:t>AB</a:t>
            </a:r>
            <a:r>
              <a:rPr lang="zh-CN" altLang="en-US" dirty="0">
                <a:sym typeface="+mn-ea"/>
              </a:rPr>
              <a:t>称为</a:t>
            </a:r>
            <a:r>
              <a:rPr lang="en-US" altLang="zh-CN" i="1">
                <a:sym typeface="+mn-ea"/>
              </a:rPr>
              <a:t>A</a:t>
            </a:r>
            <a:r>
              <a:rPr lang="zh-CN" altLang="en-US" dirty="0">
                <a:sym typeface="+mn-ea"/>
              </a:rPr>
              <a:t>左乘</a:t>
            </a:r>
            <a:r>
              <a:rPr lang="en-US" altLang="zh-CN" i="1">
                <a:sym typeface="+mn-ea"/>
              </a:rPr>
              <a:t>B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或者</a:t>
            </a:r>
            <a:r>
              <a:rPr lang="en-US" altLang="zh-CN" i="1">
                <a:sym typeface="+mn-ea"/>
              </a:rPr>
              <a:t>B</a:t>
            </a:r>
            <a:r>
              <a:rPr lang="zh-CN" altLang="en-US" dirty="0">
                <a:sym typeface="+mn-ea"/>
              </a:rPr>
              <a:t>右乘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.</a:t>
            </a:r>
            <a:endParaRPr lang="en-US" altLang="zh-CN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3215" y="4627245"/>
            <a:ext cx="1022350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例如</a:t>
            </a:r>
            <a:r>
              <a:rPr lang="en-US" altLang="zh-CN">
                <a:gradFill>
                  <a:gsLst>
                    <a:gs pos="3000">
                      <a:srgbClr val="3E60C1"/>
                    </a:gs>
                    <a:gs pos="100000">
                      <a:srgbClr val="D0D9F0"/>
                    </a:gs>
                  </a:gsLst>
                  <a:lin ang="16200000" scaled="1"/>
                </a:gradFill>
                <a:ea typeface="黑体" panose="02010609060101010101" pitchFamily="2" charset="-122"/>
                <a:sym typeface="+mn-ea"/>
              </a:rPr>
              <a:t>:</a:t>
            </a:r>
            <a:endParaRPr lang="en-US" altLang="zh-CN">
              <a:gradFill>
                <a:gsLst>
                  <a:gs pos="3000">
                    <a:srgbClr val="3E60C1"/>
                  </a:gs>
                  <a:gs pos="100000">
                    <a:srgbClr val="D0D9F0"/>
                  </a:gs>
                </a:gsLst>
                <a:lin ang="16200000" scaled="1"/>
              </a:gradFill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04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3040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charRg st="2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0403">
                                            <p:txEl>
                                              <p:charRg st="22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charRg st="61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0403">
                                            <p:txEl>
                                              <p:charRg st="61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dvAuto="1000" build="p"/>
      <p:bldP spid="230403" grpId="0" build="p"/>
      <p:bldP spid="4" grpId="0"/>
      <p:bldP spid="6" grpId="0"/>
      <p:bldP spid="8" grpId="0"/>
      <p:bldP spid="12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6" name="文本框 236545"/>
          <p:cNvSpPr txBox="1"/>
          <p:nvPr/>
        </p:nvSpPr>
        <p:spPr>
          <a:xfrm>
            <a:off x="592138" y="568325"/>
            <a:ext cx="55419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特殊矩阵与矩阵相乘的有关结论：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547" name="对象 236546"/>
          <p:cNvGraphicFramePr/>
          <p:nvPr/>
        </p:nvGraphicFramePr>
        <p:xfrm>
          <a:off x="684213" y="1557338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4" name="" r:id="rId1" imgW="190500" imgH="228600" progId="Equation.DSMT4">
                  <p:embed/>
                </p:oleObj>
              </mc:Choice>
              <mc:Fallback>
                <p:oleObj name="" r:id="rId1" imgW="190500" imgH="228600" progId="Equation.DSMT4">
                  <p:embed/>
                  <p:pic>
                    <p:nvPicPr>
                      <p:cNvPr id="0" name="图片 37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557338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48" name="文本框 236547"/>
          <p:cNvSpPr txBox="1"/>
          <p:nvPr/>
        </p:nvSpPr>
        <p:spPr>
          <a:xfrm>
            <a:off x="923925" y="1412875"/>
            <a:ext cx="76835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单位矩阵在矩阵乘法中的作用相当于数 </a:t>
            </a:r>
            <a:r>
              <a:rPr lang="en-US" altLang="zh-CN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在数的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6549" name="文本框 236548"/>
          <p:cNvSpPr txBox="1"/>
          <p:nvPr/>
        </p:nvSpPr>
        <p:spPr>
          <a:xfrm>
            <a:off x="1042988" y="2060575"/>
            <a:ext cx="24161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乘法中的作用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36550" name="对象 236549"/>
          <p:cNvGraphicFramePr/>
          <p:nvPr/>
        </p:nvGraphicFramePr>
        <p:xfrm>
          <a:off x="849313" y="2852738"/>
          <a:ext cx="26225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" name="" r:id="rId3" imgW="2272030" imgH="431800" progId="Equation.DSMT4">
                  <p:embed/>
                </p:oleObj>
              </mc:Choice>
              <mc:Fallback>
                <p:oleObj name="" r:id="rId3" imgW="2272030" imgH="431800" progId="Equation.DSMT4">
                  <p:embed/>
                  <p:pic>
                    <p:nvPicPr>
                      <p:cNvPr id="0" name="图片 37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9313" y="2852738"/>
                        <a:ext cx="262255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1" name="对象 236550"/>
          <p:cNvGraphicFramePr/>
          <p:nvPr/>
        </p:nvGraphicFramePr>
        <p:xfrm>
          <a:off x="3656013" y="2924175"/>
          <a:ext cx="24812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8" name="" r:id="rId5" imgW="2107565" imgH="431800" progId="Equation.DSMT4">
                  <p:embed/>
                </p:oleObj>
              </mc:Choice>
              <mc:Fallback>
                <p:oleObj name="" r:id="rId5" imgW="2107565" imgH="431800" progId="Equation.DSMT4">
                  <p:embed/>
                  <p:pic>
                    <p:nvPicPr>
                      <p:cNvPr id="0" name="图片 37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6013" y="2924175"/>
                        <a:ext cx="248126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2" name="文本框 236551"/>
          <p:cNvSpPr txBox="1"/>
          <p:nvPr/>
        </p:nvSpPr>
        <p:spPr>
          <a:xfrm>
            <a:off x="684213" y="3573463"/>
            <a:ext cx="7219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为方阵，则有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553" name="对象 236552"/>
          <p:cNvGraphicFramePr/>
          <p:nvPr/>
        </p:nvGraphicFramePr>
        <p:xfrm>
          <a:off x="3725863" y="3698875"/>
          <a:ext cx="2044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" name="" r:id="rId7" imgW="2042795" imgH="304800" progId="Equation.DSMT4">
                  <p:embed/>
                </p:oleObj>
              </mc:Choice>
              <mc:Fallback>
                <p:oleObj name="" r:id="rId7" imgW="2042795" imgH="304800" progId="Equation.DSMT4">
                  <p:embed/>
                  <p:pic>
                    <p:nvPicPr>
                      <p:cNvPr id="0" name="图片 37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5863" y="3698875"/>
                        <a:ext cx="20447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684213" y="4940618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190500" imgH="228600" progId="Equation.DSMT4">
                  <p:embed/>
                </p:oleObj>
              </mc:Choice>
              <mc:Fallback>
                <p:oleObj name="" r:id="rId9" imgW="190500" imgH="228600" progId="Equation.DSMT4">
                  <p:embed/>
                  <p:pic>
                    <p:nvPicPr>
                      <p:cNvPr id="0" name="图片 37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4940618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4" name="文本框 241673"/>
          <p:cNvSpPr txBox="1"/>
          <p:nvPr/>
        </p:nvSpPr>
        <p:spPr>
          <a:xfrm>
            <a:off x="1089660" y="4797425"/>
            <a:ext cx="696468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effectLst/>
                <a:sym typeface="+mn-ea"/>
              </a:rPr>
              <a:t>两个上（下）三角矩阵的积仍然是上（下）三角矩阵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8" grpId="0"/>
      <p:bldP spid="236549" grpId="0"/>
      <p:bldP spid="236552" grpId="0"/>
      <p:bldP spid="24167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7570" name="对象 237569"/>
          <p:cNvGraphicFramePr/>
          <p:nvPr/>
        </p:nvGraphicFramePr>
        <p:xfrm>
          <a:off x="612775" y="765175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6" name="" r:id="rId1" imgW="190500" imgH="228600" progId="Equation.DSMT4">
                  <p:embed/>
                </p:oleObj>
              </mc:Choice>
              <mc:Fallback>
                <p:oleObj name="" r:id="rId1" imgW="190500" imgH="228600" progId="Equation.DSMT4">
                  <p:embed/>
                  <p:pic>
                    <p:nvPicPr>
                      <p:cNvPr id="0" name="图片 374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2775" y="765175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1" name="对象 237570"/>
          <p:cNvGraphicFramePr/>
          <p:nvPr/>
        </p:nvGraphicFramePr>
        <p:xfrm>
          <a:off x="935038" y="692150"/>
          <a:ext cx="347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" name="" r:id="rId3" imgW="3478530" imgH="431800" progId="Equation.DSMT4">
                  <p:embed/>
                </p:oleObj>
              </mc:Choice>
              <mc:Fallback>
                <p:oleObj name="" r:id="rId3" imgW="3478530" imgH="431800" progId="Equation.DSMT4">
                  <p:embed/>
                  <p:pic>
                    <p:nvPicPr>
                      <p:cNvPr id="0" name="图片 37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5038" y="692150"/>
                        <a:ext cx="3479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2" name="文本框 237571"/>
          <p:cNvSpPr txBox="1"/>
          <p:nvPr/>
        </p:nvSpPr>
        <p:spPr>
          <a:xfrm>
            <a:off x="879475" y="1598613"/>
            <a:ext cx="31162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左乘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等于用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7573" name="对象 237572"/>
          <p:cNvGraphicFramePr/>
          <p:nvPr/>
        </p:nvGraphicFramePr>
        <p:xfrm>
          <a:off x="3348038" y="1700213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1" name="" r:id="rId5" imgW="304800" imgH="431165" progId="Equation.DSMT4">
                  <p:embed/>
                </p:oleObj>
              </mc:Choice>
              <mc:Fallback>
                <p:oleObj name="" r:id="rId5" imgW="304800" imgH="431165" progId="Equation.DSMT4">
                  <p:embed/>
                  <p:pic>
                    <p:nvPicPr>
                      <p:cNvPr id="0" name="图片 37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8038" y="1700213"/>
                        <a:ext cx="304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4" name="文本框 237573"/>
          <p:cNvSpPr txBox="1"/>
          <p:nvPr/>
        </p:nvSpPr>
        <p:spPr>
          <a:xfrm>
            <a:off x="3563938" y="1628775"/>
            <a:ext cx="3752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乘以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中第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latin typeface="Times New Roman" panose="02020603050405020304" pitchFamily="18" charset="0"/>
              </a:rPr>
              <a:t>的元素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7575" name="文本框 237574"/>
          <p:cNvSpPr txBox="1"/>
          <p:nvPr/>
        </p:nvSpPr>
        <p:spPr>
          <a:xfrm>
            <a:off x="808038" y="2535238"/>
            <a:ext cx="3187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右乘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等于用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7576" name="对象 237575"/>
          <p:cNvGraphicFramePr/>
          <p:nvPr/>
        </p:nvGraphicFramePr>
        <p:xfrm>
          <a:off x="3276600" y="2636838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" name="" r:id="rId7" imgW="304800" imgH="431165" progId="Equation.DSMT4">
                  <p:embed/>
                </p:oleObj>
              </mc:Choice>
              <mc:Fallback>
                <p:oleObj name="" r:id="rId7" imgW="304800" imgH="431165" progId="Equation.DSMT4">
                  <p:embed/>
                  <p:pic>
                    <p:nvPicPr>
                      <p:cNvPr id="0" name="图片 37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2636838"/>
                        <a:ext cx="304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7" name="文本框 237576"/>
          <p:cNvSpPr txBox="1"/>
          <p:nvPr/>
        </p:nvSpPr>
        <p:spPr>
          <a:xfrm>
            <a:off x="3492500" y="2565400"/>
            <a:ext cx="3752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乘以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中第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列</a:t>
            </a:r>
            <a:r>
              <a:rPr lang="zh-CN" altLang="en-US" dirty="0">
                <a:latin typeface="Times New Roman" panose="02020603050405020304" pitchFamily="18" charset="0"/>
              </a:rPr>
              <a:t>的元素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37578" name="对象 237577"/>
          <p:cNvGraphicFramePr/>
          <p:nvPr/>
        </p:nvGraphicFramePr>
        <p:xfrm>
          <a:off x="4527550" y="692150"/>
          <a:ext cx="350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1" name="" r:id="rId9" imgW="3503930" imgH="431800" progId="Equation.DSMT4">
                  <p:embed/>
                </p:oleObj>
              </mc:Choice>
              <mc:Fallback>
                <p:oleObj name="" r:id="rId9" imgW="3503930" imgH="431800" progId="Equation.DSMT4">
                  <p:embed/>
                  <p:pic>
                    <p:nvPicPr>
                      <p:cNvPr id="0" name="图片 37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27550" y="692150"/>
                        <a:ext cx="3505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9" name="对象 237578"/>
          <p:cNvGraphicFramePr/>
          <p:nvPr/>
        </p:nvGraphicFramePr>
        <p:xfrm>
          <a:off x="539750" y="1628775"/>
          <a:ext cx="39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2" name="" r:id="rId11" imgW="393700" imgH="431800" progId="Equation.DSMT4">
                  <p:embed/>
                </p:oleObj>
              </mc:Choice>
              <mc:Fallback>
                <p:oleObj name="" r:id="rId11" imgW="393700" imgH="431800" progId="Equation.DSMT4">
                  <p:embed/>
                  <p:pic>
                    <p:nvPicPr>
                      <p:cNvPr id="0" name="图片 37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9750" y="1628775"/>
                        <a:ext cx="393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0" name="对象 237579"/>
          <p:cNvGraphicFramePr/>
          <p:nvPr/>
        </p:nvGraphicFramePr>
        <p:xfrm>
          <a:off x="468313" y="2565400"/>
          <a:ext cx="39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" name="" r:id="rId13" imgW="393700" imgH="431800" progId="Equation.DSMT4">
                  <p:embed/>
                </p:oleObj>
              </mc:Choice>
              <mc:Fallback>
                <p:oleObj name="" r:id="rId13" imgW="393700" imgH="431800" progId="Equation.DSMT4">
                  <p:embed/>
                  <p:pic>
                    <p:nvPicPr>
                      <p:cNvPr id="0" name="图片 374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8313" y="2565400"/>
                        <a:ext cx="393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1" name="对象 237580"/>
          <p:cNvGraphicFramePr/>
          <p:nvPr/>
        </p:nvGraphicFramePr>
        <p:xfrm>
          <a:off x="461963" y="3429000"/>
          <a:ext cx="487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7" name="" r:id="rId15" imgW="4874895" imgH="431800" progId="Equation.DSMT4">
                  <p:embed/>
                </p:oleObj>
              </mc:Choice>
              <mc:Fallback>
                <p:oleObj name="" r:id="rId15" imgW="4874895" imgH="431800" progId="Equation.DSMT4">
                  <p:embed/>
                  <p:pic>
                    <p:nvPicPr>
                      <p:cNvPr id="0" name="图片 375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1963" y="3429000"/>
                        <a:ext cx="4876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2" grpId="0"/>
      <p:bldP spid="237574" grpId="0"/>
      <p:bldP spid="237575" grpId="0"/>
      <p:bldP spid="23757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8594" name="对象 238593"/>
          <p:cNvGraphicFramePr/>
          <p:nvPr/>
        </p:nvGraphicFramePr>
        <p:xfrm>
          <a:off x="1042988" y="620713"/>
          <a:ext cx="32512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" name="" r:id="rId1" imgW="3251200" imgH="2082800" progId="Equation.DSMT4">
                  <p:embed/>
                </p:oleObj>
              </mc:Choice>
              <mc:Fallback>
                <p:oleObj name="" r:id="rId1" imgW="3251200" imgH="2082800" progId="Equation.DSMT4">
                  <p:embed/>
                  <p:pic>
                    <p:nvPicPr>
                      <p:cNvPr id="0" name="图片 37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620713"/>
                        <a:ext cx="32512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5" name="对象 238594"/>
          <p:cNvGraphicFramePr/>
          <p:nvPr/>
        </p:nvGraphicFramePr>
        <p:xfrm>
          <a:off x="5035550" y="692150"/>
          <a:ext cx="31877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1" name="" r:id="rId3" imgW="3187700" imgH="2082800" progId="Equation.DSMT4">
                  <p:embed/>
                </p:oleObj>
              </mc:Choice>
              <mc:Fallback>
                <p:oleObj name="" r:id="rId3" imgW="3187700" imgH="2082800" progId="Equation.DSMT4">
                  <p:embed/>
                  <p:pic>
                    <p:nvPicPr>
                      <p:cNvPr id="0" name="图片 37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35550" y="692150"/>
                        <a:ext cx="31877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6" name="对象 238595"/>
          <p:cNvGraphicFramePr/>
          <p:nvPr/>
        </p:nvGraphicFramePr>
        <p:xfrm>
          <a:off x="2484438" y="3644900"/>
          <a:ext cx="45212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" name="" r:id="rId5" imgW="4521200" imgH="2082800" progId="Equation.DSMT4">
                  <p:embed/>
                </p:oleObj>
              </mc:Choice>
              <mc:Fallback>
                <p:oleObj name="" r:id="rId5" imgW="4521200" imgH="2082800" progId="Equation.DSMT4">
                  <p:embed/>
                  <p:pic>
                    <p:nvPicPr>
                      <p:cNvPr id="0" name="图片 37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4438" y="3644900"/>
                        <a:ext cx="45212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597" name="文本框 238596"/>
          <p:cNvSpPr txBox="1"/>
          <p:nvPr/>
        </p:nvSpPr>
        <p:spPr>
          <a:xfrm>
            <a:off x="376238" y="128746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8598" name="文本框 238597"/>
          <p:cNvSpPr txBox="1"/>
          <p:nvPr/>
        </p:nvSpPr>
        <p:spPr>
          <a:xfrm>
            <a:off x="592138" y="402431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8599" name="对象 238598"/>
          <p:cNvGraphicFramePr/>
          <p:nvPr/>
        </p:nvGraphicFramePr>
        <p:xfrm>
          <a:off x="179388" y="1484313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5" name="" r:id="rId7" imgW="190500" imgH="228600" progId="Equation.DSMT4">
                  <p:embed/>
                </p:oleObj>
              </mc:Choice>
              <mc:Fallback>
                <p:oleObj name="" r:id="rId7" imgW="190500" imgH="228600" progId="Equation.DSMT4">
                  <p:embed/>
                  <p:pic>
                    <p:nvPicPr>
                      <p:cNvPr id="0" name="图片 375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8" y="1484313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7" grpId="0"/>
      <p:bldP spid="23859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3714" name="文本框 243713"/>
          <p:cNvSpPr txBox="1"/>
          <p:nvPr/>
        </p:nvSpPr>
        <p:spPr>
          <a:xfrm>
            <a:off x="1069975" y="692785"/>
            <a:ext cx="4095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3366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方阵的幂和方阵的多项式</a:t>
            </a:r>
            <a:endParaRPr lang="zh-CN" altLang="en-US" dirty="0">
              <a:solidFill>
                <a:srgbClr val="3366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43715" name="文本框 243714"/>
          <p:cNvSpPr txBox="1"/>
          <p:nvPr/>
        </p:nvSpPr>
        <p:spPr>
          <a:xfrm>
            <a:off x="252413" y="1535113"/>
            <a:ext cx="16090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2.2.6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3716" name="文本框 243715"/>
          <p:cNvSpPr txBox="1"/>
          <p:nvPr/>
        </p:nvSpPr>
        <p:spPr>
          <a:xfrm>
            <a:off x="1763713" y="1557338"/>
            <a:ext cx="7070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阶方阵，</a:t>
            </a:r>
            <a:r>
              <a:rPr lang="en-US" altLang="zh-CN" i="1"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latin typeface="Times New Roman" panose="02020603050405020304" pitchFamily="18" charset="0"/>
              </a:rPr>
              <a:t>个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的连乘积称为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endParaRPr lang="zh-CN" altLang="en-US" i="1">
              <a:latin typeface="Times New Roman" panose="02020603050405020304" pitchFamily="18" charset="0"/>
            </a:endParaRPr>
          </a:p>
        </p:txBody>
      </p:sp>
      <p:sp>
        <p:nvSpPr>
          <p:cNvPr id="243717" name="文本框 243716"/>
          <p:cNvSpPr txBox="1"/>
          <p:nvPr/>
        </p:nvSpPr>
        <p:spPr>
          <a:xfrm>
            <a:off x="1620838" y="2349500"/>
            <a:ext cx="22367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latin typeface="Times New Roman" panose="02020603050405020304" pitchFamily="18" charset="0"/>
              </a:rPr>
              <a:t>次幂，记作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3718" name="对象 243717"/>
          <p:cNvGraphicFramePr/>
          <p:nvPr/>
        </p:nvGraphicFramePr>
        <p:xfrm>
          <a:off x="3795713" y="2390775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4" name="" r:id="rId1" imgW="546100" imgH="431800" progId="Equation.DSMT4">
                  <p:embed/>
                </p:oleObj>
              </mc:Choice>
              <mc:Fallback>
                <p:oleObj name="" r:id="rId1" imgW="546100" imgH="431800" progId="Equation.DSMT4">
                  <p:embed/>
                  <p:pic>
                    <p:nvPicPr>
                      <p:cNvPr id="0" name="图片 37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5713" y="2390775"/>
                        <a:ext cx="546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9" name="文本框 243718"/>
          <p:cNvSpPr txBox="1"/>
          <p:nvPr/>
        </p:nvSpPr>
        <p:spPr>
          <a:xfrm>
            <a:off x="4624388" y="229711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3720" name="对象 243719"/>
          <p:cNvGraphicFramePr/>
          <p:nvPr/>
        </p:nvGraphicFramePr>
        <p:xfrm>
          <a:off x="5364163" y="2349500"/>
          <a:ext cx="195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6" name="" r:id="rId3" imgW="1955165" imgH="774065" progId="Equation.DSMT4">
                  <p:embed/>
                </p:oleObj>
              </mc:Choice>
              <mc:Fallback>
                <p:oleObj name="" r:id="rId3" imgW="1955165" imgH="774065" progId="Equation.DSMT4">
                  <p:embed/>
                  <p:pic>
                    <p:nvPicPr>
                      <p:cNvPr id="0" name="图片 37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4163" y="2349500"/>
                        <a:ext cx="1955800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1" name="文本框 243720"/>
          <p:cNvSpPr txBox="1"/>
          <p:nvPr/>
        </p:nvSpPr>
        <p:spPr>
          <a:xfrm>
            <a:off x="755650" y="3716338"/>
            <a:ext cx="4016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latin typeface="Times New Roman" panose="02020603050405020304" pitchFamily="18" charset="0"/>
              </a:rPr>
              <a:t>为正整数时，有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3722" name="对象 243721"/>
          <p:cNvGraphicFramePr/>
          <p:nvPr/>
        </p:nvGraphicFramePr>
        <p:xfrm>
          <a:off x="2555875" y="4508500"/>
          <a:ext cx="1981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3" name="" r:id="rId5" imgW="1981200" imgH="368300" progId="Equation.DSMT4">
                  <p:embed/>
                </p:oleObj>
              </mc:Choice>
              <mc:Fallback>
                <p:oleObj name="" r:id="rId5" imgW="1981200" imgH="368300" progId="Equation.DSMT4">
                  <p:embed/>
                  <p:pic>
                    <p:nvPicPr>
                      <p:cNvPr id="0" name="图片 37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875" y="4508500"/>
                        <a:ext cx="19812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3" name="对象 243722"/>
          <p:cNvGraphicFramePr/>
          <p:nvPr/>
        </p:nvGraphicFramePr>
        <p:xfrm>
          <a:off x="5291138" y="4508500"/>
          <a:ext cx="1841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" name="" r:id="rId7" imgW="1841500" imgH="457200" progId="Equation.DSMT4">
                  <p:embed/>
                </p:oleObj>
              </mc:Choice>
              <mc:Fallback>
                <p:oleObj name="" r:id="rId7" imgW="1841500" imgH="457200" progId="Equation.DSMT4">
                  <p:embed/>
                  <p:pic>
                    <p:nvPicPr>
                      <p:cNvPr id="0" name="图片 37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91138" y="4508500"/>
                        <a:ext cx="1841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4" name="对象 243723"/>
          <p:cNvGraphicFramePr/>
          <p:nvPr/>
        </p:nvGraphicFramePr>
        <p:xfrm>
          <a:off x="466725" y="386080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2" name="" r:id="rId9" imgW="190500" imgH="228600" progId="Equation.DSMT4">
                  <p:embed/>
                </p:oleObj>
              </mc:Choice>
              <mc:Fallback>
                <p:oleObj name="" r:id="rId9" imgW="190500" imgH="228600" progId="Equation.DSMT4">
                  <p:embed/>
                  <p:pic>
                    <p:nvPicPr>
                      <p:cNvPr id="0" name="图片 37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6725" y="3860800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5" name="圆角矩形标注 243724"/>
          <p:cNvSpPr/>
          <p:nvPr/>
        </p:nvSpPr>
        <p:spPr>
          <a:xfrm>
            <a:off x="5364480" y="3284855"/>
            <a:ext cx="3635375" cy="720725"/>
          </a:xfrm>
          <a:prstGeom prst="wedgeRoundRectCallout">
            <a:avLst>
              <a:gd name="adj1" fmla="val -45676"/>
              <a:gd name="adj2" fmla="val -123787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只有方阵才能定义幂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243726" name="对象 243725"/>
          <p:cNvGraphicFramePr/>
          <p:nvPr/>
        </p:nvGraphicFramePr>
        <p:xfrm>
          <a:off x="558800" y="54038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7" name="" r:id="rId11" imgW="190500" imgH="228600" progId="Equation.DSMT4">
                  <p:embed/>
                </p:oleObj>
              </mc:Choice>
              <mc:Fallback>
                <p:oleObj name="" r:id="rId11" imgW="190500" imgH="228600" progId="Equation.DSMT4">
                  <p:embed/>
                  <p:pic>
                    <p:nvPicPr>
                      <p:cNvPr id="0" name="图片 37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800" y="5403850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7" name="文本框 243726"/>
          <p:cNvSpPr txBox="1"/>
          <p:nvPr/>
        </p:nvSpPr>
        <p:spPr>
          <a:xfrm>
            <a:off x="971550" y="5229225"/>
            <a:ext cx="4268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zh-CN" altLang="en-US" dirty="0">
                <a:latin typeface="Times New Roman" panose="02020603050405020304" pitchFamily="18" charset="0"/>
              </a:rPr>
              <a:t>不可交换时，一般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3728" name="对象 243727"/>
          <p:cNvGraphicFramePr/>
          <p:nvPr/>
        </p:nvGraphicFramePr>
        <p:xfrm>
          <a:off x="4879975" y="5260975"/>
          <a:ext cx="2120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5" name="" r:id="rId12" imgW="2120900" imgH="457200" progId="Equation.DSMT4">
                  <p:embed/>
                </p:oleObj>
              </mc:Choice>
              <mc:Fallback>
                <p:oleObj name="" r:id="rId12" imgW="2120900" imgH="457200" progId="Equation.DSMT4">
                  <p:embed/>
                  <p:pic>
                    <p:nvPicPr>
                      <p:cNvPr id="0" name="图片 377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79975" y="5260975"/>
                        <a:ext cx="21209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9" name="文本框 243728"/>
          <p:cNvSpPr txBox="1"/>
          <p:nvPr/>
        </p:nvSpPr>
        <p:spPr>
          <a:xfrm>
            <a:off x="1063625" y="5980113"/>
            <a:ext cx="42687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zh-CN" altLang="en-US" dirty="0">
                <a:latin typeface="Times New Roman" panose="02020603050405020304" pitchFamily="18" charset="0"/>
              </a:rPr>
              <a:t>可交换时，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3730" name="对象 243729"/>
          <p:cNvGraphicFramePr/>
          <p:nvPr/>
        </p:nvGraphicFramePr>
        <p:xfrm>
          <a:off x="3656013" y="6053138"/>
          <a:ext cx="331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" name="" r:id="rId14" imgW="3314700" imgH="457200" progId="Equation.DSMT4">
                  <p:embed/>
                </p:oleObj>
              </mc:Choice>
              <mc:Fallback>
                <p:oleObj name="" r:id="rId14" imgW="3314700" imgH="457200" progId="Equation.DSMT4">
                  <p:embed/>
                  <p:pic>
                    <p:nvPicPr>
                      <p:cNvPr id="0" name="图片 37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56013" y="6053138"/>
                        <a:ext cx="33147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31" name="直接连接符 243730"/>
          <p:cNvSpPr/>
          <p:nvPr/>
        </p:nvSpPr>
        <p:spPr>
          <a:xfrm>
            <a:off x="1042988" y="6596063"/>
            <a:ext cx="6480175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395288" y="3123883"/>
            <a:ext cx="16090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性质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2.2.4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/>
      <p:bldP spid="243716" grpId="0"/>
      <p:bldP spid="243717" grpId="0"/>
      <p:bldP spid="243719" grpId="0"/>
      <p:bldP spid="243721" grpId="0"/>
      <p:bldP spid="243725" grpId="0" bldLvl="0" animBg="1"/>
      <p:bldP spid="243727" grpId="0"/>
      <p:bldP spid="243729" grpId="0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4738" name="文本框 244737"/>
          <p:cNvSpPr txBox="1"/>
          <p:nvPr/>
        </p:nvSpPr>
        <p:spPr>
          <a:xfrm>
            <a:off x="808038" y="590550"/>
            <a:ext cx="340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         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4739" name="对象 244738"/>
          <p:cNvGraphicFramePr/>
          <p:nvPr/>
        </p:nvGraphicFramePr>
        <p:xfrm>
          <a:off x="3132138" y="620713"/>
          <a:ext cx="5372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4" name="" r:id="rId1" imgW="5372100" imgH="469900" progId="Equation.DSMT4">
                  <p:embed/>
                </p:oleObj>
              </mc:Choice>
              <mc:Fallback>
                <p:oleObj name="" r:id="rId1" imgW="5372100" imgH="469900" progId="Equation.DSMT4">
                  <p:embed/>
                  <p:pic>
                    <p:nvPicPr>
                      <p:cNvPr id="0" name="图片 37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2138" y="620713"/>
                        <a:ext cx="5372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0" name="文本框 244739"/>
          <p:cNvSpPr txBox="1"/>
          <p:nvPr/>
        </p:nvSpPr>
        <p:spPr>
          <a:xfrm>
            <a:off x="611188" y="1124268"/>
            <a:ext cx="65976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 </a:t>
            </a:r>
            <a:r>
              <a:rPr lang="en-US" altLang="zh-CN" i="1"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latin typeface="Times New Roman" panose="02020603050405020304" pitchFamily="18" charset="0"/>
              </a:rPr>
              <a:t>次多项式，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阶方阵，则称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4741" name="对象 244740"/>
          <p:cNvGraphicFramePr/>
          <p:nvPr/>
        </p:nvGraphicFramePr>
        <p:xfrm>
          <a:off x="2843213" y="1700530"/>
          <a:ext cx="576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0" name="" r:id="rId3" imgW="5765800" imgH="469900" progId="Equation.DSMT4">
                  <p:embed/>
                </p:oleObj>
              </mc:Choice>
              <mc:Fallback>
                <p:oleObj name="" r:id="rId3" imgW="5765800" imgH="469900" progId="Equation.DSMT4">
                  <p:embed/>
                  <p:pic>
                    <p:nvPicPr>
                      <p:cNvPr id="0" name="图片 37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213" y="1700530"/>
                        <a:ext cx="5765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2" name="文本框 244741"/>
          <p:cNvSpPr txBox="1"/>
          <p:nvPr/>
        </p:nvSpPr>
        <p:spPr>
          <a:xfrm>
            <a:off x="539433" y="2276793"/>
            <a:ext cx="39027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为方阵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次多项式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4743" name="直接连接符 244742"/>
          <p:cNvSpPr/>
          <p:nvPr/>
        </p:nvSpPr>
        <p:spPr>
          <a:xfrm>
            <a:off x="8388350" y="1268413"/>
            <a:ext cx="0" cy="1152525"/>
          </a:xfrm>
          <a:prstGeom prst="line">
            <a:avLst/>
          </a:prstGeom>
          <a:ln w="76200" cap="flat" cmpd="sng">
            <a:solidFill>
              <a:srgbClr val="FF66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561975" y="2924810"/>
            <a:ext cx="65735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例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2.2.6   </a:t>
            </a:r>
            <a:r>
              <a:rPr lang="zh-CN" altLang="en-US" dirty="0">
                <a:sym typeface="+mn-ea"/>
              </a:rPr>
              <a:t>设有多项式</a:t>
            </a:r>
            <a:r>
              <a:rPr lang="en-US" altLang="zh-CN" dirty="0">
                <a:sym typeface="+mn-ea"/>
              </a:rPr>
              <a:t>                         </a:t>
            </a:r>
            <a:r>
              <a:rPr lang="zh-CN" altLang="en-US" dirty="0">
                <a:sym typeface="+mn-ea"/>
              </a:rPr>
              <a:t>和矩阵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3" name="对象 -2147481664"/>
          <p:cNvGraphicFramePr>
            <a:graphicFrameLocks noChangeAspect="1"/>
          </p:cNvGraphicFramePr>
          <p:nvPr/>
        </p:nvGraphicFramePr>
        <p:xfrm>
          <a:off x="3082290" y="2960370"/>
          <a:ext cx="2228215" cy="45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1130300" imgH="228600" progId="Equation.DSMT4">
                  <p:embed/>
                </p:oleObj>
              </mc:Choice>
              <mc:Fallback>
                <p:oleObj name="" r:id="rId5" imgW="11303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2290" y="2960370"/>
                        <a:ext cx="2228215" cy="450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1663"/>
          <p:cNvGraphicFramePr>
            <a:graphicFrameLocks noChangeAspect="1"/>
          </p:cNvGraphicFramePr>
          <p:nvPr/>
        </p:nvGraphicFramePr>
        <p:xfrm>
          <a:off x="6371908" y="2493010"/>
          <a:ext cx="1932940" cy="1257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091565" imgH="711200" progId="Equation.3">
                  <p:embed/>
                </p:oleObj>
              </mc:Choice>
              <mc:Fallback>
                <p:oleObj name="" r:id="rId7" imgW="1091565" imgH="711200" progId="Equation.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1908" y="2493010"/>
                        <a:ext cx="1932940" cy="1257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137920" y="3446780"/>
            <a:ext cx="4572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求矩阵多项式</a:t>
            </a:r>
            <a:endParaRPr lang="zh-CN" altLang="en-US"/>
          </a:p>
        </p:txBody>
      </p:sp>
      <p:graphicFrame>
        <p:nvGraphicFramePr>
          <p:cNvPr id="7" name="对象 6"/>
          <p:cNvGraphicFramePr/>
          <p:nvPr/>
        </p:nvGraphicFramePr>
        <p:xfrm>
          <a:off x="3410268" y="3500755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9" imgW="889000" imgH="393700" progId="Equation.DSMT4">
                  <p:embed/>
                </p:oleObj>
              </mc:Choice>
              <mc:Fallback>
                <p:oleObj name="" r:id="rId9" imgW="889000" imgH="393700" progId="Equation.DSMT4">
                  <p:embed/>
                  <p:pic>
                    <p:nvPicPr>
                      <p:cNvPr id="0" name="图片 37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0268" y="3500755"/>
                        <a:ext cx="889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07720" y="4076700"/>
            <a:ext cx="43980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解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dirty="0">
                <a:sym typeface="+mn-ea"/>
              </a:rPr>
              <a:t>由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10" name="对象 -2147481661"/>
          <p:cNvGraphicFramePr>
            <a:graphicFrameLocks noChangeAspect="1"/>
          </p:cNvGraphicFramePr>
          <p:nvPr/>
        </p:nvGraphicFramePr>
        <p:xfrm>
          <a:off x="1497648" y="4076700"/>
          <a:ext cx="483489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1" imgW="2324100" imgH="228600" progId="Equation.DSMT4">
                  <p:embed/>
                </p:oleObj>
              </mc:Choice>
              <mc:Fallback>
                <p:oleObj name="" r:id="rId11" imgW="2324100" imgH="2286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97648" y="4076700"/>
                        <a:ext cx="4834890" cy="475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-2147481660"/>
          <p:cNvGraphicFramePr>
            <a:graphicFrameLocks noChangeAspect="1"/>
          </p:cNvGraphicFramePr>
          <p:nvPr/>
        </p:nvGraphicFramePr>
        <p:xfrm>
          <a:off x="1282065" y="4598670"/>
          <a:ext cx="4930775" cy="44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2514600" imgH="228600" progId="Equation.DSMT4">
                  <p:embed/>
                </p:oleObj>
              </mc:Choice>
              <mc:Fallback>
                <p:oleObj name="" r:id="rId13" imgW="2514600" imgH="2286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82065" y="4598670"/>
                        <a:ext cx="4930775" cy="4483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-2147481659"/>
          <p:cNvGraphicFramePr>
            <a:graphicFrameLocks noChangeAspect="1"/>
          </p:cNvGraphicFramePr>
          <p:nvPr/>
        </p:nvGraphicFramePr>
        <p:xfrm>
          <a:off x="2038985" y="5156835"/>
          <a:ext cx="4782185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5" imgW="2616200" imgH="711200" progId="Equation.DSMT4">
                  <p:embed/>
                </p:oleObj>
              </mc:Choice>
              <mc:Fallback>
                <p:oleObj name="" r:id="rId15" imgW="2616200" imgH="7112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38985" y="5156835"/>
                        <a:ext cx="4782185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8" grpId="0"/>
      <p:bldP spid="244740" grpId="0"/>
      <p:bldP spid="244742" grpId="0"/>
      <p:bldP spid="2" grpId="0"/>
      <p:bldP spid="6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6786" name="矩形 246785"/>
          <p:cNvSpPr/>
          <p:nvPr/>
        </p:nvSpPr>
        <p:spPr>
          <a:xfrm>
            <a:off x="1079500" y="228600"/>
            <a:ext cx="69897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特别当矩阵为对角阵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=diag(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,···,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6787" name="矩形 246786"/>
          <p:cNvSpPr/>
          <p:nvPr/>
        </p:nvSpPr>
        <p:spPr>
          <a:xfrm>
            <a:off x="900113" y="981075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6788" name="矩形 246787"/>
          <p:cNvSpPr/>
          <p:nvPr/>
        </p:nvSpPr>
        <p:spPr>
          <a:xfrm>
            <a:off x="1476375" y="90805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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···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k</a:t>
            </a:r>
            <a:r>
              <a:rPr lang="en-US" altLang="zh-CN" i="1" err="1">
                <a:latin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lang="en-US" altLang="zh-CN" i="1" baseline="30000" err="1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46789" name="对象 246788"/>
          <p:cNvGraphicFramePr/>
          <p:nvPr/>
        </p:nvGraphicFramePr>
        <p:xfrm>
          <a:off x="827088" y="1844675"/>
          <a:ext cx="6237287" cy="435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" name="" r:id="rId1" imgW="6819900" imgH="4356100" progId="Equation.DSMT4">
                  <p:embed/>
                </p:oleObj>
              </mc:Choice>
              <mc:Fallback>
                <p:oleObj name="" r:id="rId1" imgW="6819900" imgH="4356100" progId="Equation.DSMT4">
                  <p:embed/>
                  <p:pic>
                    <p:nvPicPr>
                      <p:cNvPr id="0" name="图片 37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844675"/>
                        <a:ext cx="6237287" cy="435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6786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678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678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6" grpId="0" advAuto="1000" build="p"/>
      <p:bldP spid="246787" grpId="0" build="p"/>
      <p:bldP spid="246788" grpId="0" advAuto="100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7810" name="内容占位符 247809"/>
          <p:cNvGraphicFramePr/>
          <p:nvPr>
            <p:ph/>
          </p:nvPr>
        </p:nvGraphicFramePr>
        <p:xfrm>
          <a:off x="1187450" y="476250"/>
          <a:ext cx="46736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7" name="" r:id="rId1" imgW="4673600" imgH="2095500" progId="Equation.DSMT4">
                  <p:embed/>
                </p:oleObj>
              </mc:Choice>
              <mc:Fallback>
                <p:oleObj name="" r:id="rId1" imgW="4673600" imgH="2095500" progId="Equation.DSMT4">
                  <p:embed/>
                  <p:pic>
                    <p:nvPicPr>
                      <p:cNvPr id="0" name="图片 37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476250"/>
                        <a:ext cx="4673600" cy="2095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4" name="文本框 248833"/>
          <p:cNvSpPr txBox="1"/>
          <p:nvPr/>
        </p:nvSpPr>
        <p:spPr>
          <a:xfrm>
            <a:off x="468313" y="3357245"/>
            <a:ext cx="8456612" cy="1031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latin typeface="Times New Roman" panose="02020603050405020304" pitchFamily="18" charset="0"/>
              </a:rPr>
              <a:t>多项式可以类似一般多项式一样相乘或分解因式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8835" name="矩形 248834"/>
          <p:cNvSpPr/>
          <p:nvPr/>
        </p:nvSpPr>
        <p:spPr>
          <a:xfrm>
            <a:off x="541338" y="458120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例如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8836" name="文本框 248835"/>
          <p:cNvSpPr txBox="1"/>
          <p:nvPr/>
        </p:nvSpPr>
        <p:spPr>
          <a:xfrm>
            <a:off x="1981200" y="4438333"/>
            <a:ext cx="5545138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)(2 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2 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  <a:p>
            <a:pPr algn="ctr"/>
            <a:endParaRPr lang="en-US" altLang="zh-CN">
              <a:latin typeface="Times New Roman" panose="02020603050405020304" pitchFamily="18" charset="0"/>
            </a:endParaRPr>
          </a:p>
          <a:p>
            <a:pPr algn="ctr"/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3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–3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+ 3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883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883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4883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>
                                            <p:txEl>
                                              <p:charRg st="34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48836">
                                            <p:txEl>
                                              <p:charRg st="34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 build="p"/>
      <p:bldP spid="248835" grpId="0" build="p"/>
      <p:bldP spid="24883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026" name="矩形 257025"/>
          <p:cNvSpPr/>
          <p:nvPr/>
        </p:nvSpPr>
        <p:spPr>
          <a:xfrm>
            <a:off x="1079500" y="228600"/>
            <a:ext cx="51482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四、矩阵的转置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57027" name="文本框 257026"/>
          <p:cNvSpPr txBox="1"/>
          <p:nvPr/>
        </p:nvSpPr>
        <p:spPr>
          <a:xfrm>
            <a:off x="323850" y="914400"/>
            <a:ext cx="8456613" cy="1383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 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2.2.7</a:t>
            </a:r>
            <a:r>
              <a:rPr lang="en-US" altLang="zh-CN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把矩阵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的行列互换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所得到的新矩阵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叫做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的转置矩阵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57028" name="文本框 257027"/>
          <p:cNvSpPr txBox="1"/>
          <p:nvPr/>
        </p:nvSpPr>
        <p:spPr>
          <a:xfrm>
            <a:off x="1371600" y="2484438"/>
            <a:ext cx="1017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例如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57029" name="对象 257028"/>
          <p:cNvGraphicFramePr/>
          <p:nvPr/>
        </p:nvGraphicFramePr>
        <p:xfrm>
          <a:off x="2362200" y="2332038"/>
          <a:ext cx="2170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9" name="" r:id="rId1" imgW="2171700" imgH="787400" progId="Equation.3">
                  <p:embed/>
                </p:oleObj>
              </mc:Choice>
              <mc:Fallback>
                <p:oleObj name="" r:id="rId1" imgW="2171700" imgH="787400" progId="Equation.3">
                  <p:embed/>
                  <p:pic>
                    <p:nvPicPr>
                      <p:cNvPr id="0" name="图片 38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2332038"/>
                        <a:ext cx="21701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0" name="对象 257029"/>
          <p:cNvGraphicFramePr/>
          <p:nvPr/>
        </p:nvGraphicFramePr>
        <p:xfrm>
          <a:off x="4699000" y="2179638"/>
          <a:ext cx="1841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" name="" r:id="rId3" imgW="1841500" imgH="1168400" progId="Equation.3">
                  <p:embed/>
                </p:oleObj>
              </mc:Choice>
              <mc:Fallback>
                <p:oleObj name="" r:id="rId3" imgW="1841500" imgH="1168400" progId="Equation.3">
                  <p:embed/>
                  <p:pic>
                    <p:nvPicPr>
                      <p:cNvPr id="0" name="图片 38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99000" y="2179638"/>
                        <a:ext cx="1841500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1" name="对象 257030"/>
          <p:cNvGraphicFramePr/>
          <p:nvPr/>
        </p:nvGraphicFramePr>
        <p:xfrm>
          <a:off x="4699000" y="3475038"/>
          <a:ext cx="187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" name="" r:id="rId5" imgW="1879600" imgH="419100" progId="Equation.3">
                  <p:embed/>
                </p:oleObj>
              </mc:Choice>
              <mc:Fallback>
                <p:oleObj name="" r:id="rId5" imgW="1879600" imgH="419100" progId="Equation.3">
                  <p:embed/>
                  <p:pic>
                    <p:nvPicPr>
                      <p:cNvPr id="0" name="图片 38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9000" y="3475038"/>
                        <a:ext cx="1879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2" name="对象 257031"/>
          <p:cNvGraphicFramePr/>
          <p:nvPr/>
        </p:nvGraphicFramePr>
        <p:xfrm>
          <a:off x="2397125" y="3322638"/>
          <a:ext cx="1447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" name="" r:id="rId7" imgW="1447800" imgH="787400" progId="Equation.3">
                  <p:embed/>
                </p:oleObj>
              </mc:Choice>
              <mc:Fallback>
                <p:oleObj name="" r:id="rId7" imgW="1447800" imgH="787400" progId="Equation.3">
                  <p:embed/>
                  <p:pic>
                    <p:nvPicPr>
                      <p:cNvPr id="0" name="图片 38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97125" y="3322638"/>
                        <a:ext cx="14478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70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7027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702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5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5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5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advAuto="1000" build="p"/>
      <p:bldP spid="257027" grpId="0" build="p"/>
      <p:bldP spid="25702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8050" name="文本框 258049"/>
          <p:cNvSpPr txBox="1"/>
          <p:nvPr/>
        </p:nvSpPr>
        <p:spPr>
          <a:xfrm>
            <a:off x="647700" y="1114425"/>
            <a:ext cx="3432175" cy="2054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(1)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(2)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(3)  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(4)  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58051" name="文本框 258050"/>
          <p:cNvSpPr txBox="1"/>
          <p:nvPr/>
        </p:nvSpPr>
        <p:spPr>
          <a:xfrm>
            <a:off x="611505" y="333375"/>
            <a:ext cx="52870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性质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2.2.5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矩阵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转置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的运算性质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58052" name="文本框 258051"/>
          <p:cNvSpPr txBox="1"/>
          <p:nvPr/>
        </p:nvSpPr>
        <p:spPr>
          <a:xfrm>
            <a:off x="1619250" y="3716338"/>
            <a:ext cx="1250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一般地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8053" name="对象 258052"/>
          <p:cNvGraphicFramePr/>
          <p:nvPr/>
        </p:nvGraphicFramePr>
        <p:xfrm>
          <a:off x="993775" y="4427538"/>
          <a:ext cx="414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" name="" r:id="rId1" imgW="4138295" imgH="482600" progId="Equation.DSMT4">
                  <p:embed/>
                </p:oleObj>
              </mc:Choice>
              <mc:Fallback>
                <p:oleObj name="" r:id="rId1" imgW="4138295" imgH="482600" progId="Equation.DSMT4">
                  <p:embed/>
                  <p:pic>
                    <p:nvPicPr>
                      <p:cNvPr id="0" name="图片 38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3775" y="4427538"/>
                        <a:ext cx="41402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805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charRg st="39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charRg st="39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charRg st="5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charRg st="57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0" grpId="0" build="p"/>
      <p:bldP spid="258051" grpId="0" build="p"/>
      <p:bldP spid="25805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074" name="文本框 259073"/>
          <p:cNvSpPr txBox="1"/>
          <p:nvPr/>
        </p:nvSpPr>
        <p:spPr>
          <a:xfrm>
            <a:off x="1023938" y="590550"/>
            <a:ext cx="1784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证明（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9075" name="文本框 259074"/>
          <p:cNvSpPr txBox="1"/>
          <p:nvPr/>
        </p:nvSpPr>
        <p:spPr>
          <a:xfrm>
            <a:off x="323850" y="141287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76" name="对象 259075"/>
          <p:cNvGraphicFramePr/>
          <p:nvPr/>
        </p:nvGraphicFramePr>
        <p:xfrm>
          <a:off x="909638" y="1477963"/>
          <a:ext cx="6438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" name="" r:id="rId1" imgW="6436360" imgH="482600" progId="Equation.DSMT4">
                  <p:embed/>
                </p:oleObj>
              </mc:Choice>
              <mc:Fallback>
                <p:oleObj name="" r:id="rId1" imgW="6436360" imgH="482600" progId="Equation.DSMT4">
                  <p:embed/>
                  <p:pic>
                    <p:nvPicPr>
                      <p:cNvPr id="0" name="图片 38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9638" y="1477963"/>
                        <a:ext cx="64389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对象 259076"/>
          <p:cNvGraphicFramePr/>
          <p:nvPr/>
        </p:nvGraphicFramePr>
        <p:xfrm>
          <a:off x="908050" y="2192338"/>
          <a:ext cx="2946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" name="" r:id="rId3" imgW="2945130" imgH="533400" progId="Equation.DSMT4">
                  <p:embed/>
                </p:oleObj>
              </mc:Choice>
              <mc:Fallback>
                <p:oleObj name="" r:id="rId3" imgW="2945130" imgH="533400" progId="Equation.DSMT4">
                  <p:embed/>
                  <p:pic>
                    <p:nvPicPr>
                      <p:cNvPr id="0" name="图片 38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8050" y="2192338"/>
                        <a:ext cx="2946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8" name="文本框 259077"/>
          <p:cNvSpPr txBox="1"/>
          <p:nvPr/>
        </p:nvSpPr>
        <p:spPr>
          <a:xfrm>
            <a:off x="519113" y="3016250"/>
            <a:ext cx="2317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首先容易看到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79" name="对象 259078"/>
          <p:cNvGraphicFramePr/>
          <p:nvPr/>
        </p:nvGraphicFramePr>
        <p:xfrm>
          <a:off x="2962275" y="3062288"/>
          <a:ext cx="95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" name="" r:id="rId5" imgW="951865" imgH="469900" progId="Equation.DSMT4">
                  <p:embed/>
                </p:oleObj>
              </mc:Choice>
              <mc:Fallback>
                <p:oleObj name="" r:id="rId5" imgW="951865" imgH="469900" progId="Equation.DSMT4">
                  <p:embed/>
                  <p:pic>
                    <p:nvPicPr>
                      <p:cNvPr id="0" name="图片 38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2275" y="3062288"/>
                        <a:ext cx="952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0" name="文本框 259079"/>
          <p:cNvSpPr txBox="1"/>
          <p:nvPr/>
        </p:nvSpPr>
        <p:spPr>
          <a:xfrm>
            <a:off x="4119563" y="30162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81" name="对象 259080"/>
          <p:cNvGraphicFramePr/>
          <p:nvPr/>
        </p:nvGraphicFramePr>
        <p:xfrm>
          <a:off x="4756150" y="3062288"/>
          <a:ext cx="87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5" name="" r:id="rId7" imgW="875665" imgH="381000" progId="Equation.DSMT4">
                  <p:embed/>
                </p:oleObj>
              </mc:Choice>
              <mc:Fallback>
                <p:oleObj name="" r:id="rId7" imgW="875665" imgH="381000" progId="Equation.DSMT4">
                  <p:embed/>
                  <p:pic>
                    <p:nvPicPr>
                      <p:cNvPr id="0" name="图片 38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6150" y="3062288"/>
                        <a:ext cx="876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2" name="文本框 259081"/>
          <p:cNvSpPr txBox="1"/>
          <p:nvPr/>
        </p:nvSpPr>
        <p:spPr>
          <a:xfrm>
            <a:off x="5848350" y="2967038"/>
            <a:ext cx="20510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为同型矩阵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59083" name="文本框 259082"/>
          <p:cNvSpPr txBox="1"/>
          <p:nvPr/>
        </p:nvSpPr>
        <p:spPr>
          <a:xfrm>
            <a:off x="560388" y="4057650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84" name="对象 259083"/>
          <p:cNvGraphicFramePr/>
          <p:nvPr/>
        </p:nvGraphicFramePr>
        <p:xfrm>
          <a:off x="1746250" y="3835400"/>
          <a:ext cx="1968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" name="" r:id="rId9" imgW="1968500" imgH="927100" progId="Equation.DSMT4">
                  <p:embed/>
                </p:oleObj>
              </mc:Choice>
              <mc:Fallback>
                <p:oleObj name="" r:id="rId9" imgW="1968500" imgH="927100" progId="Equation.DSMT4">
                  <p:embed/>
                  <p:pic>
                    <p:nvPicPr>
                      <p:cNvPr id="0" name="图片 38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46250" y="3835400"/>
                        <a:ext cx="1968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5" name="文本框 259084"/>
          <p:cNvSpPr txBox="1"/>
          <p:nvPr/>
        </p:nvSpPr>
        <p:spPr>
          <a:xfrm>
            <a:off x="4284663" y="4005263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86" name="对象 259085"/>
          <p:cNvGraphicFramePr/>
          <p:nvPr/>
        </p:nvGraphicFramePr>
        <p:xfrm>
          <a:off x="5214938" y="4051300"/>
          <a:ext cx="95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" name="" r:id="rId11" imgW="951865" imgH="469900" progId="Equation.DSMT4">
                  <p:embed/>
                </p:oleObj>
              </mc:Choice>
              <mc:Fallback>
                <p:oleObj name="" r:id="rId11" imgW="951865" imgH="469900" progId="Equation.DSMT4">
                  <p:embed/>
                  <p:pic>
                    <p:nvPicPr>
                      <p:cNvPr id="0" name="图片 38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14938" y="4051300"/>
                        <a:ext cx="952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7" name="文本框 259086"/>
          <p:cNvSpPr txBox="1"/>
          <p:nvPr/>
        </p:nvSpPr>
        <p:spPr>
          <a:xfrm>
            <a:off x="6156325" y="4027488"/>
            <a:ext cx="25146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的第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行第 </a:t>
            </a:r>
            <a:r>
              <a:rPr lang="en-US" altLang="zh-CN" i="1">
                <a:latin typeface="Times New Roman" panose="02020603050405020304" pitchFamily="18" charset="0"/>
              </a:rPr>
              <a:t>j </a:t>
            </a:r>
            <a:r>
              <a:rPr lang="zh-CN" altLang="en-US" dirty="0">
                <a:latin typeface="Times New Roman" panose="02020603050405020304" pitchFamily="18" charset="0"/>
              </a:rPr>
              <a:t>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9088" name="文本框 259087"/>
          <p:cNvSpPr txBox="1"/>
          <p:nvPr/>
        </p:nvSpPr>
        <p:spPr>
          <a:xfrm>
            <a:off x="611188" y="4941888"/>
            <a:ext cx="1606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的元素为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89" name="对象 259088"/>
          <p:cNvGraphicFramePr/>
          <p:nvPr/>
        </p:nvGraphicFramePr>
        <p:xfrm>
          <a:off x="2349500" y="5346700"/>
          <a:ext cx="247808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6" name="" r:id="rId13" imgW="2044700" imgH="927100" progId="Equation.DSMT4">
                  <p:embed/>
                </p:oleObj>
              </mc:Choice>
              <mc:Fallback>
                <p:oleObj name="" r:id="rId13" imgW="2044700" imgH="927100" progId="Equation.DSMT4">
                  <p:embed/>
                  <p:pic>
                    <p:nvPicPr>
                      <p:cNvPr id="0" name="图片 38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49500" y="5346700"/>
                        <a:ext cx="2478088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/>
      <p:bldP spid="259075" grpId="0"/>
      <p:bldP spid="259078" grpId="0"/>
      <p:bldP spid="259080" grpId="0"/>
      <p:bldP spid="259082" grpId="0"/>
      <p:bldP spid="259083" grpId="0"/>
      <p:bldP spid="259085" grpId="0"/>
      <p:bldP spid="259087" grpId="0"/>
      <p:bldP spid="25908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0098" name="文本框 260097"/>
          <p:cNvSpPr txBox="1"/>
          <p:nvPr/>
        </p:nvSpPr>
        <p:spPr>
          <a:xfrm>
            <a:off x="735013" y="352425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又因为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099" name="对象 260098"/>
          <p:cNvGraphicFramePr/>
          <p:nvPr/>
        </p:nvGraphicFramePr>
        <p:xfrm>
          <a:off x="2035175" y="398463"/>
          <a:ext cx="534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" name="" r:id="rId1" imgW="444500" imgH="381000" progId="Equation.DSMT4">
                  <p:embed/>
                </p:oleObj>
              </mc:Choice>
              <mc:Fallback>
                <p:oleObj name="" r:id="rId1" imgW="444500" imgH="381000" progId="Equation.DSMT4">
                  <p:embed/>
                  <p:pic>
                    <p:nvPicPr>
                      <p:cNvPr id="0" name="图片 38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5175" y="398463"/>
                        <a:ext cx="53498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0" name="文本框 260099"/>
          <p:cNvSpPr txBox="1"/>
          <p:nvPr/>
        </p:nvSpPr>
        <p:spPr>
          <a:xfrm>
            <a:off x="2627313" y="404813"/>
            <a:ext cx="57737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中第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行的元素为 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中第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列的元素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101" name="对象 260100"/>
          <p:cNvGraphicFramePr/>
          <p:nvPr/>
        </p:nvGraphicFramePr>
        <p:xfrm>
          <a:off x="2422525" y="1052513"/>
          <a:ext cx="21986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5" name="" r:id="rId3" imgW="1802765" imgH="431800" progId="Equation.DSMT4">
                  <p:embed/>
                </p:oleObj>
              </mc:Choice>
              <mc:Fallback>
                <p:oleObj name="" r:id="rId3" imgW="1802765" imgH="431800" progId="Equation.DSMT4">
                  <p:embed/>
                  <p:pic>
                    <p:nvPicPr>
                      <p:cNvPr id="0" name="图片 38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2525" y="1052513"/>
                        <a:ext cx="21986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2" name="对象 260101"/>
          <p:cNvGraphicFramePr/>
          <p:nvPr/>
        </p:nvGraphicFramePr>
        <p:xfrm>
          <a:off x="741363" y="1909763"/>
          <a:ext cx="53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6" name="" r:id="rId5" imgW="444500" imgH="381000" progId="Equation.DSMT4">
                  <p:embed/>
                </p:oleObj>
              </mc:Choice>
              <mc:Fallback>
                <p:oleObj name="" r:id="rId5" imgW="444500" imgH="381000" progId="Equation.DSMT4">
                  <p:embed/>
                  <p:pic>
                    <p:nvPicPr>
                      <p:cNvPr id="0" name="图片 38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1363" y="1909763"/>
                        <a:ext cx="533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3" name="文本框 260102"/>
          <p:cNvSpPr txBox="1"/>
          <p:nvPr/>
        </p:nvSpPr>
        <p:spPr>
          <a:xfrm>
            <a:off x="1331913" y="1916113"/>
            <a:ext cx="57737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中第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列的元素为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中第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行的元素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104" name="对象 260103"/>
          <p:cNvGraphicFramePr/>
          <p:nvPr/>
        </p:nvGraphicFramePr>
        <p:xfrm>
          <a:off x="2678113" y="2559050"/>
          <a:ext cx="23844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9" name="" r:id="rId7" imgW="1955165" imgH="482600" progId="Equation.DSMT4">
                  <p:embed/>
                </p:oleObj>
              </mc:Choice>
              <mc:Fallback>
                <p:oleObj name="" r:id="rId7" imgW="1955165" imgH="482600" progId="Equation.DSMT4">
                  <p:embed/>
                  <p:pic>
                    <p:nvPicPr>
                      <p:cNvPr id="0" name="图片 38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78113" y="2559050"/>
                        <a:ext cx="2384425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5" name="文本框 260104"/>
          <p:cNvSpPr txBox="1"/>
          <p:nvPr/>
        </p:nvSpPr>
        <p:spPr>
          <a:xfrm>
            <a:off x="663575" y="3662363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于是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106" name="对象 260105"/>
          <p:cNvGraphicFramePr/>
          <p:nvPr/>
        </p:nvGraphicFramePr>
        <p:xfrm>
          <a:off x="1660525" y="3781425"/>
          <a:ext cx="87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7" name="" r:id="rId9" imgW="875665" imgH="381000" progId="Equation.DSMT4">
                  <p:embed/>
                </p:oleObj>
              </mc:Choice>
              <mc:Fallback>
                <p:oleObj name="" r:id="rId9" imgW="875665" imgH="381000" progId="Equation.DSMT4">
                  <p:embed/>
                  <p:pic>
                    <p:nvPicPr>
                      <p:cNvPr id="0" name="图片 38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60525" y="3781425"/>
                        <a:ext cx="876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7" name="矩形 260106"/>
          <p:cNvSpPr/>
          <p:nvPr/>
        </p:nvSpPr>
        <p:spPr>
          <a:xfrm>
            <a:off x="2627313" y="3716338"/>
            <a:ext cx="35814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的第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行第 </a:t>
            </a:r>
            <a:r>
              <a:rPr lang="en-US" altLang="zh-CN" i="1">
                <a:latin typeface="Times New Roman" panose="02020603050405020304" pitchFamily="18" charset="0"/>
              </a:rPr>
              <a:t>j </a:t>
            </a:r>
            <a:r>
              <a:rPr lang="zh-CN" altLang="en-US" dirty="0">
                <a:latin typeface="Times New Roman" panose="02020603050405020304" pitchFamily="18" charset="0"/>
              </a:rPr>
              <a:t>列元素为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108" name="对象 260107"/>
          <p:cNvGraphicFramePr/>
          <p:nvPr/>
        </p:nvGraphicFramePr>
        <p:xfrm>
          <a:off x="823913" y="4643438"/>
          <a:ext cx="439578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7" name="" r:id="rId11" imgW="3605530" imgH="482600" progId="Equation.DSMT4">
                  <p:embed/>
                </p:oleObj>
              </mc:Choice>
              <mc:Fallback>
                <p:oleObj name="" r:id="rId11" imgW="3605530" imgH="482600" progId="Equation.DSMT4">
                  <p:embed/>
                  <p:pic>
                    <p:nvPicPr>
                      <p:cNvPr id="0" name="图片 38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3913" y="4643438"/>
                        <a:ext cx="4395787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9" name="对象 260108"/>
          <p:cNvGraphicFramePr/>
          <p:nvPr/>
        </p:nvGraphicFramePr>
        <p:xfrm>
          <a:off x="5508625" y="4581525"/>
          <a:ext cx="1524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" name="" r:id="rId13" imgW="1524000" imgH="927100" progId="Equation.DSMT4">
                  <p:embed/>
                </p:oleObj>
              </mc:Choice>
              <mc:Fallback>
                <p:oleObj name="" r:id="rId13" imgW="1524000" imgH="927100" progId="Equation.DSMT4">
                  <p:embed/>
                  <p:pic>
                    <p:nvPicPr>
                      <p:cNvPr id="0" name="图片 382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08625" y="4581525"/>
                        <a:ext cx="1524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0" name="文本框 260109"/>
          <p:cNvSpPr txBox="1"/>
          <p:nvPr/>
        </p:nvSpPr>
        <p:spPr>
          <a:xfrm>
            <a:off x="1670685" y="5607685"/>
            <a:ext cx="549910" cy="7734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111" name="对象 260110"/>
          <p:cNvGraphicFramePr/>
          <p:nvPr/>
        </p:nvGraphicFramePr>
        <p:xfrm>
          <a:off x="2627630" y="5589270"/>
          <a:ext cx="22383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4" name="" r:id="rId15" imgW="2197100" imgH="469900" progId="Equation.DSMT4">
                  <p:embed/>
                </p:oleObj>
              </mc:Choice>
              <mc:Fallback>
                <p:oleObj name="" r:id="rId15" imgW="2197100" imgH="469900" progId="Equation.DSMT4">
                  <p:embed/>
                  <p:pic>
                    <p:nvPicPr>
                      <p:cNvPr id="0" name="图片 383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27630" y="5589270"/>
                        <a:ext cx="22383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8" grpId="0"/>
      <p:bldP spid="260100" grpId="0"/>
      <p:bldP spid="260103" grpId="0"/>
      <p:bldP spid="260105" grpId="0"/>
      <p:bldP spid="260107" grpId="0"/>
      <p:bldP spid="2601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1122" name="文本框 261121"/>
          <p:cNvSpPr txBox="1"/>
          <p:nvPr/>
        </p:nvSpPr>
        <p:spPr>
          <a:xfrm>
            <a:off x="1079500" y="1309688"/>
            <a:ext cx="19986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解法</a:t>
            </a:r>
            <a:r>
              <a:rPr lang="en-US" altLang="zh-CN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1: 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61123" name="对象 261122"/>
          <p:cNvGraphicFramePr/>
          <p:nvPr/>
        </p:nvGraphicFramePr>
        <p:xfrm>
          <a:off x="1276350" y="1752600"/>
          <a:ext cx="42275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8" name="" r:id="rId1" imgW="4229100" imgH="1168400" progId="Equation.3">
                  <p:embed/>
                </p:oleObj>
              </mc:Choice>
              <mc:Fallback>
                <p:oleObj name="" r:id="rId1" imgW="4229100" imgH="1168400" progId="Equation.3">
                  <p:embed/>
                  <p:pic>
                    <p:nvPicPr>
                      <p:cNvPr id="0" name="图片 38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6350" y="1752600"/>
                        <a:ext cx="4227513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4" name="对象 261123"/>
          <p:cNvGraphicFramePr/>
          <p:nvPr/>
        </p:nvGraphicFramePr>
        <p:xfrm>
          <a:off x="5589588" y="1885950"/>
          <a:ext cx="24114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" name="" r:id="rId3" imgW="2413000" imgH="787400" progId="Equation.3">
                  <p:embed/>
                </p:oleObj>
              </mc:Choice>
              <mc:Fallback>
                <p:oleObj name="" r:id="rId3" imgW="2413000" imgH="787400" progId="Equation.3">
                  <p:embed/>
                  <p:pic>
                    <p:nvPicPr>
                      <p:cNvPr id="0" name="图片 38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89588" y="1885950"/>
                        <a:ext cx="2411412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5" name="对象 261124"/>
          <p:cNvGraphicFramePr/>
          <p:nvPr/>
        </p:nvGraphicFramePr>
        <p:xfrm>
          <a:off x="1547495" y="3068955"/>
          <a:ext cx="242728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" name="" r:id="rId5" imgW="2755900" imgH="1168400" progId="Equation.3">
                  <p:embed/>
                </p:oleObj>
              </mc:Choice>
              <mc:Fallback>
                <p:oleObj name="" r:id="rId5" imgW="2755900" imgH="1168400" progId="Equation.3">
                  <p:embed/>
                  <p:pic>
                    <p:nvPicPr>
                      <p:cNvPr id="0" name="图片 38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495" y="3068955"/>
                        <a:ext cx="2427288" cy="1141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1126" name="组合 261125"/>
          <p:cNvGrpSpPr/>
          <p:nvPr/>
        </p:nvGrpSpPr>
        <p:grpSpPr>
          <a:xfrm>
            <a:off x="568325" y="228600"/>
            <a:ext cx="8160385" cy="1168400"/>
            <a:chOff x="763" y="320"/>
            <a:chExt cx="4735" cy="736"/>
          </a:xfrm>
        </p:grpSpPr>
        <p:sp>
          <p:nvSpPr>
            <p:cNvPr id="261127" name="矩形 261126"/>
            <p:cNvSpPr/>
            <p:nvPr/>
          </p:nvSpPr>
          <p:spPr>
            <a:xfrm>
              <a:off x="763" y="544"/>
              <a:ext cx="1269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例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已知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1128" name="对象 261127"/>
            <p:cNvGraphicFramePr/>
            <p:nvPr/>
          </p:nvGraphicFramePr>
          <p:xfrm>
            <a:off x="1575" y="320"/>
            <a:ext cx="2975" cy="7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1" name="" r:id="rId7" imgW="4889500" imgH="1168400" progId="Equation.3">
                    <p:embed/>
                  </p:oleObj>
                </mc:Choice>
                <mc:Fallback>
                  <p:oleObj name="" r:id="rId7" imgW="4889500" imgH="1168400" progId="Equation.3">
                    <p:embed/>
                    <p:pic>
                      <p:nvPicPr>
                        <p:cNvPr id="0" name="图片 383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75" y="320"/>
                          <a:ext cx="2975" cy="7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1129" name="矩形 261128"/>
            <p:cNvSpPr/>
            <p:nvPr/>
          </p:nvSpPr>
          <p:spPr>
            <a:xfrm>
              <a:off x="4560" y="517"/>
              <a:ext cx="93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求</a:t>
              </a: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AB</a:t>
              </a:r>
              <a:r>
                <a:rPr lang="en-US" altLang="zh-CN">
                  <a:latin typeface="Times New Roman" panose="02020603050405020304" pitchFamily="18" charset="0"/>
                </a:rPr>
                <a:t>)</a:t>
              </a:r>
              <a:r>
                <a:rPr lang="en-US" altLang="zh-CN" i="1" baseline="30000">
                  <a:latin typeface="Times New Roman" panose="02020603050405020304" pitchFamily="18" charset="0"/>
                </a:rPr>
                <a:t>T</a:t>
              </a:r>
              <a:r>
                <a:rPr lang="en-US" altLang="zh-CN" i="1">
                  <a:latin typeface="Times New Roman" panose="02020603050405020304" pitchFamily="18" charset="0"/>
                </a:rPr>
                <a:t>.</a:t>
              </a:r>
              <a:endParaRPr lang="en-US" altLang="zh-CN" i="1" baseline="30000">
                <a:latin typeface="Times New Roman" panose="02020603050405020304" pitchFamily="18" charset="0"/>
              </a:endParaRPr>
            </a:p>
          </p:txBody>
        </p:sp>
      </p:grpSp>
      <p:sp>
        <p:nvSpPr>
          <p:cNvPr id="261130" name="文本框 261129"/>
          <p:cNvSpPr txBox="1"/>
          <p:nvPr/>
        </p:nvSpPr>
        <p:spPr>
          <a:xfrm>
            <a:off x="626745" y="3342640"/>
            <a:ext cx="975995" cy="5753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1131" name="矩形 261130"/>
          <p:cNvSpPr/>
          <p:nvPr/>
        </p:nvSpPr>
        <p:spPr>
          <a:xfrm>
            <a:off x="1036003" y="4299268"/>
            <a:ext cx="11922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解法</a:t>
            </a:r>
            <a:r>
              <a:rPr lang="en-US" altLang="zh-CN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2:</a:t>
            </a:r>
            <a:endParaRPr lang="en-US" altLang="zh-CN">
              <a:solidFill>
                <a:srgbClr val="3366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61132" name="对象 261131"/>
          <p:cNvGraphicFramePr/>
          <p:nvPr/>
        </p:nvGraphicFramePr>
        <p:xfrm>
          <a:off x="2915603" y="4437380"/>
          <a:ext cx="32131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" name="" r:id="rId9" imgW="3213100" imgH="1168400" progId="Equation.3">
                  <p:embed/>
                </p:oleObj>
              </mc:Choice>
              <mc:Fallback>
                <p:oleObj name="" r:id="rId9" imgW="3213100" imgH="1168400" progId="Equation.3">
                  <p:embed/>
                  <p:pic>
                    <p:nvPicPr>
                      <p:cNvPr id="0" name="图片 38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5603" y="4437380"/>
                        <a:ext cx="3213100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3" name="对象 261132"/>
          <p:cNvGraphicFramePr/>
          <p:nvPr/>
        </p:nvGraphicFramePr>
        <p:xfrm>
          <a:off x="6204903" y="4437380"/>
          <a:ext cx="1601787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" name="" r:id="rId11" imgW="1816100" imgH="1168400" progId="Equation.3">
                  <p:embed/>
                </p:oleObj>
              </mc:Choice>
              <mc:Fallback>
                <p:oleObj name="" r:id="rId11" imgW="1816100" imgH="1168400" progId="Equation.3">
                  <p:embed/>
                  <p:pic>
                    <p:nvPicPr>
                      <p:cNvPr id="0" name="图片 382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04903" y="4437380"/>
                        <a:ext cx="1601787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34" name="矩形 261133"/>
          <p:cNvSpPr/>
          <p:nvPr/>
        </p:nvSpPr>
        <p:spPr>
          <a:xfrm>
            <a:off x="947103" y="4692968"/>
            <a:ext cx="2014537" cy="5826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112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6113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6113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6113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26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6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2" grpId="0" build="p"/>
      <p:bldP spid="261130" grpId="0" build="p"/>
      <p:bldP spid="261131" grpId="0" build="p"/>
      <p:bldP spid="261134" grpId="0" advAuto="100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0" name="文本框 263169"/>
          <p:cNvSpPr txBox="1"/>
          <p:nvPr/>
        </p:nvSpPr>
        <p:spPr>
          <a:xfrm>
            <a:off x="526415" y="549275"/>
            <a:ext cx="8325485" cy="18992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2.2.8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对任意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ji  </a:t>
            </a:r>
            <a:r>
              <a:rPr lang="zh-CN" altLang="en-US" dirty="0">
                <a:latin typeface="Times New Roman" panose="02020603050405020304" pitchFamily="18" charset="0"/>
              </a:rPr>
              <a:t>都成立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对称矩阵</a:t>
            </a:r>
            <a:r>
              <a:rPr lang="en-US" altLang="zh-CN">
                <a:latin typeface="Times New Roman" panose="02020603050405020304" pitchFamily="18" charset="0"/>
              </a:rPr>
              <a:t>; 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ji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都</a:t>
            </a:r>
            <a:r>
              <a:rPr lang="zh-CN" altLang="en-US" dirty="0">
                <a:latin typeface="Times New Roman" panose="02020603050405020304" pitchFamily="18" charset="0"/>
              </a:rPr>
              <a:t>成立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反对称矩阵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63171" name="组合 263170"/>
          <p:cNvGrpSpPr/>
          <p:nvPr/>
        </p:nvGrpSpPr>
        <p:grpSpPr>
          <a:xfrm>
            <a:off x="250825" y="2862580"/>
            <a:ext cx="8207375" cy="538480"/>
            <a:chOff x="327" y="3416"/>
            <a:chExt cx="5170" cy="416"/>
          </a:xfrm>
        </p:grpSpPr>
        <p:sp>
          <p:nvSpPr>
            <p:cNvPr id="263172" name="文本框 263171"/>
            <p:cNvSpPr txBox="1"/>
            <p:nvPr/>
          </p:nvSpPr>
          <p:spPr>
            <a:xfrm>
              <a:off x="327" y="3416"/>
              <a:ext cx="4545" cy="4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显然，若 </a:t>
              </a:r>
              <a:r>
                <a:rPr lang="en-US" altLang="zh-CN" i="1">
                  <a:latin typeface="Times New Roman" panose="02020603050405020304" pitchFamily="18" charset="0"/>
                </a:rPr>
                <a:t>A </a:t>
              </a:r>
              <a:r>
                <a:rPr lang="zh-CN" altLang="en-US" dirty="0">
                  <a:latin typeface="Times New Roman" panose="02020603050405020304" pitchFamily="18" charset="0"/>
                </a:rPr>
                <a:t>是反对称矩阵，那么对任意 </a:t>
              </a:r>
              <a:r>
                <a:rPr lang="en-US" altLang="zh-CN" i="1">
                  <a:latin typeface="Times New Roman" panose="02020603050405020304" pitchFamily="18" charset="0"/>
                </a:rPr>
                <a:t>i</a:t>
              </a:r>
              <a:r>
                <a:rPr lang="zh-CN" altLang="en-US" i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dirty="0">
                  <a:latin typeface="Times New Roman" panose="02020603050405020304" pitchFamily="18" charset="0"/>
                </a:rPr>
                <a:t>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3173" name="对象 263172"/>
            <p:cNvGraphicFramePr/>
            <p:nvPr/>
          </p:nvGraphicFramePr>
          <p:xfrm>
            <a:off x="4921" y="3442"/>
            <a:ext cx="57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6" name="" r:id="rId1" imgW="913765" imgH="431800" progId="Equation.DSMT4">
                    <p:embed/>
                  </p:oleObj>
                </mc:Choice>
                <mc:Fallback>
                  <p:oleObj name="" r:id="rId1" imgW="913765" imgH="431800" progId="Equation.DSMT4">
                    <p:embed/>
                    <p:pic>
                      <p:nvPicPr>
                        <p:cNvPr id="0" name="图片 384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21" y="3442"/>
                          <a:ext cx="576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4194" name="文本框 264193"/>
          <p:cNvSpPr txBox="1"/>
          <p:nvPr/>
        </p:nvSpPr>
        <p:spPr>
          <a:xfrm>
            <a:off x="396875" y="3613785"/>
            <a:ext cx="7771130" cy="622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zh-CN" altLang="en-US" dirty="0">
                <a:latin typeface="Times New Roman" panose="02020603050405020304" pitchFamily="18" charset="0"/>
              </a:rPr>
              <a:t>矩阵转置和对称矩阵、反对称矩阵的定义可得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4195" name="矩形 264194"/>
          <p:cNvSpPr/>
          <p:nvPr/>
        </p:nvSpPr>
        <p:spPr>
          <a:xfrm>
            <a:off x="718820" y="4511040"/>
            <a:ext cx="7885430" cy="12052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方阵</a:t>
            </a:r>
            <a:r>
              <a:rPr lang="en-US" altLang="zh-CN" i="1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为对称矩阵的充分必要条件是</a:t>
            </a:r>
            <a:r>
              <a:rPr lang="en-US" altLang="zh-CN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:     </a:t>
            </a:r>
            <a:r>
              <a:rPr lang="en-US" altLang="zh-CN" i="1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3333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>
              <a:solidFill>
                <a:srgbClr val="3333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方阵</a:t>
            </a:r>
            <a:r>
              <a:rPr lang="en-US" altLang="zh-CN" i="1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为反对称矩阵的充分必要条件是</a:t>
            </a:r>
            <a:r>
              <a:rPr lang="en-US" altLang="zh-CN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:  –</a:t>
            </a:r>
            <a:r>
              <a:rPr lang="en-US" altLang="zh-CN" i="1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3333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3170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317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317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6419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6419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64195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 build="p"/>
      <p:bldP spid="264194" grpId="0" advAuto="1000" build="p"/>
      <p:bldP spid="26419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42" name="文本框 266241"/>
          <p:cNvSpPr txBox="1"/>
          <p:nvPr/>
        </p:nvSpPr>
        <p:spPr>
          <a:xfrm>
            <a:off x="467360" y="188595"/>
            <a:ext cx="820674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2.2.7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证明任一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都可表示成对称阵与反对称阵之和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43" name="矩形 266242"/>
          <p:cNvSpPr/>
          <p:nvPr/>
        </p:nvSpPr>
        <p:spPr>
          <a:xfrm>
            <a:off x="1079500" y="1219200"/>
            <a:ext cx="31416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44" name="矩形 266243"/>
          <p:cNvSpPr/>
          <p:nvPr/>
        </p:nvSpPr>
        <p:spPr>
          <a:xfrm>
            <a:off x="937895" y="1988503"/>
            <a:ext cx="3176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为对称矩阵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66245" name="对象 266244"/>
          <p:cNvGraphicFramePr/>
          <p:nvPr/>
        </p:nvGraphicFramePr>
        <p:xfrm>
          <a:off x="1474788" y="4076700"/>
          <a:ext cx="41894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9" name="" r:id="rId1" imgW="4191000" imgH="838200" progId="Equation.3">
                  <p:embed/>
                </p:oleObj>
              </mc:Choice>
              <mc:Fallback>
                <p:oleObj name="" r:id="rId1" imgW="4191000" imgH="838200" progId="Equation.3">
                  <p:embed/>
                  <p:pic>
                    <p:nvPicPr>
                      <p:cNvPr id="0" name="图片 38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4788" y="4076700"/>
                        <a:ext cx="4189412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6" name="对象 266245"/>
          <p:cNvGraphicFramePr/>
          <p:nvPr/>
        </p:nvGraphicFramePr>
        <p:xfrm>
          <a:off x="5794375" y="4148138"/>
          <a:ext cx="1776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2" name="" r:id="rId3" imgW="1778000" imgH="838200" progId="Equation.3">
                  <p:embed/>
                </p:oleObj>
              </mc:Choice>
              <mc:Fallback>
                <p:oleObj name="" r:id="rId3" imgW="1778000" imgH="838200" progId="Equation.3">
                  <p:embed/>
                  <p:pic>
                    <p:nvPicPr>
                      <p:cNvPr id="0" name="图片 38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4375" y="4148138"/>
                        <a:ext cx="1776413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7" name="文本框 266246"/>
          <p:cNvSpPr txBox="1"/>
          <p:nvPr/>
        </p:nvSpPr>
        <p:spPr>
          <a:xfrm>
            <a:off x="1198563" y="5085398"/>
            <a:ext cx="2584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从而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命题得证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48" name="矩形 266247"/>
          <p:cNvSpPr/>
          <p:nvPr/>
        </p:nvSpPr>
        <p:spPr>
          <a:xfrm>
            <a:off x="4114800" y="1219200"/>
            <a:ext cx="46466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66249" name="矩形 266248"/>
          <p:cNvSpPr/>
          <p:nvPr/>
        </p:nvSpPr>
        <p:spPr>
          <a:xfrm>
            <a:off x="1188403" y="2781300"/>
            <a:ext cx="21986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50" name="矩形 266249"/>
          <p:cNvSpPr/>
          <p:nvPr/>
        </p:nvSpPr>
        <p:spPr>
          <a:xfrm>
            <a:off x="3563303" y="2781300"/>
            <a:ext cx="4773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 baseline="30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51" name="矩形 266250"/>
          <p:cNvSpPr/>
          <p:nvPr/>
        </p:nvSpPr>
        <p:spPr>
          <a:xfrm>
            <a:off x="971550" y="3501390"/>
            <a:ext cx="353250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为反对称矩阵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242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624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624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624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6624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6625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66251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6624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 advAuto="1000" build="p"/>
      <p:bldP spid="266243" grpId="0" build="p"/>
      <p:bldP spid="266244" grpId="0" build="p"/>
      <p:bldP spid="266247" grpId="0" build="p"/>
      <p:bldP spid="266248" grpId="0" build="p"/>
      <p:bldP spid="266249" grpId="0" build="p"/>
      <p:bldP spid="266250" grpId="0" build="p"/>
      <p:bldP spid="266251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7267" name="文本框 267266"/>
          <p:cNvSpPr txBox="1"/>
          <p:nvPr/>
        </p:nvSpPr>
        <p:spPr>
          <a:xfrm>
            <a:off x="323850" y="981075"/>
            <a:ext cx="8456613" cy="10388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2.3.1</a:t>
            </a:r>
            <a:r>
              <a:rPr lang="en-US" altLang="zh-CN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的元素所构成的行列式叫做方阵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的行列式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zh-CN" altLang="en-US" dirty="0">
                <a:latin typeface="Times New Roman" panose="02020603050405020304" pitchFamily="18" charset="0"/>
              </a:rPr>
              <a:t>或 </a:t>
            </a:r>
            <a:r>
              <a:rPr lang="en-US" altLang="zh-CN" err="1">
                <a:latin typeface="Times New Roman" panose="02020603050405020304" pitchFamily="18" charset="0"/>
              </a:rPr>
              <a:t>det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67268" name="对象 267267"/>
          <p:cNvGraphicFramePr/>
          <p:nvPr/>
        </p:nvGraphicFramePr>
        <p:xfrm>
          <a:off x="6012180" y="2399030"/>
          <a:ext cx="787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1" name="" r:id="rId1" imgW="786765" imgH="317500" progId="Equation.3">
                  <p:embed/>
                </p:oleObj>
              </mc:Choice>
              <mc:Fallback>
                <p:oleObj name="" r:id="rId1" imgW="786765" imgH="317500" progId="Equation.3">
                  <p:embed/>
                  <p:pic>
                    <p:nvPicPr>
                      <p:cNvPr id="0" name="图片 38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2180" y="2399030"/>
                        <a:ext cx="787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7269" name="组合 267268"/>
          <p:cNvGrpSpPr/>
          <p:nvPr/>
        </p:nvGrpSpPr>
        <p:grpSpPr>
          <a:xfrm>
            <a:off x="682943" y="2183130"/>
            <a:ext cx="2703512" cy="787400"/>
            <a:chOff x="680" y="1184"/>
            <a:chExt cx="1703" cy="496"/>
          </a:xfrm>
        </p:grpSpPr>
        <p:graphicFrame>
          <p:nvGraphicFramePr>
            <p:cNvPr id="267270" name="对象 267269"/>
            <p:cNvGraphicFramePr/>
            <p:nvPr/>
          </p:nvGraphicFramePr>
          <p:xfrm>
            <a:off x="1296" y="1184"/>
            <a:ext cx="1087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8" name="" r:id="rId3" imgW="1727200" imgH="787400" progId="Equation.3">
                    <p:embed/>
                  </p:oleObj>
                </mc:Choice>
                <mc:Fallback>
                  <p:oleObj name="" r:id="rId3" imgW="1727200" imgH="787400" progId="Equation.3">
                    <p:embed/>
                    <p:pic>
                      <p:nvPicPr>
                        <p:cNvPr id="0" name="图片 384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6" y="1184"/>
                          <a:ext cx="1087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7271" name="文本框 267270"/>
            <p:cNvSpPr txBox="1"/>
            <p:nvPr/>
          </p:nvSpPr>
          <p:spPr>
            <a:xfrm>
              <a:off x="680" y="1248"/>
              <a:ext cx="6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例如</a:t>
              </a:r>
              <a:r>
                <a:rPr lang="en-US" altLang="zh-CN">
                  <a:latin typeface="Times New Roman" panose="02020603050405020304" pitchFamily="18" charset="0"/>
                </a:rPr>
                <a:t>: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272" name="组合 267271"/>
          <p:cNvGrpSpPr/>
          <p:nvPr/>
        </p:nvGrpSpPr>
        <p:grpSpPr>
          <a:xfrm>
            <a:off x="3635693" y="2183130"/>
            <a:ext cx="2247900" cy="787400"/>
            <a:chOff x="2400" y="1200"/>
            <a:chExt cx="1416" cy="496"/>
          </a:xfrm>
        </p:grpSpPr>
        <p:graphicFrame>
          <p:nvGraphicFramePr>
            <p:cNvPr id="267273" name="对象 267272"/>
            <p:cNvGraphicFramePr/>
            <p:nvPr/>
          </p:nvGraphicFramePr>
          <p:xfrm>
            <a:off x="2736" y="1200"/>
            <a:ext cx="1080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0" name="" r:id="rId5" imgW="1714500" imgH="787400" progId="Equation.3">
                    <p:embed/>
                  </p:oleObj>
                </mc:Choice>
                <mc:Fallback>
                  <p:oleObj name="" r:id="rId5" imgW="1714500" imgH="787400" progId="Equation.3">
                    <p:embed/>
                    <p:pic>
                      <p:nvPicPr>
                        <p:cNvPr id="0" name="图片 384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36" y="1200"/>
                          <a:ext cx="1080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7274" name="矩形 267273"/>
            <p:cNvSpPr/>
            <p:nvPr/>
          </p:nvSpPr>
          <p:spPr>
            <a:xfrm>
              <a:off x="2400" y="1248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则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7275" name="矩形 267274"/>
          <p:cNvSpPr/>
          <p:nvPr/>
        </p:nvSpPr>
        <p:spPr>
          <a:xfrm>
            <a:off x="827405" y="3110230"/>
            <a:ext cx="5684520" cy="612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性质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2.3.1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方阵行列式的运算性质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67276" name="文本框 267275"/>
          <p:cNvSpPr txBox="1"/>
          <p:nvPr/>
        </p:nvSpPr>
        <p:spPr>
          <a:xfrm>
            <a:off x="827405" y="4365625"/>
            <a:ext cx="6027420" cy="194881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marL="457200" indent="-457200">
              <a:lnSpc>
                <a:spcPct val="80000"/>
              </a:lnSpc>
              <a:buAutoNum type="arabicParenBoth"/>
            </a:pP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| = |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|;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80000"/>
              </a:lnSpc>
              <a:buAutoNum type="arabicParenBoth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80000"/>
              </a:lnSpc>
              <a:buAutoNum type="arabicParenBoth" startAt="2"/>
            </a:pP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| = </a:t>
            </a:r>
            <a:r>
              <a:rPr lang="en-US" altLang="zh-CN" i="1" err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i="1" baseline="3000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|;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80000"/>
              </a:lnSpc>
              <a:buAutoNum type="arabicParenBoth" startAt="2"/>
            </a:pP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(3)  | </a:t>
            </a:r>
            <a:r>
              <a:rPr lang="en-US" altLang="zh-CN" i="1">
                <a:latin typeface="Times New Roman" panose="02020603050405020304" pitchFamily="18" charset="0"/>
              </a:rPr>
              <a:t>AB </a:t>
            </a:r>
            <a:r>
              <a:rPr lang="en-US" altLang="zh-CN">
                <a:latin typeface="Times New Roman" panose="02020603050405020304" pitchFamily="18" charset="0"/>
              </a:rPr>
              <a:t>| = |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| |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| = |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| |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| = | </a:t>
            </a:r>
            <a:r>
              <a:rPr lang="en-US" altLang="zh-CN" i="1">
                <a:latin typeface="Times New Roman" panose="02020603050405020304" pitchFamily="18" charset="0"/>
              </a:rPr>
              <a:t>BA </a:t>
            </a:r>
            <a:r>
              <a:rPr lang="en-US" altLang="zh-CN">
                <a:latin typeface="Times New Roman" panose="02020603050405020304" pitchFamily="18" charset="0"/>
              </a:rPr>
              <a:t>|.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8539" name="文本框 278538"/>
          <p:cNvSpPr txBox="1"/>
          <p:nvPr/>
        </p:nvSpPr>
        <p:spPr>
          <a:xfrm>
            <a:off x="1605280" y="260350"/>
            <a:ext cx="517652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2.3   </a:t>
            </a:r>
            <a:r>
              <a:rPr lang="zh-CN" altLang="en-US" sz="40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方阵的行列式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9815" y="3789680"/>
            <a:ext cx="5795010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n</a:t>
            </a:r>
            <a:r>
              <a:rPr lang="zh-CN" altLang="en-US"/>
              <a:t>阶方阵，</a:t>
            </a:r>
            <a:r>
              <a:rPr lang="en-US" altLang="zh-CN"/>
              <a:t>k</a:t>
            </a:r>
            <a:r>
              <a:rPr lang="zh-CN" altLang="en-US"/>
              <a:t>为常数，则有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7267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67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6727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6">
                                            <p:txEl>
                                              <p:charRg st="1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67276">
                                            <p:txEl>
                                              <p:charRg st="17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6">
                                            <p:txEl>
                                              <p:charRg st="36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67276">
                                            <p:txEl>
                                              <p:charRg st="36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  <p:bldP spid="267275" grpId="0" advAuto="1000" build="p"/>
      <p:bldP spid="267276" grpId="0" build="p"/>
      <p:bldP spid="278539" grpId="0" advAuto="1000" build="p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8291" name="对象 268290"/>
          <p:cNvGraphicFramePr/>
          <p:nvPr/>
        </p:nvGraphicFramePr>
        <p:xfrm>
          <a:off x="828040" y="548640"/>
          <a:ext cx="204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0" name="" r:id="rId1" imgW="2044065" imgH="381000" progId="Equation.DSMT4">
                  <p:embed/>
                </p:oleObj>
              </mc:Choice>
              <mc:Fallback>
                <p:oleObj name="" r:id="rId1" imgW="2044065" imgH="381000" progId="Equation.DSMT4">
                  <p:embed/>
                  <p:pic>
                    <p:nvPicPr>
                      <p:cNvPr id="0" name="图片 38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8040" y="548640"/>
                        <a:ext cx="2044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2" name="文本框 268291"/>
          <p:cNvSpPr txBox="1"/>
          <p:nvPr/>
        </p:nvSpPr>
        <p:spPr>
          <a:xfrm>
            <a:off x="488950" y="1155700"/>
            <a:ext cx="8013700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66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性质（</a:t>
            </a:r>
            <a:r>
              <a:rPr lang="en-US" altLang="zh-CN" dirty="0">
                <a:solidFill>
                  <a:srgbClr val="3366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3366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）证明思路：</a:t>
            </a:r>
            <a:r>
              <a:rPr lang="zh-CN" altLang="en-US" dirty="0">
                <a:latin typeface="Times New Roman" panose="02020603050405020304" pitchFamily="18" charset="0"/>
              </a:rPr>
              <a:t>利用分块行列式的结论，行列式的性质（习题一，</a:t>
            </a:r>
            <a:r>
              <a:rPr lang="en-US" altLang="zh-CN" dirty="0">
                <a:latin typeface="Times New Roman" panose="02020603050405020304" pitchFamily="18" charset="0"/>
              </a:rPr>
              <a:t>17</a:t>
            </a:r>
            <a:r>
              <a:rPr lang="zh-CN" altLang="en-US" dirty="0">
                <a:latin typeface="Times New Roman" panose="02020603050405020304" pitchFamily="18" charset="0"/>
              </a:rPr>
              <a:t>题）及矩阵乘法的定义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3366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268293" name="对象 268292"/>
          <p:cNvGraphicFramePr/>
          <p:nvPr/>
        </p:nvGraphicFramePr>
        <p:xfrm>
          <a:off x="2006600" y="2420938"/>
          <a:ext cx="2552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8" name="" r:id="rId3" imgW="2552700" imgH="1016000" progId="Equation.DSMT4">
                  <p:embed/>
                </p:oleObj>
              </mc:Choice>
              <mc:Fallback>
                <p:oleObj name="" r:id="rId3" imgW="2552700" imgH="1016000" progId="Equation.DSMT4">
                  <p:embed/>
                  <p:pic>
                    <p:nvPicPr>
                      <p:cNvPr id="0" name="图片 38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6600" y="2420938"/>
                        <a:ext cx="25527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4" name="对象 268293"/>
          <p:cNvGraphicFramePr/>
          <p:nvPr/>
        </p:nvGraphicFramePr>
        <p:xfrm>
          <a:off x="4672013" y="2420938"/>
          <a:ext cx="1765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" name="" r:id="rId5" imgW="1765300" imgH="1016000" progId="Equation.DSMT4">
                  <p:embed/>
                </p:oleObj>
              </mc:Choice>
              <mc:Fallback>
                <p:oleObj name="" r:id="rId5" imgW="1765300" imgH="1016000" progId="Equation.DSMT4">
                  <p:embed/>
                  <p:pic>
                    <p:nvPicPr>
                      <p:cNvPr id="0" name="图片 386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2013" y="2420938"/>
                        <a:ext cx="17653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5" name="对象 268294"/>
          <p:cNvGraphicFramePr/>
          <p:nvPr/>
        </p:nvGraphicFramePr>
        <p:xfrm>
          <a:off x="1230313" y="3532188"/>
          <a:ext cx="2849562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9" name="" r:id="rId7" imgW="2552700" imgH="1016000" progId="Equation.DSMT4">
                  <p:embed/>
                </p:oleObj>
              </mc:Choice>
              <mc:Fallback>
                <p:oleObj name="" r:id="rId7" imgW="2552700" imgH="1016000" progId="Equation.DSMT4">
                  <p:embed/>
                  <p:pic>
                    <p:nvPicPr>
                      <p:cNvPr id="0" name="图片 385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0313" y="3532188"/>
                        <a:ext cx="2849562" cy="1125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6" name="对象 268295"/>
          <p:cNvGraphicFramePr/>
          <p:nvPr/>
        </p:nvGraphicFramePr>
        <p:xfrm>
          <a:off x="4187825" y="3890963"/>
          <a:ext cx="267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5" name="" r:id="rId9" imgW="2679700" imgH="457200" progId="Equation.DSMT4">
                  <p:embed/>
                </p:oleObj>
              </mc:Choice>
              <mc:Fallback>
                <p:oleObj name="" r:id="rId9" imgW="2679700" imgH="457200" progId="Equation.DSMT4">
                  <p:embed/>
                  <p:pic>
                    <p:nvPicPr>
                      <p:cNvPr id="0" name="图片 38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87825" y="3890963"/>
                        <a:ext cx="26797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7" name="对象 268296"/>
          <p:cNvGraphicFramePr/>
          <p:nvPr/>
        </p:nvGraphicFramePr>
        <p:xfrm>
          <a:off x="1289050" y="4972050"/>
          <a:ext cx="2717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3" name="" r:id="rId11" imgW="2717800" imgH="457200" progId="Equation.DSMT4">
                  <p:embed/>
                </p:oleObj>
              </mc:Choice>
              <mc:Fallback>
                <p:oleObj name="" r:id="rId11" imgW="2717800" imgH="457200" progId="Equation.DSMT4">
                  <p:embed/>
                  <p:pic>
                    <p:nvPicPr>
                      <p:cNvPr id="0" name="图片 385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89050" y="4972050"/>
                        <a:ext cx="2717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8" name="对象 268297"/>
          <p:cNvGraphicFramePr/>
          <p:nvPr/>
        </p:nvGraphicFramePr>
        <p:xfrm>
          <a:off x="4305300" y="4972050"/>
          <a:ext cx="1003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4" name="" r:id="rId13" imgW="1002665" imgH="381000" progId="Equation.DSMT4">
                  <p:embed/>
                </p:oleObj>
              </mc:Choice>
              <mc:Fallback>
                <p:oleObj name="" r:id="rId13" imgW="1002665" imgH="381000" progId="Equation.DSMT4">
                  <p:embed/>
                  <p:pic>
                    <p:nvPicPr>
                      <p:cNvPr id="0" name="图片 38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05300" y="4972050"/>
                        <a:ext cx="1003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9" name="文本框 268298"/>
          <p:cNvSpPr txBox="1"/>
          <p:nvPr/>
        </p:nvSpPr>
        <p:spPr>
          <a:xfrm>
            <a:off x="735013" y="5768975"/>
            <a:ext cx="8148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对于同阶方阵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，一般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AB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，但是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|=|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8300" name="直接连接符 268299"/>
          <p:cNvSpPr/>
          <p:nvPr/>
        </p:nvSpPr>
        <p:spPr>
          <a:xfrm>
            <a:off x="3276600" y="3500438"/>
            <a:ext cx="331152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2" grpId="0"/>
      <p:bldP spid="26829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9314" name="对象 269313"/>
          <p:cNvGraphicFramePr/>
          <p:nvPr/>
        </p:nvGraphicFramePr>
        <p:xfrm>
          <a:off x="683260" y="1701165"/>
          <a:ext cx="2552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" name="" r:id="rId1" imgW="2552700" imgH="1016000" progId="Equation.DSMT4">
                  <p:embed/>
                </p:oleObj>
              </mc:Choice>
              <mc:Fallback>
                <p:oleObj name="" r:id="rId1" imgW="2552700" imgH="1016000" progId="Equation.DSMT4">
                  <p:embed/>
                  <p:pic>
                    <p:nvPicPr>
                      <p:cNvPr id="0" name="图片 38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3260" y="1701165"/>
                        <a:ext cx="25527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5" name="对象 269314"/>
          <p:cNvGraphicFramePr/>
          <p:nvPr/>
        </p:nvGraphicFramePr>
        <p:xfrm>
          <a:off x="3491865" y="621030"/>
          <a:ext cx="4406900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1" name="" r:id="rId3" imgW="4406900" imgH="3162300" progId="Equation.DSMT4">
                  <p:embed/>
                </p:oleObj>
              </mc:Choice>
              <mc:Fallback>
                <p:oleObj name="" r:id="rId3" imgW="4406900" imgH="3162300" progId="Equation.DSMT4">
                  <p:embed/>
                  <p:pic>
                    <p:nvPicPr>
                      <p:cNvPr id="0" name="图片 38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1865" y="621030"/>
                        <a:ext cx="4406900" cy="316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0338" name="组合 270337"/>
          <p:cNvGrpSpPr/>
          <p:nvPr/>
        </p:nvGrpSpPr>
        <p:grpSpPr>
          <a:xfrm>
            <a:off x="406400" y="981075"/>
            <a:ext cx="2159000" cy="144463"/>
            <a:chOff x="295" y="2840"/>
            <a:chExt cx="1769" cy="91"/>
          </a:xfrm>
        </p:grpSpPr>
        <p:sp>
          <p:nvSpPr>
            <p:cNvPr id="270339" name="直接连接符 270338"/>
            <p:cNvSpPr/>
            <p:nvPr/>
          </p:nvSpPr>
          <p:spPr>
            <a:xfrm>
              <a:off x="295" y="2840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0340" name="直接连接符 270339"/>
            <p:cNvSpPr/>
            <p:nvPr/>
          </p:nvSpPr>
          <p:spPr>
            <a:xfrm>
              <a:off x="295" y="2931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270341" name="对象 270340"/>
          <p:cNvGraphicFramePr/>
          <p:nvPr/>
        </p:nvGraphicFramePr>
        <p:xfrm>
          <a:off x="468313" y="333375"/>
          <a:ext cx="18161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" name="" r:id="rId1" imgW="1816100" imgH="1549400" progId="Equation.DSMT4">
                  <p:embed/>
                </p:oleObj>
              </mc:Choice>
              <mc:Fallback>
                <p:oleObj name="" r:id="rId1" imgW="1816100" imgH="1549400" progId="Equation.DSMT4">
                  <p:embed/>
                  <p:pic>
                    <p:nvPicPr>
                      <p:cNvPr id="0" name="图片 38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333375"/>
                        <a:ext cx="1816100" cy="154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对象 270341"/>
          <p:cNvGraphicFramePr/>
          <p:nvPr/>
        </p:nvGraphicFramePr>
        <p:xfrm>
          <a:off x="827088" y="1989138"/>
          <a:ext cx="7162800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" name="" r:id="rId3" imgW="7162800" imgH="3162300" progId="Equation.DSMT4">
                  <p:embed/>
                </p:oleObj>
              </mc:Choice>
              <mc:Fallback>
                <p:oleObj name="" r:id="rId3" imgW="7162800" imgH="3162300" progId="Equation.DSMT4">
                  <p:embed/>
                  <p:pic>
                    <p:nvPicPr>
                      <p:cNvPr id="0" name="图片 38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88" y="1989138"/>
                        <a:ext cx="7162800" cy="316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3" name="文本框 270342"/>
          <p:cNvSpPr txBox="1"/>
          <p:nvPr/>
        </p:nvSpPr>
        <p:spPr>
          <a:xfrm>
            <a:off x="663575" y="596900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继续做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0344" name="对象 270343"/>
          <p:cNvGraphicFramePr/>
          <p:nvPr/>
        </p:nvGraphicFramePr>
        <p:xfrm>
          <a:off x="1895475" y="6021388"/>
          <a:ext cx="5778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6" name="" r:id="rId5" imgW="5775960" imgH="482600" progId="Equation.DSMT4">
                  <p:embed/>
                </p:oleObj>
              </mc:Choice>
              <mc:Fallback>
                <p:oleObj name="" r:id="rId5" imgW="5775960" imgH="482600" progId="Equation.DSMT4">
                  <p:embed/>
                  <p:pic>
                    <p:nvPicPr>
                      <p:cNvPr id="0" name="图片 38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5475" y="6021388"/>
                        <a:ext cx="57785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51" name="文本框 206850"/>
          <p:cNvSpPr txBox="1"/>
          <p:nvPr/>
        </p:nvSpPr>
        <p:spPr>
          <a:xfrm>
            <a:off x="1023938" y="1813560"/>
            <a:ext cx="10334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06852" name="右箭头 206851"/>
          <p:cNvSpPr/>
          <p:nvPr/>
        </p:nvSpPr>
        <p:spPr>
          <a:xfrm>
            <a:off x="2339975" y="1916748"/>
            <a:ext cx="1871663" cy="287337"/>
          </a:xfrm>
          <a:prstGeom prst="rightArrow">
            <a:avLst>
              <a:gd name="adj1" fmla="val 50000"/>
              <a:gd name="adj2" fmla="val 1628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6853" name="文本框 206852"/>
          <p:cNvSpPr txBox="1"/>
          <p:nvPr/>
        </p:nvSpPr>
        <p:spPr>
          <a:xfrm>
            <a:off x="4767263" y="1742123"/>
            <a:ext cx="11350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 =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6854" name="文本框 206853"/>
          <p:cNvSpPr txBox="1"/>
          <p:nvPr/>
        </p:nvSpPr>
        <p:spPr>
          <a:xfrm>
            <a:off x="900113" y="2924810"/>
            <a:ext cx="11350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 =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6855" name="右箭头 206854"/>
          <p:cNvSpPr/>
          <p:nvPr/>
        </p:nvSpPr>
        <p:spPr>
          <a:xfrm>
            <a:off x="2268538" y="3069273"/>
            <a:ext cx="1871662" cy="287337"/>
          </a:xfrm>
          <a:prstGeom prst="rightArrow">
            <a:avLst>
              <a:gd name="adj1" fmla="val 50000"/>
              <a:gd name="adj2" fmla="val 1628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6856" name="直接连接符 206855"/>
          <p:cNvSpPr/>
          <p:nvPr/>
        </p:nvSpPr>
        <p:spPr>
          <a:xfrm>
            <a:off x="2700338" y="2780348"/>
            <a:ext cx="576262" cy="9366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6857" name="文本框 206856"/>
          <p:cNvSpPr txBox="1"/>
          <p:nvPr/>
        </p:nvSpPr>
        <p:spPr>
          <a:xfrm>
            <a:off x="4500563" y="2924810"/>
            <a:ext cx="10334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06858" name="文本框 206857"/>
          <p:cNvSpPr txBox="1"/>
          <p:nvPr/>
        </p:nvSpPr>
        <p:spPr>
          <a:xfrm>
            <a:off x="755650" y="3932873"/>
            <a:ext cx="6788785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2.3.2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 = 0,  </a:t>
            </a:r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奇异矩阵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退化矩阵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06859" name="组合 206858"/>
          <p:cNvGrpSpPr/>
          <p:nvPr/>
        </p:nvGrpSpPr>
        <p:grpSpPr>
          <a:xfrm>
            <a:off x="755968" y="5012690"/>
            <a:ext cx="7504111" cy="522288"/>
            <a:chOff x="345" y="3600"/>
            <a:chExt cx="4727" cy="329"/>
          </a:xfrm>
        </p:grpSpPr>
        <p:sp>
          <p:nvSpPr>
            <p:cNvPr id="206860" name="文本框 206859"/>
            <p:cNvSpPr txBox="1"/>
            <p:nvPr/>
          </p:nvSpPr>
          <p:spPr>
            <a:xfrm>
              <a:off x="345" y="3600"/>
              <a:ext cx="47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zh-CN" altLang="en-US" dirty="0">
                  <a:latin typeface="Times New Roman" panose="02020603050405020304" pitchFamily="18" charset="0"/>
                </a:rPr>
                <a:t>若 </a:t>
              </a:r>
              <a:r>
                <a:rPr lang="en-US" altLang="zh-CN">
                  <a:latin typeface="Times New Roman" panose="02020603050405020304" pitchFamily="18" charset="0"/>
                </a:rPr>
                <a:t>|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| = 0,  </a:t>
              </a:r>
              <a:r>
                <a:rPr lang="zh-CN" altLang="en-US" dirty="0">
                  <a:latin typeface="Times New Roman" panose="02020603050405020304" pitchFamily="18" charset="0"/>
                </a:rPr>
                <a:t>称 </a:t>
              </a:r>
              <a:r>
                <a:rPr lang="en-US" altLang="zh-CN">
                  <a:latin typeface="Times New Roman" panose="02020603050405020304" pitchFamily="18" charset="0"/>
                </a:rPr>
                <a:t>A </a:t>
              </a:r>
              <a:r>
                <a:rPr lang="zh-CN" altLang="en-US" dirty="0">
                  <a:latin typeface="Times New Roman" panose="02020603050405020304" pitchFamily="18" charset="0"/>
                </a:rPr>
                <a:t>为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非奇异矩阵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zh-CN" altLang="en-US" dirty="0">
                  <a:latin typeface="Times New Roman" panose="02020603050405020304" pitchFamily="18" charset="0"/>
                </a:rPr>
                <a:t>或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非退化矩阵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</a:rPr>
                <a:t>；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6861" name="直接连接符 206860"/>
            <p:cNvSpPr/>
            <p:nvPr/>
          </p:nvSpPr>
          <p:spPr>
            <a:xfrm>
              <a:off x="1025" y="3646"/>
              <a:ext cx="80" cy="2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6862" name="文本框 206861"/>
          <p:cNvSpPr txBox="1"/>
          <p:nvPr/>
        </p:nvSpPr>
        <p:spPr>
          <a:xfrm>
            <a:off x="827088" y="112458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对于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/>
      <p:bldP spid="206853" grpId="0"/>
      <p:bldP spid="206854" grpId="0"/>
      <p:bldP spid="206857" grpId="0"/>
      <p:bldP spid="206858" grpId="0"/>
      <p:bldP spid="20686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5458" name="文本框 275457"/>
          <p:cNvSpPr txBox="1"/>
          <p:nvPr/>
        </p:nvSpPr>
        <p:spPr>
          <a:xfrm>
            <a:off x="2597150" y="1447800"/>
            <a:ext cx="611188" cy="2268538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矩阵运算</a:t>
            </a:r>
            <a:endParaRPr lang="zh-CN" altLang="en-US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75459" name="对象 275458"/>
          <p:cNvGraphicFramePr/>
          <p:nvPr/>
        </p:nvGraphicFramePr>
        <p:xfrm>
          <a:off x="3282950" y="381000"/>
          <a:ext cx="436880" cy="333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4" name="" r:id="rId1" imgW="381000" imgH="2576830" progId="Equation.3">
                  <p:embed/>
                </p:oleObj>
              </mc:Choice>
              <mc:Fallback>
                <p:oleObj name="" r:id="rId1" imgW="381000" imgH="2576830" progId="Equation.3">
                  <p:embed/>
                  <p:pic>
                    <p:nvPicPr>
                      <p:cNvPr id="0" name="图片 38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2950" y="381000"/>
                        <a:ext cx="436880" cy="33324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0" name="矩形 275459"/>
          <p:cNvSpPr/>
          <p:nvPr/>
        </p:nvSpPr>
        <p:spPr>
          <a:xfrm>
            <a:off x="3663950" y="304800"/>
            <a:ext cx="3644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加法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1" name="矩形 275460"/>
          <p:cNvSpPr/>
          <p:nvPr/>
        </p:nvSpPr>
        <p:spPr>
          <a:xfrm>
            <a:off x="3587750" y="838200"/>
            <a:ext cx="50165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数与矩阵相乘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2" name="矩形 275461"/>
          <p:cNvSpPr/>
          <p:nvPr/>
        </p:nvSpPr>
        <p:spPr>
          <a:xfrm>
            <a:off x="3587750" y="1447800"/>
            <a:ext cx="44402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矩阵与矩阵相乘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3" name="矩形 275462"/>
          <p:cNvSpPr/>
          <p:nvPr/>
        </p:nvSpPr>
        <p:spPr>
          <a:xfrm>
            <a:off x="3587750" y="1981200"/>
            <a:ext cx="31448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转置矩阵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4" name="矩形 275463"/>
          <p:cNvSpPr/>
          <p:nvPr/>
        </p:nvSpPr>
        <p:spPr>
          <a:xfrm>
            <a:off x="3587750" y="3200400"/>
            <a:ext cx="42973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对称阵与反对称矩阵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5" name="矩形 275464"/>
          <p:cNvSpPr/>
          <p:nvPr/>
        </p:nvSpPr>
        <p:spPr>
          <a:xfrm>
            <a:off x="3587750" y="2590800"/>
            <a:ext cx="3863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方阵的行列式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7" name="矩形 275466"/>
          <p:cNvSpPr/>
          <p:nvPr/>
        </p:nvSpPr>
        <p:spPr>
          <a:xfrm>
            <a:off x="1079500" y="381000"/>
            <a:ext cx="35639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小结</a:t>
            </a:r>
            <a:endParaRPr lang="zh-CN" altLang="en-US" sz="32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5468" name="矩形 275467"/>
          <p:cNvSpPr/>
          <p:nvPr/>
        </p:nvSpPr>
        <p:spPr>
          <a:xfrm>
            <a:off x="402590" y="4077335"/>
            <a:ext cx="8201660" cy="23958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只有当两个矩阵是同型矩阵时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才能进行加法运算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(2)  </a:t>
            </a:r>
            <a:r>
              <a:rPr lang="zh-CN" altLang="en-US" dirty="0">
                <a:latin typeface="Times New Roman" panose="02020603050405020304" pitchFamily="18" charset="0"/>
              </a:rPr>
              <a:t>只有当第一个矩阵的列数等于第二个矩阵的行数时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两矩阵才能相乘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且矩阵相乘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不满足交换律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(3)  </a:t>
            </a:r>
            <a:r>
              <a:rPr lang="zh-CN" altLang="en-US" dirty="0">
                <a:latin typeface="Times New Roman" panose="02020603050405020304" pitchFamily="18" charset="0"/>
              </a:rPr>
              <a:t>矩阵的数乘运算与行列式的性质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不同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5469" name="矩形 275468"/>
          <p:cNvSpPr/>
          <p:nvPr/>
        </p:nvSpPr>
        <p:spPr>
          <a:xfrm>
            <a:off x="423545" y="3429000"/>
            <a:ext cx="1908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注意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546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545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7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7546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7546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7546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7546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7546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7546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7546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75468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>
                                            <p:txEl>
                                              <p:charRg st="3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275468">
                                            <p:txEl>
                                              <p:charRg st="39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>
                                            <p:txEl>
                                              <p:charRg st="98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275468">
                                            <p:txEl>
                                              <p:charRg st="98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8" grpId="0" build="p"/>
      <p:bldP spid="275460" grpId="0" build="p"/>
      <p:bldP spid="275461" grpId="0" build="p"/>
      <p:bldP spid="275462" grpId="0" build="p"/>
      <p:bldP spid="275463" grpId="0" build="p"/>
      <p:bldP spid="275464" grpId="0" build="p"/>
      <p:bldP spid="275465" grpId="0" build="p"/>
      <p:bldP spid="275467" grpId="0" advAuto="1000" build="p"/>
      <p:bldP spid="275468" grpId="0" build="p"/>
      <p:bldP spid="27546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82" name="矩形 276481"/>
          <p:cNvSpPr/>
          <p:nvPr/>
        </p:nvSpPr>
        <p:spPr>
          <a:xfrm>
            <a:off x="1079500" y="638175"/>
            <a:ext cx="1408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思考题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6483" name="矩形 276482"/>
          <p:cNvSpPr/>
          <p:nvPr/>
        </p:nvSpPr>
        <p:spPr>
          <a:xfrm>
            <a:off x="1079500" y="2466975"/>
            <a:ext cx="22240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思考题解答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6484" name="文本框 276483"/>
          <p:cNvSpPr txBox="1"/>
          <p:nvPr/>
        </p:nvSpPr>
        <p:spPr>
          <a:xfrm>
            <a:off x="358775" y="1157288"/>
            <a:ext cx="8456613" cy="1073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等式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成立的充要条件是什么</a:t>
            </a:r>
            <a:r>
              <a:rPr lang="en-US" altLang="zh-CN">
                <a:latin typeface="Times New Roman" panose="02020603050405020304" pitchFamily="18" charset="0"/>
              </a:rPr>
              <a:t>?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6485" name="矩形 276484"/>
          <p:cNvSpPr/>
          <p:nvPr/>
        </p:nvSpPr>
        <p:spPr>
          <a:xfrm>
            <a:off x="1079500" y="3124200"/>
            <a:ext cx="6769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答</a:t>
            </a:r>
            <a:r>
              <a:rPr lang="en-US" altLang="zh-CN">
                <a:solidFill>
                  <a:srgbClr val="3366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  </a:t>
            </a:r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6486" name="矩形 276485"/>
          <p:cNvSpPr/>
          <p:nvPr/>
        </p:nvSpPr>
        <p:spPr>
          <a:xfrm>
            <a:off x="1079500" y="3657600"/>
            <a:ext cx="7553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故等式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成立的充要条件是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6487" name="矩形 276486"/>
          <p:cNvSpPr/>
          <p:nvPr/>
        </p:nvSpPr>
        <p:spPr>
          <a:xfrm>
            <a:off x="3429000" y="4191000"/>
            <a:ext cx="15430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48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76484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7648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76485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76486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7648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 advAuto="1000" build="p"/>
      <p:bldP spid="276483" grpId="0" build="p"/>
      <p:bldP spid="276484" grpId="0" advAuto="1000" build="p"/>
      <p:bldP spid="276485" grpId="0" build="p"/>
      <p:bldP spid="276486" grpId="0" build="p"/>
      <p:bldP spid="276487" grpId="0" advAuto="100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8530" name="矩形 278529"/>
          <p:cNvSpPr/>
          <p:nvPr/>
        </p:nvSpPr>
        <p:spPr>
          <a:xfrm>
            <a:off x="1079500" y="1600200"/>
            <a:ext cx="72215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在数的运算中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当数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>
                <a:latin typeface="Times New Roman" panose="02020603050405020304" pitchFamily="18" charset="0"/>
              </a:rPr>
              <a:t>0 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 </a:t>
            </a:r>
            <a:r>
              <a:rPr lang="en-US" altLang="zh-CN" i="1">
                <a:latin typeface="Times New Roman" panose="02020603050405020304" pitchFamily="18" charset="0"/>
              </a:rPr>
              <a:t>aa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= 1.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8531" name="矩形 278530"/>
          <p:cNvSpPr/>
          <p:nvPr/>
        </p:nvSpPr>
        <p:spPr>
          <a:xfrm>
            <a:off x="323850" y="3068638"/>
            <a:ext cx="8640763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在矩阵的运算中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单位阵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E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相当于数的乘法运算中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对于矩阵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如果存在一个矩阵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78532" name="组合 278531"/>
          <p:cNvGrpSpPr/>
          <p:nvPr/>
        </p:nvGrpSpPr>
        <p:grpSpPr>
          <a:xfrm>
            <a:off x="323850" y="2205038"/>
            <a:ext cx="6261100" cy="850900"/>
            <a:chOff x="226" y="1286"/>
            <a:chExt cx="3944" cy="536"/>
          </a:xfrm>
        </p:grpSpPr>
        <p:graphicFrame>
          <p:nvGraphicFramePr>
            <p:cNvPr id="278533" name="对象 278532"/>
            <p:cNvGraphicFramePr/>
            <p:nvPr/>
          </p:nvGraphicFramePr>
          <p:xfrm>
            <a:off x="768" y="1286"/>
            <a:ext cx="704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0" name="" r:id="rId1" imgW="1116965" imgH="850265" progId="Equation.3">
                    <p:embed/>
                  </p:oleObj>
                </mc:Choice>
                <mc:Fallback>
                  <p:oleObj name="" r:id="rId1" imgW="1116965" imgH="850265" progId="Equation.3">
                    <p:embed/>
                    <p:pic>
                      <p:nvPicPr>
                        <p:cNvPr id="0" name="图片 38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68" y="1286"/>
                          <a:ext cx="704" cy="5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8534" name="矩形 278533"/>
            <p:cNvSpPr/>
            <p:nvPr/>
          </p:nvSpPr>
          <p:spPr>
            <a:xfrm>
              <a:off x="1440" y="1391"/>
              <a:ext cx="27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>
                  <a:latin typeface="Times New Roman" panose="02020603050405020304" pitchFamily="18" charset="0"/>
                </a:rPr>
                <a:t>为</a:t>
              </a:r>
              <a:r>
                <a:rPr lang="en-US" altLang="zh-CN" i="1">
                  <a:latin typeface="Times New Roman" panose="02020603050405020304" pitchFamily="18" charset="0"/>
                </a:rPr>
                <a:t>a </a:t>
              </a:r>
              <a:r>
                <a:rPr lang="zh-CN" altLang="en-US" dirty="0">
                  <a:latin typeface="Times New Roman" panose="02020603050405020304" pitchFamily="18" charset="0"/>
                </a:rPr>
                <a:t>的倒数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或称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的逆</a:t>
              </a: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zh-CN" altLang="en-US" dirty="0">
                  <a:latin typeface="Times New Roman" panose="02020603050405020304" pitchFamily="18" charset="0"/>
                </a:rPr>
                <a:t>元</a:t>
              </a:r>
              <a:r>
                <a:rPr lang="en-US" altLang="zh-CN">
                  <a:latin typeface="Times New Roman" panose="02020603050405020304" pitchFamily="18" charset="0"/>
                </a:rPr>
                <a:t>).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78535" name="矩形 278534"/>
            <p:cNvSpPr/>
            <p:nvPr/>
          </p:nvSpPr>
          <p:spPr>
            <a:xfrm>
              <a:off x="226" y="1405"/>
              <a:ext cx="6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其中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78536" name="文本框 278535"/>
          <p:cNvSpPr txBox="1"/>
          <p:nvPr/>
        </p:nvSpPr>
        <p:spPr>
          <a:xfrm>
            <a:off x="2627313" y="4724400"/>
            <a:ext cx="25860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 b="0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="0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278537" name="矩形 278536"/>
          <p:cNvSpPr/>
          <p:nvPr/>
        </p:nvSpPr>
        <p:spPr>
          <a:xfrm>
            <a:off x="323850" y="5589588"/>
            <a:ext cx="59848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称为可逆矩阵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逆阵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8538" name="矩形 278537"/>
          <p:cNvSpPr/>
          <p:nvPr/>
        </p:nvSpPr>
        <p:spPr>
          <a:xfrm>
            <a:off x="1079500" y="990600"/>
            <a:ext cx="34493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一、逆矩阵的概念</a:t>
            </a:r>
            <a:endParaRPr lang="zh-CN" altLang="en-US" sz="32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8539" name="文本框 278538"/>
          <p:cNvSpPr txBox="1"/>
          <p:nvPr/>
        </p:nvSpPr>
        <p:spPr>
          <a:xfrm>
            <a:off x="2667000" y="304800"/>
            <a:ext cx="41148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   </a:t>
            </a:r>
            <a:r>
              <a:rPr lang="zh-CN" altLang="en-US" sz="40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逆  矩  阵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853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8530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7853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78531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7853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7853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0" grpId="0" build="p"/>
      <p:bldP spid="278531" grpId="0" build="p"/>
      <p:bldP spid="278536" grpId="0" advAuto="1000" build="p"/>
      <p:bldP spid="278537" grpId="0" advAuto="1000" build="p"/>
      <p:bldP spid="278538" grpId="0" build="p"/>
      <p:bldP spid="278539" grpId="0" advAuto="100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2626" name="文本框 282625"/>
          <p:cNvSpPr txBox="1"/>
          <p:nvPr/>
        </p:nvSpPr>
        <p:spPr>
          <a:xfrm>
            <a:off x="468630" y="464820"/>
            <a:ext cx="8456295" cy="3273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80000"/>
              </a:lnSpc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2.4.1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对于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阶</a:t>
            </a:r>
            <a:r>
              <a:rPr lang="zh-CN" altLang="en-US" dirty="0">
                <a:latin typeface="Times New Roman" panose="02020603050405020304" pitchFamily="18" charset="0"/>
              </a:rPr>
              <a:t>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如果存在一个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使得                       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              </a:t>
            </a:r>
            <a:r>
              <a:rPr lang="en-US" altLang="zh-CN" i="1">
                <a:latin typeface="Times New Roman" panose="02020603050405020304" pitchFamily="18" charset="0"/>
              </a:rPr>
              <a:t>AB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BA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endParaRPr lang="en-US" altLang="zh-CN" i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i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则称矩阵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是可逆的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并称矩阵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矩阵记作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2627" name="对象 282626"/>
          <p:cNvGraphicFramePr/>
          <p:nvPr/>
        </p:nvGraphicFramePr>
        <p:xfrm>
          <a:off x="3348038" y="3068638"/>
          <a:ext cx="1168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" name="" r:id="rId1" imgW="1168400" imgH="368300" progId="Equation.DSMT4">
                  <p:embed/>
                </p:oleObj>
              </mc:Choice>
              <mc:Fallback>
                <p:oleObj name="" r:id="rId1" imgW="1168400" imgH="368300" progId="Equation.DSMT4">
                  <p:embed/>
                  <p:pic>
                    <p:nvPicPr>
                      <p:cNvPr id="0" name="图片 39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8038" y="3068638"/>
                        <a:ext cx="11684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28" name="文本框 282627"/>
          <p:cNvSpPr txBox="1"/>
          <p:nvPr/>
        </p:nvSpPr>
        <p:spPr>
          <a:xfrm>
            <a:off x="322263" y="3811588"/>
            <a:ext cx="16652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2629" name="对象 282628"/>
          <p:cNvGraphicFramePr/>
          <p:nvPr/>
        </p:nvGraphicFramePr>
        <p:xfrm>
          <a:off x="1927225" y="3843338"/>
          <a:ext cx="5080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" name="" r:id="rId3" imgW="508000" imgH="368300" progId="Equation.DSMT4">
                  <p:embed/>
                </p:oleObj>
              </mc:Choice>
              <mc:Fallback>
                <p:oleObj name="" r:id="rId3" imgW="508000" imgH="368300" progId="Equation.DSMT4">
                  <p:embed/>
                  <p:pic>
                    <p:nvPicPr>
                      <p:cNvPr id="0" name="图片 39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7225" y="3843338"/>
                        <a:ext cx="508000" cy="360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0" name="文本框 282629"/>
          <p:cNvSpPr txBox="1"/>
          <p:nvPr/>
        </p:nvSpPr>
        <p:spPr>
          <a:xfrm>
            <a:off x="2411413" y="3789363"/>
            <a:ext cx="2317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为同阶方阵；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2631" name="文本框 282630"/>
          <p:cNvSpPr txBox="1"/>
          <p:nvPr/>
        </p:nvSpPr>
        <p:spPr>
          <a:xfrm>
            <a:off x="271463" y="4491038"/>
            <a:ext cx="82248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）若 </a:t>
            </a:r>
            <a:r>
              <a:rPr lang="en-US" altLang="zh-CN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的逆矩阵，那么 </a:t>
            </a:r>
            <a:r>
              <a:rPr lang="en-US" altLang="zh-CN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也是 </a:t>
            </a:r>
            <a:r>
              <a:rPr lang="en-US" altLang="zh-CN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的逆矩阵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2632" name="文本框 282631"/>
          <p:cNvSpPr txBox="1"/>
          <p:nvPr/>
        </p:nvSpPr>
        <p:spPr>
          <a:xfrm>
            <a:off x="487363" y="5138738"/>
            <a:ext cx="6889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82633" name="对象 282632"/>
          <p:cNvGraphicFramePr/>
          <p:nvPr/>
        </p:nvGraphicFramePr>
        <p:xfrm>
          <a:off x="1158875" y="5205413"/>
          <a:ext cx="123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" name="" r:id="rId5" imgW="1231265" imgH="381000" progId="Equation.DSMT4">
                  <p:embed/>
                </p:oleObj>
              </mc:Choice>
              <mc:Fallback>
                <p:oleObj name="" r:id="rId5" imgW="1231265" imgH="381000" progId="Equation.DSMT4">
                  <p:embed/>
                  <p:pic>
                    <p:nvPicPr>
                      <p:cNvPr id="0" name="图片 39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58875" y="5205413"/>
                        <a:ext cx="1231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6" grpId="0"/>
      <p:bldP spid="282628" grpId="0"/>
      <p:bldP spid="282630" grpId="0"/>
      <p:bldP spid="282631" grpId="0"/>
      <p:bldP spid="28263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3650" name="组合 283649"/>
          <p:cNvGrpSpPr/>
          <p:nvPr/>
        </p:nvGrpSpPr>
        <p:grpSpPr>
          <a:xfrm>
            <a:off x="1079500" y="548640"/>
            <a:ext cx="6005513" cy="863600"/>
            <a:chOff x="680" y="192"/>
            <a:chExt cx="3783" cy="544"/>
          </a:xfrm>
        </p:grpSpPr>
        <p:sp>
          <p:nvSpPr>
            <p:cNvPr id="283651" name="文本框 283650"/>
            <p:cNvSpPr txBox="1"/>
            <p:nvPr/>
          </p:nvSpPr>
          <p:spPr>
            <a:xfrm>
              <a:off x="680" y="288"/>
              <a:ext cx="92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例如</a:t>
              </a:r>
              <a:r>
                <a:rPr lang="en-US" altLang="zh-CN">
                  <a:latin typeface="Times New Roman" panose="02020603050405020304" pitchFamily="18" charset="0"/>
                  <a:ea typeface="黑体" panose="02010609060101010101" pitchFamily="2" charset="-122"/>
                </a:rPr>
                <a:t>: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3652" name="对象 283651"/>
            <p:cNvGraphicFramePr/>
            <p:nvPr/>
          </p:nvGraphicFramePr>
          <p:xfrm>
            <a:off x="1592" y="192"/>
            <a:ext cx="2871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" name="" r:id="rId1" imgW="4557395" imgH="862965" progId="Equation.3">
                    <p:embed/>
                  </p:oleObj>
                </mc:Choice>
                <mc:Fallback>
                  <p:oleObj name="" r:id="rId1" imgW="4557395" imgH="862965" progId="Equation.3">
                    <p:embed/>
                    <p:pic>
                      <p:nvPicPr>
                        <p:cNvPr id="0" name="图片 390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92" y="192"/>
                          <a:ext cx="2871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3653" name="矩形 283652"/>
          <p:cNvSpPr/>
          <p:nvPr/>
        </p:nvSpPr>
        <p:spPr>
          <a:xfrm>
            <a:off x="1042988" y="1557338"/>
            <a:ext cx="30178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由于 </a:t>
            </a:r>
            <a:r>
              <a:rPr lang="en-US" altLang="zh-CN" i="1">
                <a:latin typeface="Times New Roman" panose="02020603050405020304" pitchFamily="18" charset="0"/>
              </a:rPr>
              <a:t>AB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BA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3654" name="矩形 283653"/>
          <p:cNvSpPr/>
          <p:nvPr/>
        </p:nvSpPr>
        <p:spPr>
          <a:xfrm>
            <a:off x="1042988" y="2492375"/>
            <a:ext cx="35909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 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的逆矩阵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365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3" grpId="0" build="p"/>
      <p:bldP spid="28365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4674" name="文本框 284673"/>
          <p:cNvSpPr txBox="1"/>
          <p:nvPr/>
        </p:nvSpPr>
        <p:spPr>
          <a:xfrm>
            <a:off x="1187133" y="692468"/>
            <a:ext cx="7378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说明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是可逆矩阵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的逆矩阵是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唯一的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4675" name="矩形 284674"/>
          <p:cNvSpPr/>
          <p:nvPr/>
        </p:nvSpPr>
        <p:spPr>
          <a:xfrm>
            <a:off x="1187133" y="1484630"/>
            <a:ext cx="5902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事实上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若设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4676" name="矩形 284675"/>
          <p:cNvSpPr/>
          <p:nvPr/>
        </p:nvSpPr>
        <p:spPr>
          <a:xfrm>
            <a:off x="791845" y="3429635"/>
            <a:ext cx="54108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的逆矩阵是唯一的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4677" name="矩形 284676"/>
          <p:cNvSpPr/>
          <p:nvPr/>
        </p:nvSpPr>
        <p:spPr>
          <a:xfrm>
            <a:off x="2195195" y="1989455"/>
            <a:ext cx="451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BA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AC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CA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78" name="矩形 284677"/>
          <p:cNvSpPr/>
          <p:nvPr/>
        </p:nvSpPr>
        <p:spPr>
          <a:xfrm>
            <a:off x="539433" y="2708593"/>
            <a:ext cx="10144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可得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79" name="矩形 284678"/>
          <p:cNvSpPr/>
          <p:nvPr/>
        </p:nvSpPr>
        <p:spPr>
          <a:xfrm>
            <a:off x="1620520" y="2708593"/>
            <a:ext cx="5403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EB </a:t>
            </a:r>
            <a:r>
              <a:rPr lang="en-US" altLang="zh-CN">
                <a:latin typeface="Times New Roman" panose="02020603050405020304" pitchFamily="18" charset="0"/>
              </a:rPr>
              <a:t>= (</a:t>
            </a:r>
            <a:r>
              <a:rPr lang="en-US" altLang="zh-CN" i="1">
                <a:latin typeface="Times New Roman" panose="02020603050405020304" pitchFamily="18" charset="0"/>
              </a:rPr>
              <a:t>CA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</a:rPr>
              <a:t>CE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80" name="矩形 284679"/>
          <p:cNvSpPr/>
          <p:nvPr/>
        </p:nvSpPr>
        <p:spPr>
          <a:xfrm>
            <a:off x="2915920" y="3934143"/>
            <a:ext cx="1946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C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467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46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8467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8467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8467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8467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8468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 build="p"/>
      <p:bldP spid="284675" grpId="0" build="p"/>
      <p:bldP spid="284676" grpId="0" build="p"/>
      <p:bldP spid="284677" grpId="0" advAuto="1000" build="p"/>
      <p:bldP spid="284678" grpId="0" build="p"/>
      <p:bldP spid="284679" grpId="0" advAuto="1000" build="p"/>
      <p:bldP spid="284680" grpId="0" advAuto="100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986" name="矩形 297985"/>
          <p:cNvSpPr/>
          <p:nvPr/>
        </p:nvSpPr>
        <p:spPr>
          <a:xfrm>
            <a:off x="539115" y="4621530"/>
            <a:ext cx="4965700" cy="6013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性质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2.4.2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逆矩阵的运算性质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97987" name="文本框 297986"/>
          <p:cNvSpPr txBox="1"/>
          <p:nvPr/>
        </p:nvSpPr>
        <p:spPr>
          <a:xfrm>
            <a:off x="899160" y="5912485"/>
            <a:ext cx="6891655" cy="58991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若矩阵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亦可逆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84674" name="文本框 284673"/>
          <p:cNvSpPr txBox="1"/>
          <p:nvPr/>
        </p:nvSpPr>
        <p:spPr>
          <a:xfrm>
            <a:off x="323850" y="836930"/>
            <a:ext cx="85807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性质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2.4.1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若方阵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是可逆矩阵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的逆矩阵是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唯一的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4675" name="矩形 284674"/>
          <p:cNvSpPr/>
          <p:nvPr/>
        </p:nvSpPr>
        <p:spPr>
          <a:xfrm>
            <a:off x="1115695" y="1412875"/>
            <a:ext cx="5902325" cy="456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事实上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若设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4676" name="矩形 284675"/>
          <p:cNvSpPr/>
          <p:nvPr/>
        </p:nvSpPr>
        <p:spPr>
          <a:xfrm>
            <a:off x="396240" y="3452178"/>
            <a:ext cx="46878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的逆矩阵是唯一的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4677" name="矩形 284676"/>
          <p:cNvSpPr/>
          <p:nvPr/>
        </p:nvSpPr>
        <p:spPr>
          <a:xfrm>
            <a:off x="2123440" y="2012315"/>
            <a:ext cx="451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BA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AC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CA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78" name="矩形 284677"/>
          <p:cNvSpPr/>
          <p:nvPr/>
        </p:nvSpPr>
        <p:spPr>
          <a:xfrm>
            <a:off x="467678" y="2731453"/>
            <a:ext cx="10144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可得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79" name="矩形 284678"/>
          <p:cNvSpPr/>
          <p:nvPr/>
        </p:nvSpPr>
        <p:spPr>
          <a:xfrm>
            <a:off x="1548765" y="2731453"/>
            <a:ext cx="5403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EB </a:t>
            </a:r>
            <a:r>
              <a:rPr lang="en-US" altLang="zh-CN">
                <a:latin typeface="Times New Roman" panose="02020603050405020304" pitchFamily="18" charset="0"/>
              </a:rPr>
              <a:t>= (</a:t>
            </a:r>
            <a:r>
              <a:rPr lang="en-US" altLang="zh-CN" i="1">
                <a:latin typeface="Times New Roman" panose="02020603050405020304" pitchFamily="18" charset="0"/>
              </a:rPr>
              <a:t>CA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</a:rPr>
              <a:t>CE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80" name="矩形 284679"/>
          <p:cNvSpPr/>
          <p:nvPr/>
        </p:nvSpPr>
        <p:spPr>
          <a:xfrm>
            <a:off x="2844165" y="3957003"/>
            <a:ext cx="1946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C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8845" y="5267960"/>
            <a:ext cx="6609715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n</a:t>
            </a:r>
            <a:r>
              <a:rPr lang="zh-CN" altLang="en-US"/>
              <a:t>阶可逆矩阵，</a:t>
            </a:r>
            <a:r>
              <a:rPr lang="en-US" altLang="zh-CN" i="1" dirty="0">
                <a:sym typeface="Symbol" panose="05050102010706020507" pitchFamily="18" charset="2"/>
              </a:rPr>
              <a:t></a:t>
            </a:r>
            <a:r>
              <a:rPr lang="zh-CN" altLang="en-US"/>
              <a:t>为常数，则有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4970" y="260985"/>
            <a:ext cx="5400675" cy="615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黑体" panose="02010609060101010101" pitchFamily="2" charset="-122"/>
                <a:sym typeface="+mn-ea"/>
              </a:rPr>
              <a:t>二、逆矩阵的性质</a:t>
            </a:r>
            <a:endParaRPr lang="zh-CN" altLang="en-US" sz="32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467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46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8467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8467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8467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8467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8468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9798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97987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build="p"/>
      <p:bldP spid="297987" grpId="0" advAuto="1000" build="p"/>
      <p:bldP spid="284674" grpId="0" build="p"/>
      <p:bldP spid="284675" grpId="0" build="p"/>
      <p:bldP spid="284676" grpId="0" build="p"/>
      <p:bldP spid="284677" grpId="0" advAuto="1000" build="p"/>
      <p:bldP spid="284678" grpId="0" build="p"/>
      <p:bldP spid="284679" grpId="0" advAuto="1000" build="p"/>
      <p:bldP spid="284680" grpId="0" advAuto="1000" build="p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9010" name="文本框 299009"/>
          <p:cNvSpPr txBox="1"/>
          <p:nvPr/>
        </p:nvSpPr>
        <p:spPr>
          <a:xfrm>
            <a:off x="885508" y="2348865"/>
            <a:ext cx="6771005" cy="11239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 algn="ctr">
              <a:lnSpc>
                <a:spcPct val="80000"/>
              </a:lnSpc>
              <a:buAutoNum type="arabicParenBoth" startAt="3"/>
            </a:pP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为同阶可逆方阵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zh-CN" altLang="en-US" dirty="0">
                <a:latin typeface="Times New Roman" panose="02020603050405020304" pitchFamily="18" charset="0"/>
              </a:rPr>
              <a:t>亦可逆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457200" indent="-457200" algn="ctr">
              <a:lnSpc>
                <a:spcPct val="80000"/>
              </a:lnSpc>
              <a:buAutoNum type="arabicParenBoth" startAt="3"/>
            </a:pPr>
            <a:endParaRPr lang="zh-CN" altLang="en-US" dirty="0">
              <a:latin typeface="Times New Roman" panose="02020603050405020304" pitchFamily="18" charset="0"/>
            </a:endParaRPr>
          </a:p>
          <a:p>
            <a:pPr marL="457200" indent="-457200" algn="ctr">
              <a:lnSpc>
                <a:spcPct val="80000"/>
              </a:lnSpc>
              <a:buNone/>
            </a:pP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9011" name="矩形 299010"/>
          <p:cNvSpPr/>
          <p:nvPr/>
        </p:nvSpPr>
        <p:spPr>
          <a:xfrm>
            <a:off x="614363" y="3933190"/>
            <a:ext cx="10144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99012" name="文本框 299011"/>
          <p:cNvSpPr txBox="1"/>
          <p:nvPr/>
        </p:nvSpPr>
        <p:spPr>
          <a:xfrm>
            <a:off x="1618933" y="3861118"/>
            <a:ext cx="63214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AEA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AA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9013" name="文本框 299012"/>
          <p:cNvSpPr txBox="1"/>
          <p:nvPr/>
        </p:nvSpPr>
        <p:spPr>
          <a:xfrm>
            <a:off x="1787525" y="4725670"/>
            <a:ext cx="13614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9014" name="矩形 299013"/>
          <p:cNvSpPr/>
          <p:nvPr/>
        </p:nvSpPr>
        <p:spPr>
          <a:xfrm>
            <a:off x="2915603" y="4581525"/>
            <a:ext cx="22653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9015" name="文本框 299014"/>
          <p:cNvSpPr txBox="1"/>
          <p:nvPr/>
        </p:nvSpPr>
        <p:spPr>
          <a:xfrm>
            <a:off x="1403350" y="5588953"/>
            <a:ext cx="1250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一般地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99016" name="对象 299015"/>
          <p:cNvGraphicFramePr/>
          <p:nvPr/>
        </p:nvGraphicFramePr>
        <p:xfrm>
          <a:off x="3148965" y="5583238"/>
          <a:ext cx="4356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" name="" r:id="rId1" imgW="4354195" imgH="482600" progId="Equation.DSMT4">
                  <p:embed/>
                </p:oleObj>
              </mc:Choice>
              <mc:Fallback>
                <p:oleObj name="" r:id="rId1" imgW="4354195" imgH="482600" progId="Equation.DSMT4">
                  <p:embed/>
                  <p:pic>
                    <p:nvPicPr>
                      <p:cNvPr id="0" name="图片 39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8965" y="5583238"/>
                        <a:ext cx="43561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88" name="矩形 297987"/>
          <p:cNvSpPr/>
          <p:nvPr/>
        </p:nvSpPr>
        <p:spPr>
          <a:xfrm>
            <a:off x="899160" y="621030"/>
            <a:ext cx="6729413" cy="561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latin typeface="Times New Roman" panose="02020603050405020304" pitchFamily="18" charset="0"/>
              </a:rPr>
              <a:t>若矩阵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0,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zh-CN" altLang="en-US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亦可逆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97989" name="对象 297988"/>
          <p:cNvGraphicFramePr/>
          <p:nvPr/>
        </p:nvGraphicFramePr>
        <p:xfrm>
          <a:off x="3131503" y="1268413"/>
          <a:ext cx="21701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" name="" r:id="rId3" imgW="2171065" imgH="850265" progId="Equation.3">
                  <p:embed/>
                </p:oleObj>
              </mc:Choice>
              <mc:Fallback>
                <p:oleObj name="" r:id="rId3" imgW="2171065" imgH="850265" progId="Equation.3">
                  <p:embed/>
                  <p:pic>
                    <p:nvPicPr>
                      <p:cNvPr id="0" name="图片 39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1503" y="1268413"/>
                        <a:ext cx="2170112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7988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9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990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9901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9901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9901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0" grpId="0"/>
      <p:bldP spid="299011" grpId="0" build="p"/>
      <p:bldP spid="299012" grpId="0" build="p"/>
      <p:bldP spid="299013" grpId="0" build="p"/>
      <p:bldP spid="299014" grpId="0" advAuto="1000" build="p"/>
      <p:bldP spid="299015" grpId="0"/>
      <p:bldP spid="297988" grpId="0" advAuto="100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0034" name="矩形 300033"/>
          <p:cNvSpPr/>
          <p:nvPr/>
        </p:nvSpPr>
        <p:spPr>
          <a:xfrm>
            <a:off x="971550" y="1514475"/>
            <a:ext cx="10144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0035" name="矩形 300034"/>
          <p:cNvSpPr/>
          <p:nvPr/>
        </p:nvSpPr>
        <p:spPr>
          <a:xfrm>
            <a:off x="971550" y="476250"/>
            <a:ext cx="73104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(4)  </a:t>
            </a:r>
            <a:r>
              <a:rPr lang="zh-CN" altLang="en-US" dirty="0">
                <a:latin typeface="Times New Roman" panose="02020603050405020304" pitchFamily="18" charset="0"/>
              </a:rPr>
              <a:t>若矩阵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亦可逆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=(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0036" name="矩形 300035"/>
          <p:cNvSpPr/>
          <p:nvPr/>
        </p:nvSpPr>
        <p:spPr>
          <a:xfrm>
            <a:off x="2178050" y="1514475"/>
            <a:ext cx="3921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 </a:t>
            </a:r>
            <a:r>
              <a:rPr lang="en-US" altLang="zh-CN">
                <a:latin typeface="Times New Roman" panose="02020603050405020304" pitchFamily="18" charset="0"/>
              </a:rPr>
              <a:t>=(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0037" name="文本框 300036"/>
          <p:cNvSpPr txBox="1"/>
          <p:nvPr/>
        </p:nvSpPr>
        <p:spPr>
          <a:xfrm>
            <a:off x="1476375" y="2349500"/>
            <a:ext cx="984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0038" name="矩形 300037"/>
          <p:cNvSpPr/>
          <p:nvPr/>
        </p:nvSpPr>
        <p:spPr>
          <a:xfrm>
            <a:off x="2987675" y="2369820"/>
            <a:ext cx="2124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=(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0039" name="文本框 300038"/>
          <p:cNvSpPr txBox="1"/>
          <p:nvPr/>
        </p:nvSpPr>
        <p:spPr>
          <a:xfrm>
            <a:off x="1024255" y="3053080"/>
            <a:ext cx="3986530" cy="61150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求转置和求逆可以换序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01058" name="矩形 301057"/>
          <p:cNvSpPr/>
          <p:nvPr/>
        </p:nvSpPr>
        <p:spPr>
          <a:xfrm>
            <a:off x="1116013" y="3787458"/>
            <a:ext cx="54022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zh-CN" altLang="en-US" dirty="0">
                <a:latin typeface="Times New Roman" panose="02020603050405020304" pitchFamily="18" charset="0"/>
              </a:rPr>
              <a:t>若矩阵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|=|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1059" name="矩形 301058"/>
          <p:cNvSpPr/>
          <p:nvPr/>
        </p:nvSpPr>
        <p:spPr>
          <a:xfrm>
            <a:off x="1042988" y="4651058"/>
            <a:ext cx="10144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1060" name="文本框 301059"/>
          <p:cNvSpPr txBox="1"/>
          <p:nvPr/>
        </p:nvSpPr>
        <p:spPr>
          <a:xfrm>
            <a:off x="2051050" y="472249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r>
              <a:rPr lang="en-US" altLang="zh-CN" i="1">
                <a:latin typeface="Times New Roman" panose="02020603050405020304" pitchFamily="18" charset="0"/>
              </a:rPr>
              <a:t>AA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1061" name="文本框 301060"/>
          <p:cNvSpPr txBox="1"/>
          <p:nvPr/>
        </p:nvSpPr>
        <p:spPr>
          <a:xfrm>
            <a:off x="4427538" y="4795520"/>
            <a:ext cx="3727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30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1,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1062" name="文本框 301061"/>
          <p:cNvSpPr txBox="1"/>
          <p:nvPr/>
        </p:nvSpPr>
        <p:spPr>
          <a:xfrm>
            <a:off x="1692275" y="5445760"/>
            <a:ext cx="925195" cy="5822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1063" name="矩形 301062"/>
          <p:cNvSpPr/>
          <p:nvPr/>
        </p:nvSpPr>
        <p:spPr>
          <a:xfrm>
            <a:off x="2987675" y="5445760"/>
            <a:ext cx="1933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 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|=|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0035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0003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0003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0003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0003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0105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3010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30106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301061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30106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30106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4" grpId="0" build="p"/>
      <p:bldP spid="300035" grpId="0" build="p"/>
      <p:bldP spid="300036" grpId="0" build="p"/>
      <p:bldP spid="300037" grpId="0" build="p"/>
      <p:bldP spid="300038" grpId="0" advAuto="1000" build="p"/>
      <p:bldP spid="300039" grpId="0"/>
      <p:bldP spid="301058" grpId="0" build="p"/>
      <p:bldP spid="301059" grpId="0" build="p"/>
      <p:bldP spid="301060" grpId="0" build="p"/>
      <p:bldP spid="301061" grpId="0" build="p"/>
      <p:bldP spid="301062" grpId="0" build="p"/>
      <p:bldP spid="301063" grpId="0" advAuto="100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2082" name="文本框 302081"/>
          <p:cNvSpPr txBox="1"/>
          <p:nvPr/>
        </p:nvSpPr>
        <p:spPr>
          <a:xfrm>
            <a:off x="250825" y="333375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注意：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2083" name="文本框 302082"/>
          <p:cNvSpPr txBox="1"/>
          <p:nvPr/>
        </p:nvSpPr>
        <p:spPr>
          <a:xfrm>
            <a:off x="1350963" y="333375"/>
            <a:ext cx="69342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）当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可逆时，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不一定可逆；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2084" name="文本框 302083"/>
          <p:cNvSpPr txBox="1"/>
          <p:nvPr/>
        </p:nvSpPr>
        <p:spPr>
          <a:xfrm>
            <a:off x="1782763" y="1270000"/>
            <a:ext cx="4052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即使 </a:t>
            </a:r>
            <a:r>
              <a:rPr lang="en-US" altLang="zh-CN" i="1">
                <a:latin typeface="Times New Roman" panose="02020603050405020304" pitchFamily="18" charset="0"/>
              </a:rPr>
              <a:t>A + B </a:t>
            </a:r>
            <a:r>
              <a:rPr lang="zh-CN" altLang="en-US" dirty="0">
                <a:latin typeface="Times New Roman" panose="02020603050405020304" pitchFamily="18" charset="0"/>
              </a:rPr>
              <a:t>可逆，一般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2085" name="对象 302084"/>
          <p:cNvGraphicFramePr/>
          <p:nvPr/>
        </p:nvGraphicFramePr>
        <p:xfrm>
          <a:off x="3055938" y="2236788"/>
          <a:ext cx="3060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" name="" r:id="rId1" imgW="3060700" imgH="457200" progId="Equation.DSMT4">
                  <p:embed/>
                </p:oleObj>
              </mc:Choice>
              <mc:Fallback>
                <p:oleObj name="" r:id="rId1" imgW="3060700" imgH="457200" progId="Equation.DSMT4">
                  <p:embed/>
                  <p:pic>
                    <p:nvPicPr>
                      <p:cNvPr id="0" name="图片 39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5938" y="2236788"/>
                        <a:ext cx="30607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文本框 302085"/>
          <p:cNvSpPr txBox="1"/>
          <p:nvPr/>
        </p:nvSpPr>
        <p:spPr>
          <a:xfrm>
            <a:off x="684213" y="2852738"/>
            <a:ext cx="51863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反例： 设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可逆，取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= 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2087" name="文本框 302086"/>
          <p:cNvSpPr txBox="1"/>
          <p:nvPr/>
        </p:nvSpPr>
        <p:spPr>
          <a:xfrm>
            <a:off x="5816600" y="2811463"/>
            <a:ext cx="27320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显然 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可逆，但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2088" name="文本框 302087"/>
          <p:cNvSpPr txBox="1"/>
          <p:nvPr/>
        </p:nvSpPr>
        <p:spPr>
          <a:xfrm>
            <a:off x="1979613" y="3573463"/>
            <a:ext cx="2921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 + B = O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不可逆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2" grpId="0"/>
      <p:bldP spid="302083" grpId="0"/>
      <p:bldP spid="302084" grpId="0"/>
      <p:bldP spid="302086" grpId="0"/>
      <p:bldP spid="302087" grpId="0"/>
      <p:bldP spid="30208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3106" name="文本框 303105"/>
          <p:cNvSpPr txBox="1"/>
          <p:nvPr/>
        </p:nvSpPr>
        <p:spPr>
          <a:xfrm>
            <a:off x="755650" y="765175"/>
            <a:ext cx="70977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取 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err="1">
                <a:latin typeface="Times New Roman" panose="02020603050405020304" pitchFamily="18" charset="0"/>
              </a:rPr>
              <a:t>diag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，－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），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＝ </a:t>
            </a:r>
            <a:r>
              <a:rPr lang="en-US" altLang="zh-CN" i="1" err="1">
                <a:latin typeface="Times New Roman" panose="02020603050405020304" pitchFamily="18" charset="0"/>
              </a:rPr>
              <a:t>diag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3107" name="文本框 303106"/>
          <p:cNvSpPr txBox="1"/>
          <p:nvPr/>
        </p:nvSpPr>
        <p:spPr>
          <a:xfrm>
            <a:off x="827088" y="1628775"/>
            <a:ext cx="5045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此时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 err="1">
                <a:latin typeface="Times New Roman" panose="02020603050405020304" pitchFamily="18" charset="0"/>
              </a:rPr>
              <a:t>diag</a:t>
            </a:r>
            <a:r>
              <a:rPr lang="en-US" altLang="zh-CN">
                <a:latin typeface="Times New Roman" panose="02020603050405020304" pitchFamily="18" charset="0"/>
              </a:rPr>
              <a:t> (3, 1)</a:t>
            </a:r>
            <a:r>
              <a:rPr lang="zh-CN" altLang="en-US" dirty="0">
                <a:latin typeface="Times New Roman" panose="02020603050405020304" pitchFamily="18" charset="0"/>
              </a:rPr>
              <a:t>可逆，且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3108" name="对象 303107"/>
          <p:cNvGraphicFramePr/>
          <p:nvPr/>
        </p:nvGraphicFramePr>
        <p:xfrm>
          <a:off x="826770" y="2421255"/>
          <a:ext cx="720852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" name="" r:id="rId1" imgW="7277100" imgH="1778000" progId="Equation.DSMT4">
                  <p:embed/>
                </p:oleObj>
              </mc:Choice>
              <mc:Fallback>
                <p:oleObj name="" r:id="rId1" imgW="7277100" imgH="1778000" progId="Equation.DSMT4">
                  <p:embed/>
                  <p:pic>
                    <p:nvPicPr>
                      <p:cNvPr id="0" name="图片 39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6770" y="2421255"/>
                        <a:ext cx="7208520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09" name="文本框 303108"/>
          <p:cNvSpPr txBox="1"/>
          <p:nvPr/>
        </p:nvSpPr>
        <p:spPr>
          <a:xfrm>
            <a:off x="682625" y="458152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显然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3110" name="对象 303109"/>
          <p:cNvGraphicFramePr/>
          <p:nvPr/>
        </p:nvGraphicFramePr>
        <p:xfrm>
          <a:off x="2051050" y="4581525"/>
          <a:ext cx="297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" name="" r:id="rId3" imgW="2971800" imgH="457200" progId="Equation.DSMT4">
                  <p:embed/>
                </p:oleObj>
              </mc:Choice>
              <mc:Fallback>
                <p:oleObj name="" r:id="rId3" imgW="2971800" imgH="457200" progId="Equation.DSMT4">
                  <p:embed/>
                  <p:pic>
                    <p:nvPicPr>
                      <p:cNvPr id="0" name="图片 39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050" y="4581525"/>
                        <a:ext cx="2971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6" grpId="0"/>
      <p:bldP spid="303107" grpId="0"/>
      <p:bldP spid="30310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362" name="文本框 271361"/>
          <p:cNvSpPr txBox="1"/>
          <p:nvPr/>
        </p:nvSpPr>
        <p:spPr>
          <a:xfrm>
            <a:off x="437515" y="484505"/>
            <a:ext cx="4950460" cy="5467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三、可逆条件与逆矩阵的计算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71363" name="文本框 271362"/>
          <p:cNvSpPr txBox="1"/>
          <p:nvPr/>
        </p:nvSpPr>
        <p:spPr>
          <a:xfrm>
            <a:off x="395605" y="1124268"/>
            <a:ext cx="16979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2.4.2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4" name="文本框 271363"/>
          <p:cNvSpPr txBox="1"/>
          <p:nvPr/>
        </p:nvSpPr>
        <p:spPr>
          <a:xfrm>
            <a:off x="2051368" y="1125538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1365" name="对象 271364"/>
          <p:cNvGraphicFramePr/>
          <p:nvPr/>
        </p:nvGraphicFramePr>
        <p:xfrm>
          <a:off x="900113" y="1916113"/>
          <a:ext cx="6692900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2" name="" r:id="rId1" imgW="6692900" imgH="1803400" progId="Equation.DSMT4">
                  <p:embed/>
                </p:oleObj>
              </mc:Choice>
              <mc:Fallback>
                <p:oleObj name="" r:id="rId1" imgW="6692900" imgH="1803400" progId="Equation.DSMT4">
                  <p:embed/>
                  <p:pic>
                    <p:nvPicPr>
                      <p:cNvPr id="0" name="图片 38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916113"/>
                        <a:ext cx="6692900" cy="180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1366" name="组合 271365"/>
          <p:cNvGrpSpPr/>
          <p:nvPr/>
        </p:nvGrpSpPr>
        <p:grpSpPr>
          <a:xfrm>
            <a:off x="323850" y="3860800"/>
            <a:ext cx="7518400" cy="561975"/>
            <a:chOff x="340" y="2840"/>
            <a:chExt cx="4736" cy="354"/>
          </a:xfrm>
        </p:grpSpPr>
        <p:sp>
          <p:nvSpPr>
            <p:cNvPr id="271367" name="文本框 271366"/>
            <p:cNvSpPr txBox="1"/>
            <p:nvPr/>
          </p:nvSpPr>
          <p:spPr>
            <a:xfrm>
              <a:off x="340" y="2840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其中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71368" name="对象 271367"/>
            <p:cNvGraphicFramePr/>
            <p:nvPr/>
          </p:nvGraphicFramePr>
          <p:xfrm>
            <a:off x="930" y="2886"/>
            <a:ext cx="25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3" name="" r:id="rId3" imgW="405765" imgH="469265" progId="Equation.DSMT4">
                    <p:embed/>
                  </p:oleObj>
                </mc:Choice>
                <mc:Fallback>
                  <p:oleObj name="" r:id="rId3" imgW="405765" imgH="469265" progId="Equation.DSMT4">
                    <p:embed/>
                    <p:pic>
                      <p:nvPicPr>
                        <p:cNvPr id="0" name="图片 386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30" y="2886"/>
                          <a:ext cx="25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1369" name="文本框 271368"/>
            <p:cNvSpPr txBox="1"/>
            <p:nvPr/>
          </p:nvSpPr>
          <p:spPr>
            <a:xfrm>
              <a:off x="1325" y="2867"/>
              <a:ext cx="204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是行列式 </a:t>
              </a:r>
              <a:r>
                <a:rPr lang="en-US" altLang="zh-CN">
                  <a:latin typeface="Times New Roman" panose="02020603050405020304" pitchFamily="18" charset="0"/>
                </a:rPr>
                <a:t>|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| </a:t>
              </a:r>
              <a:r>
                <a:rPr lang="zh-CN" altLang="en-US" dirty="0">
                  <a:latin typeface="Times New Roman" panose="02020603050405020304" pitchFamily="18" charset="0"/>
                </a:rPr>
                <a:t>中元素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71370" name="对象 271369"/>
            <p:cNvGraphicFramePr/>
            <p:nvPr/>
          </p:nvGraphicFramePr>
          <p:xfrm>
            <a:off x="3379" y="2886"/>
            <a:ext cx="21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4" name="" r:id="rId5" imgW="342900" imgH="469900" progId="Equation.DSMT4">
                    <p:embed/>
                  </p:oleObj>
                </mc:Choice>
                <mc:Fallback>
                  <p:oleObj name="" r:id="rId5" imgW="342900" imgH="469900" progId="Equation.DSMT4">
                    <p:embed/>
                    <p:pic>
                      <p:nvPicPr>
                        <p:cNvPr id="0" name="图片 387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79" y="2886"/>
                          <a:ext cx="21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1371" name="文本框 271370"/>
            <p:cNvSpPr txBox="1"/>
            <p:nvPr/>
          </p:nvSpPr>
          <p:spPr>
            <a:xfrm>
              <a:off x="3560" y="2854"/>
              <a:ext cx="1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的代数余子式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71372" name="圆角矩形标注 271371"/>
          <p:cNvSpPr/>
          <p:nvPr/>
        </p:nvSpPr>
        <p:spPr>
          <a:xfrm>
            <a:off x="5497195" y="387985"/>
            <a:ext cx="3162935" cy="956310"/>
          </a:xfrm>
          <a:prstGeom prst="wedgeRoundRectCallout">
            <a:avLst>
              <a:gd name="adj1" fmla="val -30199"/>
              <a:gd name="adj2" fmla="val 125435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矩阵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的伴随矩阵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注意其元素的下标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71373" name="对象 271372"/>
          <p:cNvGraphicFramePr/>
          <p:nvPr/>
        </p:nvGraphicFramePr>
        <p:xfrm>
          <a:off x="4476750" y="3263900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7" name="" r:id="rId7" imgW="190500" imgH="330200" progId="Equation.DSMT4">
                  <p:embed/>
                </p:oleObj>
              </mc:Choice>
              <mc:Fallback>
                <p:oleObj name="" r:id="rId7" imgW="190500" imgH="330200" progId="Equation.DSMT4">
                  <p:embed/>
                  <p:pic>
                    <p:nvPicPr>
                      <p:cNvPr id="0" name="图片 38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6750" y="3263900"/>
                        <a:ext cx="1905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1374" name="组合 271373"/>
          <p:cNvGrpSpPr/>
          <p:nvPr/>
        </p:nvGrpSpPr>
        <p:grpSpPr>
          <a:xfrm>
            <a:off x="663575" y="5114290"/>
            <a:ext cx="6623050" cy="1263015"/>
            <a:chOff x="418" y="3339"/>
            <a:chExt cx="4172" cy="705"/>
          </a:xfrm>
        </p:grpSpPr>
        <p:sp>
          <p:nvSpPr>
            <p:cNvPr id="271375" name="文本框 271374"/>
            <p:cNvSpPr txBox="1"/>
            <p:nvPr/>
          </p:nvSpPr>
          <p:spPr>
            <a:xfrm>
              <a:off x="418" y="3352"/>
              <a:ext cx="791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性质：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71376" name="对象 271375"/>
            <p:cNvGraphicFramePr/>
            <p:nvPr/>
          </p:nvGraphicFramePr>
          <p:xfrm>
            <a:off x="3334" y="3748"/>
            <a:ext cx="125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0" name="" r:id="rId9" imgW="1993900" imgH="469900" progId="Equation.DSMT4">
                    <p:embed/>
                  </p:oleObj>
                </mc:Choice>
                <mc:Fallback>
                  <p:oleObj name="" r:id="rId9" imgW="1993900" imgH="469900" progId="Equation.DSMT4">
                    <p:embed/>
                    <p:pic>
                      <p:nvPicPr>
                        <p:cNvPr id="0" name="图片 386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34" y="3748"/>
                          <a:ext cx="125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1377" name="对象 271376"/>
            <p:cNvGraphicFramePr/>
            <p:nvPr/>
          </p:nvGraphicFramePr>
          <p:xfrm>
            <a:off x="1156" y="3339"/>
            <a:ext cx="21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3" name="" r:id="rId11" imgW="3416300" imgH="469900" progId="Equation.DSMT4">
                    <p:embed/>
                  </p:oleObj>
                </mc:Choice>
                <mc:Fallback>
                  <p:oleObj name="" r:id="rId11" imgW="3416300" imgH="469900" progId="Equation.DSMT4">
                    <p:embed/>
                    <p:pic>
                      <p:nvPicPr>
                        <p:cNvPr id="0" name="图片 387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56" y="3339"/>
                          <a:ext cx="2152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1378" name="文本框 271377"/>
            <p:cNvSpPr txBox="1"/>
            <p:nvPr/>
          </p:nvSpPr>
          <p:spPr>
            <a:xfrm>
              <a:off x="975" y="3702"/>
              <a:ext cx="237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Times New Roman" panose="02020603050405020304" pitchFamily="18" charset="0"/>
                </a:rPr>
                <a:t>）当</a:t>
              </a:r>
              <a:r>
                <a:rPr lang="en-US" altLang="zh-CN">
                  <a:latin typeface="Times New Roman" panose="02020603050405020304" pitchFamily="18" charset="0"/>
                </a:rPr>
                <a:t>|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|</a:t>
              </a:r>
              <a:r>
                <a:rPr lang="zh-CN" altLang="en-US" dirty="0">
                  <a:latin typeface="Times New Roman" panose="02020603050405020304" pitchFamily="18" charset="0"/>
                </a:rPr>
                <a:t>不等于</a:t>
              </a:r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Times New Roman" panose="02020603050405020304" pitchFamily="18" charset="0"/>
                </a:rPr>
                <a:t>时，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1379" name="组合 271378"/>
          <p:cNvGrpSpPr/>
          <p:nvPr/>
        </p:nvGrpSpPr>
        <p:grpSpPr>
          <a:xfrm>
            <a:off x="323850" y="4437063"/>
            <a:ext cx="4629150" cy="541337"/>
            <a:chOff x="418" y="2943"/>
            <a:chExt cx="2916" cy="341"/>
          </a:xfrm>
        </p:grpSpPr>
        <p:sp>
          <p:nvSpPr>
            <p:cNvPr id="271380" name="文本框 271379"/>
            <p:cNvSpPr txBox="1"/>
            <p:nvPr/>
          </p:nvSpPr>
          <p:spPr>
            <a:xfrm>
              <a:off x="418" y="2943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71381" name="对象 271380"/>
            <p:cNvGraphicFramePr/>
            <p:nvPr/>
          </p:nvGraphicFramePr>
          <p:xfrm>
            <a:off x="748" y="2976"/>
            <a:ext cx="2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9" name="" r:id="rId13" imgW="405765" imgH="380365" progId="Equation.DSMT4">
                    <p:embed/>
                  </p:oleObj>
                </mc:Choice>
                <mc:Fallback>
                  <p:oleObj name="" r:id="rId13" imgW="405765" imgH="380365" progId="Equation.DSMT4">
                    <p:embed/>
                    <p:pic>
                      <p:nvPicPr>
                        <p:cNvPr id="0" name="图片 386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48" y="2976"/>
                          <a:ext cx="25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1382" name="文本框 271381"/>
            <p:cNvSpPr txBox="1"/>
            <p:nvPr/>
          </p:nvSpPr>
          <p:spPr>
            <a:xfrm>
              <a:off x="1053" y="2957"/>
              <a:ext cx="22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为矩阵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的伴随矩阵。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2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386" name="文本框 272385"/>
          <p:cNvSpPr txBox="1"/>
          <p:nvPr/>
        </p:nvSpPr>
        <p:spPr>
          <a:xfrm>
            <a:off x="808038" y="568325"/>
            <a:ext cx="12557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证：设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2387" name="对象 272386"/>
          <p:cNvGraphicFramePr/>
          <p:nvPr/>
        </p:nvGraphicFramePr>
        <p:xfrm>
          <a:off x="2047875" y="620713"/>
          <a:ext cx="2298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5" name="" r:id="rId1" imgW="2298700" imgH="508000" progId="Equation.DSMT4">
                  <p:embed/>
                </p:oleObj>
              </mc:Choice>
              <mc:Fallback>
                <p:oleObj name="" r:id="rId1" imgW="2298700" imgH="508000" progId="Equation.DSMT4">
                  <p:embed/>
                  <p:pic>
                    <p:nvPicPr>
                      <p:cNvPr id="0" name="图片 38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47875" y="620713"/>
                        <a:ext cx="22987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8" name="文本框 272387"/>
          <p:cNvSpPr txBox="1"/>
          <p:nvPr/>
        </p:nvSpPr>
        <p:spPr>
          <a:xfrm>
            <a:off x="4572000" y="549275"/>
            <a:ext cx="1604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2389" name="对象 272388"/>
          <p:cNvGraphicFramePr/>
          <p:nvPr/>
        </p:nvGraphicFramePr>
        <p:xfrm>
          <a:off x="1116013" y="1412875"/>
          <a:ext cx="635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7" name="" r:id="rId3" imgW="635000" imgH="469900" progId="Equation.DSMT4">
                  <p:embed/>
                </p:oleObj>
              </mc:Choice>
              <mc:Fallback>
                <p:oleObj name="" r:id="rId3" imgW="635000" imgH="469900" progId="Equation.DSMT4">
                  <p:embed/>
                  <p:pic>
                    <p:nvPicPr>
                      <p:cNvPr id="0" name="图片 38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1412875"/>
                        <a:ext cx="635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0" name="对象 272389"/>
          <p:cNvGraphicFramePr/>
          <p:nvPr/>
        </p:nvGraphicFramePr>
        <p:xfrm>
          <a:off x="1908175" y="1412875"/>
          <a:ext cx="42481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1" name="" r:id="rId5" imgW="3873500" imgH="469900" progId="Equation.DSMT4">
                  <p:embed/>
                </p:oleObj>
              </mc:Choice>
              <mc:Fallback>
                <p:oleObj name="" r:id="rId5" imgW="3873500" imgH="469900" progId="Equation.DSMT4">
                  <p:embed/>
                  <p:pic>
                    <p:nvPicPr>
                      <p:cNvPr id="0" name="图片 38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8175" y="1412875"/>
                        <a:ext cx="424815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对象 272390"/>
          <p:cNvGraphicFramePr/>
          <p:nvPr/>
        </p:nvGraphicFramePr>
        <p:xfrm>
          <a:off x="1927225" y="2355850"/>
          <a:ext cx="29591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8" name="" r:id="rId7" imgW="2957830" imgH="1002665" progId="Equation.DSMT4">
                  <p:embed/>
                </p:oleObj>
              </mc:Choice>
              <mc:Fallback>
                <p:oleObj name="" r:id="rId7" imgW="2957830" imgH="1002665" progId="Equation.DSMT4">
                  <p:embed/>
                  <p:pic>
                    <p:nvPicPr>
                      <p:cNvPr id="0" name="图片 38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7225" y="2355850"/>
                        <a:ext cx="29591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2" name="文本框 272391"/>
          <p:cNvSpPr txBox="1"/>
          <p:nvPr/>
        </p:nvSpPr>
        <p:spPr>
          <a:xfrm>
            <a:off x="735013" y="359251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于是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/>
      <p:bldP spid="272388" grpId="0"/>
      <p:bldP spid="27239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3410" name="对象 273409"/>
          <p:cNvGraphicFramePr/>
          <p:nvPr/>
        </p:nvGraphicFramePr>
        <p:xfrm>
          <a:off x="539750" y="260350"/>
          <a:ext cx="41910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9" name="" r:id="rId1" imgW="4191000" imgH="2082800" progId="Equation.DSMT4">
                  <p:embed/>
                </p:oleObj>
              </mc:Choice>
              <mc:Fallback>
                <p:oleObj name="" r:id="rId1" imgW="4191000" imgH="2082800" progId="Equation.DSMT4">
                  <p:embed/>
                  <p:pic>
                    <p:nvPicPr>
                      <p:cNvPr id="0" name="图片 38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260350"/>
                        <a:ext cx="41910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1" name="对象 273410"/>
          <p:cNvGraphicFramePr/>
          <p:nvPr/>
        </p:nvGraphicFramePr>
        <p:xfrm>
          <a:off x="5076825" y="1052513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2" name="" r:id="rId3" imgW="1104265" imgH="381000" progId="Equation.DSMT4">
                  <p:embed/>
                </p:oleObj>
              </mc:Choice>
              <mc:Fallback>
                <p:oleObj name="" r:id="rId3" imgW="1104265" imgH="381000" progId="Equation.DSMT4">
                  <p:embed/>
                  <p:pic>
                    <p:nvPicPr>
                      <p:cNvPr id="0" name="图片 38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6825" y="1052513"/>
                        <a:ext cx="1104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2" name="文本框 273411"/>
          <p:cNvSpPr txBox="1"/>
          <p:nvPr/>
        </p:nvSpPr>
        <p:spPr>
          <a:xfrm>
            <a:off x="468313" y="3500438"/>
            <a:ext cx="27924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两边取行列式得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73413" name="对象 273412"/>
          <p:cNvGraphicFramePr/>
          <p:nvPr/>
        </p:nvGraphicFramePr>
        <p:xfrm>
          <a:off x="1863725" y="4221163"/>
          <a:ext cx="3543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6" name="" r:id="rId5" imgW="3542030" imgH="495300" progId="Equation.DSMT4">
                  <p:embed/>
                </p:oleObj>
              </mc:Choice>
              <mc:Fallback>
                <p:oleObj name="" r:id="rId5" imgW="3542030" imgH="495300" progId="Equation.DSMT4">
                  <p:embed/>
                  <p:pic>
                    <p:nvPicPr>
                      <p:cNvPr id="0" name="图片 38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3725" y="4221163"/>
                        <a:ext cx="35433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4" name="对象 273413"/>
          <p:cNvGraphicFramePr/>
          <p:nvPr/>
        </p:nvGraphicFramePr>
        <p:xfrm>
          <a:off x="5580063" y="4221163"/>
          <a:ext cx="876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" name="" r:id="rId7" imgW="875665" imgH="444500" progId="Equation.DSMT4">
                  <p:embed/>
                </p:oleObj>
              </mc:Choice>
              <mc:Fallback>
                <p:oleObj name="" r:id="rId7" imgW="875665" imgH="444500" progId="Equation.DSMT4">
                  <p:embed/>
                  <p:pic>
                    <p:nvPicPr>
                      <p:cNvPr id="0" name="图片 38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80063" y="4221163"/>
                        <a:ext cx="8763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5" name="文本框 273414"/>
          <p:cNvSpPr txBox="1"/>
          <p:nvPr/>
        </p:nvSpPr>
        <p:spPr>
          <a:xfrm>
            <a:off x="808038" y="517683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73416" name="图片 2734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2638" y="5229225"/>
            <a:ext cx="1368425" cy="38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3417" name="文本框 273416"/>
          <p:cNvSpPr txBox="1"/>
          <p:nvPr/>
        </p:nvSpPr>
        <p:spPr>
          <a:xfrm>
            <a:off x="3995738" y="5086350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73418" name="图片 2734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5600" y="5157788"/>
            <a:ext cx="1689100" cy="444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73419" name="组合 273418"/>
          <p:cNvGrpSpPr/>
          <p:nvPr/>
        </p:nvGrpSpPr>
        <p:grpSpPr>
          <a:xfrm>
            <a:off x="900113" y="2708275"/>
            <a:ext cx="3654425" cy="542925"/>
            <a:chOff x="567" y="1706"/>
            <a:chExt cx="2302" cy="342"/>
          </a:xfrm>
        </p:grpSpPr>
        <p:sp>
          <p:nvSpPr>
            <p:cNvPr id="273420" name="文本框 273419"/>
            <p:cNvSpPr txBox="1"/>
            <p:nvPr/>
          </p:nvSpPr>
          <p:spPr>
            <a:xfrm>
              <a:off x="567" y="1706"/>
              <a:ext cx="12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类似可证：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73421" name="对象 273420"/>
            <p:cNvGraphicFramePr/>
            <p:nvPr/>
          </p:nvGraphicFramePr>
          <p:xfrm>
            <a:off x="1701" y="1752"/>
            <a:ext cx="116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" name="" r:id="rId11" imgW="1854200" imgH="469900" progId="Equation.DSMT4">
                    <p:embed/>
                  </p:oleObj>
                </mc:Choice>
                <mc:Fallback>
                  <p:oleObj name="" r:id="rId11" imgW="1854200" imgH="469900" progId="Equation.DSMT4">
                    <p:embed/>
                    <p:pic>
                      <p:nvPicPr>
                        <p:cNvPr id="0" name="图片 388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01" y="1752"/>
                          <a:ext cx="116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/>
      <p:bldP spid="273415" grpId="0"/>
      <p:bldP spid="27341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698" name="文本框 285697"/>
          <p:cNvSpPr txBox="1"/>
          <p:nvPr/>
        </p:nvSpPr>
        <p:spPr>
          <a:xfrm>
            <a:off x="539750" y="1844675"/>
            <a:ext cx="7473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5700" name="文本框 285699"/>
          <p:cNvSpPr txBox="1"/>
          <p:nvPr/>
        </p:nvSpPr>
        <p:spPr>
          <a:xfrm>
            <a:off x="611505" y="548640"/>
            <a:ext cx="18161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2.4.1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5702" name="矩形 285701"/>
          <p:cNvSpPr/>
          <p:nvPr/>
        </p:nvSpPr>
        <p:spPr>
          <a:xfrm>
            <a:off x="4850130" y="645795"/>
            <a:ext cx="300736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>
                <a:latin typeface="Times New Roman" panose="02020603050405020304" pitchFamily="18" charset="0"/>
              </a:rPr>
              <a:t>求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的伴随矩阵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 i="1" baseline="30000">
                <a:sym typeface="+mn-ea"/>
              </a:rPr>
              <a:t>*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-2147481448"/>
          <p:cNvGraphicFramePr>
            <a:graphicFrameLocks noChangeAspect="1"/>
          </p:cNvGraphicFramePr>
          <p:nvPr/>
        </p:nvGraphicFramePr>
        <p:xfrm>
          <a:off x="2411730" y="188595"/>
          <a:ext cx="2276475" cy="143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130300" imgH="711200" progId="Equation.DSMT4">
                  <p:embed/>
                </p:oleObj>
              </mc:Choice>
              <mc:Fallback>
                <p:oleObj name="" r:id="rId1" imgW="11303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730" y="188595"/>
                        <a:ext cx="2276475" cy="1433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446"/>
          <p:cNvGraphicFramePr>
            <a:graphicFrameLocks noChangeAspect="1"/>
          </p:cNvGraphicFramePr>
          <p:nvPr/>
        </p:nvGraphicFramePr>
        <p:xfrm>
          <a:off x="1287145" y="1557020"/>
          <a:ext cx="7169150" cy="129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3937000" imgH="711200" progId="Equation.3">
                  <p:embed/>
                </p:oleObj>
              </mc:Choice>
              <mc:Fallback>
                <p:oleObj name="" r:id="rId3" imgW="3937000" imgH="7112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7145" y="1557020"/>
                        <a:ext cx="7169150" cy="1293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445"/>
          <p:cNvGraphicFramePr>
            <a:graphicFrameLocks noChangeAspect="1"/>
          </p:cNvGraphicFramePr>
          <p:nvPr/>
        </p:nvGraphicFramePr>
        <p:xfrm>
          <a:off x="1115695" y="2925445"/>
          <a:ext cx="6723380" cy="784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3670300" imgH="457200" progId="Equation.3">
                  <p:embed/>
                </p:oleObj>
              </mc:Choice>
              <mc:Fallback>
                <p:oleObj name="" r:id="rId5" imgW="3670300" imgH="457200" progId="Equation.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95" y="2925445"/>
                        <a:ext cx="6723380" cy="7848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1444"/>
          <p:cNvGraphicFramePr>
            <a:graphicFrameLocks noChangeAspect="1"/>
          </p:cNvGraphicFramePr>
          <p:nvPr/>
        </p:nvGraphicFramePr>
        <p:xfrm>
          <a:off x="1187450" y="3785235"/>
          <a:ext cx="6725285" cy="807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7" imgW="3810000" imgH="457200" progId="Equation.3">
                  <p:embed/>
                </p:oleObj>
              </mc:Choice>
              <mc:Fallback>
                <p:oleObj name="" r:id="rId7" imgW="3810000" imgH="4572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3785235"/>
                        <a:ext cx="6725285" cy="807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1443"/>
          <p:cNvGraphicFramePr>
            <a:graphicFrameLocks noChangeAspect="1"/>
          </p:cNvGraphicFramePr>
          <p:nvPr/>
        </p:nvGraphicFramePr>
        <p:xfrm>
          <a:off x="1115695" y="4653280"/>
          <a:ext cx="6722745" cy="814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9" imgW="3377565" imgH="457200" progId="Equation.3">
                  <p:embed/>
                </p:oleObj>
              </mc:Choice>
              <mc:Fallback>
                <p:oleObj name="" r:id="rId9" imgW="3377565" imgH="45720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5695" y="4653280"/>
                        <a:ext cx="6722745" cy="814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1442"/>
          <p:cNvGraphicFramePr>
            <a:graphicFrameLocks noChangeAspect="1"/>
          </p:cNvGraphicFramePr>
          <p:nvPr/>
        </p:nvGraphicFramePr>
        <p:xfrm>
          <a:off x="3131820" y="5445760"/>
          <a:ext cx="456565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1" imgW="2438400" imgH="711200" progId="Equation.DSMT4">
                  <p:embed/>
                </p:oleObj>
              </mc:Choice>
              <mc:Fallback>
                <p:oleObj name="" r:id="rId11" imgW="24384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1820" y="5445760"/>
                        <a:ext cx="4565650" cy="133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339340" y="5805805"/>
            <a:ext cx="551180" cy="544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故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56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build="p"/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7746" name="对象 287745"/>
          <p:cNvGraphicFramePr/>
          <p:nvPr/>
        </p:nvGraphicFramePr>
        <p:xfrm>
          <a:off x="3023553" y="1015365"/>
          <a:ext cx="2081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" name="" r:id="rId1" imgW="2082800" imgH="914400" progId="Equation.3">
                  <p:embed/>
                </p:oleObj>
              </mc:Choice>
              <mc:Fallback>
                <p:oleObj name="" r:id="rId1" imgW="2082800" imgH="914400" progId="Equation.3">
                  <p:embed/>
                  <p:pic>
                    <p:nvPicPr>
                      <p:cNvPr id="0" name="图片 39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23553" y="1015365"/>
                        <a:ext cx="2081212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47" name="矩形 287746"/>
          <p:cNvSpPr/>
          <p:nvPr/>
        </p:nvSpPr>
        <p:spPr>
          <a:xfrm>
            <a:off x="935673" y="2204720"/>
            <a:ext cx="597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i="1">
                <a:latin typeface="Times New Roman" panose="02020603050405020304" pitchFamily="18" charset="0"/>
              </a:rPr>
              <a:t>AA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7748" name="矩形 287747"/>
          <p:cNvSpPr/>
          <p:nvPr/>
        </p:nvSpPr>
        <p:spPr>
          <a:xfrm>
            <a:off x="575945" y="476885"/>
            <a:ext cx="719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定理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可逆的充要条件是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0,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7750" name="文本框 287749"/>
          <p:cNvSpPr txBox="1"/>
          <p:nvPr/>
        </p:nvSpPr>
        <p:spPr>
          <a:xfrm>
            <a:off x="648335" y="2924810"/>
            <a:ext cx="3371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 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1,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7751" name="文本框 287750"/>
          <p:cNvSpPr txBox="1"/>
          <p:nvPr/>
        </p:nvSpPr>
        <p:spPr>
          <a:xfrm>
            <a:off x="3964623" y="2916873"/>
            <a:ext cx="22542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|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 0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8770" name="文本框 288769"/>
          <p:cNvSpPr txBox="1"/>
          <p:nvPr/>
        </p:nvSpPr>
        <p:spPr>
          <a:xfrm>
            <a:off x="971550" y="3573780"/>
            <a:ext cx="6469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zh-CN" altLang="en-US" dirty="0">
                <a:latin typeface="Times New Roman" panose="02020603050405020304" pitchFamily="18" charset="0"/>
              </a:rPr>
              <a:t>伴随矩阵的性质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AA</a:t>
            </a:r>
            <a:r>
              <a:rPr lang="en-US" altLang="zh-CN">
                <a:latin typeface="Times New Roman" panose="02020603050405020304" pitchFamily="18" charset="0"/>
              </a:rPr>
              <a:t>*=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*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771" name="矩形 288770"/>
          <p:cNvSpPr/>
          <p:nvPr/>
        </p:nvSpPr>
        <p:spPr>
          <a:xfrm>
            <a:off x="1187450" y="4402138"/>
            <a:ext cx="1990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88772" name="对象 288771"/>
          <p:cNvGraphicFramePr/>
          <p:nvPr/>
        </p:nvGraphicFramePr>
        <p:xfrm>
          <a:off x="3491548" y="4312285"/>
          <a:ext cx="3617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" name="" r:id="rId3" imgW="4025900" imgH="914400" progId="Equation.DSMT4">
                  <p:embed/>
                </p:oleObj>
              </mc:Choice>
              <mc:Fallback>
                <p:oleObj name="" r:id="rId3" imgW="4025900" imgH="914400" progId="Equation.DSMT4">
                  <p:embed/>
                  <p:pic>
                    <p:nvPicPr>
                      <p:cNvPr id="0" name="图片 39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1548" y="4312285"/>
                        <a:ext cx="3617912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4" name="对象 288773"/>
          <p:cNvGraphicFramePr/>
          <p:nvPr/>
        </p:nvGraphicFramePr>
        <p:xfrm>
          <a:off x="3060065" y="5373370"/>
          <a:ext cx="2071370" cy="92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" name="" r:id="rId5" imgW="2082800" imgH="914400" progId="Equation.3">
                  <p:embed/>
                </p:oleObj>
              </mc:Choice>
              <mc:Fallback>
                <p:oleObj name="" r:id="rId5" imgW="2082800" imgH="914400" progId="Equation.3">
                  <p:embed/>
                  <p:pic>
                    <p:nvPicPr>
                      <p:cNvPr id="0" name="图片 39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0065" y="5373370"/>
                        <a:ext cx="2071370" cy="929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5" name="直接连接符 288774"/>
          <p:cNvSpPr/>
          <p:nvPr/>
        </p:nvSpPr>
        <p:spPr>
          <a:xfrm>
            <a:off x="4139883" y="4084638"/>
            <a:ext cx="2735262" cy="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774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8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8774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8775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8775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88770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88771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8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7" grpId="0" build="p"/>
      <p:bldP spid="287748" grpId="0" advAuto="1000" build="p"/>
      <p:bldP spid="287750" grpId="0" build="p"/>
      <p:bldP spid="287751" grpId="0" build="p"/>
      <p:bldP spid="288770" grpId="0" build="p"/>
      <p:bldP spid="288771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9794" name="文本框 289793"/>
          <p:cNvSpPr txBox="1"/>
          <p:nvPr/>
        </p:nvSpPr>
        <p:spPr>
          <a:xfrm>
            <a:off x="317500" y="573405"/>
            <a:ext cx="10414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说明：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9795" name="文本框 289794"/>
          <p:cNvSpPr txBox="1"/>
          <p:nvPr/>
        </p:nvSpPr>
        <p:spPr>
          <a:xfrm>
            <a:off x="1186815" y="548640"/>
            <a:ext cx="65474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）该定理揭示了矩阵可逆的充要条件，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9796" name="文本框 289795"/>
          <p:cNvSpPr txBox="1"/>
          <p:nvPr/>
        </p:nvSpPr>
        <p:spPr>
          <a:xfrm>
            <a:off x="1908175" y="1196658"/>
            <a:ext cx="63182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并给出了逆矩阵的一种求法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公式法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9797" name="文本框 289796"/>
          <p:cNvSpPr txBox="1"/>
          <p:nvPr/>
        </p:nvSpPr>
        <p:spPr>
          <a:xfrm>
            <a:off x="1403350" y="1844675"/>
            <a:ext cx="616394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上（下）三角矩阵可逆当且仅当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9798" name="文本框 289797"/>
          <p:cNvSpPr txBox="1"/>
          <p:nvPr/>
        </p:nvSpPr>
        <p:spPr>
          <a:xfrm>
            <a:off x="1002665" y="2637473"/>
            <a:ext cx="54721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主对角元全不为</a:t>
            </a:r>
            <a:r>
              <a:rPr lang="en-US" altLang="zh-CN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，且当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9799" name="对象 289798"/>
          <p:cNvGraphicFramePr/>
          <p:nvPr/>
        </p:nvGraphicFramePr>
        <p:xfrm>
          <a:off x="4931728" y="2662555"/>
          <a:ext cx="299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" name="" r:id="rId1" imgW="2995930" imgH="431800" progId="Equation.DSMT4">
                  <p:embed/>
                </p:oleObj>
              </mc:Choice>
              <mc:Fallback>
                <p:oleObj name="" r:id="rId1" imgW="2995930" imgH="431800" progId="Equation.DSMT4">
                  <p:embed/>
                  <p:pic>
                    <p:nvPicPr>
                      <p:cNvPr id="0" name="图片 39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31728" y="2662555"/>
                        <a:ext cx="2997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0" name="文本框 289799"/>
          <p:cNvSpPr txBox="1"/>
          <p:nvPr/>
        </p:nvSpPr>
        <p:spPr>
          <a:xfrm>
            <a:off x="7916228" y="256603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9801" name="对象 289800"/>
          <p:cNvGraphicFramePr/>
          <p:nvPr/>
        </p:nvGraphicFramePr>
        <p:xfrm>
          <a:off x="1042988" y="3284538"/>
          <a:ext cx="6604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" name="" r:id="rId3" imgW="6604000" imgH="558800" progId="Equation.DSMT4">
                  <p:embed/>
                </p:oleObj>
              </mc:Choice>
              <mc:Fallback>
                <p:oleObj name="" r:id="rId3" imgW="6604000" imgH="558800" progId="Equation.DSMT4">
                  <p:embed/>
                  <p:pic>
                    <p:nvPicPr>
                      <p:cNvPr id="0" name="图片 39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2988" y="3284538"/>
                        <a:ext cx="66040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2" name="文本框 289801"/>
          <p:cNvSpPr txBox="1"/>
          <p:nvPr/>
        </p:nvSpPr>
        <p:spPr>
          <a:xfrm>
            <a:off x="3348355" y="6140450"/>
            <a:ext cx="4232275" cy="579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这里逆矩阵由定义得到！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对象 -2147481266"/>
          <p:cNvGraphicFramePr>
            <a:graphicFrameLocks noChangeAspect="1"/>
          </p:cNvGraphicFramePr>
          <p:nvPr/>
        </p:nvGraphicFramePr>
        <p:xfrm>
          <a:off x="966788" y="4171950"/>
          <a:ext cx="338709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1739900" imgH="939800" progId="Equation.DSMT4">
                  <p:embed/>
                </p:oleObj>
              </mc:Choice>
              <mc:Fallback>
                <p:oleObj name="" r:id="rId5" imgW="1739900" imgH="939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6788" y="4171950"/>
                        <a:ext cx="3387090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1260"/>
          <p:cNvGraphicFramePr>
            <a:graphicFrameLocks noChangeAspect="1"/>
          </p:cNvGraphicFramePr>
          <p:nvPr/>
        </p:nvGraphicFramePr>
        <p:xfrm>
          <a:off x="4283710" y="4111625"/>
          <a:ext cx="4043045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1968500" imgH="939800" progId="Equation.DSMT4">
                  <p:embed/>
                </p:oleObj>
              </mc:Choice>
              <mc:Fallback>
                <p:oleObj name="" r:id="rId7" imgW="1968500" imgH="9398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3710" y="4111625"/>
                        <a:ext cx="4043045" cy="193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4" grpId="0"/>
      <p:bldP spid="289795" grpId="0"/>
      <p:bldP spid="289796" grpId="0"/>
      <p:bldP spid="289797" grpId="0"/>
      <p:bldP spid="289798" grpId="0"/>
      <p:bldP spid="289800" grpId="0"/>
      <p:bldP spid="28980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0818" name="组合 290817"/>
          <p:cNvGrpSpPr/>
          <p:nvPr/>
        </p:nvGrpSpPr>
        <p:grpSpPr>
          <a:xfrm>
            <a:off x="1475740" y="404813"/>
            <a:ext cx="3276600" cy="2082800"/>
            <a:chOff x="1604" y="384"/>
            <a:chExt cx="2064" cy="1312"/>
          </a:xfrm>
        </p:grpSpPr>
        <p:graphicFrame>
          <p:nvGraphicFramePr>
            <p:cNvPr id="290819" name="对象 290818"/>
            <p:cNvGraphicFramePr/>
            <p:nvPr/>
          </p:nvGraphicFramePr>
          <p:xfrm>
            <a:off x="1604" y="384"/>
            <a:ext cx="2064" cy="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6" name="" r:id="rId1" imgW="3276600" imgH="2082800" progId="Equation.DSMT4">
                    <p:embed/>
                  </p:oleObj>
                </mc:Choice>
                <mc:Fallback>
                  <p:oleObj name="" r:id="rId1" imgW="3276600" imgH="2082800" progId="Equation.DSMT4">
                    <p:embed/>
                    <p:pic>
                      <p:nvPicPr>
                        <p:cNvPr id="0" name="图片 392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04" y="384"/>
                          <a:ext cx="2064" cy="1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20" name="对象 290819"/>
            <p:cNvGraphicFramePr/>
            <p:nvPr/>
          </p:nvGraphicFramePr>
          <p:xfrm>
            <a:off x="2508" y="1220"/>
            <a:ext cx="12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1" name="" r:id="rId3" imgW="190500" imgH="330200" progId="Equation.DSMT4">
                    <p:embed/>
                  </p:oleObj>
                </mc:Choice>
                <mc:Fallback>
                  <p:oleObj name="" r:id="rId3" imgW="190500" imgH="330200" progId="Equation.DSMT4">
                    <p:embed/>
                    <p:pic>
                      <p:nvPicPr>
                        <p:cNvPr id="0" name="图片 39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08" y="1220"/>
                          <a:ext cx="120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21" name="对象 290820"/>
            <p:cNvGraphicFramePr/>
            <p:nvPr/>
          </p:nvGraphicFramePr>
          <p:xfrm>
            <a:off x="3084" y="644"/>
            <a:ext cx="12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" name="" r:id="rId5" imgW="190500" imgH="330200" progId="Equation.DSMT4">
                    <p:embed/>
                  </p:oleObj>
                </mc:Choice>
                <mc:Fallback>
                  <p:oleObj name="" r:id="rId5" imgW="190500" imgH="330200" progId="Equation.DSMT4">
                    <p:embed/>
                    <p:pic>
                      <p:nvPicPr>
                        <p:cNvPr id="0" name="图片 39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84" y="644"/>
                          <a:ext cx="120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0823" name="文本框 290822"/>
          <p:cNvSpPr txBox="1"/>
          <p:nvPr/>
        </p:nvSpPr>
        <p:spPr>
          <a:xfrm>
            <a:off x="6227763" y="1341438"/>
            <a:ext cx="184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90824" name="文本框 290823"/>
          <p:cNvSpPr txBox="1"/>
          <p:nvPr/>
        </p:nvSpPr>
        <p:spPr>
          <a:xfrm>
            <a:off x="316865" y="3180080"/>
            <a:ext cx="4714875" cy="7664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···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时，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90825" name="组合 290824"/>
          <p:cNvGrpSpPr/>
          <p:nvPr/>
        </p:nvGrpSpPr>
        <p:grpSpPr>
          <a:xfrm>
            <a:off x="4571683" y="2565400"/>
            <a:ext cx="3886200" cy="3606800"/>
            <a:chOff x="1356" y="1512"/>
            <a:chExt cx="2448" cy="2272"/>
          </a:xfrm>
        </p:grpSpPr>
        <p:graphicFrame>
          <p:nvGraphicFramePr>
            <p:cNvPr id="290826" name="对象 290825"/>
            <p:cNvGraphicFramePr/>
            <p:nvPr/>
          </p:nvGraphicFramePr>
          <p:xfrm>
            <a:off x="1356" y="1512"/>
            <a:ext cx="2448" cy="2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8" name="" r:id="rId6" imgW="3886200" imgH="3606800" progId="Equation.DSMT4">
                    <p:embed/>
                  </p:oleObj>
                </mc:Choice>
                <mc:Fallback>
                  <p:oleObj name="" r:id="rId6" imgW="3886200" imgH="3606800" progId="Equation.DSMT4">
                    <p:embed/>
                    <p:pic>
                      <p:nvPicPr>
                        <p:cNvPr id="0" name="图片 392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356" y="1512"/>
                          <a:ext cx="2448" cy="2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27" name="对象 290826"/>
            <p:cNvGraphicFramePr/>
            <p:nvPr/>
          </p:nvGraphicFramePr>
          <p:xfrm>
            <a:off x="2460" y="3100"/>
            <a:ext cx="12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2" name="" r:id="rId8" imgW="190500" imgH="330200" progId="Equation.DSMT4">
                    <p:embed/>
                  </p:oleObj>
                </mc:Choice>
                <mc:Fallback>
                  <p:oleObj name="" r:id="rId8" imgW="190500" imgH="330200" progId="Equation.DSMT4">
                    <p:embed/>
                    <p:pic>
                      <p:nvPicPr>
                        <p:cNvPr id="0" name="图片 393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60" y="3100"/>
                          <a:ext cx="120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28" name="对象 290827"/>
            <p:cNvGraphicFramePr/>
            <p:nvPr/>
          </p:nvGraphicFramePr>
          <p:xfrm>
            <a:off x="3180" y="1948"/>
            <a:ext cx="12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3" name="" r:id="rId9" imgW="190500" imgH="330200" progId="Equation.DSMT4">
                    <p:embed/>
                  </p:oleObj>
                </mc:Choice>
                <mc:Fallback>
                  <p:oleObj name="" r:id="rId9" imgW="190500" imgH="330200" progId="Equation.DSMT4">
                    <p:embed/>
                    <p:pic>
                      <p:nvPicPr>
                        <p:cNvPr id="0" name="图片 393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80" y="1948"/>
                          <a:ext cx="120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471805" y="1148080"/>
            <a:ext cx="1136650" cy="52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(3)</a:t>
            </a:r>
            <a:r>
              <a:rPr lang="zh-CN" altLang="en-US"/>
              <a:t>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9082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4" grpId="0" advAuto="100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91842" name="文本框 291841"/>
          <p:cNvSpPr txBox="1"/>
          <p:nvPr/>
        </p:nvSpPr>
        <p:spPr>
          <a:xfrm>
            <a:off x="663575" y="446088"/>
            <a:ext cx="55098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2.4.2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，求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 .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-2147481424"/>
          <p:cNvGraphicFramePr>
            <a:graphicFrameLocks noChangeAspect="1"/>
          </p:cNvGraphicFramePr>
          <p:nvPr/>
        </p:nvGraphicFramePr>
        <p:xfrm>
          <a:off x="2484120" y="44450"/>
          <a:ext cx="222885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19200" imgH="711200" progId="Equation.3">
                  <p:embed/>
                </p:oleObj>
              </mc:Choice>
              <mc:Fallback>
                <p:oleObj name="" r:id="rId1" imgW="12192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120" y="44450"/>
                        <a:ext cx="2228850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422"/>
          <p:cNvGraphicFramePr>
            <a:graphicFrameLocks noChangeAspect="1"/>
          </p:cNvGraphicFramePr>
          <p:nvPr/>
        </p:nvGraphicFramePr>
        <p:xfrm>
          <a:off x="1187450" y="1628775"/>
          <a:ext cx="6859270" cy="1229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3962400" imgH="711200" progId="Equation.3">
                  <p:embed/>
                </p:oleObj>
              </mc:Choice>
              <mc:Fallback>
                <p:oleObj name="" r:id="rId3" imgW="3962400" imgH="7112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1628775"/>
                        <a:ext cx="6859270" cy="1229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11505" y="126873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解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6057" y="5138578"/>
            <a:ext cx="5080000" cy="96837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4100"/>
          </a:p>
          <a:p>
            <a:pPr marL="266700" indent="-266700" algn="just" defTabSz="266700"/>
            <a:r>
              <a:rPr lang="zh-CN" altLang="en-US" sz="16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．</a:t>
            </a:r>
            <a:endParaRPr lang="zh-CN" altLang="en-US" sz="16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6" name="对象 -2147481421"/>
          <p:cNvGraphicFramePr>
            <a:graphicFrameLocks noChangeAspect="1"/>
          </p:cNvGraphicFramePr>
          <p:nvPr/>
        </p:nvGraphicFramePr>
        <p:xfrm>
          <a:off x="1187450" y="2997200"/>
          <a:ext cx="6276340" cy="821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3492500" imgH="457200" progId="Equation.3">
                  <p:embed/>
                </p:oleObj>
              </mc:Choice>
              <mc:Fallback>
                <p:oleObj name="" r:id="rId5" imgW="3492500" imgH="457200" progId="Equation.3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450" y="2997200"/>
                        <a:ext cx="6276340" cy="821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1420"/>
          <p:cNvGraphicFramePr>
            <a:graphicFrameLocks noChangeAspect="1"/>
          </p:cNvGraphicFramePr>
          <p:nvPr/>
        </p:nvGraphicFramePr>
        <p:xfrm>
          <a:off x="1187450" y="3933190"/>
          <a:ext cx="62928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3974465" imgH="457200" progId="Equation.3">
                  <p:embed/>
                </p:oleObj>
              </mc:Choice>
              <mc:Fallback>
                <p:oleObj name="" r:id="rId7" imgW="3974465" imgH="457200" progId="Equation.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3933190"/>
                        <a:ext cx="629285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1419"/>
          <p:cNvGraphicFramePr>
            <a:graphicFrameLocks noChangeAspect="1"/>
          </p:cNvGraphicFramePr>
          <p:nvPr/>
        </p:nvGraphicFramePr>
        <p:xfrm>
          <a:off x="1259840" y="4797425"/>
          <a:ext cx="6361430" cy="79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9" imgW="3670300" imgH="457200" progId="Equation.3">
                  <p:embed/>
                </p:oleObj>
              </mc:Choice>
              <mc:Fallback>
                <p:oleObj name="" r:id="rId9" imgW="3670300" imgH="457200" progId="Equation.3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9840" y="4797425"/>
                        <a:ext cx="6361430" cy="7924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55650" y="715645"/>
            <a:ext cx="14211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just" defTabSz="266700"/>
            <a:r>
              <a: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故</a:t>
            </a:r>
            <a:endParaRPr lang="zh-CN" altLang="en-US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对象 -2147481418"/>
          <p:cNvGraphicFramePr>
            <a:graphicFrameLocks noChangeAspect="1"/>
          </p:cNvGraphicFramePr>
          <p:nvPr/>
        </p:nvGraphicFramePr>
        <p:xfrm>
          <a:off x="1691640" y="404495"/>
          <a:ext cx="497268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451100" imgH="711200" progId="Equation.3">
                  <p:embed/>
                </p:oleObj>
              </mc:Choice>
              <mc:Fallback>
                <p:oleObj name="" r:id="rId1" imgW="24511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1640" y="404495"/>
                        <a:ext cx="4972685" cy="1441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1417"/>
          <p:cNvGraphicFramePr>
            <a:graphicFrameLocks noChangeAspect="1"/>
          </p:cNvGraphicFramePr>
          <p:nvPr/>
        </p:nvGraphicFramePr>
        <p:xfrm>
          <a:off x="1569085" y="2277110"/>
          <a:ext cx="6005830" cy="1417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3009900" imgH="711200" progId="Equation.3">
                  <p:embed/>
                </p:oleObj>
              </mc:Choice>
              <mc:Fallback>
                <p:oleObj name="" r:id="rId3" imgW="3009900" imgH="711200" progId="Equation.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69085" y="2277110"/>
                        <a:ext cx="6005830" cy="1417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4914" name="矩形 294913"/>
          <p:cNvSpPr/>
          <p:nvPr/>
        </p:nvSpPr>
        <p:spPr>
          <a:xfrm>
            <a:off x="395288" y="447675"/>
            <a:ext cx="8456612" cy="1383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我们当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奇异矩阵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否则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非奇异矩阵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4915" name="文本框 294914"/>
          <p:cNvSpPr txBox="1"/>
          <p:nvPr/>
        </p:nvSpPr>
        <p:spPr>
          <a:xfrm>
            <a:off x="323850" y="1671638"/>
            <a:ext cx="8456613" cy="1383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由此可得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是可逆矩阵的充分必要条件是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为非奇异矩阵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4916" name="文本框 294915"/>
          <p:cNvSpPr txBox="1"/>
          <p:nvPr/>
        </p:nvSpPr>
        <p:spPr>
          <a:xfrm>
            <a:off x="735013" y="3398838"/>
            <a:ext cx="2930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可逆，那么由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4917" name="文本框 294916"/>
          <p:cNvSpPr txBox="1"/>
          <p:nvPr/>
        </p:nvSpPr>
        <p:spPr>
          <a:xfrm>
            <a:off x="3635375" y="3429000"/>
            <a:ext cx="1295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4918" name="右箭头 294917"/>
          <p:cNvSpPr/>
          <p:nvPr/>
        </p:nvSpPr>
        <p:spPr>
          <a:xfrm>
            <a:off x="5219700" y="3644900"/>
            <a:ext cx="1368425" cy="144463"/>
          </a:xfrm>
          <a:prstGeom prst="rightArrow">
            <a:avLst>
              <a:gd name="adj1" fmla="val 50000"/>
              <a:gd name="adj2" fmla="val 23681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94919" name="对象 294918"/>
          <p:cNvGraphicFramePr/>
          <p:nvPr/>
        </p:nvGraphicFramePr>
        <p:xfrm>
          <a:off x="6608763" y="3500438"/>
          <a:ext cx="214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" name="" r:id="rId1" imgW="2145665" imgH="381000" progId="Equation.DSMT4">
                  <p:embed/>
                </p:oleObj>
              </mc:Choice>
              <mc:Fallback>
                <p:oleObj name="" r:id="rId1" imgW="2145665" imgH="381000" progId="Equation.DSMT4">
                  <p:embed/>
                  <p:pic>
                    <p:nvPicPr>
                      <p:cNvPr id="0" name="图片 39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08763" y="3500438"/>
                        <a:ext cx="2146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20" name="右箭头 294919"/>
          <p:cNvSpPr/>
          <p:nvPr/>
        </p:nvSpPr>
        <p:spPr>
          <a:xfrm>
            <a:off x="1403350" y="4437063"/>
            <a:ext cx="1368425" cy="144462"/>
          </a:xfrm>
          <a:prstGeom prst="rightArrow">
            <a:avLst>
              <a:gd name="adj1" fmla="val 50000"/>
              <a:gd name="adj2" fmla="val 23681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4921" name="文本框 294920"/>
          <p:cNvSpPr txBox="1"/>
          <p:nvPr/>
        </p:nvSpPr>
        <p:spPr>
          <a:xfrm>
            <a:off x="3059113" y="4221163"/>
            <a:ext cx="10588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4922" name="文本框 294921"/>
          <p:cNvSpPr txBox="1"/>
          <p:nvPr/>
        </p:nvSpPr>
        <p:spPr>
          <a:xfrm>
            <a:off x="971550" y="5229225"/>
            <a:ext cx="1866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AC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4923" name="右箭头 294922"/>
          <p:cNvSpPr/>
          <p:nvPr/>
        </p:nvSpPr>
        <p:spPr>
          <a:xfrm>
            <a:off x="2916238" y="5445125"/>
            <a:ext cx="1368425" cy="144463"/>
          </a:xfrm>
          <a:prstGeom prst="rightArrow">
            <a:avLst>
              <a:gd name="adj1" fmla="val 50000"/>
              <a:gd name="adj2" fmla="val 23681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94924" name="对象 294923"/>
          <p:cNvGraphicFramePr/>
          <p:nvPr/>
        </p:nvGraphicFramePr>
        <p:xfrm>
          <a:off x="4603750" y="5300663"/>
          <a:ext cx="241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6" name="" r:id="rId3" imgW="2411730" imgH="381000" progId="Equation.DSMT4">
                  <p:embed/>
                </p:oleObj>
              </mc:Choice>
              <mc:Fallback>
                <p:oleObj name="" r:id="rId3" imgW="2411730" imgH="381000" progId="Equation.DSMT4">
                  <p:embed/>
                  <p:pic>
                    <p:nvPicPr>
                      <p:cNvPr id="0" name="图片 39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03750" y="5300663"/>
                        <a:ext cx="2413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25" name="右箭头 294924"/>
          <p:cNvSpPr/>
          <p:nvPr/>
        </p:nvSpPr>
        <p:spPr>
          <a:xfrm>
            <a:off x="2987675" y="6165850"/>
            <a:ext cx="1368425" cy="144463"/>
          </a:xfrm>
          <a:prstGeom prst="rightArrow">
            <a:avLst>
              <a:gd name="adj1" fmla="val 50000"/>
              <a:gd name="adj2" fmla="val 23681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4926" name="文本框 294925"/>
          <p:cNvSpPr txBox="1"/>
          <p:nvPr/>
        </p:nvSpPr>
        <p:spPr>
          <a:xfrm>
            <a:off x="4643438" y="5949950"/>
            <a:ext cx="10382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4914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94915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build="p"/>
      <p:bldP spid="294915" grpId="0" advAuto="1000" build="p"/>
      <p:bldP spid="294916" grpId="0"/>
      <p:bldP spid="294917" grpId="0"/>
      <p:bldP spid="294921" grpId="0"/>
      <p:bldP spid="294922" grpId="0"/>
      <p:bldP spid="29492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5938" name="文本框 295937"/>
          <p:cNvSpPr txBox="1"/>
          <p:nvPr/>
        </p:nvSpPr>
        <p:spPr>
          <a:xfrm>
            <a:off x="701358" y="1801178"/>
            <a:ext cx="5716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r>
              <a:rPr lang="en-US" altLang="zh-CN">
                <a:latin typeface="Times New Roman" panose="02020603050405020304" pitchFamily="18" charset="0"/>
              </a:rPr>
              <a:t>, 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1,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5939" name="文本框 295938"/>
          <p:cNvSpPr txBox="1"/>
          <p:nvPr/>
        </p:nvSpPr>
        <p:spPr>
          <a:xfrm>
            <a:off x="773430" y="417830"/>
            <a:ext cx="7924800" cy="1355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定理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2.4.2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 </a:t>
            </a:r>
            <a:r>
              <a:rPr lang="zh-CN" altLang="en-US">
                <a:latin typeface="Times New Roman" panose="02020603050405020304" pitchFamily="18" charset="0"/>
              </a:rPr>
              <a:t>n阶方阵</a:t>
            </a:r>
            <a:r>
              <a:rPr lang="en-US" altLang="zh-CN" i="1">
                <a:sym typeface="+mn-ea"/>
              </a:rPr>
              <a:t>A</a:t>
            </a:r>
            <a:r>
              <a:rPr lang="zh-CN" altLang="en-US">
                <a:sym typeface="+mn-ea"/>
              </a:rPr>
              <a:t>可逆的充分必要条件是存在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阶方阵</a:t>
            </a:r>
            <a:r>
              <a:rPr lang="en-US" altLang="zh-CN">
                <a:sym typeface="+mn-ea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 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此时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5940" name="矩形 295939"/>
          <p:cNvSpPr/>
          <p:nvPr/>
        </p:nvSpPr>
        <p:spPr>
          <a:xfrm>
            <a:off x="6516370" y="1772920"/>
            <a:ext cx="16573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5941" name="文本框 295940"/>
          <p:cNvSpPr txBox="1"/>
          <p:nvPr/>
        </p:nvSpPr>
        <p:spPr>
          <a:xfrm>
            <a:off x="473075" y="2547303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因而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存在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5942" name="矩形 295941"/>
          <p:cNvSpPr/>
          <p:nvPr/>
        </p:nvSpPr>
        <p:spPr>
          <a:xfrm>
            <a:off x="2644775" y="2521903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于是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5943" name="矩形 295942"/>
          <p:cNvSpPr/>
          <p:nvPr/>
        </p:nvSpPr>
        <p:spPr>
          <a:xfrm>
            <a:off x="844550" y="3314065"/>
            <a:ext cx="62992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EB </a:t>
            </a:r>
            <a:r>
              <a:rPr lang="en-US" altLang="zh-CN">
                <a:latin typeface="Times New Roman" panose="02020603050405020304" pitchFamily="18" charset="0"/>
              </a:rPr>
              <a:t>=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5944" name="矩形 295943"/>
          <p:cNvSpPr/>
          <p:nvPr/>
        </p:nvSpPr>
        <p:spPr>
          <a:xfrm>
            <a:off x="1204913" y="4106228"/>
            <a:ext cx="20510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故结论成立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5945" name="文本框 295944"/>
          <p:cNvSpPr txBox="1"/>
          <p:nvPr/>
        </p:nvSpPr>
        <p:spPr>
          <a:xfrm>
            <a:off x="844550" y="5114290"/>
            <a:ext cx="65220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定理说明：若 </a:t>
            </a:r>
            <a:r>
              <a:rPr lang="en-US" altLang="zh-CN" i="1">
                <a:latin typeface="Times New Roman" panose="02020603050405020304" pitchFamily="18" charset="0"/>
              </a:rPr>
              <a:t>AB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，则一定有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593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9593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9594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9594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9594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95943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9594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build="p"/>
      <p:bldP spid="295939" grpId="0" build="p"/>
      <p:bldP spid="295940" grpId="0" build="p"/>
      <p:bldP spid="295941" grpId="0" build="p"/>
      <p:bldP spid="295942" grpId="0" build="p"/>
      <p:bldP spid="295943" grpId="0" advAuto="1000" build="p"/>
      <p:bldP spid="295944" grpId="0" build="p"/>
      <p:bldP spid="29594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62" name="矩形 296961"/>
          <p:cNvSpPr/>
          <p:nvPr/>
        </p:nvSpPr>
        <p:spPr>
          <a:xfrm>
            <a:off x="755650" y="836613"/>
            <a:ext cx="2879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6963" name="文本框 296962"/>
          <p:cNvSpPr txBox="1"/>
          <p:nvPr/>
        </p:nvSpPr>
        <p:spPr>
          <a:xfrm>
            <a:off x="1547813" y="2060575"/>
            <a:ext cx="51784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rgbClr val="FF33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rgbClr val="FF3300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= (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rgbClr val="FF33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  (</a:t>
            </a:r>
            <a:r>
              <a:rPr lang="en-US" altLang="zh-CN" i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为正整数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6964" name="文本框 296963"/>
          <p:cNvSpPr txBox="1"/>
          <p:nvPr/>
        </p:nvSpPr>
        <p:spPr>
          <a:xfrm>
            <a:off x="395288" y="3141663"/>
            <a:ext cx="41573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latin typeface="Times New Roman" panose="02020603050405020304" pitchFamily="18" charset="0"/>
              </a:rPr>
              <a:t>此时对任意整数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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6965" name="文本框 296964"/>
          <p:cNvSpPr txBox="1"/>
          <p:nvPr/>
        </p:nvSpPr>
        <p:spPr>
          <a:xfrm>
            <a:off x="2195513" y="4076700"/>
            <a:ext cx="42735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>
                <a:latin typeface="Times New Roman" panose="02020603050405020304" pitchFamily="18" charset="0"/>
              </a:rPr>
              <a:t>,    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300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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696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9696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9696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9696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 build="p"/>
      <p:bldP spid="296963" grpId="0" advAuto="1000" build="p"/>
      <p:bldP spid="296964" grpId="0" build="p"/>
      <p:bldP spid="296965" grpId="0" advAuto="100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1299" name="矩形 311298"/>
          <p:cNvSpPr/>
          <p:nvPr/>
        </p:nvSpPr>
        <p:spPr>
          <a:xfrm>
            <a:off x="539750" y="596900"/>
            <a:ext cx="3961130" cy="6172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2.4.3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解下列矩阵方程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11301" name="矩形 311300"/>
          <p:cNvSpPr/>
          <p:nvPr/>
        </p:nvSpPr>
        <p:spPr>
          <a:xfrm>
            <a:off x="683260" y="3428683"/>
            <a:ext cx="7473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1304" name="文本框 311303"/>
          <p:cNvSpPr txBox="1"/>
          <p:nvPr/>
        </p:nvSpPr>
        <p:spPr>
          <a:xfrm>
            <a:off x="1475740" y="3429000"/>
            <a:ext cx="727392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）由</a:t>
            </a:r>
            <a:r>
              <a:rPr lang="en-US" altLang="zh-CN">
                <a:latin typeface="Times New Roman" panose="02020603050405020304" pitchFamily="18" charset="0"/>
              </a:rPr>
              <a:t>           </a:t>
            </a:r>
            <a:r>
              <a:rPr lang="en-US" altLang="zh-CN" i="1">
                <a:latin typeface="Times New Roman" panose="02020603050405020304" pitchFamily="18" charset="0"/>
              </a:rPr>
              <a:t>                  ,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>
                <a:sym typeface="+mn-ea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可逆，所以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1307" name="文本框 311306"/>
          <p:cNvSpPr txBox="1"/>
          <p:nvPr/>
        </p:nvSpPr>
        <p:spPr>
          <a:xfrm>
            <a:off x="755333" y="5301298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39750" y="1069975"/>
            <a:ext cx="7862570" cy="836930"/>
            <a:chOff x="850" y="1685"/>
            <a:chExt cx="12382" cy="1318"/>
          </a:xfrm>
        </p:grpSpPr>
        <p:sp>
          <p:nvSpPr>
            <p:cNvPr id="2" name="文本框 1"/>
            <p:cNvSpPr txBox="1"/>
            <p:nvPr/>
          </p:nvSpPr>
          <p:spPr>
            <a:xfrm>
              <a:off x="850" y="1869"/>
              <a:ext cx="12382" cy="89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just" defTabSz="266700">
                <a:lnSpc>
                  <a:spcPct val="110000"/>
                </a:lnSpc>
              </a:pP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</a:rPr>
                <a:t>1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）设</a:t>
              </a:r>
              <a:r>
                <a:rPr lang="en-US" altLang="zh-CN" i="1">
                  <a:sym typeface="+mn-ea"/>
                </a:rPr>
                <a:t>AX = B</a:t>
              </a:r>
              <a:r>
                <a:rPr lang="zh-CN" altLang="en-US" i="1">
                  <a:sym typeface="+mn-ea"/>
                </a:rPr>
                <a:t>，</a:t>
              </a:r>
              <a:r>
                <a:rPr lang="zh-CN" altLang="en-US">
                  <a:sym typeface="+mn-ea"/>
                </a:rPr>
                <a:t>其中</a:t>
              </a:r>
              <a:r>
                <a:rPr lang="en-US" altLang="zh-CN">
                  <a:sym typeface="+mn-ea"/>
                </a:rPr>
                <a:t>                               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sym typeface="+mn-ea"/>
                </a:rPr>
                <a:t>求矩阵</a:t>
              </a:r>
              <a:r>
                <a:rPr lang="en-US" altLang="zh-CN" i="1">
                  <a:sym typeface="+mn-ea"/>
                </a:rPr>
                <a:t>X.</a:t>
              </a:r>
              <a:endParaRPr lang="zh-CN" altLang="en-US" i="1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" name="对象 -2147481388"/>
            <p:cNvGraphicFramePr/>
            <p:nvPr/>
          </p:nvGraphicFramePr>
          <p:xfrm>
            <a:off x="6350" y="1685"/>
            <a:ext cx="4289" cy="1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1" imgW="1943100" imgH="457200" progId="Equation.DSMT4">
                    <p:embed/>
                  </p:oleObj>
                </mc:Choice>
                <mc:Fallback>
                  <p:oleObj name="" r:id="rId1" imgW="1943100" imgH="457200" progId="Equation.DSMT4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350" y="1685"/>
                          <a:ext cx="4289" cy="1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611505" y="1906905"/>
            <a:ext cx="7659370" cy="1341755"/>
            <a:chOff x="963" y="3003"/>
            <a:chExt cx="12062" cy="2113"/>
          </a:xfrm>
        </p:grpSpPr>
        <p:sp>
          <p:nvSpPr>
            <p:cNvPr id="6" name="文本框 5"/>
            <p:cNvSpPr txBox="1"/>
            <p:nvPr/>
          </p:nvSpPr>
          <p:spPr>
            <a:xfrm>
              <a:off x="963" y="3132"/>
              <a:ext cx="12025" cy="198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just" defTabSz="266700"/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</a:rPr>
                <a:t>2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）设</a:t>
              </a:r>
              <a:r>
                <a:rPr lang="en-US" altLang="zh-CN" i="1">
                  <a:sym typeface="+mn-ea"/>
                </a:rPr>
                <a:t>X</a:t>
              </a:r>
              <a:r>
                <a:rPr lang="en-US" altLang="zh-CN" i="1">
                  <a:sym typeface="+mn-ea"/>
                </a:rPr>
                <a:t>B</a:t>
              </a:r>
              <a:r>
                <a:rPr lang="en-US" altLang="zh-CN" i="1">
                  <a:sym typeface="+mn-ea"/>
                </a:rPr>
                <a:t> = </a:t>
              </a:r>
              <a:r>
                <a:rPr lang="en-US" altLang="zh-CN" i="1">
                  <a:sym typeface="+mn-ea"/>
                </a:rPr>
                <a:t>C</a:t>
              </a:r>
              <a:r>
                <a:rPr lang="zh-CN" altLang="en-US">
                  <a:sym typeface="+mn-ea"/>
                </a:rPr>
                <a:t>，其中</a:t>
              </a:r>
              <a:endParaRPr lang="zh-CN" altLang="en-US">
                <a:sym typeface="+mn-ea"/>
              </a:endParaRPr>
            </a:p>
            <a:p>
              <a:pPr algn="just" defTabSz="266700"/>
              <a:r>
                <a:rPr lang="en-US" altLang="zh-CN">
                  <a:sym typeface="+mn-ea"/>
                </a:rPr>
                <a:t>                                </a:t>
              </a:r>
              <a:endParaRPr lang="en-US" altLang="zh-CN">
                <a:sym typeface="+mn-ea"/>
              </a:endParaRPr>
            </a:p>
            <a:p>
              <a:pPr algn="just" defTabSz="266700"/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求矩阵</a:t>
              </a:r>
              <a:r>
                <a:rPr lang="en-US" altLang="zh-CN" i="1">
                  <a:sym typeface="+mn-ea"/>
                </a:rPr>
                <a:t>X.</a:t>
              </a:r>
              <a:endParaRPr lang="en-US" altLang="zh-CN" i="1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4" name="对象 -2147481385"/>
            <p:cNvGraphicFramePr>
              <a:graphicFrameLocks noChangeAspect="1"/>
            </p:cNvGraphicFramePr>
            <p:nvPr/>
          </p:nvGraphicFramePr>
          <p:xfrm>
            <a:off x="6633" y="3003"/>
            <a:ext cx="6392" cy="19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3" imgW="2400300" imgH="711200" progId="Equation.3">
                    <p:embed/>
                  </p:oleObj>
                </mc:Choice>
                <mc:Fallback>
                  <p:oleObj name="" r:id="rId3" imgW="2400300" imgH="711200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633" y="3003"/>
                          <a:ext cx="6392" cy="19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-2147474277"/>
          <p:cNvGraphicFramePr>
            <a:graphicFrameLocks noChangeAspect="1"/>
          </p:cNvGraphicFramePr>
          <p:nvPr/>
        </p:nvGraphicFramePr>
        <p:xfrm>
          <a:off x="2780030" y="3284855"/>
          <a:ext cx="2565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1295400" imgH="457200" progId="Equation.3">
                  <p:embed/>
                </p:oleObj>
              </mc:Choice>
              <mc:Fallback>
                <p:oleObj name="" r:id="rId5" imgW="1295400" imgH="457200" progId="Equation.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0030" y="3284855"/>
                        <a:ext cx="25654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1381"/>
          <p:cNvGraphicFramePr>
            <a:graphicFrameLocks noChangeAspect="1"/>
          </p:cNvGraphicFramePr>
          <p:nvPr/>
        </p:nvGraphicFramePr>
        <p:xfrm>
          <a:off x="1907540" y="4095115"/>
          <a:ext cx="2943225" cy="89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1548765" imgH="469900" progId="Equation.3">
                  <p:embed/>
                </p:oleObj>
              </mc:Choice>
              <mc:Fallback>
                <p:oleObj name="" r:id="rId7" imgW="1548765" imgH="469900" progId="Equation.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7540" y="4095115"/>
                        <a:ext cx="2943225" cy="8909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-2147481380"/>
          <p:cNvGraphicFramePr>
            <a:graphicFrameLocks noChangeAspect="1"/>
          </p:cNvGraphicFramePr>
          <p:nvPr/>
        </p:nvGraphicFramePr>
        <p:xfrm>
          <a:off x="1835785" y="5085080"/>
          <a:ext cx="565721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2743200" imgH="457200" progId="Equation.DSMT4">
                  <p:embed/>
                </p:oleObj>
              </mc:Choice>
              <mc:Fallback>
                <p:oleObj name="" r:id="rId9" imgW="2743200" imgH="457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5785" y="5085080"/>
                        <a:ext cx="565721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129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build="p"/>
      <p:bldP spid="311301" grpId="0"/>
      <p:bldP spid="311304" grpId="0"/>
      <p:bldP spid="31130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325" name="文本框 312324"/>
          <p:cNvSpPr txBox="1"/>
          <p:nvPr/>
        </p:nvSpPr>
        <p:spPr>
          <a:xfrm>
            <a:off x="1229043" y="2919730"/>
            <a:ext cx="36004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1304" name="文本框 311303"/>
          <p:cNvSpPr txBox="1"/>
          <p:nvPr/>
        </p:nvSpPr>
        <p:spPr>
          <a:xfrm>
            <a:off x="683895" y="548640"/>
            <a:ext cx="72739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）由</a:t>
            </a:r>
            <a:r>
              <a:rPr lang="en-US" altLang="zh-CN">
                <a:latin typeface="Times New Roman" panose="02020603050405020304" pitchFamily="18" charset="0"/>
              </a:rPr>
              <a:t> |</a:t>
            </a:r>
            <a:r>
              <a:rPr lang="en-US" altLang="zh-CN" i="1">
                <a:sym typeface="+mn-ea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dirty="0">
                <a:sym typeface="Symbol" panose="05050102010706020507" pitchFamily="18" charset="2"/>
              </a:rPr>
              <a:t>0</a:t>
            </a:r>
            <a:r>
              <a:rPr lang="en-US" altLang="zh-CN" i="1">
                <a:latin typeface="Times New Roman" panose="02020603050405020304" pitchFamily="18" charset="0"/>
              </a:rPr>
              <a:t> ,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>
                <a:sym typeface="+mn-ea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可逆，由上一个例知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-2147481377"/>
          <p:cNvGraphicFramePr>
            <a:graphicFrameLocks noChangeAspect="1"/>
          </p:cNvGraphicFramePr>
          <p:nvPr/>
        </p:nvGraphicFramePr>
        <p:xfrm>
          <a:off x="2123440" y="1124585"/>
          <a:ext cx="2320925" cy="1297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70000" imgH="711200" progId="Equation.3">
                  <p:embed/>
                </p:oleObj>
              </mc:Choice>
              <mc:Fallback>
                <p:oleObj name="" r:id="rId1" imgW="12700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3440" y="1124585"/>
                        <a:ext cx="2320925" cy="1297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376"/>
          <p:cNvGraphicFramePr/>
          <p:nvPr/>
        </p:nvGraphicFramePr>
        <p:xfrm>
          <a:off x="2195830" y="2421255"/>
          <a:ext cx="3891280" cy="151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2057400" imgH="711200" progId="Equation.DSMT4">
                  <p:embed/>
                </p:oleObj>
              </mc:Choice>
              <mc:Fallback>
                <p:oleObj name="" r:id="rId3" imgW="2057400" imgH="7112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830" y="2421255"/>
                        <a:ext cx="3891280" cy="151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375"/>
          <p:cNvGraphicFramePr>
            <a:graphicFrameLocks noChangeAspect="1"/>
          </p:cNvGraphicFramePr>
          <p:nvPr/>
        </p:nvGraphicFramePr>
        <p:xfrm>
          <a:off x="1331595" y="3882390"/>
          <a:ext cx="6019800" cy="246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2844800" imgH="1193800" progId="Equation.DSMT4">
                  <p:embed/>
                </p:oleObj>
              </mc:Choice>
              <mc:Fallback>
                <p:oleObj name="" r:id="rId5" imgW="2844800" imgH="1193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595" y="3882390"/>
                        <a:ext cx="6019800" cy="2468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44270" y="3860800"/>
            <a:ext cx="37515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ym typeface="+mn-ea"/>
              </a:rPr>
              <a:t>故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130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4" grpId="0" build="p"/>
      <p:bldP spid="312325" grpId="0"/>
      <p:bldP spid="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3347" name="矩形 313346"/>
          <p:cNvSpPr/>
          <p:nvPr>
            <p:custDataLst>
              <p:tags r:id="rId1"/>
            </p:custDataLst>
          </p:nvPr>
        </p:nvSpPr>
        <p:spPr>
          <a:xfrm>
            <a:off x="495579" y="260033"/>
            <a:ext cx="4380117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2.4.4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sym typeface="+mn-ea"/>
              </a:rPr>
              <a:t>AXB</a:t>
            </a:r>
            <a:r>
              <a:rPr lang="en-US" altLang="zh-CN">
                <a:sym typeface="+mn-ea"/>
              </a:rPr>
              <a:t>=</a:t>
            </a:r>
            <a:r>
              <a:rPr lang="en-US" altLang="zh-CN" i="1">
                <a:sym typeface="+mn-ea"/>
              </a:rPr>
              <a:t>C</a:t>
            </a:r>
            <a:r>
              <a:rPr lang="zh-CN" altLang="en-US">
                <a:sym typeface="+mn-ea"/>
              </a:rPr>
              <a:t>，其中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313348" name="文本框 313347"/>
          <p:cNvSpPr txBox="1"/>
          <p:nvPr>
            <p:custDataLst>
              <p:tags r:id="rId2"/>
            </p:custDataLst>
          </p:nvPr>
        </p:nvSpPr>
        <p:spPr>
          <a:xfrm>
            <a:off x="454505" y="1997961"/>
            <a:ext cx="1757181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</a:rPr>
              <a:t>矩阵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3349" name="矩形 313348"/>
          <p:cNvSpPr/>
          <p:nvPr>
            <p:custDataLst>
              <p:tags r:id="rId3"/>
            </p:custDataLst>
          </p:nvPr>
        </p:nvSpPr>
        <p:spPr>
          <a:xfrm>
            <a:off x="957015" y="2745309"/>
            <a:ext cx="1474479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3352" name="文本框 313351"/>
          <p:cNvSpPr txBox="1"/>
          <p:nvPr>
            <p:custDataLst>
              <p:tags r:id="rId4"/>
            </p:custDataLst>
          </p:nvPr>
        </p:nvSpPr>
        <p:spPr>
          <a:xfrm>
            <a:off x="424180" y="3640455"/>
            <a:ext cx="3914775" cy="615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都存在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-2147481373"/>
          <p:cNvGraphicFramePr>
            <a:graphicFrameLocks noChangeAspect="1"/>
          </p:cNvGraphicFramePr>
          <p:nvPr/>
        </p:nvGraphicFramePr>
        <p:xfrm>
          <a:off x="1899285" y="692150"/>
          <a:ext cx="6116955" cy="145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2984500" imgH="711200" progId="Equation.3">
                  <p:embed/>
                </p:oleObj>
              </mc:Choice>
              <mc:Fallback>
                <p:oleObj name="" r:id="rId5" imgW="29845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9285" y="692150"/>
                        <a:ext cx="6116955" cy="1456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373"/>
          <p:cNvGraphicFramePr>
            <a:graphicFrameLocks noChangeAspect="1"/>
          </p:cNvGraphicFramePr>
          <p:nvPr/>
        </p:nvGraphicFramePr>
        <p:xfrm>
          <a:off x="2253615" y="2365375"/>
          <a:ext cx="5930900" cy="136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3098800" imgH="711200" progId="Equation.3">
                  <p:embed/>
                </p:oleObj>
              </mc:Choice>
              <mc:Fallback>
                <p:oleObj name="" r:id="rId7" imgW="30988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53615" y="2365375"/>
                        <a:ext cx="5930900" cy="1360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369"/>
          <p:cNvGraphicFramePr>
            <a:graphicFrameLocks noChangeAspect="1"/>
          </p:cNvGraphicFramePr>
          <p:nvPr/>
        </p:nvGraphicFramePr>
        <p:xfrm>
          <a:off x="1115695" y="4294505"/>
          <a:ext cx="2694305" cy="144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320165" imgH="711200" progId="Equation.3">
                  <p:embed/>
                </p:oleObj>
              </mc:Choice>
              <mc:Fallback>
                <p:oleObj name="" r:id="rId9" imgW="1320165" imgH="7112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5695" y="4294505"/>
                        <a:ext cx="2694305" cy="1449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1366"/>
          <p:cNvGraphicFramePr>
            <a:graphicFrameLocks noChangeAspect="1"/>
          </p:cNvGraphicFramePr>
          <p:nvPr/>
        </p:nvGraphicFramePr>
        <p:xfrm>
          <a:off x="4140200" y="4509135"/>
          <a:ext cx="240919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1" imgW="1002665" imgH="457200" progId="Equation.3">
                  <p:embed/>
                </p:oleObj>
              </mc:Choice>
              <mc:Fallback>
                <p:oleObj name="" r:id="rId11" imgW="1002665" imgH="45720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40200" y="4509135"/>
                        <a:ext cx="2409190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31334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1334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1335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/>
      <p:bldP spid="313348" grpId="0" advAuto="1000" build="p"/>
      <p:bldP spid="313349" grpId="0" build="p"/>
      <p:bldP spid="313352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4370" name="文本框 314369"/>
          <p:cNvSpPr txBox="1"/>
          <p:nvPr/>
        </p:nvSpPr>
        <p:spPr>
          <a:xfrm>
            <a:off x="1259840" y="476885"/>
            <a:ext cx="59928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又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>
                <a:latin typeface="Times New Roman" panose="02020603050405020304" pitchFamily="18" charset="0"/>
              </a:rPr>
              <a:t>AXB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AXBB</a:t>
            </a:r>
            <a:r>
              <a:rPr lang="en-US" altLang="zh-CN" baseline="30000">
                <a:latin typeface="Times New Roman" panose="02020603050405020304" pitchFamily="18" charset="0"/>
              </a:rPr>
              <a:t>-1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CB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14372" name="组合 314371"/>
          <p:cNvGrpSpPr/>
          <p:nvPr/>
        </p:nvGrpSpPr>
        <p:grpSpPr>
          <a:xfrm>
            <a:off x="3990340" y="514985"/>
            <a:ext cx="1752600" cy="463550"/>
            <a:chOff x="2400" y="897"/>
            <a:chExt cx="1104" cy="292"/>
          </a:xfrm>
        </p:grpSpPr>
        <p:sp>
          <p:nvSpPr>
            <p:cNvPr id="314373" name="椭圆 314372"/>
            <p:cNvSpPr/>
            <p:nvPr/>
          </p:nvSpPr>
          <p:spPr>
            <a:xfrm>
              <a:off x="2400" y="901"/>
              <a:ext cx="480" cy="288"/>
            </a:xfrm>
            <a:prstGeom prst="ellipse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4374" name="椭圆 314373"/>
            <p:cNvSpPr/>
            <p:nvPr/>
          </p:nvSpPr>
          <p:spPr>
            <a:xfrm>
              <a:off x="3024" y="897"/>
              <a:ext cx="480" cy="288"/>
            </a:xfrm>
            <a:prstGeom prst="ellipse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14376" name="组合 314375"/>
          <p:cNvGrpSpPr/>
          <p:nvPr/>
        </p:nvGrpSpPr>
        <p:grpSpPr>
          <a:xfrm rot="0">
            <a:off x="4599940" y="920115"/>
            <a:ext cx="609600" cy="152400"/>
            <a:chOff x="2880" y="1920"/>
            <a:chExt cx="384" cy="96"/>
          </a:xfrm>
        </p:grpSpPr>
        <p:sp>
          <p:nvSpPr>
            <p:cNvPr id="314377" name="直接连接符 314376"/>
            <p:cNvSpPr/>
            <p:nvPr/>
          </p:nvSpPr>
          <p:spPr>
            <a:xfrm>
              <a:off x="2880" y="1920"/>
              <a:ext cx="192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4378" name="直接连接符 314377"/>
            <p:cNvSpPr/>
            <p:nvPr/>
          </p:nvSpPr>
          <p:spPr>
            <a:xfrm flipH="1">
              <a:off x="3072" y="1920"/>
              <a:ext cx="192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4380" name="文本框 314379"/>
          <p:cNvSpPr txBox="1"/>
          <p:nvPr/>
        </p:nvSpPr>
        <p:spPr>
          <a:xfrm>
            <a:off x="755333" y="1341120"/>
            <a:ext cx="23923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CB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4381" name="矩形 314380"/>
          <p:cNvSpPr/>
          <p:nvPr/>
        </p:nvSpPr>
        <p:spPr>
          <a:xfrm>
            <a:off x="3059113" y="134143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于是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80585" y="1008380"/>
            <a:ext cx="426085" cy="462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i="1">
                <a:sym typeface="+mn-ea"/>
              </a:rPr>
              <a:t>E</a:t>
            </a:r>
            <a:endParaRPr lang="en-US" altLang="zh-CN" i="1">
              <a:sym typeface="+mn-ea"/>
            </a:endParaRPr>
          </a:p>
        </p:txBody>
      </p:sp>
      <p:graphicFrame>
        <p:nvGraphicFramePr>
          <p:cNvPr id="3" name="对象 -2147474276"/>
          <p:cNvGraphicFramePr>
            <a:graphicFrameLocks noChangeAspect="1"/>
          </p:cNvGraphicFramePr>
          <p:nvPr/>
        </p:nvGraphicFramePr>
        <p:xfrm>
          <a:off x="1547495" y="2060575"/>
          <a:ext cx="6031865" cy="3224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971800" imgH="1422400" progId="Equation.3">
                  <p:embed/>
                </p:oleObj>
              </mc:Choice>
              <mc:Fallback>
                <p:oleObj name="" r:id="rId1" imgW="2971800" imgH="1422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495" y="2060575"/>
                        <a:ext cx="6031865" cy="3224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437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1438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1438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 advAuto="1000" build="p"/>
      <p:bldP spid="314380" grpId="0" build="p"/>
      <p:bldP spid="314381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6418" name="文本框 316417"/>
          <p:cNvSpPr txBox="1"/>
          <p:nvPr/>
        </p:nvSpPr>
        <p:spPr>
          <a:xfrm>
            <a:off x="721360" y="266700"/>
            <a:ext cx="769366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2.4.5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zh-CN" altLang="en-US">
                <a:latin typeface="Times New Roman" panose="02020603050405020304" pitchFamily="18" charset="0"/>
              </a:rPr>
              <a:t>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满足矩阵方程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–2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+2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zh-CN" altLang="en-US" dirty="0">
                <a:latin typeface="Times New Roman" panose="02020603050405020304" pitchFamily="18" charset="0"/>
              </a:rPr>
              <a:t>都可逆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并求它们的逆矩阵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6419" name="文本框 316418"/>
          <p:cNvSpPr txBox="1"/>
          <p:nvPr/>
        </p:nvSpPr>
        <p:spPr>
          <a:xfrm>
            <a:off x="1116330" y="1675130"/>
            <a:ext cx="5915025" cy="5467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–2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)=2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316420" name="对象 316419"/>
          <p:cNvGraphicFramePr/>
          <p:nvPr/>
        </p:nvGraphicFramePr>
        <p:xfrm>
          <a:off x="1271588" y="2546985"/>
          <a:ext cx="247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" name="" r:id="rId1" imgW="2476500" imgH="838200" progId="Equation.3">
                  <p:embed/>
                </p:oleObj>
              </mc:Choice>
              <mc:Fallback>
                <p:oleObj name="" r:id="rId1" imgW="2476500" imgH="838200" progId="Equation.3">
                  <p:embed/>
                  <p:pic>
                    <p:nvPicPr>
                      <p:cNvPr id="0" name="图片 40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1588" y="2546985"/>
                        <a:ext cx="2476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6421" name="组合 316420"/>
          <p:cNvGrpSpPr/>
          <p:nvPr/>
        </p:nvGrpSpPr>
        <p:grpSpPr>
          <a:xfrm>
            <a:off x="1612265" y="2475865"/>
            <a:ext cx="1828800" cy="947738"/>
            <a:chOff x="960" y="230"/>
            <a:chExt cx="1152" cy="597"/>
          </a:xfrm>
        </p:grpSpPr>
        <p:sp>
          <p:nvSpPr>
            <p:cNvPr id="316422" name="直接连接符 316421"/>
            <p:cNvSpPr/>
            <p:nvPr/>
          </p:nvSpPr>
          <p:spPr>
            <a:xfrm flipV="1">
              <a:off x="1875" y="230"/>
              <a:ext cx="237" cy="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6424" name="矩形 316423"/>
            <p:cNvSpPr/>
            <p:nvPr/>
          </p:nvSpPr>
          <p:spPr>
            <a:xfrm>
              <a:off x="960" y="299"/>
              <a:ext cx="912" cy="528"/>
            </a:xfrm>
            <a:prstGeom prst="rect">
              <a:avLst/>
            </a:prstGeom>
            <a:noFill/>
            <a:ln w="2857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16425" name="文本框 316424"/>
          <p:cNvSpPr txBox="1"/>
          <p:nvPr/>
        </p:nvSpPr>
        <p:spPr>
          <a:xfrm>
            <a:off x="755650" y="2667635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则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16426" name="组合 316425"/>
          <p:cNvGrpSpPr/>
          <p:nvPr/>
        </p:nvGrpSpPr>
        <p:grpSpPr>
          <a:xfrm>
            <a:off x="3924300" y="2553335"/>
            <a:ext cx="4191000" cy="838200"/>
            <a:chOff x="2160" y="432"/>
            <a:chExt cx="2640" cy="528"/>
          </a:xfrm>
        </p:grpSpPr>
        <p:sp>
          <p:nvSpPr>
            <p:cNvPr id="316427" name="文本框 316426"/>
            <p:cNvSpPr txBox="1"/>
            <p:nvPr/>
          </p:nvSpPr>
          <p:spPr>
            <a:xfrm>
              <a:off x="2160" y="537"/>
              <a:ext cx="171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>
                  <a:latin typeface="Times New Roman" panose="02020603050405020304" pitchFamily="18" charset="0"/>
                </a:rPr>
                <a:t>故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可逆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且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 baseline="30000">
                  <a:latin typeface="Times New Roman" panose="02020603050405020304" pitchFamily="18" charset="0"/>
                </a:rPr>
                <a:t>-1 </a:t>
              </a:r>
              <a:r>
                <a:rPr lang="en-US" altLang="zh-CN">
                  <a:latin typeface="Times New Roman" panose="02020603050405020304" pitchFamily="18" charset="0"/>
                </a:rPr>
                <a:t>=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6428" name="对象 316427"/>
            <p:cNvGraphicFramePr/>
            <p:nvPr>
              <p:custDataLst>
                <p:tags r:id="rId3"/>
              </p:custDataLst>
            </p:nvPr>
          </p:nvGraphicFramePr>
          <p:xfrm>
            <a:off x="3856" y="432"/>
            <a:ext cx="9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" name="" r:id="rId4" imgW="1498600" imgH="838200" progId="Equation.3">
                    <p:embed/>
                  </p:oleObj>
                </mc:Choice>
                <mc:Fallback>
                  <p:oleObj name="" r:id="rId4" imgW="1498600" imgH="838200" progId="Equation.3">
                    <p:embed/>
                    <p:pic>
                      <p:nvPicPr>
                        <p:cNvPr id="0" name="图片 401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56" y="432"/>
                          <a:ext cx="9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6429" name="文本框 316428"/>
          <p:cNvSpPr txBox="1"/>
          <p:nvPr/>
        </p:nvSpPr>
        <p:spPr>
          <a:xfrm>
            <a:off x="827088" y="357282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又由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16430" name="对象 316429"/>
          <p:cNvGraphicFramePr/>
          <p:nvPr/>
        </p:nvGraphicFramePr>
        <p:xfrm>
          <a:off x="1719263" y="3618865"/>
          <a:ext cx="248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" name="" r:id="rId6" imgW="2487930" imgH="393700" progId="Equation.DSMT4">
                  <p:embed/>
                </p:oleObj>
              </mc:Choice>
              <mc:Fallback>
                <p:oleObj name="" r:id="rId6" imgW="2487930" imgH="393700" progId="Equation.DSMT4">
                  <p:embed/>
                  <p:pic>
                    <p:nvPicPr>
                      <p:cNvPr id="0" name="图片 400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19263" y="3618865"/>
                        <a:ext cx="2489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1" name="文本框 316430"/>
          <p:cNvSpPr txBox="1"/>
          <p:nvPr/>
        </p:nvSpPr>
        <p:spPr>
          <a:xfrm>
            <a:off x="4356100" y="357282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可得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16432" name="对象 316431"/>
          <p:cNvGraphicFramePr/>
          <p:nvPr/>
        </p:nvGraphicFramePr>
        <p:xfrm>
          <a:off x="5260975" y="3618865"/>
          <a:ext cx="1866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" name="" r:id="rId8" imgW="1866265" imgH="381000" progId="Equation.DSMT4">
                  <p:embed/>
                </p:oleObj>
              </mc:Choice>
              <mc:Fallback>
                <p:oleObj name="" r:id="rId8" imgW="1866265" imgH="381000" progId="Equation.DSMT4">
                  <p:embed/>
                  <p:pic>
                    <p:nvPicPr>
                      <p:cNvPr id="0" name="图片 40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60975" y="3618865"/>
                        <a:ext cx="1866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3" name="文本框 316432"/>
          <p:cNvSpPr txBox="1"/>
          <p:nvPr/>
        </p:nvSpPr>
        <p:spPr>
          <a:xfrm>
            <a:off x="1116013" y="4293553"/>
            <a:ext cx="57832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r>
              <a:rPr lang="en-US" altLang="zh-CN" i="1">
                <a:latin typeface="Times New Roman" panose="02020603050405020304" pitchFamily="18" charset="0"/>
              </a:rPr>
              <a:t>A  </a:t>
            </a:r>
            <a:r>
              <a:rPr lang="zh-CN" altLang="en-US" dirty="0">
                <a:latin typeface="Times New Roman" panose="02020603050405020304" pitchFamily="18" charset="0"/>
              </a:rPr>
              <a:t>可逆，所以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＋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zh-CN" altLang="en-US" dirty="0">
                <a:latin typeface="Times New Roman" panose="02020603050405020304" pitchFamily="18" charset="0"/>
              </a:rPr>
              <a:t>可逆，且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16434" name="对象 316433"/>
          <p:cNvGraphicFramePr/>
          <p:nvPr/>
        </p:nvGraphicFramePr>
        <p:xfrm>
          <a:off x="1763713" y="4963478"/>
          <a:ext cx="415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" name="" r:id="rId10" imgW="4152900" imgH="469900" progId="Equation.DSMT4">
                  <p:embed/>
                </p:oleObj>
              </mc:Choice>
              <mc:Fallback>
                <p:oleObj name="" r:id="rId10" imgW="4152900" imgH="469900" progId="Equation.DSMT4">
                  <p:embed/>
                  <p:pic>
                    <p:nvPicPr>
                      <p:cNvPr id="0" name="图片 40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63713" y="4963478"/>
                        <a:ext cx="41529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5" name="对象 316434"/>
          <p:cNvGraphicFramePr/>
          <p:nvPr/>
        </p:nvGraphicFramePr>
        <p:xfrm>
          <a:off x="3491865" y="5517198"/>
          <a:ext cx="1905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" name="" r:id="rId12" imgW="1905000" imgH="838200" progId="Equation.DSMT4">
                  <p:embed/>
                </p:oleObj>
              </mc:Choice>
              <mc:Fallback>
                <p:oleObj name="" r:id="rId12" imgW="1905000" imgH="838200" progId="Equation.DSMT4">
                  <p:embed/>
                  <p:pic>
                    <p:nvPicPr>
                      <p:cNvPr id="0" name="图片 401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91865" y="5517198"/>
                        <a:ext cx="19050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1529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3422015" y="2205990"/>
          <a:ext cx="598805" cy="461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5" imgW="254000" imgH="190500" progId="Equation.DSMT4">
                  <p:embed/>
                </p:oleObj>
              </mc:Choice>
              <mc:Fallback>
                <p:oleObj name="" r:id="rId15" imgW="254000" imgH="190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22015" y="2205990"/>
                        <a:ext cx="598805" cy="461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6418">
                                            <p:txEl>
                                              <p:charRg st="0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641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1642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8" grpId="0" build="p"/>
      <p:bldP spid="316419" grpId="0" build="p"/>
      <p:bldP spid="316425" grpId="0" build="p"/>
      <p:bldP spid="316429" grpId="0"/>
      <p:bldP spid="316431" grpId="0"/>
      <p:bldP spid="31643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42" name="对象 317441"/>
          <p:cNvGraphicFramePr/>
          <p:nvPr/>
        </p:nvGraphicFramePr>
        <p:xfrm>
          <a:off x="1717675" y="2190750"/>
          <a:ext cx="414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" name="" r:id="rId1" imgW="4140200" imgH="838200" progId="Equation.3">
                  <p:embed/>
                </p:oleObj>
              </mc:Choice>
              <mc:Fallback>
                <p:oleObj name="" r:id="rId1" imgW="4140200" imgH="838200" progId="Equation.3">
                  <p:embed/>
                  <p:pic>
                    <p:nvPicPr>
                      <p:cNvPr id="0" name="图片 40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17675" y="2190750"/>
                        <a:ext cx="4140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3" name="矩形 317442"/>
          <p:cNvSpPr/>
          <p:nvPr/>
        </p:nvSpPr>
        <p:spPr>
          <a:xfrm>
            <a:off x="900113" y="1196975"/>
            <a:ext cx="68453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又由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–2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+2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)(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–3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)+4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O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17444" name="组合 317443"/>
          <p:cNvGrpSpPr/>
          <p:nvPr/>
        </p:nvGrpSpPr>
        <p:grpSpPr>
          <a:xfrm>
            <a:off x="3062288" y="2060575"/>
            <a:ext cx="2430462" cy="954088"/>
            <a:chOff x="2049" y="1330"/>
            <a:chExt cx="1531" cy="601"/>
          </a:xfrm>
        </p:grpSpPr>
        <p:sp>
          <p:nvSpPr>
            <p:cNvPr id="317445" name="直接连接符 317444"/>
            <p:cNvSpPr/>
            <p:nvPr/>
          </p:nvSpPr>
          <p:spPr>
            <a:xfrm flipV="1">
              <a:off x="3370" y="1330"/>
              <a:ext cx="210" cy="13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447" name="矩形 317446"/>
            <p:cNvSpPr/>
            <p:nvPr/>
          </p:nvSpPr>
          <p:spPr>
            <a:xfrm>
              <a:off x="2049" y="1451"/>
              <a:ext cx="1311" cy="480"/>
            </a:xfrm>
            <a:prstGeom prst="rect">
              <a:avLst/>
            </a:prstGeom>
            <a:noFill/>
            <a:ln w="2857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17448" name="文本框 317447"/>
          <p:cNvSpPr txBox="1"/>
          <p:nvPr/>
        </p:nvSpPr>
        <p:spPr>
          <a:xfrm>
            <a:off x="431800" y="23256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则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17449" name="组合 317448"/>
          <p:cNvGrpSpPr/>
          <p:nvPr/>
        </p:nvGrpSpPr>
        <p:grpSpPr>
          <a:xfrm>
            <a:off x="377825" y="3038475"/>
            <a:ext cx="6189663" cy="838200"/>
            <a:chOff x="192" y="1754"/>
            <a:chExt cx="3899" cy="528"/>
          </a:xfrm>
        </p:grpSpPr>
        <p:sp>
          <p:nvSpPr>
            <p:cNvPr id="317450" name="文本框 317449"/>
            <p:cNvSpPr txBox="1"/>
            <p:nvPr/>
          </p:nvSpPr>
          <p:spPr>
            <a:xfrm>
              <a:off x="192" y="1872"/>
              <a:ext cx="28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故</a:t>
              </a: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+2</a:t>
              </a:r>
              <a:r>
                <a:rPr lang="en-US" altLang="zh-CN" i="1">
                  <a:latin typeface="Times New Roman" panose="02020603050405020304" pitchFamily="18" charset="0"/>
                </a:rPr>
                <a:t>E</a:t>
              </a:r>
              <a:r>
                <a:rPr lang="en-US" altLang="zh-CN"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</a:rPr>
                <a:t>可逆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且</a:t>
              </a:r>
              <a:r>
                <a:rPr lang="zh-CN" altLang="en-US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+2</a:t>
              </a:r>
              <a:r>
                <a:rPr lang="en-US" altLang="zh-CN" i="1">
                  <a:latin typeface="Times New Roman" panose="02020603050405020304" pitchFamily="18" charset="0"/>
                </a:rPr>
                <a:t>E</a:t>
              </a:r>
              <a:r>
                <a:rPr lang="en-US" altLang="zh-CN">
                  <a:latin typeface="Times New Roman" panose="02020603050405020304" pitchFamily="18" charset="0"/>
                </a:rPr>
                <a:t>)</a:t>
              </a:r>
              <a:r>
                <a:rPr lang="en-US" altLang="zh-CN" baseline="30000">
                  <a:latin typeface="Times New Roman" panose="02020603050405020304" pitchFamily="18" charset="0"/>
                </a:rPr>
                <a:t>-1 </a:t>
              </a:r>
              <a:r>
                <a:rPr lang="en-US" altLang="zh-CN">
                  <a:latin typeface="Times New Roman" panose="02020603050405020304" pitchFamily="18" charset="0"/>
                </a:rPr>
                <a:t>=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451" name="对象 317450"/>
            <p:cNvGraphicFramePr/>
            <p:nvPr/>
          </p:nvGraphicFramePr>
          <p:xfrm>
            <a:off x="3035" y="1754"/>
            <a:ext cx="1056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" name="" r:id="rId3" imgW="1676400" imgH="838200" progId="Equation.3">
                    <p:embed/>
                  </p:oleObj>
                </mc:Choice>
                <mc:Fallback>
                  <p:oleObj name="" r:id="rId3" imgW="1676400" imgH="838200" progId="Equation.3">
                    <p:embed/>
                    <p:pic>
                      <p:nvPicPr>
                        <p:cNvPr id="0" name="图片 400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35" y="1754"/>
                          <a:ext cx="1056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452" name="文本框 317451"/>
          <p:cNvSpPr txBox="1"/>
          <p:nvPr/>
        </p:nvSpPr>
        <p:spPr>
          <a:xfrm>
            <a:off x="447675" y="35242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或者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-2147481529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5492750" y="1791970"/>
          <a:ext cx="1422400" cy="474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6" imgW="685800" imgH="228600" progId="Equation.DSMT4">
                  <p:embed/>
                </p:oleObj>
              </mc:Choice>
              <mc:Fallback>
                <p:oleObj name="" r:id="rId6" imgW="6858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2750" y="1791970"/>
                        <a:ext cx="1422400" cy="474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44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74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/>
      <p:bldP spid="317448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Rectangle 3"/>
          <p:cNvSpPr/>
          <p:nvPr/>
        </p:nvSpPr>
        <p:spPr>
          <a:xfrm>
            <a:off x="900113" y="2997200"/>
            <a:ext cx="7343775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对于行数和列数较高的矩阵，为了简化运算，经常采用</a:t>
            </a:r>
            <a:r>
              <a:rPr lang="zh-CN" altLang="en-US" sz="32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分块法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，使大矩阵的运算化成小矩阵的运算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8539" name="文本框 278538"/>
          <p:cNvSpPr txBox="1"/>
          <p:nvPr/>
        </p:nvSpPr>
        <p:spPr>
          <a:xfrm>
            <a:off x="2555875" y="1196975"/>
            <a:ext cx="41148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en-US" altLang="zh-CN" sz="400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5分块矩阵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/>
      <p:bldP spid="278539" grpId="0" advAuto="100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2"/>
          <p:cNvSpPr/>
          <p:nvPr/>
        </p:nvSpPr>
        <p:spPr>
          <a:xfrm>
            <a:off x="6877050" y="215900"/>
            <a:ext cx="1943100" cy="450850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195513" y="344488"/>
            <a:ext cx="1828800" cy="2057400"/>
            <a:chOff x="4080" y="2256"/>
            <a:chExt cx="1152" cy="1296"/>
          </a:xfrm>
        </p:grpSpPr>
        <p:sp>
          <p:nvSpPr>
            <p:cNvPr id="1071" name="Rectangle 4"/>
            <p:cNvSpPr/>
            <p:nvPr/>
          </p:nvSpPr>
          <p:spPr>
            <a:xfrm>
              <a:off x="4080" y="2256"/>
              <a:ext cx="52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72" name="Rectangle 5"/>
            <p:cNvSpPr/>
            <p:nvPr/>
          </p:nvSpPr>
          <p:spPr>
            <a:xfrm>
              <a:off x="4752" y="2256"/>
              <a:ext cx="480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73" name="Rectangle 6"/>
            <p:cNvSpPr/>
            <p:nvPr/>
          </p:nvSpPr>
          <p:spPr>
            <a:xfrm>
              <a:off x="4080" y="2688"/>
              <a:ext cx="52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74" name="Rectangle 7"/>
            <p:cNvSpPr/>
            <p:nvPr/>
          </p:nvSpPr>
          <p:spPr>
            <a:xfrm>
              <a:off x="4752" y="2688"/>
              <a:ext cx="480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0840" name="Rectangle 8"/>
          <p:cNvSpPr/>
          <p:nvPr/>
        </p:nvSpPr>
        <p:spPr>
          <a:xfrm>
            <a:off x="1989138" y="5573713"/>
            <a:ext cx="1828800" cy="381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0841" name="Rectangle 9"/>
          <p:cNvSpPr/>
          <p:nvPr/>
        </p:nvSpPr>
        <p:spPr>
          <a:xfrm>
            <a:off x="1989138" y="4583113"/>
            <a:ext cx="1828800" cy="8382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0842" name="Rectangle 10"/>
          <p:cNvSpPr/>
          <p:nvPr/>
        </p:nvSpPr>
        <p:spPr>
          <a:xfrm>
            <a:off x="1989138" y="3973513"/>
            <a:ext cx="1828800" cy="381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0843" name="Object 11"/>
          <p:cNvGraphicFramePr/>
          <p:nvPr/>
        </p:nvGraphicFramePr>
        <p:xfrm>
          <a:off x="1258888" y="3954463"/>
          <a:ext cx="26670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667000" imgH="2082800" progId="Equation.DSMT4">
                  <p:embed/>
                </p:oleObj>
              </mc:Choice>
              <mc:Fallback>
                <p:oleObj name="" r:id="rId1" imgW="2667000" imgH="20828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3954463"/>
                        <a:ext cx="26670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4" name="Line 12"/>
          <p:cNvSpPr/>
          <p:nvPr/>
        </p:nvSpPr>
        <p:spPr>
          <a:xfrm>
            <a:off x="1930400" y="4506913"/>
            <a:ext cx="19812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845" name="Line 13"/>
          <p:cNvSpPr/>
          <p:nvPr/>
        </p:nvSpPr>
        <p:spPr>
          <a:xfrm>
            <a:off x="1871663" y="5497513"/>
            <a:ext cx="20574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20846" name="Object 14"/>
          <p:cNvGraphicFramePr/>
          <p:nvPr/>
        </p:nvGraphicFramePr>
        <p:xfrm>
          <a:off x="4054475" y="4221163"/>
          <a:ext cx="11303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1129665" imgH="1548765" progId="Equation.DSMT4">
                  <p:embed/>
                </p:oleObj>
              </mc:Choice>
              <mc:Fallback>
                <p:oleObj name="" r:id="rId3" imgW="1129665" imgH="1548765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4475" y="4221163"/>
                        <a:ext cx="1130300" cy="154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2" name="Rectangle 15"/>
          <p:cNvSpPr/>
          <p:nvPr/>
        </p:nvSpPr>
        <p:spPr>
          <a:xfrm>
            <a:off x="323850" y="549275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endParaRPr lang="zh-CN" altLang="en-US" sz="2800" dirty="0">
              <a:solidFill>
                <a:srgbClr val="FF33CC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0848" name="Line 16"/>
          <p:cNvSpPr/>
          <p:nvPr/>
        </p:nvSpPr>
        <p:spPr>
          <a:xfrm>
            <a:off x="1984375" y="954088"/>
            <a:ext cx="22860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849" name="Line 17"/>
          <p:cNvSpPr/>
          <p:nvPr/>
        </p:nvSpPr>
        <p:spPr>
          <a:xfrm>
            <a:off x="3186113" y="192088"/>
            <a:ext cx="0" cy="25146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20850" name="Object 18"/>
          <p:cNvGraphicFramePr/>
          <p:nvPr/>
        </p:nvGraphicFramePr>
        <p:xfrm>
          <a:off x="1446213" y="407988"/>
          <a:ext cx="27305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730500" imgH="2070100" progId="Equation.DSMT4">
                  <p:embed/>
                </p:oleObj>
              </mc:Choice>
              <mc:Fallback>
                <p:oleObj name="" r:id="rId5" imgW="2730500" imgH="20701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6213" y="407988"/>
                        <a:ext cx="2730500" cy="207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1" name="Object 19"/>
          <p:cNvGraphicFramePr/>
          <p:nvPr/>
        </p:nvGraphicFramePr>
        <p:xfrm>
          <a:off x="4303713" y="668338"/>
          <a:ext cx="19177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1917700" imgH="1562100" progId="Equation.DSMT4">
                  <p:embed/>
                </p:oleObj>
              </mc:Choice>
              <mc:Fallback>
                <p:oleObj name="" r:id="rId7" imgW="1917700" imgH="15621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3713" y="668338"/>
                        <a:ext cx="1917700" cy="156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2" name="Object 20"/>
          <p:cNvGraphicFramePr/>
          <p:nvPr/>
        </p:nvGraphicFramePr>
        <p:xfrm>
          <a:off x="5753736" y="3789363"/>
          <a:ext cx="221170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2209800" imgH="482600" progId="Equation.DSMT4">
                  <p:embed/>
                </p:oleObj>
              </mc:Choice>
              <mc:Fallback>
                <p:oleObj name="" r:id="rId9" imgW="2209800" imgH="482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53736" y="3789363"/>
                        <a:ext cx="221170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3" name="Object 21"/>
          <p:cNvGraphicFramePr/>
          <p:nvPr/>
        </p:nvGraphicFramePr>
        <p:xfrm>
          <a:off x="5754688" y="4487863"/>
          <a:ext cx="2781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2781300" imgH="1016000" progId="Equation.DSMT4">
                  <p:embed/>
                </p:oleObj>
              </mc:Choice>
              <mc:Fallback>
                <p:oleObj name="" r:id="rId11" imgW="2781300" imgH="10160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54688" y="4487863"/>
                        <a:ext cx="27813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4" name="Object 22"/>
          <p:cNvGraphicFramePr/>
          <p:nvPr/>
        </p:nvGraphicFramePr>
        <p:xfrm>
          <a:off x="5824221" y="5802313"/>
          <a:ext cx="214693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3" imgW="2145665" imgH="482600" progId="Equation.DSMT4">
                  <p:embed/>
                </p:oleObj>
              </mc:Choice>
              <mc:Fallback>
                <p:oleObj name="" r:id="rId13" imgW="2145665" imgH="482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24221" y="5802313"/>
                        <a:ext cx="214693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/>
          <p:cNvGrpSpPr/>
          <p:nvPr/>
        </p:nvGrpSpPr>
        <p:grpSpPr>
          <a:xfrm>
            <a:off x="2195513" y="344488"/>
            <a:ext cx="1828800" cy="2057400"/>
            <a:chOff x="1296" y="1968"/>
            <a:chExt cx="1152" cy="1296"/>
          </a:xfrm>
        </p:grpSpPr>
        <p:sp>
          <p:nvSpPr>
            <p:cNvPr id="1067" name="Rectangle 24"/>
            <p:cNvSpPr/>
            <p:nvPr/>
          </p:nvSpPr>
          <p:spPr>
            <a:xfrm>
              <a:off x="1296" y="1968"/>
              <a:ext cx="52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68" name="Rectangle 25"/>
            <p:cNvSpPr/>
            <p:nvPr/>
          </p:nvSpPr>
          <p:spPr>
            <a:xfrm>
              <a:off x="1968" y="1968"/>
              <a:ext cx="480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69" name="Rectangle 26"/>
            <p:cNvSpPr/>
            <p:nvPr/>
          </p:nvSpPr>
          <p:spPr>
            <a:xfrm>
              <a:off x="1296" y="2400"/>
              <a:ext cx="52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70" name="Rectangle 27"/>
            <p:cNvSpPr/>
            <p:nvPr/>
          </p:nvSpPr>
          <p:spPr>
            <a:xfrm>
              <a:off x="1968" y="2400"/>
              <a:ext cx="480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8"/>
          <p:cNvGrpSpPr/>
          <p:nvPr/>
        </p:nvGrpSpPr>
        <p:grpSpPr>
          <a:xfrm>
            <a:off x="1001713" y="633413"/>
            <a:ext cx="1346200" cy="631825"/>
            <a:chOff x="544" y="2276"/>
            <a:chExt cx="848" cy="398"/>
          </a:xfrm>
        </p:grpSpPr>
        <p:sp>
          <p:nvSpPr>
            <p:cNvPr id="1066" name="Line 29"/>
            <p:cNvSpPr/>
            <p:nvPr/>
          </p:nvSpPr>
          <p:spPr>
            <a:xfrm flipH="1">
              <a:off x="768" y="2276"/>
              <a:ext cx="624" cy="14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044" name="Object 30"/>
            <p:cNvGraphicFramePr/>
            <p:nvPr/>
          </p:nvGraphicFramePr>
          <p:xfrm>
            <a:off x="544" y="2336"/>
            <a:ext cx="28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5" imgW="177165" imgH="228600" progId="Equation.DSMT4">
                    <p:embed/>
                  </p:oleObj>
                </mc:Choice>
                <mc:Fallback>
                  <p:oleObj name="" r:id="rId15" imgW="177165" imgH="2286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4" y="2336"/>
                          <a:ext cx="280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0" name="Rectangle 44"/>
          <p:cNvSpPr/>
          <p:nvPr/>
        </p:nvSpPr>
        <p:spPr>
          <a:xfrm>
            <a:off x="0" y="0"/>
            <a:ext cx="1979613" cy="528638"/>
          </a:xfrm>
          <a:prstGeom prst="rect">
            <a:avLst/>
          </a:prstGeom>
          <a:solidFill>
            <a:srgbClr val="99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矩阵的分块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61" name="Rectangle 4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0888" name="Object 56"/>
          <p:cNvGraphicFramePr/>
          <p:nvPr/>
        </p:nvGraphicFramePr>
        <p:xfrm>
          <a:off x="6948488" y="3140075"/>
          <a:ext cx="16256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7" imgW="1625600" imgH="1397000" progId="Equation.DSMT4">
                  <p:embed/>
                </p:oleObj>
              </mc:Choice>
              <mc:Fallback>
                <p:oleObj name="" r:id="rId17" imgW="1625600" imgH="1397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48488" y="3140075"/>
                        <a:ext cx="1625600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89" name="Object 57"/>
          <p:cNvGraphicFramePr/>
          <p:nvPr/>
        </p:nvGraphicFramePr>
        <p:xfrm>
          <a:off x="6948488" y="1557338"/>
          <a:ext cx="16256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9" imgW="1625600" imgH="1397000" progId="Equation.DSMT4">
                  <p:embed/>
                </p:oleObj>
              </mc:Choice>
              <mc:Fallback>
                <p:oleObj name="" r:id="rId19" imgW="1625600" imgH="1397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48488" y="1557338"/>
                        <a:ext cx="1625600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90" name="Object 58"/>
          <p:cNvGraphicFramePr/>
          <p:nvPr/>
        </p:nvGraphicFramePr>
        <p:xfrm>
          <a:off x="7019925" y="1077913"/>
          <a:ext cx="152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1" imgW="1523365" imgH="444500" progId="Equation.DSMT4">
                  <p:embed/>
                </p:oleObj>
              </mc:Choice>
              <mc:Fallback>
                <p:oleObj name="" r:id="rId21" imgW="1523365" imgH="444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19925" y="1077913"/>
                        <a:ext cx="15240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91" name="Object 59"/>
          <p:cNvGraphicFramePr/>
          <p:nvPr/>
        </p:nvGraphicFramePr>
        <p:xfrm>
          <a:off x="7019925" y="430213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3" imgW="1447165" imgH="444500" progId="Equation.DSMT4">
                  <p:embed/>
                </p:oleObj>
              </mc:Choice>
              <mc:Fallback>
                <p:oleObj name="" r:id="rId23" imgW="1447165" imgH="4445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19925" y="430213"/>
                        <a:ext cx="1447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92" name="Rectangle 60"/>
          <p:cNvSpPr/>
          <p:nvPr/>
        </p:nvSpPr>
        <p:spPr>
          <a:xfrm>
            <a:off x="6156325" y="3141663"/>
            <a:ext cx="2987675" cy="2663825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just"/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矩阵的分块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就是将矩阵用若干条纵线和横线分成许多个小矩阵，每一个小矩阵称为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子矩阵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32205" y="1844675"/>
            <a:ext cx="1422400" cy="1193800"/>
            <a:chOff x="1783" y="2905"/>
            <a:chExt cx="2240" cy="1880"/>
          </a:xfrm>
        </p:grpSpPr>
        <p:sp>
          <p:nvSpPr>
            <p:cNvPr id="1064" name="Line 35"/>
            <p:cNvSpPr/>
            <p:nvPr/>
          </p:nvSpPr>
          <p:spPr>
            <a:xfrm flipH="1">
              <a:off x="2463" y="2905"/>
              <a:ext cx="1560" cy="14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8" name="对象 7"/>
            <p:cNvGraphicFramePr/>
            <p:nvPr/>
          </p:nvGraphicFramePr>
          <p:xfrm>
            <a:off x="1783" y="4039"/>
            <a:ext cx="680" cy="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25" imgW="190500" imgH="228600" progId="Equation.DSMT4">
                    <p:embed/>
                  </p:oleObj>
                </mc:Choice>
                <mc:Fallback>
                  <p:oleObj name="" r:id="rId25" imgW="190500" imgH="228600" progId="Equation.DSMT4">
                    <p:embed/>
                    <p:pic>
                      <p:nvPicPr>
                        <p:cNvPr id="0" name="图片 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783" y="4039"/>
                          <a:ext cx="680" cy="7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3796030" y="97155"/>
            <a:ext cx="1380490" cy="535940"/>
            <a:chOff x="5978" y="153"/>
            <a:chExt cx="2174" cy="844"/>
          </a:xfrm>
        </p:grpSpPr>
        <p:sp>
          <p:nvSpPr>
            <p:cNvPr id="1065" name="Line 32"/>
            <p:cNvSpPr/>
            <p:nvPr/>
          </p:nvSpPr>
          <p:spPr>
            <a:xfrm flipV="1">
              <a:off x="5978" y="663"/>
              <a:ext cx="144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1" name="Object 30"/>
            <p:cNvGraphicFramePr/>
            <p:nvPr/>
          </p:nvGraphicFramePr>
          <p:xfrm>
            <a:off x="7400" y="153"/>
            <a:ext cx="753" cy="8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27" imgW="190500" imgH="228600" progId="Equation.DSMT4">
                    <p:embed/>
                  </p:oleObj>
                </mc:Choice>
                <mc:Fallback>
                  <p:oleObj name="" r:id="rId27" imgW="190500" imgH="2286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00" y="153"/>
                          <a:ext cx="753" cy="8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3643630" y="1868805"/>
            <a:ext cx="956945" cy="1426210"/>
            <a:chOff x="5738" y="2943"/>
            <a:chExt cx="1507" cy="2246"/>
          </a:xfrm>
        </p:grpSpPr>
        <p:sp>
          <p:nvSpPr>
            <p:cNvPr id="1063" name="Line 38"/>
            <p:cNvSpPr/>
            <p:nvPr/>
          </p:nvSpPr>
          <p:spPr>
            <a:xfrm>
              <a:off x="5738" y="2943"/>
              <a:ext cx="720" cy="180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3" name="Object 30"/>
            <p:cNvGraphicFramePr/>
            <p:nvPr/>
          </p:nvGraphicFramePr>
          <p:xfrm>
            <a:off x="6493" y="4345"/>
            <a:ext cx="753" cy="8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" r:id="rId29" imgW="190500" imgH="228600" progId="Equation.DSMT4">
                    <p:embed/>
                  </p:oleObj>
                </mc:Choice>
                <mc:Fallback>
                  <p:oleObj name="" r:id="rId29" imgW="190500" imgH="2286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493" y="4345"/>
                          <a:ext cx="753" cy="8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30"/>
          <p:cNvGraphicFramePr/>
          <p:nvPr/>
        </p:nvGraphicFramePr>
        <p:xfrm>
          <a:off x="4715828" y="836613"/>
          <a:ext cx="4445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31" imgW="177165" imgH="228600" progId="Equation.DSMT4">
                  <p:embed/>
                </p:oleObj>
              </mc:Choice>
              <mc:Fallback>
                <p:oleObj name="" r:id="rId31" imgW="177165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5828" y="836613"/>
                        <a:ext cx="44450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0"/>
          <p:cNvGraphicFramePr/>
          <p:nvPr/>
        </p:nvGraphicFramePr>
        <p:xfrm>
          <a:off x="5476876" y="862013"/>
          <a:ext cx="47815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32" imgW="190500" imgH="228600" progId="Equation.DSMT4">
                  <p:embed/>
                </p:oleObj>
              </mc:Choice>
              <mc:Fallback>
                <p:oleObj name="" r:id="rId32" imgW="190500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76876" y="862013"/>
                        <a:ext cx="47815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4752975" y="1628775"/>
          <a:ext cx="4318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33" imgW="190500" imgH="228600" progId="Equation.DSMT4">
                  <p:embed/>
                </p:oleObj>
              </mc:Choice>
              <mc:Fallback>
                <p:oleObj name="" r:id="rId33" imgW="190500" imgH="2286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752975" y="1628775"/>
                        <a:ext cx="4318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0"/>
          <p:cNvGraphicFramePr/>
          <p:nvPr/>
        </p:nvGraphicFramePr>
        <p:xfrm>
          <a:off x="5476876" y="1557338"/>
          <a:ext cx="47815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34" imgW="190500" imgH="228600" progId="Equation.DSMT4">
                  <p:embed/>
                </p:oleObj>
              </mc:Choice>
              <mc:Fallback>
                <p:oleObj name="" r:id="rId34" imgW="190500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76876" y="1557338"/>
                        <a:ext cx="47815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3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6" dur="500"/>
                                        <p:tgtEl>
                                          <p:spTgt spid="120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9" dur="500"/>
                                        <p:tgtEl>
                                          <p:spTgt spid="1208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2" dur="500"/>
                                        <p:tgtEl>
                                          <p:spTgt spid="1208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5" dur="500"/>
                                        <p:tgtEl>
                                          <p:spTgt spid="1208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6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2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6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2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0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3" dur="500"/>
                                        <p:tgtEl>
                                          <p:spTgt spid="1208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6" dur="500"/>
                                        <p:tgtEl>
                                          <p:spTgt spid="120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20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20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 bldLvl="0" animBg="1"/>
      <p:bldP spid="120834" grpId="1" bldLvl="0" animBg="1"/>
      <p:bldP spid="120840" grpId="0" bldLvl="0" animBg="1"/>
      <p:bldP spid="120841" grpId="0" bldLvl="0" animBg="1"/>
      <p:bldP spid="120842" grpId="0" bldLvl="0" animBg="1"/>
      <p:bldP spid="120892" grpId="0" bldLvl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6" name="Picture 3" descr="3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3988" y="5661025"/>
            <a:ext cx="542925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4" descr="3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3125" y="5300663"/>
            <a:ext cx="542925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Picture 5" descr="3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50" y="5876925"/>
            <a:ext cx="542925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Picture 6" descr="3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825" y="5732463"/>
            <a:ext cx="542925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863" name="Rectangle 7"/>
          <p:cNvSpPr/>
          <p:nvPr/>
        </p:nvSpPr>
        <p:spPr>
          <a:xfrm>
            <a:off x="1763713" y="4791075"/>
            <a:ext cx="2089150" cy="2889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64" name="Rectangle 8"/>
          <p:cNvSpPr/>
          <p:nvPr/>
        </p:nvSpPr>
        <p:spPr>
          <a:xfrm>
            <a:off x="1763713" y="5222875"/>
            <a:ext cx="2087562" cy="287338"/>
          </a:xfrm>
          <a:prstGeom prst="rect">
            <a:avLst/>
          </a:prstGeom>
          <a:solidFill>
            <a:srgbClr val="FF33CC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65" name="Rectangle 9"/>
          <p:cNvSpPr/>
          <p:nvPr/>
        </p:nvSpPr>
        <p:spPr>
          <a:xfrm>
            <a:off x="1792288" y="5726113"/>
            <a:ext cx="2087562" cy="288925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66" name="Rectangle 10"/>
          <p:cNvSpPr/>
          <p:nvPr/>
        </p:nvSpPr>
        <p:spPr>
          <a:xfrm>
            <a:off x="1763713" y="6303963"/>
            <a:ext cx="2160587" cy="287337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67" name="Rectangle 11"/>
          <p:cNvSpPr/>
          <p:nvPr/>
        </p:nvSpPr>
        <p:spPr>
          <a:xfrm>
            <a:off x="2209800" y="2428875"/>
            <a:ext cx="304800" cy="20574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68" name="Rectangle 12"/>
          <p:cNvSpPr/>
          <p:nvPr/>
        </p:nvSpPr>
        <p:spPr>
          <a:xfrm>
            <a:off x="2743200" y="2428875"/>
            <a:ext cx="304800" cy="2057400"/>
          </a:xfrm>
          <a:prstGeom prst="rect">
            <a:avLst/>
          </a:prstGeom>
          <a:solidFill>
            <a:srgbClr val="FF33CC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69" name="Rectangle 13"/>
          <p:cNvSpPr/>
          <p:nvPr/>
        </p:nvSpPr>
        <p:spPr>
          <a:xfrm>
            <a:off x="3276600" y="2428875"/>
            <a:ext cx="304800" cy="20574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70" name="Rectangle 14"/>
          <p:cNvSpPr/>
          <p:nvPr/>
        </p:nvSpPr>
        <p:spPr>
          <a:xfrm>
            <a:off x="3751263" y="2428875"/>
            <a:ext cx="304800" cy="20574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71" name="Rectangle 15"/>
          <p:cNvSpPr/>
          <p:nvPr/>
        </p:nvSpPr>
        <p:spPr>
          <a:xfrm>
            <a:off x="3352800" y="1304925"/>
            <a:ext cx="838200" cy="990600"/>
          </a:xfrm>
          <a:prstGeom prst="rect">
            <a:avLst/>
          </a:prstGeom>
          <a:solidFill>
            <a:srgbClr val="FF33CC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72" name="Rectangle 16"/>
          <p:cNvSpPr/>
          <p:nvPr/>
        </p:nvSpPr>
        <p:spPr>
          <a:xfrm>
            <a:off x="2286000" y="1304925"/>
            <a:ext cx="838200" cy="990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73" name="Rectangle 17"/>
          <p:cNvSpPr/>
          <p:nvPr/>
        </p:nvSpPr>
        <p:spPr>
          <a:xfrm>
            <a:off x="3352800" y="196850"/>
            <a:ext cx="838200" cy="990600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74" name="Rectangle 18"/>
          <p:cNvSpPr/>
          <p:nvPr/>
        </p:nvSpPr>
        <p:spPr>
          <a:xfrm>
            <a:off x="2286000" y="196850"/>
            <a:ext cx="8382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75" name="Line 19"/>
          <p:cNvSpPr/>
          <p:nvPr/>
        </p:nvSpPr>
        <p:spPr>
          <a:xfrm>
            <a:off x="2133600" y="1263650"/>
            <a:ext cx="22098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1876" name="Line 20"/>
          <p:cNvSpPr/>
          <p:nvPr/>
        </p:nvSpPr>
        <p:spPr>
          <a:xfrm>
            <a:off x="3200400" y="44450"/>
            <a:ext cx="0" cy="2286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21877" name="Object 21"/>
          <p:cNvGraphicFramePr/>
          <p:nvPr/>
        </p:nvGraphicFramePr>
        <p:xfrm>
          <a:off x="4330700" y="765175"/>
          <a:ext cx="15351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" imgW="1472565" imgH="901065" progId="Equation.DSMT4">
                  <p:embed/>
                </p:oleObj>
              </mc:Choice>
              <mc:Fallback>
                <p:oleObj name="" r:id="rId2" imgW="1472565" imgH="901065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30700" y="765175"/>
                        <a:ext cx="1535113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78" name="Line 22"/>
          <p:cNvSpPr/>
          <p:nvPr/>
        </p:nvSpPr>
        <p:spPr>
          <a:xfrm>
            <a:off x="2562225" y="2276475"/>
            <a:ext cx="0" cy="25146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1879" name="Line 23"/>
          <p:cNvSpPr/>
          <p:nvPr/>
        </p:nvSpPr>
        <p:spPr>
          <a:xfrm>
            <a:off x="3171825" y="2276475"/>
            <a:ext cx="0" cy="25146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1880" name="Line 24"/>
          <p:cNvSpPr/>
          <p:nvPr/>
        </p:nvSpPr>
        <p:spPr>
          <a:xfrm>
            <a:off x="3657600" y="2276475"/>
            <a:ext cx="0" cy="25146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21881" name="Object 25"/>
          <p:cNvGraphicFramePr/>
          <p:nvPr/>
        </p:nvGraphicFramePr>
        <p:xfrm>
          <a:off x="4211638" y="3163888"/>
          <a:ext cx="276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4" imgW="3021330" imgH="482600" progId="Equation.DSMT4">
                  <p:embed/>
                </p:oleObj>
              </mc:Choice>
              <mc:Fallback>
                <p:oleObj name="" r:id="rId4" imgW="3021330" imgH="4826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11638" y="3163888"/>
                        <a:ext cx="27686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2" name="Object 26"/>
          <p:cNvGraphicFramePr/>
          <p:nvPr/>
        </p:nvGraphicFramePr>
        <p:xfrm>
          <a:off x="1482725" y="2409825"/>
          <a:ext cx="26670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6" imgW="2667000" imgH="2082800" progId="Equation.DSMT4">
                  <p:embed/>
                </p:oleObj>
              </mc:Choice>
              <mc:Fallback>
                <p:oleObj name="" r:id="rId6" imgW="2667000" imgH="2082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82725" y="2409825"/>
                        <a:ext cx="26670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27"/>
          <p:cNvGraphicFramePr/>
          <p:nvPr/>
        </p:nvGraphicFramePr>
        <p:xfrm>
          <a:off x="1785938" y="260350"/>
          <a:ext cx="24257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8" imgW="2425700" imgH="1854200" progId="Equation.DSMT4">
                  <p:embed/>
                </p:oleObj>
              </mc:Choice>
              <mc:Fallback>
                <p:oleObj name="" r:id="rId8" imgW="2425700" imgH="18542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85938" y="260350"/>
                        <a:ext cx="2425700" cy="185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7" name="Rectangle 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1894" name="Object 38"/>
          <p:cNvGraphicFramePr/>
          <p:nvPr/>
        </p:nvGraphicFramePr>
        <p:xfrm>
          <a:off x="1187450" y="4724400"/>
          <a:ext cx="26670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0" imgW="2667000" imgH="2082800" progId="Equation.DSMT4">
                  <p:embed/>
                </p:oleObj>
              </mc:Choice>
              <mc:Fallback>
                <p:oleObj name="" r:id="rId10" imgW="2667000" imgH="20828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87450" y="4724400"/>
                        <a:ext cx="26670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5" name="Line 39"/>
          <p:cNvSpPr/>
          <p:nvPr/>
        </p:nvSpPr>
        <p:spPr>
          <a:xfrm>
            <a:off x="1930400" y="5199063"/>
            <a:ext cx="19812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1896" name="Line 40"/>
          <p:cNvSpPr/>
          <p:nvPr/>
        </p:nvSpPr>
        <p:spPr>
          <a:xfrm>
            <a:off x="1835150" y="5583238"/>
            <a:ext cx="20574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21897" name="Object 41"/>
          <p:cNvGraphicFramePr/>
          <p:nvPr/>
        </p:nvGraphicFramePr>
        <p:xfrm>
          <a:off x="3924300" y="4724400"/>
          <a:ext cx="11049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2" imgW="1104900" imgH="2082800" progId="Equation.DSMT4">
                  <p:embed/>
                </p:oleObj>
              </mc:Choice>
              <mc:Fallback>
                <p:oleObj name="" r:id="rId12" imgW="1104900" imgH="2082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24300" y="4724400"/>
                        <a:ext cx="11049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8" name="Line 42"/>
          <p:cNvSpPr/>
          <p:nvPr/>
        </p:nvSpPr>
        <p:spPr>
          <a:xfrm>
            <a:off x="1908175" y="6157913"/>
            <a:ext cx="20574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3" grpId="0" bldLvl="0" animBg="1"/>
      <p:bldP spid="121864" grpId="0" bldLvl="0" animBg="1"/>
      <p:bldP spid="121865" grpId="0" bldLvl="0" animBg="1"/>
      <p:bldP spid="121866" grpId="0" bldLvl="0" animBg="1"/>
      <p:bldP spid="121867" grpId="0" bldLvl="0" animBg="1"/>
      <p:bldP spid="121868" grpId="0" bldLvl="0" animBg="1"/>
      <p:bldP spid="121869" grpId="0" bldLvl="0" animBg="1"/>
      <p:bldP spid="121870" grpId="0" bldLvl="0" animBg="1"/>
      <p:bldP spid="121871" grpId="0" bldLvl="0" animBg="1"/>
      <p:bldP spid="121872" grpId="0" bldLvl="0" animBg="1"/>
      <p:bldP spid="121873" grpId="0" bldLvl="0" animBg="1"/>
      <p:bldP spid="121874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3" name="Oval 2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4" name="Oval 3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5" name="Rectangle 4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5" name="Object 18"/>
          <p:cNvGraphicFramePr/>
          <p:nvPr/>
        </p:nvGraphicFramePr>
        <p:xfrm>
          <a:off x="441960" y="4520724"/>
          <a:ext cx="2018030" cy="193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002665" imgH="965200" progId="Equation.DSMT4">
                  <p:embed/>
                </p:oleObj>
              </mc:Choice>
              <mc:Fallback>
                <p:oleObj name="" r:id="rId1" imgW="1002665" imgH="9652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1960" y="4520724"/>
                        <a:ext cx="2018030" cy="1936115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Rectangle 20"/>
          <p:cNvSpPr/>
          <p:nvPr/>
        </p:nvSpPr>
        <p:spPr>
          <a:xfrm>
            <a:off x="577215" y="320040"/>
            <a:ext cx="8507095" cy="80708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将矩阵进行分块，可以使矩阵的结构变得更加清晰．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6" name="Object 21"/>
          <p:cNvGraphicFramePr/>
          <p:nvPr/>
        </p:nvGraphicFramePr>
        <p:xfrm>
          <a:off x="2410619" y="2370296"/>
          <a:ext cx="1781175" cy="1058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812800" imgH="482600" progId="Equation.DSMT4">
                  <p:embed/>
                </p:oleObj>
              </mc:Choice>
              <mc:Fallback>
                <p:oleObj name="" r:id="rId3" imgW="812800" imgH="4826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0619" y="2370296"/>
                        <a:ext cx="1781175" cy="1058545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23"/>
          <p:cNvGraphicFramePr/>
          <p:nvPr/>
        </p:nvGraphicFramePr>
        <p:xfrm>
          <a:off x="4742339" y="2419350"/>
          <a:ext cx="171831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862965" imgH="457200" progId="Equation.DSMT4">
                  <p:embed/>
                </p:oleObj>
              </mc:Choice>
              <mc:Fallback>
                <p:oleObj name="" r:id="rId5" imgW="862965" imgH="4572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42339" y="2419350"/>
                        <a:ext cx="1718310" cy="91440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25"/>
          <p:cNvGraphicFramePr/>
          <p:nvPr/>
        </p:nvGraphicFramePr>
        <p:xfrm>
          <a:off x="6804978" y="2459038"/>
          <a:ext cx="16205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812800" imgH="457200" progId="Equation.DSMT4">
                  <p:embed/>
                </p:oleObj>
              </mc:Choice>
              <mc:Fallback>
                <p:oleObj name="" r:id="rId7" imgW="812800" imgH="4572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04978" y="2459038"/>
                        <a:ext cx="1620520" cy="91440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26"/>
          <p:cNvGraphicFramePr/>
          <p:nvPr/>
        </p:nvGraphicFramePr>
        <p:xfrm>
          <a:off x="2435861" y="4869022"/>
          <a:ext cx="1776730" cy="106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9" imgW="812800" imgH="482600" progId="Equation.DSMT4">
                  <p:embed/>
                </p:oleObj>
              </mc:Choice>
              <mc:Fallback>
                <p:oleObj name="" r:id="rId9" imgW="812800" imgH="4826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5861" y="4869022"/>
                        <a:ext cx="1776730" cy="1064895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28"/>
          <p:cNvGraphicFramePr/>
          <p:nvPr/>
        </p:nvGraphicFramePr>
        <p:xfrm>
          <a:off x="4450398" y="4646613"/>
          <a:ext cx="118935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660400" imgH="711200" progId="Equation.DSMT4">
                  <p:embed/>
                </p:oleObj>
              </mc:Choice>
              <mc:Fallback>
                <p:oleObj name="" r:id="rId11" imgW="660400" imgH="711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50398" y="4646613"/>
                        <a:ext cx="1189355" cy="1285875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30"/>
          <p:cNvGraphicFramePr/>
          <p:nvPr/>
        </p:nvGraphicFramePr>
        <p:xfrm>
          <a:off x="5795328" y="4667250"/>
          <a:ext cx="185229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1028700" imgH="711200" progId="Equation.DSMT4">
                  <p:embed/>
                </p:oleObj>
              </mc:Choice>
              <mc:Fallback>
                <p:oleObj name="" r:id="rId13" imgW="1028700" imgH="7112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5328" y="4667250"/>
                        <a:ext cx="1852295" cy="128270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31"/>
          <p:cNvGraphicFramePr/>
          <p:nvPr/>
        </p:nvGraphicFramePr>
        <p:xfrm>
          <a:off x="7786053" y="5084922"/>
          <a:ext cx="937895" cy="45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5" imgW="520700" imgH="254000" progId="Equation.DSMT4">
                  <p:embed/>
                </p:oleObj>
              </mc:Choice>
              <mc:Fallback>
                <p:oleObj name="" r:id="rId15" imgW="520700" imgH="2540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786053" y="5084922"/>
                        <a:ext cx="937895" cy="45847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" name="Line 40"/>
          <p:cNvSpPr/>
          <p:nvPr/>
        </p:nvSpPr>
        <p:spPr>
          <a:xfrm>
            <a:off x="0" y="4149725"/>
            <a:ext cx="9144000" cy="0"/>
          </a:xfrm>
          <a:prstGeom prst="line">
            <a:avLst/>
          </a:prstGeom>
          <a:ln w="9525" cap="flat" cmpd="sng">
            <a:solidFill>
              <a:srgbClr val="FF99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88" name="Line 42"/>
          <p:cNvSpPr/>
          <p:nvPr/>
        </p:nvSpPr>
        <p:spPr>
          <a:xfrm>
            <a:off x="-36512" y="1196975"/>
            <a:ext cx="9144000" cy="0"/>
          </a:xfrm>
          <a:prstGeom prst="line">
            <a:avLst/>
          </a:prstGeom>
          <a:ln w="9525" cap="flat" cmpd="sng">
            <a:solidFill>
              <a:srgbClr val="FF99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89" name="Line 43"/>
          <p:cNvSpPr/>
          <p:nvPr/>
        </p:nvSpPr>
        <p:spPr>
          <a:xfrm>
            <a:off x="4356100" y="1196975"/>
            <a:ext cx="0" cy="5545138"/>
          </a:xfrm>
          <a:prstGeom prst="line">
            <a:avLst/>
          </a:prstGeom>
          <a:ln w="9525" cap="flat" cmpd="sng">
            <a:solidFill>
              <a:srgbClr val="FF99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90" name="Line 44"/>
          <p:cNvSpPr/>
          <p:nvPr/>
        </p:nvSpPr>
        <p:spPr>
          <a:xfrm>
            <a:off x="-36512" y="1773238"/>
            <a:ext cx="9144000" cy="0"/>
          </a:xfrm>
          <a:prstGeom prst="line">
            <a:avLst/>
          </a:prstGeom>
          <a:ln w="9525" cap="flat" cmpd="sng">
            <a:solidFill>
              <a:srgbClr val="FF99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91" name="Rectangle 45"/>
          <p:cNvSpPr/>
          <p:nvPr/>
        </p:nvSpPr>
        <p:spPr>
          <a:xfrm>
            <a:off x="928688" y="1214438"/>
            <a:ext cx="2751137" cy="646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分块矩阵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" name="Rectangle 46"/>
          <p:cNvSpPr/>
          <p:nvPr/>
        </p:nvSpPr>
        <p:spPr>
          <a:xfrm>
            <a:off x="5867400" y="1196975"/>
            <a:ext cx="2419350" cy="646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子块矩阵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4" name="Object 17"/>
          <p:cNvGraphicFramePr/>
          <p:nvPr/>
        </p:nvGraphicFramePr>
        <p:xfrm>
          <a:off x="408623" y="2060417"/>
          <a:ext cx="2018030" cy="183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7" imgW="1002665" imgH="914400" progId="Equation.DSMT4">
                  <p:embed/>
                </p:oleObj>
              </mc:Choice>
              <mc:Fallback>
                <p:oleObj name="" r:id="rId17" imgW="1002665" imgH="9144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8623" y="2060417"/>
                        <a:ext cx="2018030" cy="183388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/>
          <p:nvPr/>
        </p:nvSpPr>
        <p:spPr>
          <a:xfrm>
            <a:off x="1258888" y="1196975"/>
            <a:ext cx="7056437" cy="3935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矩阵的分块可以有各种各样的分法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但是它的的基本原则：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第一是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要求作适当分块后，在矩阵运算中，把子矩阵当作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，像普通的数为元素的矩阵一样运算，像普通的数为元素的矩阵一样运算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第二是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尽量使运算能简单方便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/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因此矩阵分块时必须注意到矩阵的运算规则，对于不同的运算，矩阵分块的原则也不相同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!</a:t>
            </a:r>
            <a:endParaRPr lang="en-US" altLang="zh-CN" sz="28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0483" name="Picture 3" descr="012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395288" y="1557338"/>
            <a:ext cx="747712" cy="80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Picture 4" descr="3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150" y="5876925"/>
            <a:ext cx="542925" cy="542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3906" name="Object 2"/>
          <p:cNvGraphicFramePr/>
          <p:nvPr/>
        </p:nvGraphicFramePr>
        <p:xfrm>
          <a:off x="323850" y="4059238"/>
          <a:ext cx="770413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5445760" imgH="431800" progId="Equation.DSMT4">
                  <p:embed/>
                </p:oleObj>
              </mc:Choice>
              <mc:Fallback>
                <p:oleObj name="" r:id="rId1" imgW="5445760" imgH="4318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4059238"/>
                        <a:ext cx="7704138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7" name="Object 3"/>
          <p:cNvGraphicFramePr/>
          <p:nvPr/>
        </p:nvGraphicFramePr>
        <p:xfrm>
          <a:off x="1258888" y="4687888"/>
          <a:ext cx="588645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5080000" imgH="1612900" progId="Equation.DSMT4">
                  <p:embed/>
                </p:oleObj>
              </mc:Choice>
              <mc:Fallback>
                <p:oleObj name="" r:id="rId3" imgW="5080000" imgH="16129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8888" y="4687888"/>
                        <a:ext cx="5886450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4"/>
          <p:cNvGraphicFramePr/>
          <p:nvPr/>
        </p:nvGraphicFramePr>
        <p:xfrm>
          <a:off x="1547813" y="2357438"/>
          <a:ext cx="6553200" cy="155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5" imgW="5994400" imgH="1612900" progId="Equation.DSMT4">
                  <p:embed/>
                </p:oleObj>
              </mc:Choice>
              <mc:Fallback>
                <p:oleObj name="" r:id="rId5" imgW="5994400" imgH="16129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2357438"/>
                        <a:ext cx="6553200" cy="155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>
          <a:xfrm>
            <a:off x="2268538" y="2349500"/>
            <a:ext cx="3962400" cy="2743200"/>
            <a:chOff x="1440" y="1536"/>
            <a:chExt cx="2496" cy="1728"/>
          </a:xfrm>
        </p:grpSpPr>
        <p:sp>
          <p:nvSpPr>
            <p:cNvPr id="4113" name="Rectangle 6"/>
            <p:cNvSpPr/>
            <p:nvPr/>
          </p:nvSpPr>
          <p:spPr>
            <a:xfrm>
              <a:off x="1440" y="1536"/>
              <a:ext cx="384" cy="33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114" name="Rectangle 7"/>
            <p:cNvSpPr/>
            <p:nvPr/>
          </p:nvSpPr>
          <p:spPr>
            <a:xfrm>
              <a:off x="1824" y="2928"/>
              <a:ext cx="960" cy="33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115" name="Rectangle 8"/>
            <p:cNvSpPr/>
            <p:nvPr/>
          </p:nvSpPr>
          <p:spPr>
            <a:xfrm>
              <a:off x="3552" y="1536"/>
              <a:ext cx="384" cy="33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3779838" y="2349500"/>
            <a:ext cx="3962400" cy="2743200"/>
            <a:chOff x="2400" y="1536"/>
            <a:chExt cx="2496" cy="1728"/>
          </a:xfrm>
        </p:grpSpPr>
        <p:sp>
          <p:nvSpPr>
            <p:cNvPr id="4110" name="Rectangle 10"/>
            <p:cNvSpPr/>
            <p:nvPr/>
          </p:nvSpPr>
          <p:spPr>
            <a:xfrm>
              <a:off x="2400" y="1536"/>
              <a:ext cx="384" cy="336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111" name="Rectangle 11"/>
            <p:cNvSpPr/>
            <p:nvPr/>
          </p:nvSpPr>
          <p:spPr>
            <a:xfrm>
              <a:off x="4512" y="1536"/>
              <a:ext cx="384" cy="336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112" name="Rectangle 12"/>
            <p:cNvSpPr/>
            <p:nvPr/>
          </p:nvSpPr>
          <p:spPr>
            <a:xfrm>
              <a:off x="3408" y="2928"/>
              <a:ext cx="1008" cy="336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03" name="Rectangle 13"/>
          <p:cNvSpPr/>
          <p:nvPr/>
        </p:nvSpPr>
        <p:spPr>
          <a:xfrm>
            <a:off x="179388" y="260350"/>
            <a:ext cx="3600450" cy="528638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分块矩阵的运算规则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04" name="Rectangle 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4105" name="Picture 15" descr="3a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6150" y="5876925"/>
            <a:ext cx="542925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929" name="Text Box 25"/>
          <p:cNvSpPr txBox="1"/>
          <p:nvPr/>
        </p:nvSpPr>
        <p:spPr>
          <a:xfrm>
            <a:off x="755650" y="981075"/>
            <a:ext cx="1728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Arial Black" panose="020B0A04020102020204" pitchFamily="34" charset="0"/>
              </a:rPr>
              <a:t>1.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加法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3930" name="Rectangle 26"/>
          <p:cNvSpPr/>
          <p:nvPr/>
        </p:nvSpPr>
        <p:spPr>
          <a:xfrm>
            <a:off x="-107950" y="1463675"/>
            <a:ext cx="9963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都是</a:t>
            </a:r>
            <a:r>
              <a:rPr lang="en-US" altLang="zh-CN" sz="2800" err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m×n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矩阵，将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、、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按同样的方法进行适当分块，</a:t>
            </a:r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3931" name="AutoShape 27"/>
          <p:cNvSpPr/>
          <p:nvPr/>
        </p:nvSpPr>
        <p:spPr>
          <a:xfrm>
            <a:off x="5940425" y="188913"/>
            <a:ext cx="2519363" cy="1152525"/>
          </a:xfrm>
          <a:prstGeom prst="wedgeRectCallout">
            <a:avLst>
              <a:gd name="adj1" fmla="val -44644"/>
              <a:gd name="adj2" fmla="val 5495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just"/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利用分块相加时，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的分法必须完全相同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3932" name="Picture 28" descr="065c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725" y="981075"/>
            <a:ext cx="539750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9" grpId="0"/>
      <p:bldP spid="123930" grpId="0"/>
      <p:bldP spid="123931" grpId="0" bldLvl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743200" y="1066800"/>
            <a:ext cx="5029200" cy="1447800"/>
            <a:chOff x="1824" y="624"/>
            <a:chExt cx="3168" cy="912"/>
          </a:xfrm>
        </p:grpSpPr>
        <p:sp>
          <p:nvSpPr>
            <p:cNvPr id="5154" name="Rectangle 3"/>
            <p:cNvSpPr/>
            <p:nvPr/>
          </p:nvSpPr>
          <p:spPr>
            <a:xfrm>
              <a:off x="1824" y="624"/>
              <a:ext cx="528" cy="912"/>
            </a:xfrm>
            <a:prstGeom prst="rect">
              <a:avLst/>
            </a:prstGeom>
            <a:solidFill>
              <a:srgbClr val="0099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55" name="Rectangle 4"/>
            <p:cNvSpPr/>
            <p:nvPr/>
          </p:nvSpPr>
          <p:spPr>
            <a:xfrm>
              <a:off x="4224" y="624"/>
              <a:ext cx="768" cy="912"/>
            </a:xfrm>
            <a:prstGeom prst="rect">
              <a:avLst/>
            </a:prstGeom>
            <a:solidFill>
              <a:srgbClr val="0099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1752600" y="1066800"/>
            <a:ext cx="4572000" cy="1447800"/>
            <a:chOff x="1200" y="624"/>
            <a:chExt cx="2880" cy="912"/>
          </a:xfrm>
        </p:grpSpPr>
        <p:sp>
          <p:nvSpPr>
            <p:cNvPr id="5152" name="Rectangle 6"/>
            <p:cNvSpPr/>
            <p:nvPr/>
          </p:nvSpPr>
          <p:spPr>
            <a:xfrm>
              <a:off x="1200" y="624"/>
              <a:ext cx="528" cy="912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53" name="Rectangle 7"/>
            <p:cNvSpPr/>
            <p:nvPr/>
          </p:nvSpPr>
          <p:spPr>
            <a:xfrm>
              <a:off x="3312" y="624"/>
              <a:ext cx="768" cy="912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8"/>
          <p:cNvGrpSpPr/>
          <p:nvPr/>
        </p:nvGrpSpPr>
        <p:grpSpPr>
          <a:xfrm>
            <a:off x="2743200" y="533400"/>
            <a:ext cx="4953000" cy="381000"/>
            <a:chOff x="1824" y="288"/>
            <a:chExt cx="3120" cy="240"/>
          </a:xfrm>
        </p:grpSpPr>
        <p:sp>
          <p:nvSpPr>
            <p:cNvPr id="5150" name="Rectangle 9"/>
            <p:cNvSpPr/>
            <p:nvPr/>
          </p:nvSpPr>
          <p:spPr>
            <a:xfrm>
              <a:off x="1824" y="288"/>
              <a:ext cx="576" cy="240"/>
            </a:xfrm>
            <a:prstGeom prst="rect">
              <a:avLst/>
            </a:prstGeom>
            <a:solidFill>
              <a:srgbClr val="FF33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51" name="Rectangle 10"/>
            <p:cNvSpPr/>
            <p:nvPr/>
          </p:nvSpPr>
          <p:spPr>
            <a:xfrm>
              <a:off x="4224" y="288"/>
              <a:ext cx="720" cy="240"/>
            </a:xfrm>
            <a:prstGeom prst="rect">
              <a:avLst/>
            </a:prstGeom>
            <a:solidFill>
              <a:srgbClr val="FF33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1"/>
          <p:cNvGrpSpPr/>
          <p:nvPr/>
        </p:nvGrpSpPr>
        <p:grpSpPr>
          <a:xfrm>
            <a:off x="1752600" y="533400"/>
            <a:ext cx="4419600" cy="381000"/>
            <a:chOff x="1200" y="288"/>
            <a:chExt cx="2784" cy="240"/>
          </a:xfrm>
        </p:grpSpPr>
        <p:sp>
          <p:nvSpPr>
            <p:cNvPr id="5148" name="Rectangle 12"/>
            <p:cNvSpPr/>
            <p:nvPr/>
          </p:nvSpPr>
          <p:spPr>
            <a:xfrm>
              <a:off x="1200" y="288"/>
              <a:ext cx="528" cy="24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49" name="Rectangle 13"/>
            <p:cNvSpPr/>
            <p:nvPr/>
          </p:nvSpPr>
          <p:spPr>
            <a:xfrm>
              <a:off x="3360" y="288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122" name="Object 14"/>
          <p:cNvGraphicFramePr/>
          <p:nvPr/>
        </p:nvGraphicFramePr>
        <p:xfrm>
          <a:off x="977900" y="476250"/>
          <a:ext cx="27305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2730500" imgH="2146300" progId="Equation.DSMT4">
                  <p:embed/>
                </p:oleObj>
              </mc:Choice>
              <mc:Fallback>
                <p:oleObj name="" r:id="rId1" imgW="2730500" imgH="21463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7900" y="476250"/>
                        <a:ext cx="2730500" cy="214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7" name="Text Box 15"/>
          <p:cNvSpPr txBox="1"/>
          <p:nvPr/>
        </p:nvSpPr>
        <p:spPr>
          <a:xfrm>
            <a:off x="56515" y="836295"/>
            <a:ext cx="16389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3" name="Object 16"/>
          <p:cNvGraphicFramePr/>
          <p:nvPr/>
        </p:nvGraphicFramePr>
        <p:xfrm>
          <a:off x="4389438" y="476250"/>
          <a:ext cx="35179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3517900" imgH="2146300" progId="Equation.DSMT4">
                  <p:embed/>
                </p:oleObj>
              </mc:Choice>
              <mc:Fallback>
                <p:oleObj name="" r:id="rId3" imgW="3517900" imgH="21463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89438" y="476250"/>
                        <a:ext cx="3517900" cy="214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5" name="Line 17"/>
          <p:cNvSpPr/>
          <p:nvPr/>
        </p:nvSpPr>
        <p:spPr>
          <a:xfrm>
            <a:off x="1524000" y="990600"/>
            <a:ext cx="22860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4946" name="Line 18"/>
          <p:cNvSpPr/>
          <p:nvPr/>
        </p:nvSpPr>
        <p:spPr>
          <a:xfrm>
            <a:off x="2667000" y="381000"/>
            <a:ext cx="0" cy="22098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4947" name="Line 19"/>
          <p:cNvSpPr/>
          <p:nvPr/>
        </p:nvSpPr>
        <p:spPr>
          <a:xfrm>
            <a:off x="4743450" y="965200"/>
            <a:ext cx="33528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4948" name="Line 20"/>
          <p:cNvSpPr/>
          <p:nvPr/>
        </p:nvSpPr>
        <p:spPr>
          <a:xfrm>
            <a:off x="6419850" y="431800"/>
            <a:ext cx="0" cy="2133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4949" name="Text Box 21"/>
          <p:cNvSpPr txBox="1"/>
          <p:nvPr/>
        </p:nvSpPr>
        <p:spPr>
          <a:xfrm>
            <a:off x="7164388" y="3357563"/>
            <a:ext cx="1906587" cy="2236787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作</a:t>
            </a:r>
            <a:r>
              <a:rPr lang="en-US" altLang="zh-CN" sz="2800" i="1">
                <a:solidFill>
                  <a:srgbClr val="FF3300"/>
                </a:solidFill>
                <a:latin typeface="Times New Roman" panose="02020603050405020304" pitchFamily="18" charset="0"/>
              </a:rPr>
              <a:t>A+B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运算</a:t>
            </a:r>
            <a:r>
              <a:rPr lang="en-US" altLang="zh-CN" sz="2800">
                <a:solidFill>
                  <a:srgbClr val="FF33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要求对</a:t>
            </a:r>
            <a:r>
              <a:rPr lang="en-US" altLang="zh-CN" sz="2800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行、列的分法相同</a:t>
            </a:r>
            <a:r>
              <a:rPr lang="en-US" altLang="zh-CN" sz="2800">
                <a:solidFill>
                  <a:srgbClr val="FF3300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3" name="Rectangle 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4951" name="Object 23"/>
          <p:cNvGraphicFramePr/>
          <p:nvPr/>
        </p:nvGraphicFramePr>
        <p:xfrm>
          <a:off x="1293813" y="2695575"/>
          <a:ext cx="18383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5" imgW="1739265" imgH="1040765" progId="Equation.DSMT4">
                  <p:embed/>
                </p:oleObj>
              </mc:Choice>
              <mc:Fallback>
                <p:oleObj name="" r:id="rId5" imgW="1739265" imgH="1040765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3813" y="2695575"/>
                        <a:ext cx="1838325" cy="1100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2" name="Object 24"/>
          <p:cNvGraphicFramePr/>
          <p:nvPr>
            <p:ph/>
          </p:nvPr>
        </p:nvGraphicFramePr>
        <p:xfrm>
          <a:off x="4724400" y="2519363"/>
          <a:ext cx="18288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1726565" imgH="1040765" progId="Equation.DSMT4">
                  <p:embed/>
                </p:oleObj>
              </mc:Choice>
              <mc:Fallback>
                <p:oleObj name="" r:id="rId7" imgW="1726565" imgH="1040765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4400" y="2519363"/>
                        <a:ext cx="1828800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3" name="Object 25"/>
          <p:cNvGraphicFramePr/>
          <p:nvPr/>
        </p:nvGraphicFramePr>
        <p:xfrm>
          <a:off x="468313" y="4479925"/>
          <a:ext cx="41751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9" imgW="4062095" imgH="1040765" progId="Equation.DSMT4">
                  <p:embed/>
                </p:oleObj>
              </mc:Choice>
              <mc:Fallback>
                <p:oleObj name="" r:id="rId9" imgW="4062095" imgH="1040765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313" y="4479925"/>
                        <a:ext cx="4175125" cy="106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4" name="Object 26"/>
          <p:cNvGraphicFramePr/>
          <p:nvPr/>
        </p:nvGraphicFramePr>
        <p:xfrm>
          <a:off x="1186815" y="6118225"/>
          <a:ext cx="125222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1" imgW="965200" imgH="431800" progId="Equation.DSMT4">
                  <p:embed/>
                </p:oleObj>
              </mc:Choice>
              <mc:Fallback>
                <p:oleObj name="" r:id="rId11" imgW="965200" imgH="431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6815" y="6118225"/>
                        <a:ext cx="125222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5" name="Object 27"/>
          <p:cNvGraphicFramePr/>
          <p:nvPr/>
        </p:nvGraphicFramePr>
        <p:xfrm>
          <a:off x="2517617" y="6092667"/>
          <a:ext cx="241490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3" imgW="2082800" imgH="508000" progId="Equation.DSMT4">
                  <p:embed/>
                </p:oleObj>
              </mc:Choice>
              <mc:Fallback>
                <p:oleObj name="" r:id="rId13" imgW="2082800" imgH="5080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7617" y="6092667"/>
                        <a:ext cx="2414905" cy="589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6" name="Object 28"/>
          <p:cNvGraphicFramePr/>
          <p:nvPr/>
        </p:nvGraphicFramePr>
        <p:xfrm>
          <a:off x="5005071" y="6092667"/>
          <a:ext cx="129603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5" imgW="1117600" imgH="508000" progId="Equation.DSMT4">
                  <p:embed/>
                </p:oleObj>
              </mc:Choice>
              <mc:Fallback>
                <p:oleObj name="" r:id="rId15" imgW="1117600" imgH="5080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05071" y="6092667"/>
                        <a:ext cx="1296035" cy="589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57" name="Text Box 29"/>
          <p:cNvSpPr txBox="1"/>
          <p:nvPr/>
        </p:nvSpPr>
        <p:spPr>
          <a:xfrm>
            <a:off x="5178425" y="4022725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2   3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4958" name="Line 30"/>
          <p:cNvSpPr/>
          <p:nvPr/>
        </p:nvSpPr>
        <p:spPr>
          <a:xfrm>
            <a:off x="4873625" y="4556125"/>
            <a:ext cx="23622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4959" name="Line 31"/>
          <p:cNvSpPr/>
          <p:nvPr/>
        </p:nvSpPr>
        <p:spPr>
          <a:xfrm>
            <a:off x="6016625" y="4022725"/>
            <a:ext cx="0" cy="22098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4960" name="Text Box 32"/>
          <p:cNvSpPr txBox="1"/>
          <p:nvPr/>
        </p:nvSpPr>
        <p:spPr>
          <a:xfrm>
            <a:off x="6169025" y="402272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4  5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4961" name="Object 33"/>
          <p:cNvGraphicFramePr/>
          <p:nvPr/>
        </p:nvGraphicFramePr>
        <p:xfrm>
          <a:off x="5178425" y="4670425"/>
          <a:ext cx="7239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7" imgW="723900" imgH="1485265" progId="Equation.3">
                  <p:embed/>
                </p:oleObj>
              </mc:Choice>
              <mc:Fallback>
                <p:oleObj name="" r:id="rId17" imgW="723900" imgH="148526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78425" y="4670425"/>
                        <a:ext cx="723900" cy="148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62" name="Object 34"/>
          <p:cNvGraphicFramePr/>
          <p:nvPr/>
        </p:nvGraphicFramePr>
        <p:xfrm>
          <a:off x="6169025" y="4670425"/>
          <a:ext cx="7239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9" imgW="723900" imgH="1485265" progId="Equation.3">
                  <p:embed/>
                </p:oleObj>
              </mc:Choice>
              <mc:Fallback>
                <p:oleObj name="" r:id="rId19" imgW="723900" imgH="148526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69025" y="4670425"/>
                        <a:ext cx="723900" cy="148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63" name="Object 35"/>
          <p:cNvGraphicFramePr/>
          <p:nvPr/>
        </p:nvGraphicFramePr>
        <p:xfrm>
          <a:off x="4687888" y="4005263"/>
          <a:ext cx="22606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1" imgW="2260600" imgH="2082800" progId="Equation.DSMT4">
                  <p:embed/>
                </p:oleObj>
              </mc:Choice>
              <mc:Fallback>
                <p:oleObj name="" r:id="rId21" imgW="2260600" imgH="20828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87888" y="4005263"/>
                        <a:ext cx="22606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2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2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2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9" grpId="0" bldLvl="0" animBg="1"/>
      <p:bldP spid="124957" grpId="0"/>
      <p:bldP spid="124960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5954" name="Object 2"/>
          <p:cNvGraphicFramePr/>
          <p:nvPr/>
        </p:nvGraphicFramePr>
        <p:xfrm>
          <a:off x="3348038" y="620713"/>
          <a:ext cx="3240087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2984500" imgH="1549400" progId="Equation.DSMT4">
                  <p:embed/>
                </p:oleObj>
              </mc:Choice>
              <mc:Fallback>
                <p:oleObj name="" r:id="rId1" imgW="2984500" imgH="15494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8038" y="620713"/>
                        <a:ext cx="3240087" cy="168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5" name="Object 3"/>
          <p:cNvGraphicFramePr/>
          <p:nvPr/>
        </p:nvGraphicFramePr>
        <p:xfrm>
          <a:off x="2201863" y="3198813"/>
          <a:ext cx="40259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3429000" imgH="1549400" progId="Equation.DSMT4">
                  <p:embed/>
                </p:oleObj>
              </mc:Choice>
              <mc:Fallback>
                <p:oleObj name="" r:id="rId3" imgW="3429000" imgH="15494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1863" y="3198813"/>
                        <a:ext cx="4025900" cy="174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6" name="Text Box 4"/>
          <p:cNvSpPr txBox="1"/>
          <p:nvPr/>
        </p:nvSpPr>
        <p:spPr>
          <a:xfrm>
            <a:off x="1187450" y="5229225"/>
            <a:ext cx="6705600" cy="528638"/>
          </a:xfrm>
          <a:prstGeom prst="rect">
            <a:avLst/>
          </a:prstGeom>
          <a:noFill/>
          <a:ln w="9525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作</a:t>
            </a:r>
            <a:r>
              <a:rPr lang="en-US" altLang="zh-CN" sz="2800" i="1">
                <a:solidFill>
                  <a:srgbClr val="FF3300"/>
                </a:solidFill>
                <a:latin typeface="Times New Roman" panose="02020603050405020304" pitchFamily="18" charset="0"/>
              </a:rPr>
              <a:t>kA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运算，对</a:t>
            </a:r>
            <a:r>
              <a:rPr lang="en-US" altLang="zh-CN" sz="2800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的分法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无要求</a:t>
            </a:r>
            <a:r>
              <a:rPr lang="en-US" altLang="zh-CN" sz="2800">
                <a:solidFill>
                  <a:srgbClr val="FF3300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9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5958" name="Text Box 6"/>
          <p:cNvSpPr txBox="1"/>
          <p:nvPr/>
        </p:nvSpPr>
        <p:spPr>
          <a:xfrm>
            <a:off x="755650" y="188913"/>
            <a:ext cx="17287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Arial Black" panose="020B0A04020102020204" pitchFamily="34" charset="0"/>
              </a:rPr>
              <a:t>2.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数乘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5959" name="Text Box 7"/>
          <p:cNvSpPr txBox="1"/>
          <p:nvPr/>
        </p:nvSpPr>
        <p:spPr>
          <a:xfrm>
            <a:off x="900113" y="1196975"/>
            <a:ext cx="25542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设矩阵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有分块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960" name="Text Box 8"/>
          <p:cNvSpPr txBox="1"/>
          <p:nvPr/>
        </p:nvSpPr>
        <p:spPr>
          <a:xfrm>
            <a:off x="1042988" y="2565400"/>
            <a:ext cx="3736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则数与分块矩阵的乘积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 bldLvl="0" animBg="1"/>
      <p:bldP spid="125958" grpId="0"/>
      <p:bldP spid="125959" grpId="0"/>
      <p:bldP spid="12596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6978" name="Object 2"/>
          <p:cNvGraphicFramePr/>
          <p:nvPr/>
        </p:nvGraphicFramePr>
        <p:xfrm>
          <a:off x="755650" y="1865313"/>
          <a:ext cx="7253288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6032500" imgH="1549400" progId="Equation.DSMT4">
                  <p:embed/>
                </p:oleObj>
              </mc:Choice>
              <mc:Fallback>
                <p:oleObj name="" r:id="rId1" imgW="6032500" imgH="15494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865313"/>
                        <a:ext cx="7253288" cy="1563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79" name="Object 3"/>
          <p:cNvGraphicFramePr/>
          <p:nvPr/>
        </p:nvGraphicFramePr>
        <p:xfrm>
          <a:off x="2411413" y="3644900"/>
          <a:ext cx="3525837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3022600" imgH="1549400" progId="Equation.DSMT4">
                  <p:embed/>
                </p:oleObj>
              </mc:Choice>
              <mc:Fallback>
                <p:oleObj name="" r:id="rId3" imgW="3022600" imgH="15494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413" y="3644900"/>
                        <a:ext cx="3525837" cy="159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0" name="Object 4"/>
          <p:cNvGraphicFramePr/>
          <p:nvPr/>
        </p:nvGraphicFramePr>
        <p:xfrm>
          <a:off x="1403350" y="5187950"/>
          <a:ext cx="73453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6438900" imgH="939800" progId="Equation.DSMT4">
                  <p:embed/>
                </p:oleObj>
              </mc:Choice>
              <mc:Fallback>
                <p:oleObj name="" r:id="rId5" imgW="6438900" imgH="939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350" y="5187950"/>
                        <a:ext cx="7345363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1" name="Text Box 5"/>
          <p:cNvSpPr txBox="1"/>
          <p:nvPr/>
        </p:nvSpPr>
        <p:spPr>
          <a:xfrm>
            <a:off x="0" y="6130925"/>
            <a:ext cx="9093200" cy="521970"/>
          </a:xfrm>
          <a:prstGeom prst="rect">
            <a:avLst/>
          </a:prstGeom>
          <a:noFill/>
          <a:ln w="9525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利用分块作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</a:rPr>
              <a:t>AB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运算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的列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的分法与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的行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的分法必须相同</a:t>
            </a:r>
            <a:r>
              <a:rPr lang="en-US" altLang="zh-CN" sz="2800">
                <a:solidFill>
                  <a:srgbClr val="FF3300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0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983" name="Text Box 7"/>
          <p:cNvSpPr txBox="1"/>
          <p:nvPr/>
        </p:nvSpPr>
        <p:spPr>
          <a:xfrm>
            <a:off x="755650" y="115888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Arial Black" panose="020B0A04020102020204" pitchFamily="34" charset="0"/>
              </a:rPr>
              <a:t>3.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分块乘法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6984" name="Rectangle 8"/>
          <p:cNvSpPr/>
          <p:nvPr/>
        </p:nvSpPr>
        <p:spPr>
          <a:xfrm>
            <a:off x="395288" y="598488"/>
            <a:ext cx="80645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×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矩阵，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err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×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矩阵，若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的列的分块方法与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的行的分块方法相同，即</a:t>
            </a:r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6985" name="Object 9"/>
          <p:cNvGraphicFramePr/>
          <p:nvPr/>
        </p:nvGraphicFramePr>
        <p:xfrm>
          <a:off x="1763713" y="1484313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7" imgW="254000" imgH="431165" progId="Equation.DSMT4">
                  <p:embed/>
                </p:oleObj>
              </mc:Choice>
              <mc:Fallback>
                <p:oleObj name="" r:id="rId7" imgW="254000" imgH="431165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713" y="1484313"/>
                        <a:ext cx="254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6" name="Object 10"/>
          <p:cNvGraphicFramePr/>
          <p:nvPr/>
        </p:nvGraphicFramePr>
        <p:xfrm>
          <a:off x="2555875" y="1628775"/>
          <a:ext cx="330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329565" imgH="165100" progId="Equation.DSMT4">
                  <p:embed/>
                </p:oleObj>
              </mc:Choice>
              <mc:Fallback>
                <p:oleObj name="" r:id="rId9" imgW="329565" imgH="1651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875" y="1628775"/>
                        <a:ext cx="3302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7" name="Object 11"/>
          <p:cNvGraphicFramePr/>
          <p:nvPr/>
        </p:nvGraphicFramePr>
        <p:xfrm>
          <a:off x="3492500" y="1412875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1" imgW="254000" imgH="431165" progId="Equation.DSMT4">
                  <p:embed/>
                </p:oleObj>
              </mc:Choice>
              <mc:Fallback>
                <p:oleObj name="" r:id="rId11" imgW="254000" imgH="431165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2500" y="1412875"/>
                        <a:ext cx="254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8" name="Object 12"/>
          <p:cNvGraphicFramePr/>
          <p:nvPr/>
        </p:nvGraphicFramePr>
        <p:xfrm>
          <a:off x="8027988" y="1844675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3" imgW="254000" imgH="431165" progId="Equation.DSMT4">
                  <p:embed/>
                </p:oleObj>
              </mc:Choice>
              <mc:Fallback>
                <p:oleObj name="" r:id="rId13" imgW="254000" imgH="431165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27988" y="1844675"/>
                        <a:ext cx="254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/>
          <p:cNvGraphicFramePr/>
          <p:nvPr/>
        </p:nvGraphicFramePr>
        <p:xfrm>
          <a:off x="8099425" y="2522538"/>
          <a:ext cx="101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4" imgW="101600" imgH="330200" progId="Equation.DSMT4">
                  <p:embed/>
                </p:oleObj>
              </mc:Choice>
              <mc:Fallback>
                <p:oleObj name="" r:id="rId14" imgW="101600" imgH="3302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99425" y="2522538"/>
                        <a:ext cx="1016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0" name="Object 14"/>
          <p:cNvGraphicFramePr/>
          <p:nvPr/>
        </p:nvGraphicFramePr>
        <p:xfrm>
          <a:off x="8027988" y="3068638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6" imgW="254000" imgH="431165" progId="Equation.DSMT4">
                  <p:embed/>
                </p:oleObj>
              </mc:Choice>
              <mc:Fallback>
                <p:oleObj name="" r:id="rId16" imgW="254000" imgH="431165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27988" y="3068638"/>
                        <a:ext cx="254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1" name="Rectangle 15"/>
          <p:cNvSpPr/>
          <p:nvPr/>
        </p:nvSpPr>
        <p:spPr>
          <a:xfrm>
            <a:off x="971550" y="38608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</a:rPr>
              <a:t>则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6992" name="Line 16"/>
          <p:cNvSpPr/>
          <p:nvPr/>
        </p:nvSpPr>
        <p:spPr>
          <a:xfrm>
            <a:off x="1763713" y="2060575"/>
            <a:ext cx="2016125" cy="0"/>
          </a:xfrm>
          <a:prstGeom prst="line">
            <a:avLst/>
          </a:prstGeom>
          <a:ln w="57150" cap="flat" cmpd="sng">
            <a:solidFill>
              <a:srgbClr val="3399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6993" name="Line 17"/>
          <p:cNvSpPr/>
          <p:nvPr/>
        </p:nvSpPr>
        <p:spPr>
          <a:xfrm>
            <a:off x="5795963" y="1844675"/>
            <a:ext cx="0" cy="1655763"/>
          </a:xfrm>
          <a:prstGeom prst="line">
            <a:avLst/>
          </a:prstGeom>
          <a:ln w="57150" cap="flat" cmpd="sng">
            <a:solidFill>
              <a:srgbClr val="99CC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269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1269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bldLvl="0" animBg="1"/>
      <p:bldP spid="126983" grpId="0"/>
      <p:bldP spid="126984" grpId="0"/>
      <p:bldP spid="12699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4" name="Object 3"/>
          <p:cNvGraphicFramePr/>
          <p:nvPr/>
        </p:nvGraphicFramePr>
        <p:xfrm>
          <a:off x="900113" y="260350"/>
          <a:ext cx="3935412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3670300" imgH="2082800" progId="Equation.DSMT4">
                  <p:embed/>
                </p:oleObj>
              </mc:Choice>
              <mc:Fallback>
                <p:oleObj name="" r:id="rId1" imgW="3670300" imgH="2082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260350"/>
                        <a:ext cx="3935412" cy="187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4"/>
          <p:cNvGraphicFramePr/>
          <p:nvPr/>
        </p:nvGraphicFramePr>
        <p:xfrm>
          <a:off x="4884738" y="260350"/>
          <a:ext cx="3757612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" imgW="3505200" imgH="2082800" progId="Equation.DSMT4">
                  <p:embed/>
                </p:oleObj>
              </mc:Choice>
              <mc:Fallback>
                <p:oleObj name="" r:id="rId3" imgW="3505200" imgH="2082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4738" y="260350"/>
                        <a:ext cx="3757612" cy="187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5"/>
          <p:cNvGraphicFramePr/>
          <p:nvPr/>
        </p:nvGraphicFramePr>
        <p:xfrm>
          <a:off x="1003300" y="2268538"/>
          <a:ext cx="13589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5" imgW="1129665" imgH="393700" progId="Equation.3">
                  <p:embed/>
                </p:oleObj>
              </mc:Choice>
              <mc:Fallback>
                <p:oleObj name="" r:id="rId5" imgW="1129665" imgH="3937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3300" y="2268538"/>
                        <a:ext cx="1358900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7" name="Object 7"/>
          <p:cNvGraphicFramePr/>
          <p:nvPr/>
        </p:nvGraphicFramePr>
        <p:xfrm>
          <a:off x="1390650" y="3141663"/>
          <a:ext cx="3324225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7" imgW="3098800" imgH="2082800" progId="Equation.DSMT4">
                  <p:embed/>
                </p:oleObj>
              </mc:Choice>
              <mc:Fallback>
                <p:oleObj name="" r:id="rId7" imgW="3098800" imgH="20828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0650" y="3141663"/>
                        <a:ext cx="3324225" cy="187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8" name="Object 8"/>
          <p:cNvGraphicFramePr/>
          <p:nvPr/>
        </p:nvGraphicFramePr>
        <p:xfrm>
          <a:off x="4845050" y="3148013"/>
          <a:ext cx="2954338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9" imgW="2755900" imgH="2082800" progId="Equation.DSMT4">
                  <p:embed/>
                </p:oleObj>
              </mc:Choice>
              <mc:Fallback>
                <p:oleObj name="" r:id="rId9" imgW="2755900" imgH="20828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45050" y="3148013"/>
                        <a:ext cx="2954338" cy="187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9" name="Line 9"/>
          <p:cNvSpPr/>
          <p:nvPr/>
        </p:nvSpPr>
        <p:spPr>
          <a:xfrm>
            <a:off x="2438400" y="4038600"/>
            <a:ext cx="2133600" cy="0"/>
          </a:xfrm>
          <a:prstGeom prst="line">
            <a:avLst/>
          </a:prstGeom>
          <a:ln w="38100" cap="flat" cmpd="sng">
            <a:solidFill>
              <a:srgbClr val="0099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8010" name="Line 10"/>
          <p:cNvSpPr/>
          <p:nvPr/>
        </p:nvSpPr>
        <p:spPr>
          <a:xfrm>
            <a:off x="3581400" y="3200400"/>
            <a:ext cx="0" cy="16764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8011" name="Line 11"/>
          <p:cNvSpPr/>
          <p:nvPr/>
        </p:nvSpPr>
        <p:spPr>
          <a:xfrm>
            <a:off x="4953000" y="4038600"/>
            <a:ext cx="27432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2" name="Group 12"/>
          <p:cNvGrpSpPr/>
          <p:nvPr/>
        </p:nvGrpSpPr>
        <p:grpSpPr>
          <a:xfrm>
            <a:off x="5867400" y="3124200"/>
            <a:ext cx="990600" cy="1828800"/>
            <a:chOff x="3312" y="1632"/>
            <a:chExt cx="624" cy="1152"/>
          </a:xfrm>
        </p:grpSpPr>
        <p:sp>
          <p:nvSpPr>
            <p:cNvPr id="8207" name="Line 13"/>
            <p:cNvSpPr/>
            <p:nvPr/>
          </p:nvSpPr>
          <p:spPr>
            <a:xfrm>
              <a:off x="3312" y="1632"/>
              <a:ext cx="0" cy="115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8" name="Line 14"/>
            <p:cNvSpPr/>
            <p:nvPr/>
          </p:nvSpPr>
          <p:spPr>
            <a:xfrm>
              <a:off x="3936" y="1632"/>
              <a:ext cx="0" cy="115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ysDot"/>
              <a:headEnd type="none" w="med" len="med"/>
              <a:tailEnd type="none" w="med" len="med"/>
            </a:ln>
          </p:spPr>
        </p:sp>
      </p:grpSp>
      <p:graphicFrame>
        <p:nvGraphicFramePr>
          <p:cNvPr id="128015" name="Object 15"/>
          <p:cNvGraphicFramePr>
            <a:graphicFrameLocks noChangeAspect="1"/>
          </p:cNvGraphicFramePr>
          <p:nvPr/>
        </p:nvGraphicFramePr>
        <p:xfrm>
          <a:off x="2028825" y="5287963"/>
          <a:ext cx="422751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1" imgW="4227195" imgH="1040765" progId="Equation.DSMT4">
                  <p:embed/>
                </p:oleObj>
              </mc:Choice>
              <mc:Fallback>
                <p:oleObj name="" r:id="rId11" imgW="4227195" imgH="1040765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8825" y="5287963"/>
                        <a:ext cx="4227513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Rectangle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5" name="Text Box 29"/>
          <p:cNvSpPr txBox="1"/>
          <p:nvPr/>
        </p:nvSpPr>
        <p:spPr>
          <a:xfrm>
            <a:off x="323850" y="116205"/>
            <a:ext cx="1630680" cy="52324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p>
            <a:pPr>
              <a:spcBef>
                <a:spcPct val="50000"/>
              </a:spcBef>
            </a:pPr>
            <a:r>
              <a:rPr 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2.5.1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6" name="Text Box 30"/>
          <p:cNvSpPr txBox="1"/>
          <p:nvPr/>
        </p:nvSpPr>
        <p:spPr>
          <a:xfrm>
            <a:off x="250825" y="3702050"/>
            <a:ext cx="611188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解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9026" name="Object 2"/>
          <p:cNvGraphicFramePr/>
          <p:nvPr/>
        </p:nvGraphicFramePr>
        <p:xfrm>
          <a:off x="4876800" y="3429000"/>
          <a:ext cx="42799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4279900" imgH="1117600" progId="Equation.DSMT4">
                  <p:embed/>
                </p:oleObj>
              </mc:Choice>
              <mc:Fallback>
                <p:oleObj name="" r:id="rId1" imgW="4279900" imgH="1117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76800" y="3429000"/>
                        <a:ext cx="4279900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8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9029" name="Object 5"/>
          <p:cNvGraphicFramePr/>
          <p:nvPr/>
        </p:nvGraphicFramePr>
        <p:xfrm>
          <a:off x="1433513" y="152400"/>
          <a:ext cx="3351212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3124200" imgH="2082800" progId="Equation.DSMT4">
                  <p:embed/>
                </p:oleObj>
              </mc:Choice>
              <mc:Fallback>
                <p:oleObj name="" r:id="rId3" imgW="3124200" imgH="2082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3513" y="152400"/>
                        <a:ext cx="3351212" cy="187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0" name="Object 6"/>
          <p:cNvGraphicFramePr/>
          <p:nvPr/>
        </p:nvGraphicFramePr>
        <p:xfrm>
          <a:off x="4845050" y="155575"/>
          <a:ext cx="2954338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2755900" imgH="2082800" progId="Equation.DSMT4">
                  <p:embed/>
                </p:oleObj>
              </mc:Choice>
              <mc:Fallback>
                <p:oleObj name="" r:id="rId5" imgW="2755900" imgH="20828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5050" y="155575"/>
                        <a:ext cx="2954338" cy="187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1" name="Line 7"/>
          <p:cNvSpPr/>
          <p:nvPr/>
        </p:nvSpPr>
        <p:spPr>
          <a:xfrm>
            <a:off x="2484438" y="1052513"/>
            <a:ext cx="2133600" cy="0"/>
          </a:xfrm>
          <a:prstGeom prst="line">
            <a:avLst/>
          </a:prstGeom>
          <a:ln w="38100" cap="flat" cmpd="sng">
            <a:solidFill>
              <a:srgbClr val="0099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9032" name="Line 8"/>
          <p:cNvSpPr/>
          <p:nvPr/>
        </p:nvSpPr>
        <p:spPr>
          <a:xfrm>
            <a:off x="3581400" y="207963"/>
            <a:ext cx="0" cy="16764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9033" name="Line 9"/>
          <p:cNvSpPr/>
          <p:nvPr/>
        </p:nvSpPr>
        <p:spPr>
          <a:xfrm>
            <a:off x="4953000" y="1046163"/>
            <a:ext cx="27432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2" name="Group 10"/>
          <p:cNvGrpSpPr/>
          <p:nvPr/>
        </p:nvGrpSpPr>
        <p:grpSpPr>
          <a:xfrm>
            <a:off x="5867400" y="131763"/>
            <a:ext cx="990600" cy="1828800"/>
            <a:chOff x="3312" y="1632"/>
            <a:chExt cx="624" cy="1152"/>
          </a:xfrm>
        </p:grpSpPr>
        <p:sp>
          <p:nvSpPr>
            <p:cNvPr id="9256" name="Line 11"/>
            <p:cNvSpPr/>
            <p:nvPr/>
          </p:nvSpPr>
          <p:spPr>
            <a:xfrm>
              <a:off x="3312" y="1632"/>
              <a:ext cx="0" cy="115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9257" name="Line 12"/>
            <p:cNvSpPr/>
            <p:nvPr/>
          </p:nvSpPr>
          <p:spPr>
            <a:xfrm>
              <a:off x="3936" y="1632"/>
              <a:ext cx="0" cy="115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ysDot"/>
              <a:headEnd type="none" w="med" len="med"/>
              <a:tailEnd type="none" w="med" len="med"/>
            </a:ln>
          </p:spPr>
        </p:sp>
      </p:grpSp>
      <p:graphicFrame>
        <p:nvGraphicFramePr>
          <p:cNvPr id="129037" name="Object 13"/>
          <p:cNvGraphicFramePr>
            <a:graphicFrameLocks noChangeAspect="1"/>
          </p:cNvGraphicFramePr>
          <p:nvPr/>
        </p:nvGraphicFramePr>
        <p:xfrm>
          <a:off x="1812925" y="2120900"/>
          <a:ext cx="467201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4671695" imgH="1040765" progId="Equation.DSMT4">
                  <p:embed/>
                </p:oleObj>
              </mc:Choice>
              <mc:Fallback>
                <p:oleObj name="" r:id="rId7" imgW="4671695" imgH="1040765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2925" y="2120900"/>
                        <a:ext cx="4672013" cy="1039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8" name="Object 14"/>
          <p:cNvGraphicFramePr/>
          <p:nvPr/>
        </p:nvGraphicFramePr>
        <p:xfrm>
          <a:off x="3722688" y="2852738"/>
          <a:ext cx="43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431800" imgH="482600" progId="Equation.DSMT4">
                  <p:embed/>
                </p:oleObj>
              </mc:Choice>
              <mc:Fallback>
                <p:oleObj name="" r:id="rId9" imgW="431800" imgH="482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22688" y="2852738"/>
                        <a:ext cx="4318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9" name="Object 15"/>
          <p:cNvGraphicFramePr/>
          <p:nvPr/>
        </p:nvGraphicFramePr>
        <p:xfrm>
          <a:off x="6372225" y="2424113"/>
          <a:ext cx="41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419100" imgH="787400" progId="Equation.DSMT4">
                  <p:embed/>
                </p:oleObj>
              </mc:Choice>
              <mc:Fallback>
                <p:oleObj name="" r:id="rId11" imgW="419100" imgH="7874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72225" y="2424113"/>
                        <a:ext cx="4191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0" name="Object 16"/>
          <p:cNvGraphicFramePr/>
          <p:nvPr/>
        </p:nvGraphicFramePr>
        <p:xfrm>
          <a:off x="1870075" y="3416300"/>
          <a:ext cx="3111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3" imgW="3111500" imgH="1143000" progId="Equation.DSMT4">
                  <p:embed/>
                </p:oleObj>
              </mc:Choice>
              <mc:Fallback>
                <p:oleObj name="" r:id="rId13" imgW="3111500" imgH="11430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70075" y="3416300"/>
                        <a:ext cx="31115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1" name="Line 17"/>
          <p:cNvSpPr/>
          <p:nvPr/>
        </p:nvSpPr>
        <p:spPr>
          <a:xfrm>
            <a:off x="2268538" y="2347913"/>
            <a:ext cx="1223962" cy="0"/>
          </a:xfrm>
          <a:prstGeom prst="line">
            <a:avLst/>
          </a:prstGeom>
          <a:ln w="57150" cap="flat" cmpd="sng">
            <a:solidFill>
              <a:srgbClr val="99CC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42" name="Line 18"/>
          <p:cNvSpPr/>
          <p:nvPr/>
        </p:nvSpPr>
        <p:spPr>
          <a:xfrm>
            <a:off x="4500563" y="1989138"/>
            <a:ext cx="0" cy="1152525"/>
          </a:xfrm>
          <a:prstGeom prst="line">
            <a:avLst/>
          </a:prstGeom>
          <a:ln w="57150" cap="flat" cmpd="sng">
            <a:solidFill>
              <a:srgbClr val="99CC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29043" name="Object 19"/>
          <p:cNvGraphicFramePr/>
          <p:nvPr/>
        </p:nvGraphicFramePr>
        <p:xfrm>
          <a:off x="6732588" y="3429000"/>
          <a:ext cx="41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5" imgW="419100" imgH="431800" progId="Equation.DSMT4">
                  <p:embed/>
                </p:oleObj>
              </mc:Choice>
              <mc:Fallback>
                <p:oleObj name="" r:id="rId15" imgW="419100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32588" y="3429000"/>
                        <a:ext cx="419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4" name="Object 20"/>
          <p:cNvGraphicFramePr/>
          <p:nvPr/>
        </p:nvGraphicFramePr>
        <p:xfrm>
          <a:off x="7524750" y="3429000"/>
          <a:ext cx="83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7" imgW="837565" imgH="431800" progId="Equation.DSMT4">
                  <p:embed/>
                </p:oleObj>
              </mc:Choice>
              <mc:Fallback>
                <p:oleObj name="" r:id="rId17" imgW="837565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24750" y="3429000"/>
                        <a:ext cx="838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5" name="Object 21"/>
          <p:cNvGraphicFramePr/>
          <p:nvPr/>
        </p:nvGraphicFramePr>
        <p:xfrm>
          <a:off x="5219700" y="4076700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9" imgW="1193165" imgH="431800" progId="Equation.DSMT4">
                  <p:embed/>
                </p:oleObj>
              </mc:Choice>
              <mc:Fallback>
                <p:oleObj name="" r:id="rId19" imgW="1193165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19700" y="4076700"/>
                        <a:ext cx="1193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6" name="Object 22"/>
          <p:cNvGraphicFramePr/>
          <p:nvPr/>
        </p:nvGraphicFramePr>
        <p:xfrm>
          <a:off x="6659563" y="4149725"/>
          <a:ext cx="55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1" imgW="558800" imgH="431800" progId="Equation.DSMT4">
                  <p:embed/>
                </p:oleObj>
              </mc:Choice>
              <mc:Fallback>
                <p:oleObj name="" r:id="rId21" imgW="558800" imgH="4318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59563" y="4149725"/>
                        <a:ext cx="558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7" name="Object 23"/>
          <p:cNvGraphicFramePr/>
          <p:nvPr/>
        </p:nvGraphicFramePr>
        <p:xfrm>
          <a:off x="7380288" y="4076700"/>
          <a:ext cx="120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3" imgW="1205865" imgH="431800" progId="Equation.DSMT4">
                  <p:embed/>
                </p:oleObj>
              </mc:Choice>
              <mc:Fallback>
                <p:oleObj name="" r:id="rId23" imgW="1205865" imgH="4318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80288" y="4076700"/>
                        <a:ext cx="1206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4"/>
          <p:cNvGrpSpPr/>
          <p:nvPr/>
        </p:nvGrpSpPr>
        <p:grpSpPr>
          <a:xfrm>
            <a:off x="1752600" y="4581525"/>
            <a:ext cx="4594225" cy="2160588"/>
            <a:chOff x="1104" y="2976"/>
            <a:chExt cx="2894" cy="1452"/>
          </a:xfrm>
        </p:grpSpPr>
        <p:sp>
          <p:nvSpPr>
            <p:cNvPr id="9246" name="Rectangle 25"/>
            <p:cNvSpPr/>
            <p:nvPr/>
          </p:nvSpPr>
          <p:spPr>
            <a:xfrm>
              <a:off x="1463" y="2988"/>
              <a:ext cx="912" cy="62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31" name="Object 26"/>
            <p:cNvGraphicFramePr/>
            <p:nvPr/>
          </p:nvGraphicFramePr>
          <p:xfrm>
            <a:off x="1104" y="2976"/>
            <a:ext cx="2894" cy="1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25" imgW="3822700" imgH="2082800" progId="Equation.DSMT4">
                    <p:embed/>
                  </p:oleObj>
                </mc:Choice>
                <mc:Fallback>
                  <p:oleObj name="" r:id="rId25" imgW="3822700" imgH="20828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04" y="2976"/>
                          <a:ext cx="2894" cy="1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47" name="Group 27"/>
            <p:cNvGrpSpPr/>
            <p:nvPr/>
          </p:nvGrpSpPr>
          <p:grpSpPr>
            <a:xfrm>
              <a:off x="1386" y="2988"/>
              <a:ext cx="2544" cy="1392"/>
              <a:chOff x="1333" y="2880"/>
              <a:chExt cx="2544" cy="1392"/>
            </a:xfrm>
          </p:grpSpPr>
          <p:sp>
            <p:nvSpPr>
              <p:cNvPr id="9253" name="Line 28"/>
              <p:cNvSpPr/>
              <p:nvPr/>
            </p:nvSpPr>
            <p:spPr>
              <a:xfrm>
                <a:off x="1333" y="3552"/>
                <a:ext cx="2544" cy="0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ysDot"/>
                <a:headEnd type="none" w="med" len="med"/>
                <a:tailEnd type="none" w="med" len="med"/>
              </a:ln>
            </p:spPr>
          </p:sp>
          <p:sp>
            <p:nvSpPr>
              <p:cNvPr id="9254" name="Line 29"/>
              <p:cNvSpPr/>
              <p:nvPr/>
            </p:nvSpPr>
            <p:spPr>
              <a:xfrm>
                <a:off x="2400" y="2880"/>
                <a:ext cx="0" cy="139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headEnd type="none" w="med" len="med"/>
                <a:tailEnd type="none" w="med" len="med"/>
              </a:ln>
            </p:spPr>
          </p:sp>
          <p:sp>
            <p:nvSpPr>
              <p:cNvPr id="9255" name="Line 30"/>
              <p:cNvSpPr/>
              <p:nvPr/>
            </p:nvSpPr>
            <p:spPr>
              <a:xfrm>
                <a:off x="3360" y="2880"/>
                <a:ext cx="0" cy="139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9248" name="Rectangle 32"/>
            <p:cNvSpPr/>
            <p:nvPr/>
          </p:nvSpPr>
          <p:spPr>
            <a:xfrm>
              <a:off x="2486" y="2988"/>
              <a:ext cx="912" cy="62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49" name="Rectangle 34"/>
            <p:cNvSpPr/>
            <p:nvPr/>
          </p:nvSpPr>
          <p:spPr>
            <a:xfrm>
              <a:off x="3479" y="2988"/>
              <a:ext cx="384" cy="62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50" name="Rectangle 36"/>
            <p:cNvSpPr/>
            <p:nvPr/>
          </p:nvSpPr>
          <p:spPr>
            <a:xfrm>
              <a:off x="1463" y="3708"/>
              <a:ext cx="912" cy="72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51" name="Rectangle 38"/>
            <p:cNvSpPr/>
            <p:nvPr/>
          </p:nvSpPr>
          <p:spPr>
            <a:xfrm>
              <a:off x="2519" y="3708"/>
              <a:ext cx="864" cy="72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52" name="Rectangle 40"/>
            <p:cNvSpPr/>
            <p:nvPr/>
          </p:nvSpPr>
          <p:spPr>
            <a:xfrm>
              <a:off x="3479" y="3708"/>
              <a:ext cx="384" cy="72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" name="对象 -2147481352"/>
          <p:cNvGraphicFramePr>
            <a:graphicFrameLocks noChangeAspect="1"/>
          </p:cNvGraphicFramePr>
          <p:nvPr/>
        </p:nvGraphicFramePr>
        <p:xfrm>
          <a:off x="2501900" y="4634230"/>
          <a:ext cx="1101725" cy="960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7" imgW="495300" imgH="431800" progId="Equation.DSMT4">
                  <p:embed/>
                </p:oleObj>
              </mc:Choice>
              <mc:Fallback>
                <p:oleObj name="" r:id="rId27" imgW="495300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501900" y="4634230"/>
                        <a:ext cx="1101725" cy="9607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1352"/>
          <p:cNvGraphicFramePr>
            <a:graphicFrameLocks noChangeAspect="1"/>
          </p:cNvGraphicFramePr>
          <p:nvPr/>
        </p:nvGraphicFramePr>
        <p:xfrm>
          <a:off x="4223385" y="4599305"/>
          <a:ext cx="920115" cy="10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9" imgW="393700" imgH="431800" progId="Equation.DSMT4">
                  <p:embed/>
                </p:oleObj>
              </mc:Choice>
              <mc:Fallback>
                <p:oleObj name="" r:id="rId29" imgW="393700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23385" y="4599305"/>
                        <a:ext cx="920115" cy="1009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1352"/>
          <p:cNvGraphicFramePr>
            <a:graphicFrameLocks noChangeAspect="1"/>
          </p:cNvGraphicFramePr>
          <p:nvPr/>
        </p:nvGraphicFramePr>
        <p:xfrm>
          <a:off x="2684780" y="5669915"/>
          <a:ext cx="802005" cy="10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1" imgW="342900" imgH="431800" progId="Equation.DSMT4">
                  <p:embed/>
                </p:oleObj>
              </mc:Choice>
              <mc:Fallback>
                <p:oleObj name="" r:id="rId31" imgW="342900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684780" y="5669915"/>
                        <a:ext cx="802005" cy="1009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1352"/>
          <p:cNvGraphicFramePr>
            <a:graphicFrameLocks noChangeAspect="1"/>
          </p:cNvGraphicFramePr>
          <p:nvPr/>
        </p:nvGraphicFramePr>
        <p:xfrm>
          <a:off x="4297680" y="5732780"/>
          <a:ext cx="802005" cy="10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33" imgW="342900" imgH="431800" progId="Equation.DSMT4">
                  <p:embed/>
                </p:oleObj>
              </mc:Choice>
              <mc:Fallback>
                <p:oleObj name="" r:id="rId33" imgW="342900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297680" y="5732780"/>
                        <a:ext cx="802005" cy="1009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-2147481352"/>
          <p:cNvGraphicFramePr>
            <a:graphicFrameLocks noChangeAspect="1"/>
          </p:cNvGraphicFramePr>
          <p:nvPr/>
        </p:nvGraphicFramePr>
        <p:xfrm>
          <a:off x="5720080" y="4609465"/>
          <a:ext cx="282575" cy="960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35" imgW="127000" imgH="431800" progId="Equation.DSMT4">
                  <p:embed/>
                </p:oleObj>
              </mc:Choice>
              <mc:Fallback>
                <p:oleObj name="" r:id="rId35" imgW="127000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720080" y="4609465"/>
                        <a:ext cx="282575" cy="9607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-2147481352"/>
          <p:cNvGraphicFramePr>
            <a:graphicFrameLocks noChangeAspect="1"/>
          </p:cNvGraphicFramePr>
          <p:nvPr/>
        </p:nvGraphicFramePr>
        <p:xfrm>
          <a:off x="5723890" y="5709920"/>
          <a:ext cx="254635" cy="960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37" imgW="114300" imgH="431800" progId="Equation.DSMT4">
                  <p:embed/>
                </p:oleObj>
              </mc:Choice>
              <mc:Fallback>
                <p:oleObj name="" r:id="rId37" imgW="114300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723890" y="5709920"/>
                        <a:ext cx="254635" cy="9607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4146" name="Object 2"/>
          <p:cNvGraphicFramePr/>
          <p:nvPr/>
        </p:nvGraphicFramePr>
        <p:xfrm>
          <a:off x="1116013" y="836930"/>
          <a:ext cx="2971800" cy="1548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2971800" imgH="1548765" progId="Equation.DSMT4">
                  <p:embed/>
                </p:oleObj>
              </mc:Choice>
              <mc:Fallback>
                <p:oleObj name="" r:id="rId1" imgW="2971800" imgH="1548765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836930"/>
                        <a:ext cx="2971800" cy="15487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7" name="Object 3"/>
          <p:cNvGraphicFramePr/>
          <p:nvPr/>
        </p:nvGraphicFramePr>
        <p:xfrm>
          <a:off x="3324860" y="874395"/>
          <a:ext cx="466725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215900" imgH="228600" progId="Equation.DSMT4">
                  <p:embed/>
                </p:oleObj>
              </mc:Choice>
              <mc:Fallback>
                <p:oleObj name="" r:id="rId3" imgW="215900" imgH="2286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24860" y="874395"/>
                        <a:ext cx="466725" cy="47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9" name="Object 5"/>
          <p:cNvGraphicFramePr/>
          <p:nvPr/>
        </p:nvGraphicFramePr>
        <p:xfrm>
          <a:off x="5292725" y="765175"/>
          <a:ext cx="30734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5" imgW="3073400" imgH="1549400" progId="Equation.DSMT4">
                  <p:embed/>
                </p:oleObj>
              </mc:Choice>
              <mc:Fallback>
                <p:oleObj name="" r:id="rId5" imgW="3073400" imgH="15494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725" y="765175"/>
                        <a:ext cx="3073400" cy="154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/>
          <p:nvPr/>
        </p:nvSpPr>
        <p:spPr>
          <a:xfrm>
            <a:off x="755650" y="404813"/>
            <a:ext cx="40322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  <a:latin typeface="Arial Black" panose="020B0A04020102020204" pitchFamily="34" charset="0"/>
              </a:rPr>
              <a:t>4.  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分块矩阵的转置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34151" name="Text Box 7"/>
          <p:cNvSpPr txBox="1"/>
          <p:nvPr/>
        </p:nvSpPr>
        <p:spPr>
          <a:xfrm>
            <a:off x="539750" y="1268413"/>
            <a:ext cx="431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设</a:t>
            </a: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4152" name="Object 8"/>
          <p:cNvGraphicFramePr/>
          <p:nvPr/>
        </p:nvGraphicFramePr>
        <p:xfrm>
          <a:off x="6443663" y="765175"/>
          <a:ext cx="4572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457200" imgH="1536700" progId="Equation.DSMT4">
                  <p:embed/>
                </p:oleObj>
              </mc:Choice>
              <mc:Fallback>
                <p:oleObj name="" r:id="rId7" imgW="457200" imgH="15367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43663" y="765175"/>
                        <a:ext cx="457200" cy="153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3" name="Object 9"/>
          <p:cNvGraphicFramePr/>
          <p:nvPr/>
        </p:nvGraphicFramePr>
        <p:xfrm>
          <a:off x="7596188" y="765175"/>
          <a:ext cx="4572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9" imgW="457200" imgH="1536700" progId="Equation.DSMT4">
                  <p:embed/>
                </p:oleObj>
              </mc:Choice>
              <mc:Fallback>
                <p:oleObj name="" r:id="rId9" imgW="457200" imgH="15367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96188" y="765175"/>
                        <a:ext cx="457200" cy="153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4" name="Text Box 10"/>
          <p:cNvSpPr txBox="1"/>
          <p:nvPr/>
        </p:nvSpPr>
        <p:spPr>
          <a:xfrm>
            <a:off x="4427538" y="1268413"/>
            <a:ext cx="2873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则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5" name="Line 11"/>
          <p:cNvSpPr/>
          <p:nvPr/>
        </p:nvSpPr>
        <p:spPr>
          <a:xfrm>
            <a:off x="1763713" y="1052513"/>
            <a:ext cx="2160587" cy="0"/>
          </a:xfrm>
          <a:prstGeom prst="line">
            <a:avLst/>
          </a:prstGeom>
          <a:ln w="28575" cap="flat" cmpd="sng">
            <a:solidFill>
              <a:srgbClr val="00008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34156" name="Object 12"/>
          <p:cNvGraphicFramePr/>
          <p:nvPr/>
        </p:nvGraphicFramePr>
        <p:xfrm>
          <a:off x="7019925" y="836613"/>
          <a:ext cx="3302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1" imgW="330200" imgH="1485265" progId="Equation.DSMT4">
                  <p:embed/>
                </p:oleObj>
              </mc:Choice>
              <mc:Fallback>
                <p:oleObj name="" r:id="rId11" imgW="330200" imgH="1485265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9925" y="836613"/>
                        <a:ext cx="330200" cy="148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7" name="Line 13"/>
          <p:cNvSpPr/>
          <p:nvPr/>
        </p:nvSpPr>
        <p:spPr>
          <a:xfrm>
            <a:off x="1835150" y="2060575"/>
            <a:ext cx="2160588" cy="0"/>
          </a:xfrm>
          <a:prstGeom prst="line">
            <a:avLst/>
          </a:prstGeom>
          <a:ln w="28575" cap="flat" cmpd="sng">
            <a:solidFill>
              <a:srgbClr val="00008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34158" name="Text Box 14"/>
          <p:cNvSpPr txBox="1"/>
          <p:nvPr/>
        </p:nvSpPr>
        <p:spPr>
          <a:xfrm>
            <a:off x="6659563" y="765175"/>
            <a:ext cx="4333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1600" b="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lang="en-US" altLang="zh-CN" sz="1600" b="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9" name="Text Box 15"/>
          <p:cNvSpPr txBox="1"/>
          <p:nvPr/>
        </p:nvSpPr>
        <p:spPr>
          <a:xfrm>
            <a:off x="6659563" y="1773238"/>
            <a:ext cx="50323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1600" b="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lang="en-US" altLang="zh-CN" sz="1600" b="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0" name="Text Box 16"/>
          <p:cNvSpPr txBox="1"/>
          <p:nvPr/>
        </p:nvSpPr>
        <p:spPr>
          <a:xfrm>
            <a:off x="7813675" y="692150"/>
            <a:ext cx="5032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1600" b="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lang="en-US" altLang="zh-CN" sz="1600" b="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1" name="Text Box 17"/>
          <p:cNvSpPr txBox="1"/>
          <p:nvPr/>
        </p:nvSpPr>
        <p:spPr>
          <a:xfrm>
            <a:off x="7813675" y="1773238"/>
            <a:ext cx="5032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1600" b="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lang="en-US" altLang="zh-CN" sz="1600" b="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4163" name="Object 19"/>
          <p:cNvGraphicFramePr/>
          <p:nvPr/>
        </p:nvGraphicFramePr>
        <p:xfrm>
          <a:off x="1258888" y="2889250"/>
          <a:ext cx="29527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3" imgW="2654300" imgH="1016000" progId="Equation.DSMT4">
                  <p:embed/>
                </p:oleObj>
              </mc:Choice>
              <mc:Fallback>
                <p:oleObj name="" r:id="rId13" imgW="2654300" imgH="10160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8888" y="2889250"/>
                        <a:ext cx="295275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4" name="Text Box 20"/>
          <p:cNvSpPr txBox="1"/>
          <p:nvPr/>
        </p:nvSpPr>
        <p:spPr>
          <a:xfrm>
            <a:off x="4716463" y="3141663"/>
            <a:ext cx="647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则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4165" name="Object 21"/>
          <p:cNvGraphicFramePr/>
          <p:nvPr/>
        </p:nvGraphicFramePr>
        <p:xfrm>
          <a:off x="5292725" y="2924175"/>
          <a:ext cx="273526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5" imgW="2348230" imgH="1040765" progId="Equation.DSMT4">
                  <p:embed/>
                </p:oleObj>
              </mc:Choice>
              <mc:Fallback>
                <p:oleObj name="" r:id="rId15" imgW="2348230" imgH="1040765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92725" y="2924175"/>
                        <a:ext cx="2735263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1" name="Picture 31" descr="man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0" y="5343525"/>
            <a:ext cx="804863" cy="151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76" name="AutoShape 32"/>
          <p:cNvSpPr/>
          <p:nvPr/>
        </p:nvSpPr>
        <p:spPr>
          <a:xfrm>
            <a:off x="1908175" y="4941888"/>
            <a:ext cx="3816350" cy="1439862"/>
          </a:xfrm>
          <a:prstGeom prst="wedgeRectCallout">
            <a:avLst>
              <a:gd name="adj1" fmla="val -66222"/>
              <a:gd name="adj2" fmla="val 5606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just"/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分块矩阵的转置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除了把子矩阵行变成列外，别忘了子矩阵还得转置</a:t>
            </a:r>
            <a:endParaRPr lang="zh-CN" altLang="en-US" sz="2400" dirty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Text Box 7"/>
          <p:cNvSpPr txBox="1"/>
          <p:nvPr/>
        </p:nvSpPr>
        <p:spPr>
          <a:xfrm>
            <a:off x="539750" y="2981325"/>
            <a:ext cx="5032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/>
          <p:nvPr/>
        </p:nvGraphicFramePr>
        <p:xfrm>
          <a:off x="1979930" y="1914525"/>
          <a:ext cx="466725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8" imgW="215900" imgH="228600" progId="Equation.DSMT4">
                  <p:embed/>
                </p:oleObj>
              </mc:Choice>
              <mc:Fallback>
                <p:oleObj name="" r:id="rId18" imgW="215900" imgH="2286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930" y="1914525"/>
                        <a:ext cx="466725" cy="47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3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0" grpId="0"/>
      <p:bldP spid="134151" grpId="0"/>
      <p:bldP spid="134154" grpId="0"/>
      <p:bldP spid="134158" grpId="0"/>
      <p:bldP spid="134159" grpId="0"/>
      <p:bldP spid="134160" grpId="0"/>
      <p:bldP spid="134161" grpId="0"/>
      <p:bldP spid="134164" grpId="0"/>
      <p:bldP spid="134176" grpId="0" bldLvl="0" animBg="1"/>
      <p:bldP spid="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70" name="Oval 2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1" name="Oval 3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2" name="Rectangle 4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3" name="Rectangle 8"/>
          <p:cNvSpPr/>
          <p:nvPr/>
        </p:nvSpPr>
        <p:spPr>
          <a:xfrm>
            <a:off x="755650" y="893763"/>
            <a:ext cx="388937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</a:rPr>
              <a:t>5.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特殊的分块矩阵 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4" name="Rectangle 9"/>
          <p:cNvSpPr/>
          <p:nvPr/>
        </p:nvSpPr>
        <p:spPr>
          <a:xfrm>
            <a:off x="684213" y="1643063"/>
            <a:ext cx="2089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</a:rPr>
              <a:t>分块对角矩阵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266" name="Object 10"/>
          <p:cNvGraphicFramePr/>
          <p:nvPr/>
        </p:nvGraphicFramePr>
        <p:xfrm>
          <a:off x="467995" y="2205038"/>
          <a:ext cx="253746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346200" imgH="939800" progId="Equation.DSMT4">
                  <p:embed/>
                </p:oleObj>
              </mc:Choice>
              <mc:Fallback>
                <p:oleObj name="" r:id="rId1" imgW="1346200" imgH="9398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995" y="2205038"/>
                        <a:ext cx="2537460" cy="1781175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5"/>
          <p:cNvSpPr/>
          <p:nvPr/>
        </p:nvSpPr>
        <p:spPr>
          <a:xfrm>
            <a:off x="3203575" y="1658938"/>
            <a:ext cx="2706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</a:rPr>
              <a:t>分块上三角形矩阵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267" name="Object 16"/>
          <p:cNvGraphicFramePr/>
          <p:nvPr/>
        </p:nvGraphicFramePr>
        <p:xfrm>
          <a:off x="6084888" y="2205038"/>
          <a:ext cx="2587625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1358900" imgH="939800" progId="Equation.DSMT4">
                  <p:embed/>
                </p:oleObj>
              </mc:Choice>
              <mc:Fallback>
                <p:oleObj name="" r:id="rId3" imgW="1358900" imgH="9398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4888" y="2205038"/>
                        <a:ext cx="2587625" cy="179070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18"/>
          <p:cNvSpPr/>
          <p:nvPr/>
        </p:nvSpPr>
        <p:spPr>
          <a:xfrm>
            <a:off x="6011863" y="1700213"/>
            <a:ext cx="2698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</a:rPr>
              <a:t>分块下三角形矩阵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268" name="Object 19"/>
          <p:cNvGraphicFramePr/>
          <p:nvPr/>
        </p:nvGraphicFramePr>
        <p:xfrm>
          <a:off x="3203417" y="2205038"/>
          <a:ext cx="2611755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5" imgW="1371600" imgH="939800" progId="Equation.DSMT4">
                  <p:embed/>
                </p:oleObj>
              </mc:Choice>
              <mc:Fallback>
                <p:oleObj name="" r:id="rId5" imgW="1371600" imgH="9398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417" y="2205038"/>
                        <a:ext cx="2611755" cy="1790700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7" name="Group 22"/>
          <p:cNvGrpSpPr/>
          <p:nvPr/>
        </p:nvGrpSpPr>
        <p:grpSpPr>
          <a:xfrm>
            <a:off x="539750" y="4076700"/>
            <a:ext cx="5435600" cy="641350"/>
            <a:chOff x="340" y="2430"/>
            <a:chExt cx="3010" cy="404"/>
          </a:xfrm>
        </p:grpSpPr>
        <p:graphicFrame>
          <p:nvGraphicFramePr>
            <p:cNvPr id="11269" name="Object 12"/>
            <p:cNvGraphicFramePr/>
            <p:nvPr/>
          </p:nvGraphicFramePr>
          <p:xfrm>
            <a:off x="853" y="2488"/>
            <a:ext cx="128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7" imgW="1016000" imgH="228600" progId="Equation.DSMT4">
                    <p:embed/>
                  </p:oleObj>
                </mc:Choice>
                <mc:Fallback>
                  <p:oleObj name="" r:id="rId7" imgW="1016000" imgH="228600" progId="Equation.DSMT4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53" y="2488"/>
                          <a:ext cx="1283" cy="288"/>
                        </a:xfrm>
                        <a:prstGeom prst="rect">
                          <a:avLst/>
                        </a:prstGeom>
                        <a:solidFill>
                          <a:srgbClr val="3366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8" name="Rectangle 14"/>
            <p:cNvSpPr/>
            <p:nvPr/>
          </p:nvSpPr>
          <p:spPr>
            <a:xfrm>
              <a:off x="2109" y="2430"/>
              <a:ext cx="1241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均为方阵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279" name="Rectangle 21"/>
            <p:cNvSpPr/>
            <p:nvPr/>
          </p:nvSpPr>
          <p:spPr>
            <a:xfrm>
              <a:off x="340" y="2430"/>
              <a:ext cx="67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其中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" grpId="0"/>
      <p:bldP spid="11275" grpId="0"/>
      <p:bldP spid="1127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/>
          <p:nvPr/>
        </p:nvSpPr>
        <p:spPr>
          <a:xfrm>
            <a:off x="2195513" y="3213100"/>
            <a:ext cx="792162" cy="9366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/>
          <p:nvPr/>
        </p:nvSpPr>
        <p:spPr>
          <a:xfrm>
            <a:off x="3132138" y="4292600"/>
            <a:ext cx="1439862" cy="1441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2340" name="Rectangle 4"/>
          <p:cNvSpPr/>
          <p:nvPr/>
        </p:nvSpPr>
        <p:spPr>
          <a:xfrm>
            <a:off x="4643438" y="5805488"/>
            <a:ext cx="431800" cy="4603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2341" name="Rectangle 5"/>
          <p:cNvSpPr/>
          <p:nvPr/>
        </p:nvSpPr>
        <p:spPr>
          <a:xfrm>
            <a:off x="2555875" y="1557338"/>
            <a:ext cx="504825" cy="431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2342" name="Rectangle 6"/>
          <p:cNvSpPr/>
          <p:nvPr/>
        </p:nvSpPr>
        <p:spPr>
          <a:xfrm>
            <a:off x="3851275" y="2565400"/>
            <a:ext cx="504825" cy="5032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2343" name="Rectangle 7"/>
          <p:cNvSpPr/>
          <p:nvPr/>
        </p:nvSpPr>
        <p:spPr>
          <a:xfrm>
            <a:off x="1835150" y="981075"/>
            <a:ext cx="504825" cy="5032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1116013" y="981075"/>
            <a:ext cx="3479800" cy="2082800"/>
            <a:chOff x="1696" y="2536"/>
            <a:chExt cx="2192" cy="1312"/>
          </a:xfrm>
        </p:grpSpPr>
        <p:graphicFrame>
          <p:nvGraphicFramePr>
            <p:cNvPr id="12300" name="Object 9"/>
            <p:cNvGraphicFramePr/>
            <p:nvPr/>
          </p:nvGraphicFramePr>
          <p:xfrm>
            <a:off x="1696" y="2536"/>
            <a:ext cx="2192" cy="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1" imgW="3479800" imgH="2082800" progId="Equation.DSMT4">
                    <p:embed/>
                  </p:oleObj>
                </mc:Choice>
                <mc:Fallback>
                  <p:oleObj name="" r:id="rId1" imgW="3479800" imgH="20828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96" y="2536"/>
                          <a:ext cx="2192" cy="1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10"/>
            <p:cNvGraphicFramePr/>
            <p:nvPr/>
          </p:nvGraphicFramePr>
          <p:xfrm>
            <a:off x="2496" y="336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3" imgW="292100" imgH="317500" progId="Equation.3">
                    <p:embed/>
                  </p:oleObj>
                </mc:Choice>
                <mc:Fallback>
                  <p:oleObj name="" r:id="rId3" imgW="292100" imgH="3175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96" y="336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11"/>
            <p:cNvGraphicFramePr/>
            <p:nvPr/>
          </p:nvGraphicFramePr>
          <p:xfrm>
            <a:off x="3216" y="283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5" imgW="292100" imgH="317500" progId="Equation.3">
                    <p:embed/>
                  </p:oleObj>
                </mc:Choice>
                <mc:Fallback>
                  <p:oleObj name="" r:id="rId5" imgW="292100" imgH="3175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16" y="283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2348" name="Object 12"/>
          <p:cNvGraphicFramePr/>
          <p:nvPr/>
        </p:nvGraphicFramePr>
        <p:xfrm>
          <a:off x="4932363" y="1125538"/>
          <a:ext cx="26971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6" imgW="2653030" imgH="444500" progId="Equation.DSMT4">
                  <p:embed/>
                </p:oleObj>
              </mc:Choice>
              <mc:Fallback>
                <p:oleObj name="" r:id="rId6" imgW="2653030" imgH="4445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32363" y="1125538"/>
                        <a:ext cx="2697162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Rectangle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2350" name="Text Box 14"/>
          <p:cNvSpPr txBox="1"/>
          <p:nvPr/>
        </p:nvSpPr>
        <p:spPr>
          <a:xfrm>
            <a:off x="755650" y="404813"/>
            <a:ext cx="39608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分块对角分块矩阵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42351" name="Object 15"/>
          <p:cNvGraphicFramePr/>
          <p:nvPr/>
        </p:nvGraphicFramePr>
        <p:xfrm>
          <a:off x="1470025" y="3213100"/>
          <a:ext cx="3708400" cy="314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8" imgW="3708400" imgH="3149600" progId="Equation.DSMT4">
                  <p:embed/>
                </p:oleObj>
              </mc:Choice>
              <mc:Fallback>
                <p:oleObj name="" r:id="rId8" imgW="3708400" imgH="31496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70025" y="3213100"/>
                        <a:ext cx="3708400" cy="314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52" name="Rectangle 16"/>
          <p:cNvSpPr/>
          <p:nvPr/>
        </p:nvSpPr>
        <p:spPr>
          <a:xfrm>
            <a:off x="468313" y="3500438"/>
            <a:ext cx="11509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例如</a:t>
            </a:r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353" name="Line 17"/>
          <p:cNvSpPr/>
          <p:nvPr/>
        </p:nvSpPr>
        <p:spPr>
          <a:xfrm>
            <a:off x="1908175" y="4221163"/>
            <a:ext cx="3455988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2354" name="Line 18"/>
          <p:cNvSpPr/>
          <p:nvPr/>
        </p:nvSpPr>
        <p:spPr>
          <a:xfrm>
            <a:off x="1908175" y="5805488"/>
            <a:ext cx="3455988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2355" name="Line 19"/>
          <p:cNvSpPr/>
          <p:nvPr/>
        </p:nvSpPr>
        <p:spPr>
          <a:xfrm>
            <a:off x="3059113" y="3068638"/>
            <a:ext cx="0" cy="3313112"/>
          </a:xfrm>
          <a:prstGeom prst="line">
            <a:avLst/>
          </a:prstGeom>
          <a:ln w="38100" cap="flat" cmpd="sng">
            <a:solidFill>
              <a:srgbClr val="00008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2356" name="Line 20"/>
          <p:cNvSpPr/>
          <p:nvPr/>
        </p:nvSpPr>
        <p:spPr>
          <a:xfrm>
            <a:off x="4643438" y="3141663"/>
            <a:ext cx="0" cy="3313112"/>
          </a:xfrm>
          <a:prstGeom prst="line">
            <a:avLst/>
          </a:prstGeom>
          <a:ln w="38100" cap="flat" cmpd="sng">
            <a:solidFill>
              <a:srgbClr val="00008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42357" name="Object 21"/>
          <p:cNvGraphicFramePr/>
          <p:nvPr/>
        </p:nvGraphicFramePr>
        <p:xfrm>
          <a:off x="5292725" y="4292600"/>
          <a:ext cx="23876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0" imgW="2387600" imgH="1549400" progId="Equation.DSMT4">
                  <p:embed/>
                </p:oleObj>
              </mc:Choice>
              <mc:Fallback>
                <p:oleObj name="" r:id="rId10" imgW="2387600" imgH="15494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92725" y="4292600"/>
                        <a:ext cx="2387600" cy="154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8" name="Object 22"/>
          <p:cNvGraphicFramePr/>
          <p:nvPr/>
        </p:nvGraphicFramePr>
        <p:xfrm>
          <a:off x="6440488" y="4365625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2" imgW="292100" imgH="317500" progId="Equation.DSMT4">
                  <p:embed/>
                </p:oleObj>
              </mc:Choice>
              <mc:Fallback>
                <p:oleObj name="" r:id="rId12" imgW="292100" imgH="3175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40488" y="4365625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9" name="Object 23"/>
          <p:cNvGraphicFramePr/>
          <p:nvPr/>
        </p:nvGraphicFramePr>
        <p:xfrm>
          <a:off x="7092950" y="4365625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4" imgW="292100" imgH="317500" progId="Equation.DSMT4">
                  <p:embed/>
                </p:oleObj>
              </mc:Choice>
              <mc:Fallback>
                <p:oleObj name="" r:id="rId14" imgW="292100" imgH="3175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92950" y="4365625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0" name="Object 24"/>
          <p:cNvGraphicFramePr/>
          <p:nvPr/>
        </p:nvGraphicFramePr>
        <p:xfrm>
          <a:off x="7092950" y="4868863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5" imgW="292100" imgH="317500" progId="Equation.DSMT4">
                  <p:embed/>
                </p:oleObj>
              </mc:Choice>
              <mc:Fallback>
                <p:oleObj name="" r:id="rId15" imgW="292100" imgH="3175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92950" y="4868863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1" name="Object 25"/>
          <p:cNvGraphicFramePr/>
          <p:nvPr/>
        </p:nvGraphicFramePr>
        <p:xfrm>
          <a:off x="5795963" y="4941888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6" imgW="292100" imgH="317500" progId="Equation.DSMT4">
                  <p:embed/>
                </p:oleObj>
              </mc:Choice>
              <mc:Fallback>
                <p:oleObj name="" r:id="rId16" imgW="292100" imgH="3175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95963" y="4941888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2" name="Object 26"/>
          <p:cNvGraphicFramePr/>
          <p:nvPr/>
        </p:nvGraphicFramePr>
        <p:xfrm>
          <a:off x="5795963" y="5445125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7" imgW="292100" imgH="317500" progId="Equation.DSMT4">
                  <p:embed/>
                </p:oleObj>
              </mc:Choice>
              <mc:Fallback>
                <p:oleObj name="" r:id="rId17" imgW="292100" imgH="3175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95963" y="5445125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3" name="Object 27"/>
          <p:cNvGraphicFramePr/>
          <p:nvPr/>
        </p:nvGraphicFramePr>
        <p:xfrm>
          <a:off x="6443663" y="5445125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8" imgW="292100" imgH="317500" progId="Equation.DSMT4">
                  <p:embed/>
                </p:oleObj>
              </mc:Choice>
              <mc:Fallback>
                <p:oleObj name="" r:id="rId18" imgW="292100" imgH="3175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43663" y="5445125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4" name="Object 28"/>
          <p:cNvGraphicFramePr/>
          <p:nvPr/>
        </p:nvGraphicFramePr>
        <p:xfrm>
          <a:off x="4721225" y="1844675"/>
          <a:ext cx="294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9" imgW="2945130" imgH="431800" progId="Equation.DSMT4">
                  <p:embed/>
                </p:oleObj>
              </mc:Choice>
              <mc:Fallback>
                <p:oleObj name="" r:id="rId19" imgW="2945130" imgH="4318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21225" y="1844675"/>
                        <a:ext cx="2946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8" dur="5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1" dur="5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4" dur="5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7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0" dur="5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3" dur="5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bldLvl="0" animBg="1"/>
      <p:bldP spid="142339" grpId="0" bldLvl="0" animBg="1"/>
      <p:bldP spid="142340" grpId="0" bldLvl="0" animBg="1"/>
      <p:bldP spid="142341" grpId="0" bldLvl="0" animBg="1"/>
      <p:bldP spid="142342" grpId="0" bldLvl="0" animBg="1"/>
      <p:bldP spid="142343" grpId="0" bldLvl="0" animBg="1"/>
      <p:bldP spid="142350" grpId="0"/>
      <p:bldP spid="14235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4755" name="Object 3"/>
          <p:cNvGraphicFramePr/>
          <p:nvPr/>
        </p:nvGraphicFramePr>
        <p:xfrm>
          <a:off x="1642110" y="229235"/>
          <a:ext cx="1776730" cy="9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" imgW="1828800" imgH="1016000" progId="Equation.DSMT4">
                  <p:embed/>
                </p:oleObj>
              </mc:Choice>
              <mc:Fallback>
                <p:oleObj name="" r:id="rId1" imgW="1828800" imgH="10160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2110" y="229235"/>
                        <a:ext cx="1776730" cy="993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4"/>
          <p:cNvSpPr txBox="1"/>
          <p:nvPr/>
        </p:nvSpPr>
        <p:spPr>
          <a:xfrm>
            <a:off x="107950" y="476885"/>
            <a:ext cx="18218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2.5.2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设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Text Box 5"/>
          <p:cNvSpPr txBox="1"/>
          <p:nvPr/>
        </p:nvSpPr>
        <p:spPr>
          <a:xfrm>
            <a:off x="3348355" y="145415"/>
            <a:ext cx="5708015" cy="1226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并且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可逆，则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都可逆吗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sym typeface="+mn-ea"/>
              </a:rPr>
              <a:t>Q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可逆，那它们的逆矩阵是什么？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8" name="Text Box 6"/>
          <p:cNvSpPr txBox="1"/>
          <p:nvPr/>
        </p:nvSpPr>
        <p:spPr>
          <a:xfrm>
            <a:off x="407670" y="1578610"/>
            <a:ext cx="3697605" cy="53276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noAutofit/>
          </a:bodyPr>
          <a:p>
            <a:r>
              <a:rPr lang="zh-CN" altLang="en-US" sz="2800" dirty="0">
                <a:latin typeface="Times New Roman" panose="02020603050405020304" pitchFamily="18" charset="0"/>
              </a:rPr>
              <a:t>解  </a:t>
            </a:r>
            <a:r>
              <a:rPr lang="en-US" altLang="zh-CN" sz="2800" dirty="0">
                <a:latin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</a:rPr>
              <a:t>因为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可逆，则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59" name="Object 7"/>
          <p:cNvGraphicFramePr/>
          <p:nvPr/>
        </p:nvGraphicFramePr>
        <p:xfrm>
          <a:off x="4509135" y="1330325"/>
          <a:ext cx="2320290" cy="95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3" imgW="2336800" imgH="1016000" progId="Equation.DSMT4">
                  <p:embed/>
                </p:oleObj>
              </mc:Choice>
              <mc:Fallback>
                <p:oleObj name="" r:id="rId3" imgW="2336800" imgH="10160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9135" y="1330325"/>
                        <a:ext cx="2320290" cy="958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Text Box 8"/>
          <p:cNvSpPr txBox="1"/>
          <p:nvPr/>
        </p:nvSpPr>
        <p:spPr>
          <a:xfrm>
            <a:off x="916940" y="2530475"/>
            <a:ext cx="3398520" cy="52895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noAutofit/>
          </a:bodyPr>
          <a:p>
            <a:r>
              <a:rPr lang="en-US" altLang="zh-CN" sz="2800" dirty="0">
                <a:latin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的逆矩阵为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61" name="Object 9"/>
          <p:cNvGraphicFramePr/>
          <p:nvPr/>
        </p:nvGraphicFramePr>
        <p:xfrm>
          <a:off x="3996055" y="2318385"/>
          <a:ext cx="23907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2717800" imgH="1016000" progId="Equation.DSMT4">
                  <p:embed/>
                </p:oleObj>
              </mc:Choice>
              <mc:Fallback>
                <p:oleObj name="" r:id="rId5" imgW="2717800" imgH="10160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6055" y="2318385"/>
                        <a:ext cx="2390775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10"/>
          <p:cNvGraphicFramePr/>
          <p:nvPr/>
        </p:nvGraphicFramePr>
        <p:xfrm>
          <a:off x="483870" y="3469640"/>
          <a:ext cx="23241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7" imgW="2324100" imgH="1016000" progId="Equation.DSMT4">
                  <p:embed/>
                </p:oleObj>
              </mc:Choice>
              <mc:Fallback>
                <p:oleObj name="" r:id="rId7" imgW="2324100" imgH="10160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3870" y="3469640"/>
                        <a:ext cx="2324100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1"/>
          <p:cNvGraphicFramePr/>
          <p:nvPr/>
        </p:nvGraphicFramePr>
        <p:xfrm>
          <a:off x="2776220" y="3451860"/>
          <a:ext cx="1615440" cy="1029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9" imgW="1752600" imgH="1016000" progId="Equation.DSMT4">
                  <p:embed/>
                </p:oleObj>
              </mc:Choice>
              <mc:Fallback>
                <p:oleObj name="" r:id="rId9" imgW="1752600" imgH="10160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76220" y="3451860"/>
                        <a:ext cx="1615440" cy="10293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4" name="Object 12"/>
          <p:cNvGraphicFramePr/>
          <p:nvPr/>
        </p:nvGraphicFramePr>
        <p:xfrm>
          <a:off x="4443095" y="3482975"/>
          <a:ext cx="230886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1" imgW="2501900" imgH="1016000" progId="Equation.DSMT4">
                  <p:embed/>
                </p:oleObj>
              </mc:Choice>
              <mc:Fallback>
                <p:oleObj name="" r:id="rId11" imgW="2501900" imgH="10160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43095" y="3482975"/>
                        <a:ext cx="230886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Object 13"/>
          <p:cNvGraphicFramePr/>
          <p:nvPr/>
        </p:nvGraphicFramePr>
        <p:xfrm>
          <a:off x="6875780" y="3458845"/>
          <a:ext cx="1473200" cy="998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3" imgW="1536700" imgH="1016000" progId="Equation.DSMT4">
                  <p:embed/>
                </p:oleObj>
              </mc:Choice>
              <mc:Fallback>
                <p:oleObj name="" r:id="rId13" imgW="1536700" imgH="10160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75780" y="3458845"/>
                        <a:ext cx="1473200" cy="998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6" name="Text Box 14"/>
          <p:cNvSpPr txBox="1"/>
          <p:nvPr/>
        </p:nvSpPr>
        <p:spPr>
          <a:xfrm>
            <a:off x="611505" y="4869815"/>
            <a:ext cx="1006475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</a:rPr>
              <a:t>所以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67" name="Object 15"/>
          <p:cNvGraphicFramePr/>
          <p:nvPr/>
        </p:nvGraphicFramePr>
        <p:xfrm>
          <a:off x="1779905" y="4652328"/>
          <a:ext cx="3683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5" imgW="3683000" imgH="1778000" progId="Equation.DSMT4">
                  <p:embed/>
                </p:oleObj>
              </mc:Choice>
              <mc:Fallback>
                <p:oleObj name="" r:id="rId15" imgW="3683000" imgH="17780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79905" y="4652328"/>
                        <a:ext cx="3683000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16"/>
          <p:cNvGraphicFramePr/>
          <p:nvPr/>
        </p:nvGraphicFramePr>
        <p:xfrm>
          <a:off x="5796280" y="4941253"/>
          <a:ext cx="2552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7" imgW="2551430" imgH="1040765" progId="Equation.DSMT4">
                  <p:embed/>
                </p:oleObj>
              </mc:Choice>
              <mc:Fallback>
                <p:oleObj name="" r:id="rId17" imgW="2551430" imgH="1040765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96280" y="4941253"/>
                        <a:ext cx="25527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29425" y="1520825"/>
            <a:ext cx="160845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ym typeface="+mn-ea"/>
              </a:rPr>
              <a:t>即</a:t>
            </a:r>
            <a:r>
              <a:rPr lang="en-US" altLang="zh-CN">
                <a:sym typeface="+mn-ea"/>
              </a:rPr>
              <a:t>Q</a:t>
            </a:r>
            <a:r>
              <a:rPr lang="zh-CN" altLang="en-US" dirty="0">
                <a:sym typeface="+mn-ea"/>
              </a:rPr>
              <a:t>可逆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  <p:bldP spid="74757" grpId="0"/>
      <p:bldP spid="74758" grpId="0"/>
      <p:bldP spid="74760" grpId="0"/>
      <p:bldP spid="74766" grpId="0"/>
      <p:bldP spid="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87450" y="764540"/>
            <a:ext cx="613029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just" defTabSz="266700"/>
            <a:r>
              <a:rPr lang="zh-CN" altLang="en-US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几类分块矩阵的逆及行列式</a:t>
            </a:r>
            <a:r>
              <a:rPr lang="zh-CN" altLang="en-US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endParaRPr lang="zh-CN" altLang="en-US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对象 -2147481271"/>
          <p:cNvGraphicFramePr/>
          <p:nvPr/>
        </p:nvGraphicFramePr>
        <p:xfrm>
          <a:off x="1115695" y="1433830"/>
          <a:ext cx="2501900" cy="83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663700" imgH="508000" progId="Equation.DSMT4">
                  <p:embed/>
                </p:oleObj>
              </mc:Choice>
              <mc:Fallback>
                <p:oleObj name="" r:id="rId1" imgW="1663700" imgH="508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5695" y="1433830"/>
                        <a:ext cx="2501900" cy="831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1270"/>
          <p:cNvGraphicFramePr/>
          <p:nvPr/>
        </p:nvGraphicFramePr>
        <p:xfrm>
          <a:off x="4356100" y="1412875"/>
          <a:ext cx="2454275" cy="910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676400" imgH="508000" progId="Equation.DSMT4">
                  <p:embed/>
                </p:oleObj>
              </mc:Choice>
              <mc:Fallback>
                <p:oleObj name="" r:id="rId3" imgW="1676400" imgH="5080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6100" y="1412875"/>
                        <a:ext cx="2454275" cy="910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1269"/>
          <p:cNvGraphicFramePr/>
          <p:nvPr/>
        </p:nvGraphicFramePr>
        <p:xfrm>
          <a:off x="1080135" y="4004945"/>
          <a:ext cx="4944110" cy="89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3124200" imgH="508000" progId="Equation.DSMT4">
                  <p:embed/>
                </p:oleObj>
              </mc:Choice>
              <mc:Fallback>
                <p:oleObj name="" r:id="rId5" imgW="3124200" imgH="5080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0135" y="4004945"/>
                        <a:ext cx="4944110" cy="894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1268"/>
          <p:cNvGraphicFramePr/>
          <p:nvPr/>
        </p:nvGraphicFramePr>
        <p:xfrm>
          <a:off x="4355783" y="2598420"/>
          <a:ext cx="3214370" cy="86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2057400" imgH="508000" progId="Equation.DSMT4">
                  <p:embed/>
                </p:oleObj>
              </mc:Choice>
              <mc:Fallback>
                <p:oleObj name="" r:id="rId7" imgW="2057400" imgH="5080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5783" y="2598420"/>
                        <a:ext cx="3214370" cy="8693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1274"/>
          <p:cNvGraphicFramePr/>
          <p:nvPr/>
        </p:nvGraphicFramePr>
        <p:xfrm>
          <a:off x="1055370" y="2637155"/>
          <a:ext cx="2979420" cy="83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9" imgW="1943100" imgH="482600" progId="Equation.DSMT4">
                  <p:embed/>
                </p:oleObj>
              </mc:Choice>
              <mc:Fallback>
                <p:oleObj name="" r:id="rId9" imgW="1943100" imgH="4826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5370" y="2637155"/>
                        <a:ext cx="2979420" cy="830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6" name="Oval 2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7" name="Oval 3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8" name="Rectangle 4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9" name="Rectangle 304"/>
          <p:cNvSpPr/>
          <p:nvPr/>
        </p:nvSpPr>
        <p:spPr>
          <a:xfrm>
            <a:off x="1691640" y="476885"/>
            <a:ext cx="4818063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分块三角矩阵的行列式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410" name="Object 305"/>
          <p:cNvGraphicFramePr/>
          <p:nvPr/>
        </p:nvGraphicFramePr>
        <p:xfrm>
          <a:off x="1676559" y="2132807"/>
          <a:ext cx="4697730" cy="1687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" imgW="2628900" imgH="939800" progId="Equation.DSMT4">
                  <p:embed/>
                </p:oleObj>
              </mc:Choice>
              <mc:Fallback>
                <p:oleObj name="" r:id="rId1" imgW="2628900" imgH="9398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559" y="2132807"/>
                        <a:ext cx="4697730" cy="1687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307"/>
          <p:cNvGraphicFramePr/>
          <p:nvPr/>
        </p:nvGraphicFramePr>
        <p:xfrm>
          <a:off x="1652588" y="4077335"/>
          <a:ext cx="26543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3" imgW="1473200" imgH="939800" progId="Equation.DSMT4">
                  <p:embed/>
                </p:oleObj>
              </mc:Choice>
              <mc:Fallback>
                <p:oleObj name="" r:id="rId3" imgW="1473200" imgH="9398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2588" y="4077335"/>
                        <a:ext cx="2654300" cy="169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309"/>
          <p:cNvGraphicFramePr/>
          <p:nvPr/>
        </p:nvGraphicFramePr>
        <p:xfrm>
          <a:off x="4211955" y="4653280"/>
          <a:ext cx="2241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5" imgW="1257300" imgH="254000" progId="Equation.DSMT4">
                  <p:embed/>
                </p:oleObj>
              </mc:Choice>
              <mc:Fallback>
                <p:oleObj name="" r:id="rId5" imgW="1257300" imgH="2540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955" y="4653280"/>
                        <a:ext cx="22415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1" name="Group 325"/>
          <p:cNvGrpSpPr/>
          <p:nvPr/>
        </p:nvGrpSpPr>
        <p:grpSpPr>
          <a:xfrm>
            <a:off x="899795" y="1340803"/>
            <a:ext cx="5102225" cy="546100"/>
            <a:chOff x="476" y="935"/>
            <a:chExt cx="3011" cy="344"/>
          </a:xfrm>
        </p:grpSpPr>
        <p:graphicFrame>
          <p:nvGraphicFramePr>
            <p:cNvPr id="17411" name="Object 322"/>
            <p:cNvGraphicFramePr/>
            <p:nvPr/>
          </p:nvGraphicFramePr>
          <p:xfrm>
            <a:off x="771" y="991"/>
            <a:ext cx="128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7" imgW="1016000" imgH="228600" progId="Equation.DSMT4">
                    <p:embed/>
                  </p:oleObj>
                </mc:Choice>
                <mc:Fallback>
                  <p:oleObj name="" r:id="rId7" imgW="1016000" imgH="228600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1" y="991"/>
                          <a:ext cx="1283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2" name="Rectangle 323"/>
            <p:cNvSpPr/>
            <p:nvPr/>
          </p:nvSpPr>
          <p:spPr>
            <a:xfrm>
              <a:off x="2027" y="935"/>
              <a:ext cx="14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均为方阵，则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423" name="Rectangle 324"/>
            <p:cNvSpPr/>
            <p:nvPr/>
          </p:nvSpPr>
          <p:spPr>
            <a:xfrm>
              <a:off x="476" y="935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若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31595" y="620713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algn="just" defTabSz="266700"/>
            <a:r>
              <a:rPr lang="zh-CN" altLang="en-US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性质</a:t>
            </a:r>
            <a:r>
              <a:rPr lang="en-US" altLang="zh-CN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2.5.1 </a:t>
            </a:r>
            <a:r>
              <a:rPr lang="zh-CN" altLang="en-US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分块对角矩阵的性质：</a:t>
            </a:r>
            <a:r>
              <a:rPr lang="zh-CN" altLang="en-US">
                <a:latin typeface="Calibri" panose="020F0502020204030204"/>
                <a:ea typeface="宋体" panose="02010600030101010101" pitchFamily="2" charset="-122"/>
              </a:rPr>
              <a:t>设</a:t>
            </a:r>
            <a:endParaRPr lang="zh-CN" altLang="en-US"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对象 -2147481266"/>
          <p:cNvGraphicFramePr>
            <a:graphicFrameLocks noChangeAspect="1"/>
          </p:cNvGraphicFramePr>
          <p:nvPr/>
        </p:nvGraphicFramePr>
        <p:xfrm>
          <a:off x="2771775" y="1341755"/>
          <a:ext cx="289115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85900" imgH="939800" progId="Equation.DSMT4">
                  <p:embed/>
                </p:oleObj>
              </mc:Choice>
              <mc:Fallback>
                <p:oleObj name="" r:id="rId1" imgW="1485900" imgH="939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1341755"/>
                        <a:ext cx="2891155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74275"/>
          <p:cNvGraphicFramePr>
            <a:graphicFrameLocks noChangeAspect="1"/>
          </p:cNvGraphicFramePr>
          <p:nvPr/>
        </p:nvGraphicFramePr>
        <p:xfrm>
          <a:off x="2837815" y="3279775"/>
          <a:ext cx="2738120" cy="56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219200" imgH="254000" progId="Equation.DSMT4">
                  <p:embed/>
                </p:oleObj>
              </mc:Choice>
              <mc:Fallback>
                <p:oleObj name="" r:id="rId3" imgW="1219200" imgH="2540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7815" y="3279775"/>
                        <a:ext cx="2738120" cy="5695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72415" y="3169920"/>
            <a:ext cx="8521700" cy="1966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 defTabSz="266700">
              <a:lnSpc>
                <a:spcPct val="140000"/>
              </a:lnSpc>
            </a:pPr>
            <a:r>
              <a:rPr lang="en-US" altLang="zh-CN">
                <a:latin typeface="Calibri" panose="020F0502020204030204"/>
                <a:sym typeface="+mn-ea"/>
              </a:rPr>
              <a:t>  </a:t>
            </a:r>
            <a:r>
              <a:rPr lang="zh-CN" altLang="en-US">
                <a:latin typeface="Calibri" panose="020F0502020204030204"/>
                <a:sym typeface="+mn-ea"/>
              </a:rPr>
              <a:t>则（</a:t>
            </a:r>
            <a:r>
              <a:rPr lang="en-US" altLang="zh-CN">
                <a:latin typeface="Calibri" panose="020F0502020204030204"/>
                <a:sym typeface="+mn-ea"/>
              </a:rPr>
              <a:t>1</a:t>
            </a:r>
            <a:r>
              <a:rPr lang="zh-CN" altLang="en-US">
                <a:latin typeface="Calibri" panose="020F0502020204030204"/>
                <a:sym typeface="+mn-ea"/>
              </a:rPr>
              <a:t>）</a:t>
            </a:r>
            <a:endParaRPr lang="zh-CN" altLang="en-US">
              <a:latin typeface="Calibri" panose="020F0502020204030204"/>
              <a:sym typeface="+mn-ea"/>
            </a:endParaRPr>
          </a:p>
          <a:p>
            <a:pPr algn="just" defTabSz="266700">
              <a:lnSpc>
                <a:spcPct val="140000"/>
              </a:lnSpc>
            </a:pPr>
            <a:r>
              <a:rPr lang="zh-CN" altLang="en-US">
                <a:latin typeface="Calibri" panose="020F0502020204030204"/>
                <a:sym typeface="+mn-ea"/>
              </a:rPr>
              <a:t>（</a:t>
            </a:r>
            <a:r>
              <a:rPr lang="en-US" altLang="zh-CN">
                <a:latin typeface="Calibri" panose="020F0502020204030204"/>
                <a:sym typeface="+mn-ea"/>
              </a:rPr>
              <a:t>2</a:t>
            </a:r>
            <a:r>
              <a:rPr lang="zh-CN" altLang="en-US">
                <a:latin typeface="Calibri" panose="020F0502020204030204"/>
                <a:sym typeface="+mn-ea"/>
              </a:rPr>
              <a:t>）如果每一个</a:t>
            </a:r>
            <a:r>
              <a:rPr lang="en-US" altLang="zh-CN">
                <a:latin typeface="Calibri" panose="020F0502020204030204"/>
                <a:sym typeface="+mn-ea"/>
              </a:rPr>
              <a:t>                          </a:t>
            </a:r>
            <a:r>
              <a:rPr lang="zh-CN" altLang="en-US">
                <a:latin typeface="Calibri" panose="020F0502020204030204"/>
                <a:sym typeface="+mn-ea"/>
              </a:rPr>
              <a:t>都可逆，那么</a:t>
            </a:r>
            <a:r>
              <a:rPr lang="en-US" altLang="zh-CN">
                <a:latin typeface="Calibri" panose="020F0502020204030204"/>
                <a:sym typeface="+mn-ea"/>
              </a:rPr>
              <a:t> </a:t>
            </a:r>
            <a:r>
              <a:rPr lang="en-US" altLang="zh-CN" i="1">
                <a:sym typeface="+mn-ea"/>
              </a:rPr>
              <a:t>A</a:t>
            </a:r>
            <a:r>
              <a:rPr lang="zh-CN" altLang="en-US">
                <a:latin typeface="Calibri" panose="020F0502020204030204"/>
                <a:sym typeface="+mn-ea"/>
              </a:rPr>
              <a:t>也可逆，</a:t>
            </a:r>
            <a:r>
              <a:rPr lang="en-US" altLang="zh-CN">
                <a:latin typeface="Calibri" panose="020F0502020204030204"/>
                <a:sym typeface="+mn-ea"/>
              </a:rPr>
              <a:t> </a:t>
            </a:r>
            <a:endParaRPr lang="en-US" altLang="zh-CN">
              <a:latin typeface="Calibri" panose="020F0502020204030204"/>
              <a:sym typeface="+mn-ea"/>
            </a:endParaRPr>
          </a:p>
        </p:txBody>
      </p:sp>
      <p:graphicFrame>
        <p:nvGraphicFramePr>
          <p:cNvPr id="7" name="对象 -2147481264"/>
          <p:cNvGraphicFramePr/>
          <p:nvPr/>
        </p:nvGraphicFramePr>
        <p:xfrm>
          <a:off x="3101975" y="3952240"/>
          <a:ext cx="195516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990600" imgH="228600" progId="Equation.DSMT4">
                  <p:embed/>
                </p:oleObj>
              </mc:Choice>
              <mc:Fallback>
                <p:oleObj name="" r:id="rId5" imgW="990600" imgH="2286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01975" y="3952240"/>
                        <a:ext cx="1955165" cy="4902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1260"/>
          <p:cNvGraphicFramePr>
            <a:graphicFrameLocks noChangeAspect="1"/>
          </p:cNvGraphicFramePr>
          <p:nvPr/>
        </p:nvGraphicFramePr>
        <p:xfrm>
          <a:off x="2554923" y="4581525"/>
          <a:ext cx="361315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1917065" imgH="939800" progId="Equation.DSMT4">
                  <p:embed/>
                </p:oleObj>
              </mc:Choice>
              <mc:Fallback>
                <p:oleObj name="" r:id="rId7" imgW="1917065" imgH="9398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4923" y="4581525"/>
                        <a:ext cx="3613150" cy="177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372" name="Group 2"/>
          <p:cNvGrpSpPr/>
          <p:nvPr/>
        </p:nvGrpSpPr>
        <p:grpSpPr>
          <a:xfrm>
            <a:off x="1691806" y="260985"/>
            <a:ext cx="5575018" cy="1536700"/>
            <a:chOff x="398" y="472"/>
            <a:chExt cx="3393" cy="968"/>
          </a:xfrm>
        </p:grpSpPr>
        <p:sp>
          <p:nvSpPr>
            <p:cNvPr id="15377" name="Text Box 3"/>
            <p:cNvSpPr txBox="1"/>
            <p:nvPr/>
          </p:nvSpPr>
          <p:spPr>
            <a:xfrm>
              <a:off x="398" y="768"/>
              <a:ext cx="122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zh-CN" altLang="en-US" sz="2800" dirty="0">
                  <a:solidFill>
                    <a:srgbClr val="FF33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例</a:t>
              </a:r>
              <a:r>
                <a:rPr lang="en-US" altLang="zh-CN" sz="2800" dirty="0">
                  <a:solidFill>
                    <a:srgbClr val="FF33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2.5.3 </a:t>
              </a:r>
              <a:r>
                <a:rPr lang="zh-CN" altLang="en-US" sz="2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设</a:t>
              </a:r>
              <a:endPara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15370" name="Object 4"/>
            <p:cNvGraphicFramePr/>
            <p:nvPr/>
          </p:nvGraphicFramePr>
          <p:xfrm>
            <a:off x="1585" y="472"/>
            <a:ext cx="1472" cy="9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" imgW="2336800" imgH="1536700" progId="Equation.DSMT4">
                    <p:embed/>
                  </p:oleObj>
                </mc:Choice>
                <mc:Fallback>
                  <p:oleObj name="" r:id="rId1" imgW="2336800" imgH="1536700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85" y="472"/>
                          <a:ext cx="1472" cy="9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Object 5"/>
            <p:cNvGraphicFramePr/>
            <p:nvPr/>
          </p:nvGraphicFramePr>
          <p:xfrm>
            <a:off x="3135" y="768"/>
            <a:ext cx="656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3" imgW="469900" imgH="228600" progId="Equation.3">
                    <p:embed/>
                  </p:oleObj>
                </mc:Choice>
                <mc:Fallback>
                  <p:oleObj name="" r:id="rId3" imgW="469900" imgH="2286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5" y="768"/>
                          <a:ext cx="656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318" name="Text Box 6"/>
          <p:cNvSpPr txBox="1"/>
          <p:nvPr/>
        </p:nvSpPr>
        <p:spPr>
          <a:xfrm>
            <a:off x="489268" y="1988820"/>
            <a:ext cx="5429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41319" name="Object 7"/>
          <p:cNvGraphicFramePr/>
          <p:nvPr/>
        </p:nvGraphicFramePr>
        <p:xfrm>
          <a:off x="611505" y="2070100"/>
          <a:ext cx="2399665" cy="169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5" imgW="2222500" imgH="1536700" progId="Equation.DSMT4">
                  <p:embed/>
                </p:oleObj>
              </mc:Choice>
              <mc:Fallback>
                <p:oleObj name="" r:id="rId5" imgW="2222500" imgH="15367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505" y="2070100"/>
                        <a:ext cx="2399665" cy="16941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0" name="Line 8"/>
          <p:cNvSpPr/>
          <p:nvPr/>
        </p:nvSpPr>
        <p:spPr>
          <a:xfrm flipV="1">
            <a:off x="1177290" y="3213100"/>
            <a:ext cx="1833880" cy="31115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1321" name="Line 9"/>
          <p:cNvSpPr/>
          <p:nvPr/>
        </p:nvSpPr>
        <p:spPr>
          <a:xfrm>
            <a:off x="2339975" y="2205355"/>
            <a:ext cx="0" cy="1524000"/>
          </a:xfrm>
          <a:prstGeom prst="line">
            <a:avLst/>
          </a:prstGeom>
          <a:ln w="28575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41322" name="Object 10"/>
          <p:cNvGraphicFramePr/>
          <p:nvPr/>
        </p:nvGraphicFramePr>
        <p:xfrm>
          <a:off x="3018155" y="2224405"/>
          <a:ext cx="1828800" cy="1159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7" imgW="1828800" imgH="1016000" progId="Equation.DSMT4">
                  <p:embed/>
                </p:oleObj>
              </mc:Choice>
              <mc:Fallback>
                <p:oleObj name="" r:id="rId7" imgW="1828800" imgH="10160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8155" y="2224405"/>
                        <a:ext cx="1828800" cy="1159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3" name="Object 11"/>
          <p:cNvGraphicFramePr/>
          <p:nvPr/>
        </p:nvGraphicFramePr>
        <p:xfrm>
          <a:off x="5076190" y="2276793"/>
          <a:ext cx="190690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9" imgW="1905000" imgH="1016000" progId="Equation.DSMT4">
                  <p:embed/>
                </p:oleObj>
              </mc:Choice>
              <mc:Fallback>
                <p:oleObj name="" r:id="rId9" imgW="1905000" imgH="10160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76190" y="2276793"/>
                        <a:ext cx="1906905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4" name="Object 12"/>
          <p:cNvGraphicFramePr/>
          <p:nvPr/>
        </p:nvGraphicFramePr>
        <p:xfrm>
          <a:off x="3445510" y="3661411"/>
          <a:ext cx="2743200" cy="100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1" imgW="2743200" imgH="1002665" progId="Equation.DSMT4">
                  <p:embed/>
                </p:oleObj>
              </mc:Choice>
              <mc:Fallback>
                <p:oleObj name="" r:id="rId11" imgW="2743200" imgH="1002665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45510" y="3661411"/>
                        <a:ext cx="2743200" cy="1002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5" name="Object 13"/>
          <p:cNvGraphicFramePr/>
          <p:nvPr/>
        </p:nvGraphicFramePr>
        <p:xfrm>
          <a:off x="7164070" y="2565400"/>
          <a:ext cx="132016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3" imgW="1320165" imgH="482600" progId="Equation.DSMT4">
                  <p:embed/>
                </p:oleObj>
              </mc:Choice>
              <mc:Fallback>
                <p:oleObj name="" r:id="rId13" imgW="1320165" imgH="4826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64070" y="2565400"/>
                        <a:ext cx="132016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6" name="Object 14"/>
          <p:cNvGraphicFramePr/>
          <p:nvPr/>
        </p:nvGraphicFramePr>
        <p:xfrm>
          <a:off x="6444139" y="3573304"/>
          <a:ext cx="1576705" cy="93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5" imgW="1587500" imgH="939800" progId="Equation.DSMT4">
                  <p:embed/>
                </p:oleObj>
              </mc:Choice>
              <mc:Fallback>
                <p:oleObj name="" r:id="rId15" imgW="1587500" imgH="9398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44139" y="3573304"/>
                        <a:ext cx="1576705" cy="9328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7" name="Object 15"/>
          <p:cNvGraphicFramePr/>
          <p:nvPr/>
        </p:nvGraphicFramePr>
        <p:xfrm>
          <a:off x="1163955" y="4930140"/>
          <a:ext cx="340804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7" imgW="2870200" imgH="1066800" progId="Equation.DSMT4">
                  <p:embed/>
                </p:oleObj>
              </mc:Choice>
              <mc:Fallback>
                <p:oleObj name="" r:id="rId17" imgW="2870200" imgH="10668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63955" y="4930140"/>
                        <a:ext cx="3408045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8" name="Object 16"/>
          <p:cNvGraphicFramePr/>
          <p:nvPr/>
        </p:nvGraphicFramePr>
        <p:xfrm>
          <a:off x="4643755" y="4785995"/>
          <a:ext cx="2329815" cy="156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9" imgW="2578100" imgH="1548765" progId="Equation.DSMT4">
                  <p:embed/>
                </p:oleObj>
              </mc:Choice>
              <mc:Fallback>
                <p:oleObj name="" r:id="rId19" imgW="2578100" imgH="1548765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43755" y="4785995"/>
                        <a:ext cx="2329815" cy="1564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Rectangle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559" name="对象 23558"/>
          <p:cNvGraphicFramePr/>
          <p:nvPr/>
        </p:nvGraphicFramePr>
        <p:xfrm>
          <a:off x="611505" y="669290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6057900" imgH="800100" progId="Word.Document.8">
                  <p:embed/>
                </p:oleObj>
              </mc:Choice>
              <mc:Fallback>
                <p:oleObj name="" r:id="rId1" imgW="6057900" imgH="800100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1505" y="669290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27405" y="1916430"/>
            <a:ext cx="6178550" cy="521970"/>
          </a:xfrm>
          <a:prstGeom prst="rect">
            <a:avLst/>
          </a:prstGeom>
        </p:spPr>
        <p:txBody>
          <a:bodyPr wrap="square">
            <a:spAutoFit/>
          </a:bodyPr>
          <a:p>
            <a:pPr indent="227330" algn="just" defTabSz="266700"/>
            <a:r>
              <a:rPr lang="zh-CN" altLang="en-US">
                <a:solidFill>
                  <a:srgbClr val="3333FF"/>
                </a:solidFill>
                <a:latin typeface="Calibri" panose="020F0502020204030204"/>
                <a:ea typeface="宋体" panose="02010600030101010101" pitchFamily="2" charset="-122"/>
              </a:rPr>
              <a:t>解</a:t>
            </a:r>
            <a:r>
              <a:rPr lang="en-US" altLang="zh-CN">
                <a:solidFill>
                  <a:srgbClr val="3333FF"/>
                </a:solidFill>
                <a:latin typeface="Calibri" panose="020F0502020204030204"/>
                <a:ea typeface="Calibri" panose="020F0502020204030204"/>
              </a:rPr>
              <a:t>  </a:t>
            </a:r>
            <a:r>
              <a:rPr lang="en-US" altLang="zh-CN">
                <a:solidFill>
                  <a:srgbClr val="3333FF"/>
                </a:solidFill>
                <a:latin typeface="Calibri" panose="020F0502020204030204"/>
                <a:ea typeface="宋体" panose="02010600030101010101" pitchFamily="2" charset="-122"/>
              </a:rPr>
              <a:t> 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根据行列式的运算性质，有</a:t>
            </a:r>
            <a:endParaRPr lang="zh-CN" altLang="en-US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2" name="对象 -2147480765"/>
          <p:cNvGraphicFramePr>
            <a:graphicFrameLocks noChangeAspect="1"/>
          </p:cNvGraphicFramePr>
          <p:nvPr/>
        </p:nvGraphicFramePr>
        <p:xfrm>
          <a:off x="1835785" y="2564765"/>
          <a:ext cx="2738120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219200" imgH="228600" progId="Equation.DSMT4">
                  <p:embed/>
                </p:oleObj>
              </mc:Choice>
              <mc:Fallback>
                <p:oleObj name="" r:id="rId3" imgW="1219200" imgH="2286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785" y="2564765"/>
                        <a:ext cx="2738120" cy="5137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55650" y="4498340"/>
            <a:ext cx="7498715" cy="1288415"/>
          </a:xfrm>
          <a:prstGeom prst="rect">
            <a:avLst/>
          </a:prstGeom>
        </p:spPr>
        <p:txBody>
          <a:bodyPr wrap="square">
            <a:noAutofit/>
          </a:bodyPr>
          <a:p>
            <a:pPr algn="just" defTabSz="266700">
              <a:lnSpc>
                <a:spcPct val="140000"/>
              </a:lnSpc>
            </a:pPr>
            <a:r>
              <a:rPr lang="zh-CN" altLang="en-US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注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：本例中第三个等号提取公因子</a:t>
            </a:r>
            <a:r>
              <a:rPr lang="en-US" altLang="zh-CN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</a:rPr>
              <a:t>时，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要根据子块矩阵</a:t>
            </a:r>
            <a:r>
              <a:rPr lang="en-US" altLang="zh-CN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     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sym typeface="+mn-ea"/>
              </a:rPr>
              <a:t>的列数确定公因子</a:t>
            </a:r>
            <a:r>
              <a:rPr lang="en-US" altLang="zh-CN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sym typeface="+mn-ea"/>
              </a:rPr>
              <a:t>的提取个数</a:t>
            </a:r>
            <a:r>
              <a:rPr lang="en-US" altLang="zh-CN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.</a:t>
            </a:r>
            <a:endParaRPr lang="zh-CN" altLang="en-US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对象 -2147480764"/>
          <p:cNvGraphicFramePr/>
          <p:nvPr/>
        </p:nvGraphicFramePr>
        <p:xfrm>
          <a:off x="2637790" y="5278120"/>
          <a:ext cx="44958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5" imgW="190500" imgH="228600" progId="Equation.DSMT4">
                  <p:embed/>
                </p:oleObj>
              </mc:Choice>
              <mc:Fallback>
                <p:oleObj name="" r:id="rId5" imgW="190500" imgH="2286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7790" y="5278120"/>
                        <a:ext cx="449580" cy="487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0765"/>
          <p:cNvGraphicFramePr>
            <a:graphicFrameLocks noChangeAspect="1"/>
          </p:cNvGraphicFramePr>
          <p:nvPr/>
        </p:nvGraphicFramePr>
        <p:xfrm>
          <a:off x="2303463" y="3172460"/>
          <a:ext cx="4505325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7" imgW="2005965" imgH="228600" progId="Equation.DSMT4">
                  <p:embed/>
                </p:oleObj>
              </mc:Choice>
              <mc:Fallback>
                <p:oleObj name="" r:id="rId7" imgW="2005965" imgH="2286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3463" y="3172460"/>
                        <a:ext cx="4505325" cy="5137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-2147480765"/>
          <p:cNvGraphicFramePr>
            <a:graphicFrameLocks noChangeAspect="1"/>
          </p:cNvGraphicFramePr>
          <p:nvPr/>
        </p:nvGraphicFramePr>
        <p:xfrm>
          <a:off x="2303780" y="3788728"/>
          <a:ext cx="601726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9" imgW="2679700" imgH="241300" progId="Equation.DSMT4">
                  <p:embed/>
                </p:oleObj>
              </mc:Choice>
              <mc:Fallback>
                <p:oleObj name="" r:id="rId9" imgW="2679700" imgH="2413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03780" y="3788728"/>
                        <a:ext cx="6017260" cy="54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Rectangle 2"/>
          <p:cNvSpPr/>
          <p:nvPr/>
        </p:nvSpPr>
        <p:spPr>
          <a:xfrm>
            <a:off x="4572000" y="2362200"/>
            <a:ext cx="1371600" cy="14478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4387" name="Rectangle 3"/>
          <p:cNvSpPr/>
          <p:nvPr/>
        </p:nvSpPr>
        <p:spPr>
          <a:xfrm>
            <a:off x="2057400" y="304800"/>
            <a:ext cx="1066800" cy="8382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4388" name="Rectangle 4"/>
          <p:cNvSpPr/>
          <p:nvPr/>
        </p:nvSpPr>
        <p:spPr>
          <a:xfrm>
            <a:off x="3352800" y="1371600"/>
            <a:ext cx="1066800" cy="8382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4389" name="Rectangle 5"/>
          <p:cNvSpPr/>
          <p:nvPr/>
        </p:nvSpPr>
        <p:spPr>
          <a:xfrm>
            <a:off x="6096000" y="4038600"/>
            <a:ext cx="1066800" cy="8382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24" name="Text Box 6"/>
          <p:cNvSpPr txBox="1"/>
          <p:nvPr/>
        </p:nvSpPr>
        <p:spPr>
          <a:xfrm>
            <a:off x="228600" y="838200"/>
            <a:ext cx="14351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练习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设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3314" name="Object 8"/>
          <p:cNvGraphicFramePr/>
          <p:nvPr/>
        </p:nvGraphicFramePr>
        <p:xfrm>
          <a:off x="7543800" y="2362200"/>
          <a:ext cx="1066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066800" imgH="469900" progId="Equation.3">
                  <p:embed/>
                </p:oleObj>
              </mc:Choice>
              <mc:Fallback>
                <p:oleObj name="" r:id="rId1" imgW="1066800" imgH="469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43800" y="2362200"/>
                        <a:ext cx="1066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4394" name="Line 10"/>
          <p:cNvSpPr/>
          <p:nvPr/>
        </p:nvSpPr>
        <p:spPr>
          <a:xfrm>
            <a:off x="1981200" y="1219200"/>
            <a:ext cx="51816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4395" name="Line 11"/>
          <p:cNvSpPr/>
          <p:nvPr/>
        </p:nvSpPr>
        <p:spPr>
          <a:xfrm>
            <a:off x="3200400" y="228600"/>
            <a:ext cx="0" cy="47244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4396" name="Line 12"/>
          <p:cNvSpPr/>
          <p:nvPr/>
        </p:nvSpPr>
        <p:spPr>
          <a:xfrm>
            <a:off x="4495800" y="228600"/>
            <a:ext cx="0" cy="46482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4397" name="Line 13"/>
          <p:cNvSpPr/>
          <p:nvPr/>
        </p:nvSpPr>
        <p:spPr>
          <a:xfrm>
            <a:off x="6019800" y="228600"/>
            <a:ext cx="0" cy="46482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4398" name="Line 14"/>
          <p:cNvSpPr/>
          <p:nvPr/>
        </p:nvSpPr>
        <p:spPr>
          <a:xfrm>
            <a:off x="1981200" y="2286000"/>
            <a:ext cx="51816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4399" name="Line 15"/>
          <p:cNvSpPr/>
          <p:nvPr/>
        </p:nvSpPr>
        <p:spPr>
          <a:xfrm>
            <a:off x="1981200" y="3886200"/>
            <a:ext cx="51816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13319" name="Object 7"/>
          <p:cNvGraphicFramePr/>
          <p:nvPr/>
        </p:nvGraphicFramePr>
        <p:xfrm>
          <a:off x="1318895" y="228600"/>
          <a:ext cx="5930900" cy="473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5930900" imgH="4737100" progId="Equation.DSMT4">
                  <p:embed/>
                </p:oleObj>
              </mc:Choice>
              <mc:Fallback>
                <p:oleObj name="" r:id="rId3" imgW="5930900" imgH="47371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8895" y="228600"/>
                        <a:ext cx="5930900" cy="473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/>
          <p:nvPr/>
        </p:nvGraphicFramePr>
        <p:xfrm>
          <a:off x="2397125" y="476250"/>
          <a:ext cx="36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368300" imgH="431800" progId="Equation.DSMT4">
                  <p:embed/>
                </p:oleObj>
              </mc:Choice>
              <mc:Fallback>
                <p:oleObj name="" r:id="rId5" imgW="368300" imgH="431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7125" y="476250"/>
                        <a:ext cx="368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/>
          <p:nvPr/>
        </p:nvGraphicFramePr>
        <p:xfrm>
          <a:off x="3657600" y="1536700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81000" imgH="431800" progId="Equation.DSMT4">
                  <p:embed/>
                </p:oleObj>
              </mc:Choice>
              <mc:Fallback>
                <p:oleObj name="" r:id="rId7" imgW="381000" imgH="431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7600" y="1536700"/>
                        <a:ext cx="381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/>
          <p:nvPr/>
        </p:nvGraphicFramePr>
        <p:xfrm>
          <a:off x="5147945" y="2780665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9" imgW="381000" imgH="431800" progId="Equation.DSMT4">
                  <p:embed/>
                </p:oleObj>
              </mc:Choice>
              <mc:Fallback>
                <p:oleObj name="" r:id="rId9" imgW="381000" imgH="431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47945" y="2780665"/>
                        <a:ext cx="381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/>
          <p:nvPr/>
        </p:nvGraphicFramePr>
        <p:xfrm>
          <a:off x="6228080" y="4241800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1" imgW="381000" imgH="431800" progId="Equation.DSMT4">
                  <p:embed/>
                </p:oleObj>
              </mc:Choice>
              <mc:Fallback>
                <p:oleObj name="" r:id="rId11" imgW="381000" imgH="431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28080" y="4241800"/>
                        <a:ext cx="381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ldLvl="0" animBg="1"/>
      <p:bldP spid="144387" grpId="0" bldLvl="0" animBg="1"/>
      <p:bldP spid="144388" grpId="0" bldLvl="0" animBg="1"/>
      <p:bldP spid="144389" grpId="0" bldLvl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3" name="Text Box 2"/>
          <p:cNvSpPr txBox="1"/>
          <p:nvPr/>
        </p:nvSpPr>
        <p:spPr>
          <a:xfrm>
            <a:off x="650875" y="762000"/>
            <a:ext cx="7207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en-US" altLang="zh-CN" sz="28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338" name="Object 3"/>
          <p:cNvGraphicFramePr/>
          <p:nvPr/>
        </p:nvGraphicFramePr>
        <p:xfrm>
          <a:off x="1311117" y="669131"/>
          <a:ext cx="284988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" imgW="2616200" imgH="1002665" progId="Equation.DSMT4">
                  <p:embed/>
                </p:oleObj>
              </mc:Choice>
              <mc:Fallback>
                <p:oleObj name="" r:id="rId1" imgW="2616200" imgH="1002665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11117" y="669131"/>
                        <a:ext cx="284988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4"/>
          <p:cNvGraphicFramePr/>
          <p:nvPr/>
        </p:nvGraphicFramePr>
        <p:xfrm>
          <a:off x="4487069" y="627856"/>
          <a:ext cx="30511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3" imgW="2831465" imgH="1002665" progId="Equation.DSMT4">
                  <p:embed/>
                </p:oleObj>
              </mc:Choice>
              <mc:Fallback>
                <p:oleObj name="" r:id="rId3" imgW="2831465" imgH="1002665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7069" y="627856"/>
                        <a:ext cx="3051175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5"/>
          <p:cNvGraphicFramePr/>
          <p:nvPr/>
        </p:nvGraphicFramePr>
        <p:xfrm>
          <a:off x="683895" y="2061210"/>
          <a:ext cx="3985260" cy="1569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3797300" imgH="1548765" progId="Equation.DSMT4">
                  <p:embed/>
                </p:oleObj>
              </mc:Choice>
              <mc:Fallback>
                <p:oleObj name="" r:id="rId5" imgW="3797300" imgH="1548765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895" y="2061210"/>
                        <a:ext cx="3985260" cy="1569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6"/>
          <p:cNvGraphicFramePr/>
          <p:nvPr/>
        </p:nvGraphicFramePr>
        <p:xfrm>
          <a:off x="4860290" y="2277110"/>
          <a:ext cx="3114675" cy="1015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7" imgW="3035300" imgH="1002665" progId="Equation.DSMT4">
                  <p:embed/>
                </p:oleObj>
              </mc:Choice>
              <mc:Fallback>
                <p:oleObj name="" r:id="rId7" imgW="3035300" imgH="1002665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0290" y="2277110"/>
                        <a:ext cx="3114675" cy="1015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 cap="flat" cmpd="thinThick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5416" name="Object 8"/>
          <p:cNvGraphicFramePr/>
          <p:nvPr/>
        </p:nvGraphicFramePr>
        <p:xfrm>
          <a:off x="683895" y="3981450"/>
          <a:ext cx="5243195" cy="2213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9" imgW="5434965" imgH="2133600" progId="Equation.DSMT4">
                  <p:embed/>
                </p:oleObj>
              </mc:Choice>
              <mc:Fallback>
                <p:oleObj name="" r:id="rId9" imgW="5434965" imgH="21336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895" y="3981450"/>
                        <a:ext cx="5243195" cy="2213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0020" name="文本框 470019"/>
          <p:cNvSpPr txBox="1"/>
          <p:nvPr/>
        </p:nvSpPr>
        <p:spPr>
          <a:xfrm>
            <a:off x="796925" y="1228725"/>
            <a:ext cx="7494905" cy="11436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2.6.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矩阵的下列三种变换称为矩阵的初等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变换：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0021" name="文本框 470020"/>
          <p:cNvSpPr txBox="1"/>
          <p:nvPr/>
        </p:nvSpPr>
        <p:spPr>
          <a:xfrm>
            <a:off x="467360" y="2417445"/>
            <a:ext cx="80137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）交换矩阵的两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)(</a:t>
            </a:r>
            <a:r>
              <a:rPr lang="zh-CN" altLang="en-US">
                <a:latin typeface="Times New Roman" panose="02020603050405020304" pitchFamily="18" charset="0"/>
              </a:rPr>
              <a:t>交换两行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记作</a:t>
            </a:r>
            <a:r>
              <a:rPr lang="en-US" altLang="zh-CN">
                <a:latin typeface="Times New Roman" panose="02020603050405020304" pitchFamily="18" charset="0"/>
              </a:rPr>
              <a:t>         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70022" name="文本框 470021"/>
          <p:cNvSpPr txBox="1"/>
          <p:nvPr/>
        </p:nvSpPr>
        <p:spPr>
          <a:xfrm>
            <a:off x="395605" y="2889250"/>
            <a:ext cx="8466455" cy="1245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）用一个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非零的常数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乘矩阵的</a:t>
            </a:r>
            <a:r>
              <a:rPr lang="zh-CN" altLang="en-US" dirty="0">
                <a:sym typeface="+mn-ea"/>
              </a:rPr>
              <a:t>某</a:t>
            </a:r>
            <a:r>
              <a:rPr lang="zh-CN" altLang="en-US" dirty="0">
                <a:latin typeface="Times New Roman" panose="02020603050405020304" pitchFamily="18" charset="0"/>
              </a:rPr>
              <a:t>一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k</a:t>
            </a:r>
            <a:r>
              <a:rPr lang="zh-CN" altLang="en-US">
                <a:latin typeface="Times New Roman" panose="02020603050405020304" pitchFamily="18" charset="0"/>
              </a:rPr>
              <a:t>乘第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，记作</a:t>
            </a:r>
            <a:r>
              <a:rPr lang="en-US" altLang="zh-CN">
                <a:latin typeface="Times New Roman" panose="02020603050405020304" pitchFamily="18" charset="0"/>
              </a:rPr>
              <a:t>                 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70023" name="文本框 470022"/>
          <p:cNvSpPr txBox="1"/>
          <p:nvPr/>
        </p:nvSpPr>
        <p:spPr>
          <a:xfrm>
            <a:off x="395605" y="3898900"/>
            <a:ext cx="8691245" cy="16757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）把矩阵的某一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列</a:t>
            </a:r>
            <a:r>
              <a:rPr lang="zh-CN" altLang="en-US" dirty="0">
                <a:latin typeface="Times New Roman" panose="02020603050405020304" pitchFamily="18" charset="0"/>
              </a:rPr>
              <a:t>）的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倍加到另一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行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列</a:t>
            </a:r>
            <a:r>
              <a:rPr lang="zh-CN" altLang="en-US" dirty="0">
                <a:latin typeface="Times New Roman" panose="02020603050405020304" pitchFamily="18" charset="0"/>
              </a:rPr>
              <a:t>）上（第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列）的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倍加到第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行（列）上，记作</a:t>
            </a:r>
            <a:r>
              <a:rPr lang="en-US" altLang="zh-CN" dirty="0">
                <a:latin typeface="Times New Roman" panose="02020603050405020304" pitchFamily="18" charset="0"/>
              </a:rPr>
              <a:t>   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0027" name="矩形 470026"/>
          <p:cNvSpPr/>
          <p:nvPr/>
        </p:nvSpPr>
        <p:spPr>
          <a:xfrm>
            <a:off x="683895" y="5949315"/>
            <a:ext cx="7174865" cy="619125"/>
          </a:xfrm>
          <a:prstGeom prst="rect">
            <a:avLst/>
          </a:prstGeom>
          <a:noFill/>
          <a:ln w="28575">
            <a:noFill/>
          </a:ln>
          <a:effectLst>
            <a:prstShdw prst="shdw17" dist="17961" dir="13499999">
              <a:srgbClr val="663300">
                <a:gamma/>
                <a:shade val="60000"/>
                <a:invGamma/>
              </a:srgbClr>
            </a:prstShdw>
          </a:effectLst>
        </p:spPr>
        <p:txBody>
          <a:bodyPr/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矩阵的初等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行变换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列变换</a:t>
            </a:r>
            <a:r>
              <a:rPr lang="zh-CN" altLang="en-US" dirty="0">
                <a:latin typeface="Times New Roman" panose="02020603050405020304" pitchFamily="18" charset="0"/>
              </a:rPr>
              <a:t>统称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初等变换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539" name="文本框 278538"/>
          <p:cNvSpPr txBox="1"/>
          <p:nvPr/>
        </p:nvSpPr>
        <p:spPr>
          <a:xfrm>
            <a:off x="1548130" y="476885"/>
            <a:ext cx="580580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en-US" altLang="zh-CN" sz="400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6 矩阵的初等变换</a:t>
            </a:r>
            <a:endParaRPr lang="en-US" altLang="zh-CN" sz="400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" name="对象 -2147481226"/>
          <p:cNvGraphicFramePr>
            <a:graphicFrameLocks noChangeAspect="1"/>
          </p:cNvGraphicFramePr>
          <p:nvPr/>
        </p:nvGraphicFramePr>
        <p:xfrm>
          <a:off x="6917690" y="2421255"/>
          <a:ext cx="782955" cy="51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57200" imgH="241300" progId="Equation.DSMT4">
                  <p:embed/>
                </p:oleObj>
              </mc:Choice>
              <mc:Fallback>
                <p:oleObj name="" r:id="rId1" imgW="457200" imgH="241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17690" y="2421255"/>
                        <a:ext cx="782955" cy="5118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222"/>
          <p:cNvGraphicFramePr>
            <a:graphicFrameLocks noChangeAspect="1"/>
          </p:cNvGraphicFramePr>
          <p:nvPr/>
        </p:nvGraphicFramePr>
        <p:xfrm>
          <a:off x="2718435" y="3423285"/>
          <a:ext cx="1426845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482600" imgH="228600" progId="Equation.DSMT4">
                  <p:embed/>
                </p:oleObj>
              </mc:Choice>
              <mc:Fallback>
                <p:oleObj name="" r:id="rId3" imgW="482600" imgH="2286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8435" y="3423285"/>
                        <a:ext cx="1426845" cy="6597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218"/>
          <p:cNvGraphicFramePr>
            <a:graphicFrameLocks noChangeAspect="1"/>
          </p:cNvGraphicFramePr>
          <p:nvPr/>
        </p:nvGraphicFramePr>
        <p:xfrm>
          <a:off x="7843520" y="4415790"/>
          <a:ext cx="904875" cy="687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431800" imgH="241300" progId="Equation.DSMT4">
                  <p:embed/>
                </p:oleObj>
              </mc:Choice>
              <mc:Fallback>
                <p:oleObj name="" r:id="rId5" imgW="431800" imgH="2413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43520" y="4415790"/>
                        <a:ext cx="904875" cy="687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862455" y="5447030"/>
            <a:ext cx="6180455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sym typeface="+mn-ea"/>
              </a:rPr>
              <a:t>（初等列变换记号</a:t>
            </a:r>
            <a:r>
              <a:rPr lang="en-US" altLang="zh-CN" dirty="0">
                <a:sym typeface="+mn-ea"/>
              </a:rPr>
              <a:t>: </a:t>
            </a:r>
            <a:r>
              <a:rPr lang="zh-CN" altLang="en-US" dirty="0">
                <a:sym typeface="+mn-ea"/>
              </a:rPr>
              <a:t>把</a:t>
            </a:r>
            <a:r>
              <a:rPr lang="en-US" altLang="zh-CN" dirty="0">
                <a:sym typeface="+mn-ea"/>
              </a:rPr>
              <a:t>“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r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换成</a:t>
            </a:r>
            <a:r>
              <a:rPr lang="en-US" altLang="zh-CN" dirty="0">
                <a:sym typeface="+mn-ea"/>
              </a:rPr>
              <a:t>“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c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）．</a:t>
            </a:r>
            <a:endParaRPr lang="zh-CN" altLang="en-US" dirty="0"/>
          </a:p>
        </p:txBody>
      </p:sp>
      <p:graphicFrame>
        <p:nvGraphicFramePr>
          <p:cNvPr id="12" name="对象 -2147481218"/>
          <p:cNvGraphicFramePr>
            <a:graphicFrameLocks noChangeAspect="1"/>
          </p:cNvGraphicFramePr>
          <p:nvPr/>
        </p:nvGraphicFramePr>
        <p:xfrm>
          <a:off x="408940" y="4991418"/>
          <a:ext cx="1511300" cy="58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7" imgW="622300" imgH="241300" progId="Equation.DSMT4">
                  <p:embed/>
                </p:oleObj>
              </mc:Choice>
              <mc:Fallback>
                <p:oleObj name="" r:id="rId7" imgW="622300" imgH="2413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8940" y="4991418"/>
                        <a:ext cx="1511300" cy="5867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002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002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0022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002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0" grpId="0" uiExpand="1" build="p"/>
      <p:bldP spid="470021" grpId="0" build="p"/>
      <p:bldP spid="470022" grpId="0" build="p"/>
      <p:bldP spid="470023" grpId="0" uiExpand="1" build="p"/>
      <p:bldP spid="470027" grpId="0" bldLvl="0" animBg="1"/>
      <p:bldP spid="278539" grpId="0" advAuto="1000" build="p"/>
      <p:bldP spid="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9455" name="Group 4"/>
          <p:cNvGrpSpPr/>
          <p:nvPr/>
        </p:nvGrpSpPr>
        <p:grpSpPr>
          <a:xfrm rot="0">
            <a:off x="0" y="619125"/>
            <a:ext cx="9144000" cy="1850390"/>
            <a:chOff x="0" y="816"/>
            <a:chExt cx="5760" cy="1036"/>
          </a:xfrm>
        </p:grpSpPr>
        <p:sp>
          <p:nvSpPr>
            <p:cNvPr id="189456" name="Rectangle 5"/>
            <p:cNvSpPr/>
            <p:nvPr/>
          </p:nvSpPr>
          <p:spPr>
            <a:xfrm>
              <a:off x="0" y="816"/>
              <a:ext cx="5760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定义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2.6.2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称一个矩阵是</a:t>
              </a:r>
              <a:r>
                <a:rPr lang="zh-CN" altLang="en-US" sz="2400" dirty="0">
                  <a:solidFill>
                    <a:srgbClr val="D32D90"/>
                  </a:solidFill>
                  <a:latin typeface="Times New Roman" panose="02020603050405020304" pitchFamily="18" charset="0"/>
                  <a:sym typeface="+mn-ea"/>
                </a:rPr>
                <a:t>行</a:t>
              </a:r>
              <a:r>
                <a:rPr lang="zh-CN" altLang="en-US" sz="2400" b="1" dirty="0">
                  <a:solidFill>
                    <a:srgbClr val="D32D90"/>
                  </a:solidFill>
                  <a:latin typeface="Times New Roman" panose="02020603050405020304" pitchFamily="18" charset="0"/>
                </a:rPr>
                <a:t>阶梯形矩阵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，是指它满足如下两个条件：</a:t>
              </a:r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9457" name="Rectangle 6"/>
            <p:cNvSpPr/>
            <p:nvPr/>
          </p:nvSpPr>
          <p:spPr>
            <a:xfrm>
              <a:off x="0" y="1104"/>
              <a:ext cx="5760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     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）零行（元素全为零）在非零行的下方；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9458" name="Rectangle 7"/>
            <p:cNvSpPr/>
            <p:nvPr/>
          </p:nvSpPr>
          <p:spPr>
            <a:xfrm>
              <a:off x="0" y="1392"/>
              <a:ext cx="5760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     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）每个非零行的第一非零元素均位于上一行的第一个</a:t>
              </a:r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                   非零元素的右边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6504" name="Rectangle 8"/>
          <p:cNvSpPr/>
          <p:nvPr/>
        </p:nvSpPr>
        <p:spPr>
          <a:xfrm>
            <a:off x="539115" y="256540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</a:rPr>
              <a:t>例如以下矩阵都是阶梯形矩阵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6505" name="Object 9"/>
          <p:cNvGraphicFramePr>
            <a:graphicFrameLocks noChangeAspect="1"/>
          </p:cNvGraphicFramePr>
          <p:nvPr/>
        </p:nvGraphicFramePr>
        <p:xfrm>
          <a:off x="3166745" y="3068955"/>
          <a:ext cx="14478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" name="" r:id="rId1" imgW="901065" imgH="622300" progId="Equation.DSMT4">
                  <p:embed/>
                </p:oleObj>
              </mc:Choice>
              <mc:Fallback>
                <p:oleObj name="" r:id="rId1" imgW="901065" imgH="622300" progId="Equation.DSMT4">
                  <p:embed/>
                  <p:pic>
                    <p:nvPicPr>
                      <p:cNvPr id="0" name="图片 37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6745" y="3068955"/>
                        <a:ext cx="1447800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/>
        </p:nvGraphicFramePr>
        <p:xfrm>
          <a:off x="5147945" y="3068955"/>
          <a:ext cx="18288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" name="" r:id="rId3" imgW="1129665" imgH="622300" progId="Equation.DSMT4">
                  <p:embed/>
                </p:oleObj>
              </mc:Choice>
              <mc:Fallback>
                <p:oleObj name="" r:id="rId3" imgW="1129665" imgH="622300" progId="Equation.DSMT4">
                  <p:embed/>
                  <p:pic>
                    <p:nvPicPr>
                      <p:cNvPr id="0" name="图片 37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7945" y="3068955"/>
                        <a:ext cx="1828800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7" name="Object 11"/>
          <p:cNvGraphicFramePr>
            <a:graphicFrameLocks noChangeAspect="1"/>
          </p:cNvGraphicFramePr>
          <p:nvPr/>
        </p:nvGraphicFramePr>
        <p:xfrm>
          <a:off x="1566545" y="3145155"/>
          <a:ext cx="10668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" name="" r:id="rId5" imgW="660400" imgH="622300" progId="Equation.DSMT4">
                  <p:embed/>
                </p:oleObj>
              </mc:Choice>
              <mc:Fallback>
                <p:oleObj name="" r:id="rId5" imgW="660400" imgH="622300" progId="Equation.DSMT4">
                  <p:embed/>
                  <p:pic>
                    <p:nvPicPr>
                      <p:cNvPr id="0" name="图片 37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6545" y="3145155"/>
                        <a:ext cx="1066800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449" name="Group 14"/>
          <p:cNvGrpSpPr/>
          <p:nvPr/>
        </p:nvGrpSpPr>
        <p:grpSpPr>
          <a:xfrm rot="0">
            <a:off x="237850" y="4293235"/>
            <a:ext cx="8713048" cy="2216694"/>
            <a:chOff x="-61" y="2880"/>
            <a:chExt cx="5918" cy="1091"/>
          </a:xfrm>
        </p:grpSpPr>
        <p:sp>
          <p:nvSpPr>
            <p:cNvPr id="189450" name="Rectangle 15"/>
            <p:cNvSpPr/>
            <p:nvPr/>
          </p:nvSpPr>
          <p:spPr>
            <a:xfrm>
              <a:off x="-61" y="2880"/>
              <a:ext cx="5918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定义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2.6.3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称一个矩阵是</a:t>
              </a:r>
              <a:r>
                <a:rPr lang="zh-CN" altLang="en-US" sz="2400" dirty="0">
                  <a:solidFill>
                    <a:srgbClr val="D32D90"/>
                  </a:solidFill>
                  <a:latin typeface="Times New Roman" panose="02020603050405020304" pitchFamily="18" charset="0"/>
                </a:rPr>
                <a:t>行最简形矩阵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，是指它满足如下三个条件：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9451" name="Rectangle 16"/>
            <p:cNvSpPr/>
            <p:nvPr/>
          </p:nvSpPr>
          <p:spPr>
            <a:xfrm>
              <a:off x="262" y="3216"/>
              <a:ext cx="3182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）它是阶梯形的；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9452" name="Rectangle 17"/>
            <p:cNvSpPr/>
            <p:nvPr/>
          </p:nvSpPr>
          <p:spPr>
            <a:xfrm>
              <a:off x="251" y="3504"/>
              <a:ext cx="5509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）每一个非零行的第一个非零元均是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；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9453" name="Rectangle 18"/>
            <p:cNvSpPr/>
            <p:nvPr/>
          </p:nvSpPr>
          <p:spPr>
            <a:xfrm>
              <a:off x="276" y="3744"/>
              <a:ext cx="5484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）每个非零行的第一个非零元所在列的其它元素都是零。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4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8" name="Rectangle 4"/>
          <p:cNvSpPr/>
          <p:nvPr/>
        </p:nvSpPr>
        <p:spPr>
          <a:xfrm>
            <a:off x="863600" y="405130"/>
            <a:ext cx="14992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例如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71550" y="936625"/>
            <a:ext cx="7618095" cy="1329690"/>
            <a:chOff x="1530" y="1475"/>
            <a:chExt cx="11997" cy="2094"/>
          </a:xfrm>
        </p:grpSpPr>
        <p:graphicFrame>
          <p:nvGraphicFramePr>
            <p:cNvPr id="2" name="对象 -2147480734"/>
            <p:cNvGraphicFramePr>
              <a:graphicFrameLocks noChangeAspect="1"/>
            </p:cNvGraphicFramePr>
            <p:nvPr/>
          </p:nvGraphicFramePr>
          <p:xfrm>
            <a:off x="1530" y="1475"/>
            <a:ext cx="7967" cy="2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2705100" imgH="711200" progId="Equation.DSMT4">
                    <p:embed/>
                  </p:oleObj>
                </mc:Choice>
                <mc:Fallback>
                  <p:oleObj name="" r:id="rId1" imgW="2705100" imgH="711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30" y="1475"/>
                          <a:ext cx="7967" cy="20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/>
          </p:nvSpPr>
          <p:spPr>
            <a:xfrm>
              <a:off x="9695" y="2224"/>
              <a:ext cx="3832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400" dirty="0">
                  <a:sym typeface="+mn-ea"/>
                </a:rPr>
                <a:t>是</a:t>
              </a:r>
              <a:r>
                <a:rPr lang="zh-CN" altLang="en-US" sz="2400" dirty="0">
                  <a:solidFill>
                    <a:srgbClr val="3333FF"/>
                  </a:solidFill>
                  <a:sym typeface="+mn-ea"/>
                </a:rPr>
                <a:t>行</a:t>
              </a:r>
              <a:r>
                <a:rPr lang="zh-CN" altLang="en-US" sz="2400" dirty="0">
                  <a:solidFill>
                    <a:srgbClr val="3333FF"/>
                  </a:solidFill>
                  <a:sym typeface="+mn-ea"/>
                </a:rPr>
                <a:t>阶梯形矩阵</a:t>
              </a:r>
              <a:endParaRPr lang="zh-CN" altLang="en-US" sz="2400" dirty="0">
                <a:solidFill>
                  <a:srgbClr val="3333FF"/>
                </a:solidFill>
                <a:sym typeface="+mn-ea"/>
              </a:endParaRPr>
            </a:p>
          </p:txBody>
        </p:sp>
      </p:grpSp>
      <p:graphicFrame>
        <p:nvGraphicFramePr>
          <p:cNvPr id="4" name="对象 -2147480733"/>
          <p:cNvGraphicFramePr>
            <a:graphicFrameLocks noChangeAspect="1"/>
          </p:cNvGraphicFramePr>
          <p:nvPr/>
        </p:nvGraphicFramePr>
        <p:xfrm>
          <a:off x="899795" y="2492375"/>
          <a:ext cx="5328285" cy="144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2616200" imgH="711200" progId="Equation.DSMT4">
                  <p:embed/>
                </p:oleObj>
              </mc:Choice>
              <mc:Fallback>
                <p:oleObj name="" r:id="rId3" imgW="2616200" imgH="711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795" y="2492375"/>
                        <a:ext cx="5328285" cy="14484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156325" y="3014345"/>
            <a:ext cx="24333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是</a:t>
            </a:r>
            <a:r>
              <a:rPr lang="zh-CN" altLang="en-US" sz="2400" dirty="0">
                <a:solidFill>
                  <a:srgbClr val="3333FF"/>
                </a:solidFill>
                <a:sym typeface="+mn-ea"/>
              </a:rPr>
              <a:t>行最简</a:t>
            </a:r>
            <a:r>
              <a:rPr lang="zh-CN" altLang="en-US" sz="2400" dirty="0">
                <a:solidFill>
                  <a:srgbClr val="3333FF"/>
                </a:solidFill>
                <a:sym typeface="+mn-ea"/>
              </a:rPr>
              <a:t>形矩阵</a:t>
            </a:r>
            <a:endParaRPr lang="zh-CN" altLang="en-US" sz="2400" dirty="0">
              <a:solidFill>
                <a:srgbClr val="3333FF"/>
              </a:solidFill>
              <a:sym typeface="+mn-ea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574040" y="4124325"/>
            <a:ext cx="7771130" cy="1892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定理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2.6.1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</a:rPr>
              <a:t>任意一个非零矩阵经过有限次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初等行变换</a:t>
            </a:r>
            <a:r>
              <a:rPr lang="zh-CN" altLang="en-US" sz="2400" dirty="0">
                <a:latin typeface="Times New Roman" panose="02020603050405020304" pitchFamily="18" charset="0"/>
              </a:rPr>
              <a:t>，总可以变成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行阶梯形矩阵</a:t>
            </a:r>
            <a:r>
              <a:rPr lang="zh-CN" altLang="en-US" sz="2400" dirty="0">
                <a:latin typeface="Times New Roman" panose="02020603050405020304" pitchFamily="18" charset="0"/>
              </a:rPr>
              <a:t>，再经过有限次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初等行变换</a:t>
            </a:r>
            <a:r>
              <a:rPr lang="zh-CN" altLang="en-US" sz="2400" dirty="0">
                <a:latin typeface="Times New Roman" panose="02020603050405020304" pitchFamily="18" charset="0"/>
              </a:rPr>
              <a:t>还可以变成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sym typeface="+mn-ea"/>
              </a:rPr>
              <a:t>行最简形矩阵</a:t>
            </a:r>
            <a:r>
              <a:rPr lang="zh-CN" altLang="en-US" sz="2400" dirty="0">
                <a:latin typeface="Times New Roman" panose="02020603050405020304" pitchFamily="18" charset="0"/>
              </a:rPr>
              <a:t>。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  <p:bldP spid="7" grpId="0"/>
      <p:bldP spid="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79705" y="0"/>
            <a:ext cx="8432800" cy="1616710"/>
            <a:chOff x="283" y="0"/>
            <a:chExt cx="13280" cy="2546"/>
          </a:xfrm>
        </p:grpSpPr>
        <p:sp>
          <p:nvSpPr>
            <p:cNvPr id="88068" name="Rectangle 4"/>
            <p:cNvSpPr/>
            <p:nvPr/>
          </p:nvSpPr>
          <p:spPr>
            <a:xfrm>
              <a:off x="283" y="946"/>
              <a:ext cx="13281" cy="1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 </a:t>
              </a: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例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2.6.1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将矩阵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                           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为行阶梯形矩阵和行最简形矩阵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" name="对象 -2147480711"/>
            <p:cNvGraphicFramePr>
              <a:graphicFrameLocks noChangeAspect="1"/>
            </p:cNvGraphicFramePr>
            <p:nvPr/>
          </p:nvGraphicFramePr>
          <p:xfrm>
            <a:off x="3912" y="0"/>
            <a:ext cx="4207" cy="2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511300" imgH="914400" progId="Equation.DSMT4">
                    <p:embed/>
                  </p:oleObj>
                </mc:Choice>
                <mc:Fallback>
                  <p:oleObj name="" r:id="rId1" imgW="1511300" imgH="9144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12" y="0"/>
                          <a:ext cx="4207" cy="25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-2147480710"/>
          <p:cNvGraphicFramePr>
            <a:graphicFrameLocks noChangeAspect="1"/>
          </p:cNvGraphicFramePr>
          <p:nvPr/>
        </p:nvGraphicFramePr>
        <p:xfrm>
          <a:off x="552450" y="1484630"/>
          <a:ext cx="8060690" cy="1499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4914900" imgH="914400" progId="Equation.DSMT4">
                  <p:embed/>
                </p:oleObj>
              </mc:Choice>
              <mc:Fallback>
                <p:oleObj name="" r:id="rId3" imgW="4914900" imgH="914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450" y="1484630"/>
                        <a:ext cx="8060690" cy="1499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560" y="1551305"/>
            <a:ext cx="6559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dirty="0"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3333FF"/>
                </a:solidFill>
                <a:ea typeface="黑体" panose="02010609060101010101" pitchFamily="2" charset="-122"/>
                <a:sym typeface="+mn-ea"/>
              </a:rPr>
              <a:t>解</a:t>
            </a:r>
            <a:endParaRPr lang="zh-CN" altLang="en-US" sz="2400" dirty="0">
              <a:solidFill>
                <a:srgbClr val="3333FF"/>
              </a:solidFill>
              <a:ea typeface="黑体" panose="02010609060101010101" pitchFamily="2" charset="-122"/>
              <a:sym typeface="+mn-ea"/>
            </a:endParaRPr>
          </a:p>
        </p:txBody>
      </p:sp>
      <p:graphicFrame>
        <p:nvGraphicFramePr>
          <p:cNvPr id="7" name="对象 -2147480710"/>
          <p:cNvGraphicFramePr>
            <a:graphicFrameLocks noChangeAspect="1"/>
          </p:cNvGraphicFramePr>
          <p:nvPr/>
        </p:nvGraphicFramePr>
        <p:xfrm>
          <a:off x="755650" y="2924810"/>
          <a:ext cx="7978140" cy="1586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4597400" imgH="914400" progId="Equation.DSMT4">
                  <p:embed/>
                </p:oleObj>
              </mc:Choice>
              <mc:Fallback>
                <p:oleObj name="" r:id="rId5" imgW="4597400" imgH="914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650" y="2924810"/>
                        <a:ext cx="7978140" cy="1586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67995" y="4652645"/>
            <a:ext cx="4460240" cy="1630680"/>
            <a:chOff x="737" y="7327"/>
            <a:chExt cx="7024" cy="2568"/>
          </a:xfrm>
        </p:grpSpPr>
        <p:sp>
          <p:nvSpPr>
            <p:cNvPr id="9" name="文本框 8"/>
            <p:cNvSpPr txBox="1"/>
            <p:nvPr/>
          </p:nvSpPr>
          <p:spPr>
            <a:xfrm>
              <a:off x="737" y="8008"/>
              <a:ext cx="7025" cy="150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just" defTabSz="266700"/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所以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                          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为阶梯形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 </a:t>
              </a:r>
              <a:endParaRPr lang="en-US" altLang="zh-CN">
                <a:solidFill>
                  <a:srgbClr val="000000"/>
                </a:solidFill>
                <a:latin typeface="Calibri" panose="020F0502020204030204"/>
                <a:sym typeface="+mn-ea"/>
              </a:endParaRPr>
            </a:p>
            <a:p>
              <a:pPr algn="just" defTabSz="266700"/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                                      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矩阵，</a:t>
              </a:r>
              <a:endPara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对象 -2147480709"/>
            <p:cNvGraphicFramePr/>
            <p:nvPr/>
          </p:nvGraphicFramePr>
          <p:xfrm>
            <a:off x="2211" y="7327"/>
            <a:ext cx="2904" cy="2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7" imgW="1091565" imgH="914400" progId="Equation.DSMT4">
                    <p:embed/>
                  </p:oleObj>
                </mc:Choice>
                <mc:Fallback>
                  <p:oleObj name="" r:id="rId7" imgW="1091565" imgH="914400" progId="Equation.DSMT4">
                    <p:embed/>
                    <p:pic>
                      <p:nvPicPr>
                        <p:cNvPr id="0" name="图片 1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11" y="7327"/>
                          <a:ext cx="2904" cy="2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5026660" y="4736465"/>
            <a:ext cx="3575050" cy="1659890"/>
            <a:chOff x="7916" y="7459"/>
            <a:chExt cx="5630" cy="2614"/>
          </a:xfrm>
        </p:grpSpPr>
        <p:sp>
          <p:nvSpPr>
            <p:cNvPr id="13" name="文本框 12"/>
            <p:cNvSpPr txBox="1"/>
            <p:nvPr/>
          </p:nvSpPr>
          <p:spPr>
            <a:xfrm>
              <a:off x="10716" y="7894"/>
              <a:ext cx="2830" cy="21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just" defTabSz="266700"/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 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为行最简形矩阵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sym typeface="+mn-ea"/>
                </a:rPr>
                <a:t>.</a:t>
              </a:r>
              <a:endPara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  <a:p>
              <a:pPr algn="just" defTabSz="266700"/>
              <a:endPara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11" name="对象 -2147480708"/>
            <p:cNvGraphicFramePr/>
            <p:nvPr/>
          </p:nvGraphicFramePr>
          <p:xfrm>
            <a:off x="7916" y="7459"/>
            <a:ext cx="2800" cy="2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" r:id="rId9" imgW="990600" imgH="914400" progId="Equation.DSMT4">
                    <p:embed/>
                  </p:oleObj>
                </mc:Choice>
                <mc:Fallback>
                  <p:oleObj name="" r:id="rId9" imgW="990600" imgH="914400" progId="Equation.DSMT4">
                    <p:embed/>
                    <p:pic>
                      <p:nvPicPr>
                        <p:cNvPr id="0" name="图片 1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916" y="7459"/>
                          <a:ext cx="2800" cy="26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/>
          <p:nvPr/>
        </p:nvSpPr>
        <p:spPr>
          <a:xfrm>
            <a:off x="323215" y="6336030"/>
            <a:ext cx="873315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注：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上例中</a:t>
            </a:r>
            <a:r>
              <a:rPr lang="zh-CN" altLang="en-US">
                <a:solidFill>
                  <a:srgbClr val="000000"/>
                </a:solidFill>
                <a:latin typeface="Calibri" panose="020F0502020204030204"/>
                <a:sym typeface="+mn-ea"/>
              </a:rPr>
              <a:t>最后三个矩阵都是行阶梯形矩阵</a:t>
            </a:r>
            <a:endParaRPr lang="zh-CN" altLang="en-US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332105" y="260350"/>
            <a:ext cx="8430895" cy="1899285"/>
            <a:chOff x="523" y="410"/>
            <a:chExt cx="13277" cy="2991"/>
          </a:xfrm>
        </p:grpSpPr>
        <p:sp>
          <p:nvSpPr>
            <p:cNvPr id="188423" name="Text Box 7"/>
            <p:cNvSpPr txBox="1"/>
            <p:nvPr/>
          </p:nvSpPr>
          <p:spPr>
            <a:xfrm>
              <a:off x="523" y="410"/>
              <a:ext cx="13277" cy="29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l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2.6.4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如果矩阵</a:t>
              </a:r>
              <a:r>
                <a:rPr lang="en-US" altLang="zh-CN" sz="2800" i="1" dirty="0">
                  <a:sym typeface="+mn-ea"/>
                </a:rPr>
                <a:t>A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经过有限初等变换得到矩阵</a:t>
              </a:r>
              <a:r>
                <a:rPr lang="en-US" altLang="zh-CN" sz="2800" i="1" dirty="0">
                  <a:sym typeface="+mn-ea"/>
                </a:rPr>
                <a:t>B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，称</a:t>
              </a:r>
              <a:r>
                <a:rPr lang="en-US" altLang="zh-CN" sz="2800" i="1" dirty="0">
                  <a:sym typeface="+mn-ea"/>
                </a:rPr>
                <a:t>A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ym typeface="+mn-ea"/>
                </a:rPr>
                <a:t>B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等价，记作</a:t>
              </a:r>
              <a:r>
                <a:rPr lang="en-US" altLang="zh-CN" sz="2800" i="1" dirty="0">
                  <a:sym typeface="+mn-ea"/>
                </a:rPr>
                <a:t>           </a:t>
              </a:r>
              <a:r>
                <a:rPr lang="en-US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等价是矩阵间的一种关系，满足下面性质：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" name="对象 -2147474260"/>
            <p:cNvGraphicFramePr>
              <a:graphicFrameLocks noChangeAspect="1"/>
            </p:cNvGraphicFramePr>
            <p:nvPr/>
          </p:nvGraphicFramePr>
          <p:xfrm>
            <a:off x="5273" y="1658"/>
            <a:ext cx="1468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431800" imgH="165100" progId="Equation.DSMT4">
                    <p:embed/>
                  </p:oleObj>
                </mc:Choice>
                <mc:Fallback>
                  <p:oleObj name="" r:id="rId1" imgW="431800" imgH="1651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273" y="1658"/>
                          <a:ext cx="1468" cy="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971550" y="2277110"/>
            <a:ext cx="5080000" cy="521970"/>
            <a:chOff x="1530" y="3201"/>
            <a:chExt cx="8000" cy="822"/>
          </a:xfrm>
        </p:grpSpPr>
        <p:sp>
          <p:nvSpPr>
            <p:cNvPr id="4" name="文本框 3"/>
            <p:cNvSpPr txBox="1"/>
            <p:nvPr/>
          </p:nvSpPr>
          <p:spPr>
            <a:xfrm>
              <a:off x="1530" y="3201"/>
              <a:ext cx="8000" cy="822"/>
            </a:xfrm>
            <a:prstGeom prst="rect">
              <a:avLst/>
            </a:prstGeom>
          </p:spPr>
          <p:txBody>
            <a:bodyPr>
              <a:spAutoFit/>
            </a:bodyPr>
            <a:p>
              <a:pPr marL="172720" indent="93980" defTabSz="266700"/>
              <a:r>
                <a:rPr lang="zh-CN" altLang="en-US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</a:rPr>
                <a:t>1</a:t>
              </a:r>
              <a:r>
                <a:rPr lang="zh-CN" altLang="en-US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）</a:t>
              </a: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自反性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：</a:t>
              </a:r>
              <a:endParaRPr lang="zh-CN" altLang="en-US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-2147480701"/>
            <p:cNvGraphicFramePr>
              <a:graphicFrameLocks noChangeAspect="1"/>
            </p:cNvGraphicFramePr>
            <p:nvPr/>
          </p:nvGraphicFramePr>
          <p:xfrm>
            <a:off x="5613" y="3201"/>
            <a:ext cx="2164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" r:id="rId3" imgW="431800" imgH="165100" progId="Equation.DSMT4">
                    <p:embed/>
                  </p:oleObj>
                </mc:Choice>
                <mc:Fallback>
                  <p:oleObj name="" r:id="rId3" imgW="431800" imgH="165100" progId="Equation.DSMT4">
                    <p:embed/>
                    <p:pic>
                      <p:nvPicPr>
                        <p:cNvPr id="0" name="图片 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613" y="3201"/>
                          <a:ext cx="2164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971550" y="3025140"/>
            <a:ext cx="6005830" cy="521970"/>
            <a:chOff x="1530" y="4379"/>
            <a:chExt cx="9458" cy="822"/>
          </a:xfrm>
        </p:grpSpPr>
        <p:sp>
          <p:nvSpPr>
            <p:cNvPr id="6" name="文本框 5"/>
            <p:cNvSpPr txBox="1"/>
            <p:nvPr/>
          </p:nvSpPr>
          <p:spPr>
            <a:xfrm>
              <a:off x="1530" y="4379"/>
              <a:ext cx="9459" cy="82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172720" indent="93980" defTabSz="266700"/>
              <a:r>
                <a:rPr lang="zh-CN" altLang="en-US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</a:rPr>
                <a:t>2</a:t>
              </a:r>
              <a:r>
                <a:rPr lang="zh-CN" altLang="en-US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）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对称性：若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             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则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    </a:t>
              </a:r>
              <a:endParaRPr lang="en-US" altLang="zh-CN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7" name="对象 -2147480700"/>
            <p:cNvGraphicFramePr>
              <a:graphicFrameLocks noChangeAspect="1"/>
            </p:cNvGraphicFramePr>
            <p:nvPr/>
          </p:nvGraphicFramePr>
          <p:xfrm>
            <a:off x="6332" y="4395"/>
            <a:ext cx="1736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" r:id="rId5" imgW="431800" imgH="165100" progId="Equation.DSMT4">
                    <p:embed/>
                  </p:oleObj>
                </mc:Choice>
                <mc:Fallback>
                  <p:oleObj name="" r:id="rId5" imgW="431800" imgH="165100" progId="Equation.DSMT4">
                    <p:embed/>
                    <p:pic>
                      <p:nvPicPr>
                        <p:cNvPr id="0" name="图片 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32" y="4395"/>
                          <a:ext cx="1736" cy="6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-2147480699"/>
            <p:cNvGraphicFramePr>
              <a:graphicFrameLocks noChangeAspect="1"/>
            </p:cNvGraphicFramePr>
            <p:nvPr/>
          </p:nvGraphicFramePr>
          <p:xfrm>
            <a:off x="8675" y="4452"/>
            <a:ext cx="1586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" r:id="rId7" imgW="431800" imgH="165100" progId="Equation.DSMT4">
                    <p:embed/>
                  </p:oleObj>
                </mc:Choice>
                <mc:Fallback>
                  <p:oleObj name="" r:id="rId7" imgW="431800" imgH="165100" progId="Equation.DSMT4">
                    <p:embed/>
                    <p:pic>
                      <p:nvPicPr>
                        <p:cNvPr id="0" name="图片 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675" y="4452"/>
                          <a:ext cx="1586" cy="6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971550" y="3816985"/>
            <a:ext cx="7148830" cy="521970"/>
            <a:chOff x="1417" y="5626"/>
            <a:chExt cx="11258" cy="822"/>
          </a:xfrm>
        </p:grpSpPr>
        <p:sp>
          <p:nvSpPr>
            <p:cNvPr id="9" name="文本框 8"/>
            <p:cNvSpPr txBox="1"/>
            <p:nvPr/>
          </p:nvSpPr>
          <p:spPr>
            <a:xfrm>
              <a:off x="1417" y="5626"/>
              <a:ext cx="9728" cy="82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172720" indent="93980" defTabSz="266700"/>
              <a:r>
                <a:rPr lang="zh-CN" altLang="en-US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</a:rPr>
                <a:t>3</a:t>
              </a:r>
              <a:r>
                <a:rPr lang="zh-CN" altLang="en-US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）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传递性：若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                               </a:t>
              </a:r>
              <a:r>
                <a:rPr lang="zh-CN" altLang="en-US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则</a:t>
              </a:r>
              <a:r>
                <a:rPr lang="en-US" altLang="zh-CN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                   </a:t>
              </a:r>
              <a:endParaRPr lang="en-US" altLang="zh-CN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aphicFrame>
          <p:nvGraphicFramePr>
            <p:cNvPr id="19" name="对象 -2147480700"/>
            <p:cNvGraphicFramePr>
              <a:graphicFrameLocks noChangeAspect="1"/>
            </p:cNvGraphicFramePr>
            <p:nvPr/>
          </p:nvGraphicFramePr>
          <p:xfrm>
            <a:off x="6293" y="5626"/>
            <a:ext cx="3575" cy="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" r:id="rId9" imgW="889000" imgH="203200" progId="Equation.DSMT4">
                    <p:embed/>
                  </p:oleObj>
                </mc:Choice>
                <mc:Fallback>
                  <p:oleObj name="" r:id="rId9" imgW="889000" imgH="203200" progId="Equation.DSMT4">
                    <p:embed/>
                    <p:pic>
                      <p:nvPicPr>
                        <p:cNvPr id="0" name="图片 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93" y="5626"/>
                          <a:ext cx="3575" cy="8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-2147480696"/>
            <p:cNvGraphicFramePr>
              <a:graphicFrameLocks noChangeAspect="1"/>
            </p:cNvGraphicFramePr>
            <p:nvPr/>
          </p:nvGraphicFramePr>
          <p:xfrm>
            <a:off x="10943" y="5627"/>
            <a:ext cx="1732" cy="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" r:id="rId11" imgW="431800" imgH="177165" progId="Equation.DSMT4">
                    <p:embed/>
                  </p:oleObj>
                </mc:Choice>
                <mc:Fallback>
                  <p:oleObj name="" r:id="rId11" imgW="431800" imgH="177165" progId="Equation.DSMT4">
                    <p:embed/>
                    <p:pic>
                      <p:nvPicPr>
                        <p:cNvPr id="0" name="图片 2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943" y="5627"/>
                          <a:ext cx="1732" cy="7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advClick="0">
    <p:wipe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24386" name="对象 1424385"/>
          <p:cNvGraphicFramePr/>
          <p:nvPr/>
        </p:nvGraphicFramePr>
        <p:xfrm>
          <a:off x="777875" y="1268730"/>
          <a:ext cx="7684135" cy="4243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745865" imgH="2349500" progId="Equation.DSMT4">
                  <p:embed/>
                </p:oleObj>
              </mc:Choice>
              <mc:Fallback>
                <p:oleObj name="" r:id="rId1" imgW="3745865" imgH="23495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7875" y="1268730"/>
                        <a:ext cx="7684135" cy="4243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4387" name="矩形 1424386"/>
          <p:cNvSpPr/>
          <p:nvPr/>
        </p:nvSpPr>
        <p:spPr>
          <a:xfrm>
            <a:off x="541020" y="173990"/>
            <a:ext cx="8063230" cy="1040765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noAutofit/>
          </a:bodyPr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Book Antiqua" panose="02040602050305030304" pitchFamily="18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Book Antiqua" panose="02040602050305030304" pitchFamily="18" charset="0"/>
              </a:rPr>
              <a:t>2.6.2</a:t>
            </a:r>
            <a:r>
              <a:rPr lang="en-US" altLang="zh-CN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  <a:r>
              <a:rPr lang="zh-CN" altLang="en-US" dirty="0">
                <a:latin typeface="Book Antiqua" panose="02040602050305030304" pitchFamily="18" charset="0"/>
              </a:rPr>
              <a:t>设矩阵</a:t>
            </a:r>
            <a:r>
              <a:rPr lang="en-US" altLang="zh-CN">
                <a:latin typeface="Book Antiqua" panose="02040602050305030304" pitchFamily="18" charset="0"/>
              </a:rPr>
              <a:t>A=</a:t>
            </a:r>
            <a:r>
              <a:rPr lang="en-US" altLang="zh-CN" b="0">
                <a:latin typeface="Arial" panose="020B0604020202020204" pitchFamily="34" charset="0"/>
              </a:rPr>
              <a:t>[</a:t>
            </a:r>
            <a:r>
              <a:rPr lang="en-US" altLang="zh-CN" i="1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b="0" err="1">
                <a:latin typeface="Arial" panose="020B0604020202020204" pitchFamily="34" charset="0"/>
              </a:rPr>
              <a:t>]</a:t>
            </a:r>
            <a:r>
              <a:rPr lang="en-US" altLang="zh-CN" baseline="-25000" err="1">
                <a:latin typeface="Arial" panose="020B0604020202020204" pitchFamily="34" charset="0"/>
              </a:rPr>
              <a:t>m×n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Book Antiqua" panose="02040602050305030304" pitchFamily="18" charset="0"/>
              </a:rPr>
              <a:t>，则通过</a:t>
            </a:r>
            <a:r>
              <a:rPr lang="zh-CN" alt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初等行变换</a:t>
            </a:r>
            <a:r>
              <a:rPr lang="zh-CN" altLang="en-US" dirty="0">
                <a:latin typeface="Book Antiqua" panose="02040602050305030304" pitchFamily="18" charset="0"/>
              </a:rPr>
              <a:t>和</a:t>
            </a:r>
            <a:r>
              <a:rPr lang="zh-CN" altLang="en-US" dirty="0">
                <a:solidFill>
                  <a:srgbClr val="0000CC"/>
                </a:solidFill>
                <a:latin typeface="Book Antiqua" panose="02040602050305030304" pitchFamily="18" charset="0"/>
                <a:sym typeface="+mn-ea"/>
              </a:rPr>
              <a:t>初等</a:t>
            </a:r>
            <a:r>
              <a:rPr lang="zh-CN" altLang="en-US" dirty="0">
                <a:solidFill>
                  <a:srgbClr val="0000CC"/>
                </a:solidFill>
                <a:latin typeface="Book Antiqua" panose="02040602050305030304" pitchFamily="18" charset="0"/>
              </a:rPr>
              <a:t>列变换</a:t>
            </a:r>
            <a:r>
              <a:rPr lang="zh-CN" altLang="en-US" dirty="0">
                <a:latin typeface="Book Antiqua" panose="02040602050305030304" pitchFamily="18" charset="0"/>
              </a:rPr>
              <a:t>一定可把</a:t>
            </a:r>
            <a:r>
              <a:rPr lang="en-US" altLang="zh-CN">
                <a:latin typeface="Book Antiqua" panose="02040602050305030304" pitchFamily="18" charset="0"/>
              </a:rPr>
              <a:t>A</a:t>
            </a:r>
            <a:r>
              <a:rPr lang="zh-CN" altLang="en-US" dirty="0">
                <a:latin typeface="Book Antiqua" panose="02040602050305030304" pitchFamily="18" charset="0"/>
              </a:rPr>
              <a:t>化为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如下形式</a:t>
            </a: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424388" name="矩形 142438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24389" name="文本框 1424388"/>
          <p:cNvSpPr txBox="1"/>
          <p:nvPr/>
        </p:nvSpPr>
        <p:spPr>
          <a:xfrm>
            <a:off x="755650" y="5589588"/>
            <a:ext cx="6192838" cy="45720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>
              <a:spcBef>
                <a:spcPct val="50000"/>
              </a:spcBef>
            </a:pPr>
            <a:endParaRPr sz="2400" b="0" dirty="0">
              <a:latin typeface="Book Antiqua" panose="02040602050305030304" pitchFamily="18" charset="0"/>
            </a:endParaRPr>
          </a:p>
        </p:txBody>
      </p:sp>
      <p:sp>
        <p:nvSpPr>
          <p:cNvPr id="1424390" name="矩形 1424389"/>
          <p:cNvSpPr/>
          <p:nvPr/>
        </p:nvSpPr>
        <p:spPr>
          <a:xfrm>
            <a:off x="2440305" y="5493385"/>
            <a:ext cx="6558915" cy="1173480"/>
          </a:xfrm>
          <a:prstGeom prst="rect">
            <a:avLst/>
          </a:prstGeom>
          <a:noFill/>
          <a:ln w="25400">
            <a:noFill/>
          </a:ln>
        </p:spPr>
        <p:txBody>
          <a:bodyPr wrap="square" lIns="90000" tIns="46800" rIns="90000" bIns="46800" anchor="ctr" anchorCtr="0">
            <a:noAutofit/>
          </a:bodyPr>
          <a:p>
            <a:pPr>
              <a:spcBef>
                <a:spcPct val="0"/>
              </a:spcBef>
            </a:pPr>
            <a:r>
              <a:rPr lang="zh-CN" altLang="en-US">
                <a:latin typeface="Book Antiqua" panose="02040602050305030304" pitchFamily="18" charset="0"/>
              </a:rPr>
              <a:t>称为矩阵</a:t>
            </a:r>
            <a:r>
              <a:rPr lang="en-US" altLang="zh-CN" i="1">
                <a:latin typeface="Book Antiqua" panose="02040602050305030304" pitchFamily="18" charset="0"/>
                <a:sym typeface="+mn-ea"/>
              </a:rPr>
              <a:t>A</a:t>
            </a:r>
            <a:r>
              <a:rPr lang="zh-CN" altLang="en-US">
                <a:latin typeface="Book Antiqua" panose="02040602050305030304" pitchFamily="18" charset="0"/>
              </a:rPr>
              <a:t>在初等变换下的标准形，简称</a:t>
            </a:r>
            <a:r>
              <a:rPr lang="zh-CN" altLang="en-US">
                <a:solidFill>
                  <a:srgbClr val="FF0000"/>
                </a:solidFill>
                <a:latin typeface="Book Antiqua" panose="02040602050305030304" pitchFamily="18" charset="0"/>
              </a:rPr>
              <a:t>标准形</a:t>
            </a:r>
            <a:endParaRPr lang="zh-CN" altLang="en-US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1424391" name="对象 1424390"/>
          <p:cNvGraphicFramePr/>
          <p:nvPr/>
        </p:nvGraphicFramePr>
        <p:xfrm>
          <a:off x="287020" y="5610860"/>
          <a:ext cx="2153285" cy="1043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838200" imgH="457200" progId="Equation.DSMT4">
                  <p:embed/>
                </p:oleObj>
              </mc:Choice>
              <mc:Fallback>
                <p:oleObj name="" r:id="rId3" imgW="8382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020" y="5610860"/>
                        <a:ext cx="2153285" cy="1043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4392" name="对象 1424391"/>
          <p:cNvGraphicFramePr/>
          <p:nvPr/>
        </p:nvGraphicFramePr>
        <p:xfrm>
          <a:off x="6011863" y="1268413"/>
          <a:ext cx="22320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608965" imgH="215900" progId="Equation.DSMT4">
                  <p:embed/>
                </p:oleObj>
              </mc:Choice>
              <mc:Fallback>
                <p:oleObj name="" r:id="rId5" imgW="608965" imgH="2159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1863" y="1268413"/>
                        <a:ext cx="2232025" cy="5159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4393" name="对象 1424392"/>
          <p:cNvGraphicFramePr/>
          <p:nvPr/>
        </p:nvGraphicFramePr>
        <p:xfrm>
          <a:off x="6011863" y="1773238"/>
          <a:ext cx="22320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608965" imgH="215900" progId="Equation.DSMT4">
                  <p:embed/>
                </p:oleObj>
              </mc:Choice>
              <mc:Fallback>
                <p:oleObj name="" r:id="rId7" imgW="608965" imgH="2159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1863" y="1773238"/>
                        <a:ext cx="2232025" cy="5159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4394" name="对象 1424393"/>
          <p:cNvGraphicFramePr/>
          <p:nvPr/>
        </p:nvGraphicFramePr>
        <p:xfrm>
          <a:off x="6011863" y="2781300"/>
          <a:ext cx="22320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8" imgW="608965" imgH="215900" progId="Equation.DSMT4">
                  <p:embed/>
                </p:oleObj>
              </mc:Choice>
              <mc:Fallback>
                <p:oleObj name="" r:id="rId8" imgW="608965" imgH="2159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1863" y="2781300"/>
                        <a:ext cx="2232025" cy="5159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2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2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2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2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2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2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439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79705" y="179705"/>
            <a:ext cx="8433435" cy="1257935"/>
            <a:chOff x="283" y="283"/>
            <a:chExt cx="13281" cy="1981"/>
          </a:xfrm>
        </p:grpSpPr>
        <p:sp>
          <p:nvSpPr>
            <p:cNvPr id="88068" name="Rectangle 4"/>
            <p:cNvSpPr/>
            <p:nvPr/>
          </p:nvSpPr>
          <p:spPr>
            <a:xfrm>
              <a:off x="283" y="946"/>
              <a:ext cx="13281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 </a:t>
              </a: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例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2.6.2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求矩阵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                           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标准形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" name="对象 -2147480711"/>
            <p:cNvGraphicFramePr>
              <a:graphicFrameLocks noChangeAspect="1"/>
            </p:cNvGraphicFramePr>
            <p:nvPr/>
          </p:nvGraphicFramePr>
          <p:xfrm>
            <a:off x="4036" y="283"/>
            <a:ext cx="3960" cy="19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422400" imgH="711200" progId="Equation.DSMT4">
                    <p:embed/>
                  </p:oleObj>
                </mc:Choice>
                <mc:Fallback>
                  <p:oleObj name="" r:id="rId1" imgW="1422400" imgH="711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36" y="283"/>
                          <a:ext cx="3960" cy="19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-2147480710"/>
          <p:cNvGraphicFramePr>
            <a:graphicFrameLocks noChangeAspect="1"/>
          </p:cNvGraphicFramePr>
          <p:nvPr/>
        </p:nvGraphicFramePr>
        <p:xfrm>
          <a:off x="927100" y="1465580"/>
          <a:ext cx="7311390" cy="1167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4457700" imgH="711200" progId="Equation.DSMT4">
                  <p:embed/>
                </p:oleObj>
              </mc:Choice>
              <mc:Fallback>
                <p:oleObj name="" r:id="rId3" imgW="4457700" imgH="711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7100" y="1465580"/>
                        <a:ext cx="7311390" cy="11671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560" y="1551305"/>
            <a:ext cx="6559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dirty="0"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3333FF"/>
                </a:solidFill>
                <a:ea typeface="黑体" panose="02010609060101010101" pitchFamily="2" charset="-122"/>
                <a:sym typeface="+mn-ea"/>
              </a:rPr>
              <a:t>解</a:t>
            </a:r>
            <a:endParaRPr lang="zh-CN" altLang="en-US" sz="2400" dirty="0">
              <a:solidFill>
                <a:srgbClr val="3333FF"/>
              </a:solidFill>
              <a:ea typeface="黑体" panose="02010609060101010101" pitchFamily="2" charset="-122"/>
              <a:sym typeface="+mn-ea"/>
            </a:endParaRPr>
          </a:p>
        </p:txBody>
      </p:sp>
      <p:graphicFrame>
        <p:nvGraphicFramePr>
          <p:cNvPr id="7" name="对象 -2147480710"/>
          <p:cNvGraphicFramePr>
            <a:graphicFrameLocks noChangeAspect="1"/>
          </p:cNvGraphicFramePr>
          <p:nvPr/>
        </p:nvGraphicFramePr>
        <p:xfrm>
          <a:off x="996950" y="2492375"/>
          <a:ext cx="5537835" cy="2126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3175000" imgH="1219200" progId="Equation.DSMT4">
                  <p:embed/>
                </p:oleObj>
              </mc:Choice>
              <mc:Fallback>
                <p:oleObj name="" r:id="rId5" imgW="3175000" imgH="1219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6950" y="2492375"/>
                        <a:ext cx="5537835" cy="2126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0709"/>
          <p:cNvGraphicFramePr/>
          <p:nvPr/>
        </p:nvGraphicFramePr>
        <p:xfrm>
          <a:off x="1187450" y="4580890"/>
          <a:ext cx="5064125" cy="206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3098800" imgH="1219200" progId="Equation.DSMT4">
                  <p:embed/>
                </p:oleObj>
              </mc:Choice>
              <mc:Fallback>
                <p:oleObj name="" r:id="rId7" imgW="3098800" imgH="1219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4580890"/>
                        <a:ext cx="5064125" cy="2066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-2147480709"/>
          <p:cNvGraphicFramePr/>
          <p:nvPr/>
        </p:nvGraphicFramePr>
        <p:xfrm>
          <a:off x="7452043" y="4940935"/>
          <a:ext cx="1544955" cy="126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9" imgW="914400" imgH="711200" progId="Equation.DSMT4">
                  <p:embed/>
                </p:oleObj>
              </mc:Choice>
              <mc:Fallback>
                <p:oleObj name="" r:id="rId9" imgW="914400" imgH="711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52043" y="4940935"/>
                        <a:ext cx="1544955" cy="1268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331585" y="5229225"/>
            <a:ext cx="11207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所求标准形为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9874" name="标题 1359873"/>
          <p:cNvSpPr>
            <a:spLocks noGrp="1" noRot="1"/>
          </p:cNvSpPr>
          <p:nvPr>
            <p:ph type="title"/>
          </p:nvPr>
        </p:nvSpPr>
        <p:spPr>
          <a:xfrm>
            <a:off x="684213" y="2781300"/>
            <a:ext cx="7772400" cy="579438"/>
          </a:xfrm>
        </p:spPr>
        <p:txBody>
          <a:bodyPr anchor="ctr" anchorCtr="0"/>
          <a:p>
            <a:pPr algn="l"/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359875" name="文本占位符 1359874"/>
          <p:cNvSpPr>
            <a:spLocks noGrp="1" noRot="1"/>
          </p:cNvSpPr>
          <p:nvPr>
            <p:ph type="body" idx="1"/>
          </p:nvPr>
        </p:nvSpPr>
        <p:spPr>
          <a:xfrm>
            <a:off x="539750" y="1341438"/>
            <a:ext cx="8064500" cy="1152525"/>
          </a:xfrm>
        </p:spPr>
        <p:txBody>
          <a:bodyPr/>
          <a:p>
            <a:pPr marL="0" indent="0">
              <a:lnSpc>
                <a:spcPct val="125000"/>
              </a:lnSpc>
              <a:buNone/>
            </a:pPr>
            <a:r>
              <a:rPr lang="zh-CN" altLang="zh-CN" sz="2800" b="1" dirty="0">
                <a:solidFill>
                  <a:srgbClr val="FF3300"/>
                </a:solidFill>
              </a:rPr>
              <a:t>定义</a:t>
            </a:r>
            <a:r>
              <a:rPr lang="en-US" altLang="zh-CN" sz="2800" b="1">
                <a:solidFill>
                  <a:srgbClr val="FF3300"/>
                </a:solidFill>
              </a:rPr>
              <a:t>2.6.5 </a:t>
            </a:r>
            <a:r>
              <a:rPr lang="en-US" altLang="zh-CN" sz="2800" b="1"/>
              <a:t>  </a:t>
            </a:r>
            <a:r>
              <a:rPr lang="zh-CN" altLang="en-US" sz="2800" b="1" dirty="0"/>
              <a:t>对单位矩阵</a:t>
            </a:r>
            <a:r>
              <a:rPr lang="en-US" altLang="zh-CN" sz="2800" b="1"/>
              <a:t>E</a:t>
            </a:r>
            <a:r>
              <a:rPr lang="zh-CN" altLang="en-US" sz="2800" b="1" dirty="0"/>
              <a:t>施以一次初等变换得到矩阵称为</a:t>
            </a:r>
            <a:r>
              <a:rPr lang="zh-CN" altLang="en-US" sz="2800" b="1" dirty="0">
                <a:solidFill>
                  <a:srgbClr val="FF0000"/>
                </a:solidFill>
              </a:rPr>
              <a:t>初等矩阵</a:t>
            </a:r>
            <a:r>
              <a:rPr lang="en-US" altLang="zh-CN" sz="2800" b="1"/>
              <a:t>.</a:t>
            </a:r>
            <a:endParaRPr lang="en-US" altLang="zh-CN" b="1">
              <a:solidFill>
                <a:schemeClr val="tx2"/>
              </a:solidFill>
            </a:endParaRPr>
          </a:p>
        </p:txBody>
      </p:sp>
      <p:sp>
        <p:nvSpPr>
          <p:cNvPr id="1359876" name="文本框 1359875"/>
          <p:cNvSpPr txBox="1"/>
          <p:nvPr/>
        </p:nvSpPr>
        <p:spPr>
          <a:xfrm>
            <a:off x="1331913" y="2708275"/>
            <a:ext cx="69135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三种初等变换分别对应着三种初等矩阵：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59878" name="矩形 1359877"/>
          <p:cNvSpPr/>
          <p:nvPr/>
        </p:nvSpPr>
        <p:spPr>
          <a:xfrm>
            <a:off x="0" y="1909763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59879" name="矩形 1359878"/>
          <p:cNvSpPr/>
          <p:nvPr/>
        </p:nvSpPr>
        <p:spPr>
          <a:xfrm>
            <a:off x="611188" y="692150"/>
            <a:ext cx="3630612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初等矩阵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9880" name="矩形 1359879"/>
          <p:cNvSpPr/>
          <p:nvPr/>
        </p:nvSpPr>
        <p:spPr>
          <a:xfrm>
            <a:off x="1187450" y="3573463"/>
            <a:ext cx="7058025" cy="1158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(1)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交换单位矩阵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的第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得到的矩阵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9875" grpId="1" build="p"/>
      <p:bldP spid="1359876" grpId="0"/>
      <p:bldP spid="1359880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60898" name="对象 1360897"/>
          <p:cNvGraphicFramePr/>
          <p:nvPr/>
        </p:nvGraphicFramePr>
        <p:xfrm>
          <a:off x="1619250" y="692150"/>
          <a:ext cx="6016625" cy="436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984500" imgH="2933700" progId="Equation.DSMT4">
                  <p:embed/>
                </p:oleObj>
              </mc:Choice>
              <mc:Fallback>
                <p:oleObj name="" r:id="rId1" imgW="2984500" imgH="29337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692150"/>
                        <a:ext cx="6016625" cy="436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0899" name="组合 1360898"/>
          <p:cNvGrpSpPr/>
          <p:nvPr/>
        </p:nvGrpSpPr>
        <p:grpSpPr>
          <a:xfrm>
            <a:off x="2843213" y="4149725"/>
            <a:ext cx="3240087" cy="1527175"/>
            <a:chOff x="2018" y="2886"/>
            <a:chExt cx="2041" cy="962"/>
          </a:xfrm>
        </p:grpSpPr>
        <p:grpSp>
          <p:nvGrpSpPr>
            <p:cNvPr id="1360900" name="组合 1360899"/>
            <p:cNvGrpSpPr/>
            <p:nvPr/>
          </p:nvGrpSpPr>
          <p:grpSpPr>
            <a:xfrm>
              <a:off x="2018" y="2886"/>
              <a:ext cx="771" cy="962"/>
              <a:chOff x="2018" y="2886"/>
              <a:chExt cx="771" cy="962"/>
            </a:xfrm>
          </p:grpSpPr>
          <p:sp>
            <p:nvSpPr>
              <p:cNvPr id="1360901" name="直接连接符 1360900"/>
              <p:cNvSpPr/>
              <p:nvPr/>
            </p:nvSpPr>
            <p:spPr>
              <a:xfrm flipV="1">
                <a:off x="2472" y="2886"/>
                <a:ext cx="0" cy="635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stealth" w="lg" len="lg"/>
                <a:tailEnd type="none" w="med" len="med"/>
              </a:ln>
            </p:spPr>
          </p:sp>
          <p:sp>
            <p:nvSpPr>
              <p:cNvPr id="1360902" name="文本框 1360901"/>
              <p:cNvSpPr txBox="1"/>
              <p:nvPr/>
            </p:nvSpPr>
            <p:spPr>
              <a:xfrm>
                <a:off x="2018" y="3521"/>
                <a:ext cx="771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indent="268605" algn="ctr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列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60903" name="组合 1360902"/>
            <p:cNvGrpSpPr/>
            <p:nvPr/>
          </p:nvGrpSpPr>
          <p:grpSpPr>
            <a:xfrm>
              <a:off x="3288" y="2886"/>
              <a:ext cx="771" cy="962"/>
              <a:chOff x="2018" y="2886"/>
              <a:chExt cx="771" cy="962"/>
            </a:xfrm>
          </p:grpSpPr>
          <p:sp>
            <p:nvSpPr>
              <p:cNvPr id="1360904" name="直接连接符 1360903"/>
              <p:cNvSpPr/>
              <p:nvPr/>
            </p:nvSpPr>
            <p:spPr>
              <a:xfrm flipV="1">
                <a:off x="2472" y="2886"/>
                <a:ext cx="0" cy="635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stealth" w="lg" len="lg"/>
                <a:tailEnd type="none" w="med" len="med"/>
              </a:ln>
            </p:spPr>
          </p:sp>
          <p:sp>
            <p:nvSpPr>
              <p:cNvPr id="1360905" name="文本框 1360904"/>
              <p:cNvSpPr txBox="1"/>
              <p:nvPr/>
            </p:nvSpPr>
            <p:spPr>
              <a:xfrm>
                <a:off x="2018" y="3521"/>
                <a:ext cx="771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indent="268605" algn="ctr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列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60906" name="组合 1360905"/>
          <p:cNvGrpSpPr/>
          <p:nvPr/>
        </p:nvGrpSpPr>
        <p:grpSpPr>
          <a:xfrm>
            <a:off x="6588125" y="1844675"/>
            <a:ext cx="2089150" cy="2032000"/>
            <a:chOff x="4286" y="1570"/>
            <a:chExt cx="1316" cy="1280"/>
          </a:xfrm>
        </p:grpSpPr>
        <p:grpSp>
          <p:nvGrpSpPr>
            <p:cNvPr id="1360907" name="组合 1360906"/>
            <p:cNvGrpSpPr/>
            <p:nvPr/>
          </p:nvGrpSpPr>
          <p:grpSpPr>
            <a:xfrm>
              <a:off x="4286" y="1570"/>
              <a:ext cx="1316" cy="327"/>
              <a:chOff x="4286" y="1570"/>
              <a:chExt cx="1316" cy="327"/>
            </a:xfrm>
          </p:grpSpPr>
          <p:sp>
            <p:nvSpPr>
              <p:cNvPr id="1360908" name="文本框 1360907"/>
              <p:cNvSpPr txBox="1"/>
              <p:nvPr/>
            </p:nvSpPr>
            <p:spPr>
              <a:xfrm>
                <a:off x="4921" y="1570"/>
                <a:ext cx="681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indent="268605" algn="ctr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行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0909" name="直接连接符 1360908"/>
              <p:cNvSpPr/>
              <p:nvPr/>
            </p:nvSpPr>
            <p:spPr>
              <a:xfrm flipH="1">
                <a:off x="4286" y="1752"/>
                <a:ext cx="81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stealth" w="lg" len="lg"/>
                <a:tailEnd type="none" w="med" len="med"/>
              </a:ln>
            </p:spPr>
          </p:sp>
        </p:grpSp>
        <p:grpSp>
          <p:nvGrpSpPr>
            <p:cNvPr id="1360910" name="组合 1360909"/>
            <p:cNvGrpSpPr/>
            <p:nvPr/>
          </p:nvGrpSpPr>
          <p:grpSpPr>
            <a:xfrm>
              <a:off x="4286" y="2523"/>
              <a:ext cx="1316" cy="327"/>
              <a:chOff x="4286" y="1570"/>
              <a:chExt cx="1316" cy="327"/>
            </a:xfrm>
          </p:grpSpPr>
          <p:sp>
            <p:nvSpPr>
              <p:cNvPr id="1360911" name="文本框 1360910"/>
              <p:cNvSpPr txBox="1"/>
              <p:nvPr/>
            </p:nvSpPr>
            <p:spPr>
              <a:xfrm>
                <a:off x="4921" y="1570"/>
                <a:ext cx="681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indent="268605" algn="ctr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行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0912" name="直接连接符 1360911"/>
              <p:cNvSpPr/>
              <p:nvPr/>
            </p:nvSpPr>
            <p:spPr>
              <a:xfrm flipH="1">
                <a:off x="4286" y="1752"/>
                <a:ext cx="81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stealth" w="lg" len="lg"/>
                <a:tailEnd type="none" w="med" len="med"/>
              </a:ln>
            </p:spPr>
          </p:sp>
        </p:grpSp>
      </p:grpSp>
      <p:sp>
        <p:nvSpPr>
          <p:cNvPr id="1360913" name="文本框 1360912"/>
          <p:cNvSpPr txBox="1"/>
          <p:nvPr/>
        </p:nvSpPr>
        <p:spPr>
          <a:xfrm>
            <a:off x="250825" y="5805488"/>
            <a:ext cx="6480175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 algn="ctr">
              <a:spcBef>
                <a:spcPct val="5000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记为</a:t>
            </a:r>
            <a:r>
              <a:rPr lang="en-US" altLang="zh-CN" err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err="1">
                <a:solidFill>
                  <a:schemeClr val="tx2"/>
                </a:solidFill>
                <a:latin typeface="Times New Roman" panose="02020603050405020304" pitchFamily="18" charset="0"/>
              </a:rPr>
              <a:t>(i,j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60915" name="对象 1360914"/>
          <p:cNvGraphicFramePr/>
          <p:nvPr/>
        </p:nvGraphicFramePr>
        <p:xfrm>
          <a:off x="442913" y="2963863"/>
          <a:ext cx="1176337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481965" imgH="266065" progId="Equation.DSMT4">
                  <p:embed/>
                </p:oleObj>
              </mc:Choice>
              <mc:Fallback>
                <p:oleObj name="" r:id="rId3" imgW="481965" imgH="266065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913" y="2963863"/>
                        <a:ext cx="1176337" cy="715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0916" name="对象 1360915"/>
          <p:cNvGraphicFramePr/>
          <p:nvPr/>
        </p:nvGraphicFramePr>
        <p:xfrm>
          <a:off x="7596188" y="2636838"/>
          <a:ext cx="13668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673100" imgH="241300" progId="Equation.DSMT4">
                  <p:embed/>
                </p:oleObj>
              </mc:Choice>
              <mc:Fallback>
                <p:oleObj name="" r:id="rId5" imgW="673100" imgH="241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96188" y="2636838"/>
                        <a:ext cx="1366837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6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6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36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6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6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2000"/>
                                        <p:tgtEl>
                                          <p:spTgt spid="136091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2000"/>
                                        <p:tgtEl>
                                          <p:spTgt spid="136091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2000"/>
                                        <p:tgtEl>
                                          <p:spTgt spid="136091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22" name="矩形 1361921"/>
          <p:cNvSpPr/>
          <p:nvPr/>
        </p:nvSpPr>
        <p:spPr>
          <a:xfrm>
            <a:off x="1042988" y="908050"/>
            <a:ext cx="6665912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的第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列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乘以非零数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得到的矩阵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61923" name="矩形 1361922"/>
          <p:cNvSpPr/>
          <p:nvPr/>
        </p:nvSpPr>
        <p:spPr>
          <a:xfrm>
            <a:off x="0" y="2709863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1924" name="对象 1361923"/>
          <p:cNvGraphicFramePr/>
          <p:nvPr/>
        </p:nvGraphicFramePr>
        <p:xfrm>
          <a:off x="2771775" y="1916113"/>
          <a:ext cx="3449638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727200" imgH="1689100" progId="Equation.DSMT4">
                  <p:embed/>
                </p:oleObj>
              </mc:Choice>
              <mc:Fallback>
                <p:oleObj name="" r:id="rId1" imgW="1727200" imgH="16891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1916113"/>
                        <a:ext cx="3449638" cy="338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1925" name="组合 1361924"/>
          <p:cNvGrpSpPr/>
          <p:nvPr/>
        </p:nvGrpSpPr>
        <p:grpSpPr>
          <a:xfrm>
            <a:off x="4787900" y="3357563"/>
            <a:ext cx="2809875" cy="519112"/>
            <a:chOff x="3061" y="1661"/>
            <a:chExt cx="1861" cy="327"/>
          </a:xfrm>
        </p:grpSpPr>
        <p:sp>
          <p:nvSpPr>
            <p:cNvPr id="1361926" name="直接连接符 1361925"/>
            <p:cNvSpPr/>
            <p:nvPr/>
          </p:nvSpPr>
          <p:spPr>
            <a:xfrm>
              <a:off x="3061" y="1842"/>
              <a:ext cx="118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61927" name="文本框 1361926"/>
            <p:cNvSpPr txBox="1"/>
            <p:nvPr/>
          </p:nvSpPr>
          <p:spPr>
            <a:xfrm>
              <a:off x="3969" y="1661"/>
              <a:ext cx="9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 algn="ctr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行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61928" name="组合 1361927"/>
          <p:cNvGrpSpPr/>
          <p:nvPr/>
        </p:nvGrpSpPr>
        <p:grpSpPr>
          <a:xfrm>
            <a:off x="3635375" y="3933825"/>
            <a:ext cx="1441450" cy="1814513"/>
            <a:chOff x="2290" y="2160"/>
            <a:chExt cx="908" cy="1143"/>
          </a:xfrm>
        </p:grpSpPr>
        <p:sp>
          <p:nvSpPr>
            <p:cNvPr id="1361929" name="直接连接符 1361928"/>
            <p:cNvSpPr/>
            <p:nvPr/>
          </p:nvSpPr>
          <p:spPr>
            <a:xfrm>
              <a:off x="2835" y="2160"/>
              <a:ext cx="0" cy="81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61930" name="文本框 1361929"/>
            <p:cNvSpPr txBox="1"/>
            <p:nvPr/>
          </p:nvSpPr>
          <p:spPr>
            <a:xfrm>
              <a:off x="2290" y="2976"/>
              <a:ext cx="9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 algn="ctr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列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61931" name="对象 1361930"/>
          <p:cNvGraphicFramePr/>
          <p:nvPr/>
        </p:nvGraphicFramePr>
        <p:xfrm>
          <a:off x="1187450" y="3284538"/>
          <a:ext cx="136683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457200" imgH="241300" progId="Equation.DSMT4">
                  <p:embed/>
                </p:oleObj>
              </mc:Choice>
              <mc:Fallback>
                <p:oleObj name="" r:id="rId3" imgW="457200" imgH="2413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3284538"/>
                        <a:ext cx="1366838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32" name="对象 1361931"/>
          <p:cNvGraphicFramePr/>
          <p:nvPr/>
        </p:nvGraphicFramePr>
        <p:xfrm>
          <a:off x="2411413" y="5661025"/>
          <a:ext cx="208756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698500" imgH="228600" progId="Equation.DSMT4">
                  <p:embed/>
                </p:oleObj>
              </mc:Choice>
              <mc:Fallback>
                <p:oleObj name="" r:id="rId5" imgW="698500" imgH="228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413" y="5661025"/>
                        <a:ext cx="2087562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6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6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36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6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6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2946" name="文本框 1362945"/>
          <p:cNvSpPr txBox="1"/>
          <p:nvPr/>
        </p:nvSpPr>
        <p:spPr>
          <a:xfrm>
            <a:off x="827088" y="549275"/>
            <a:ext cx="9144000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宋体" panose="02010600030101010101" pitchFamily="2" charset="-122"/>
              </a:rPr>
              <a:t>) </a:t>
            </a:r>
            <a:r>
              <a:rPr lang="zh-CN" altLang="en-US" dirty="0">
                <a:latin typeface="宋体" panose="02010600030101010101" pitchFamily="2" charset="-122"/>
              </a:rPr>
              <a:t>把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宋体" panose="02010600030101010101" pitchFamily="2" charset="-122"/>
              </a:rPr>
              <a:t>的第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行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宋体" panose="02010600030101010101" pitchFamily="2" charset="-122"/>
              </a:rPr>
              <a:t>倍加到第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行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    或第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列</a:t>
            </a:r>
            <a:r>
              <a:rPr lang="zh-CN" altLang="zh-CN" dirty="0">
                <a:latin typeface="宋体" panose="02010600030101010101" pitchFamily="2" charset="-122"/>
              </a:rPr>
              <a:t>的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宋体" panose="02010600030101010101" pitchFamily="2" charset="-122"/>
              </a:rPr>
              <a:t>倍加到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列</a:t>
            </a:r>
            <a:r>
              <a:rPr lang="zh-CN" altLang="zh-CN" dirty="0">
                <a:latin typeface="宋体" panose="02010600030101010101" pitchFamily="2" charset="-122"/>
              </a:rPr>
              <a:t>上</a:t>
            </a:r>
            <a:r>
              <a:rPr lang="zh-CN" altLang="en-US" dirty="0">
                <a:latin typeface="宋体" panose="02010600030101010101" pitchFamily="2" charset="-122"/>
              </a:rPr>
              <a:t>得到的矩：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62947" name="矩形 1362946"/>
          <p:cNvSpPr/>
          <p:nvPr/>
        </p:nvSpPr>
        <p:spPr>
          <a:xfrm>
            <a:off x="0" y="2443163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2948" name="对象 1362947"/>
          <p:cNvGraphicFramePr/>
          <p:nvPr/>
        </p:nvGraphicFramePr>
        <p:xfrm>
          <a:off x="2843213" y="1916113"/>
          <a:ext cx="3703637" cy="348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095500" imgH="1968500" progId="Equation.DSMT4">
                  <p:embed/>
                </p:oleObj>
              </mc:Choice>
              <mc:Fallback>
                <p:oleObj name="" r:id="rId1" imgW="2095500" imgH="19685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3213" y="1916113"/>
                        <a:ext cx="3703637" cy="348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2949" name="组合 1362948"/>
          <p:cNvGrpSpPr/>
          <p:nvPr/>
        </p:nvGrpSpPr>
        <p:grpSpPr>
          <a:xfrm>
            <a:off x="2195513" y="4149725"/>
            <a:ext cx="4537075" cy="1670050"/>
            <a:chOff x="1383" y="2750"/>
            <a:chExt cx="2858" cy="1052"/>
          </a:xfrm>
        </p:grpSpPr>
        <p:sp>
          <p:nvSpPr>
            <p:cNvPr id="1362950" name="直接连接符 1362949"/>
            <p:cNvSpPr/>
            <p:nvPr/>
          </p:nvSpPr>
          <p:spPr>
            <a:xfrm>
              <a:off x="2562" y="2750"/>
              <a:ext cx="0" cy="72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62951" name="直接连接符 1362950"/>
            <p:cNvSpPr/>
            <p:nvPr/>
          </p:nvSpPr>
          <p:spPr>
            <a:xfrm>
              <a:off x="3198" y="2795"/>
              <a:ext cx="0" cy="68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62952" name="文本框 1362951"/>
            <p:cNvSpPr txBox="1"/>
            <p:nvPr/>
          </p:nvSpPr>
          <p:spPr>
            <a:xfrm>
              <a:off x="1383" y="3475"/>
              <a:ext cx="285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 algn="ctr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列       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列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62953" name="组合 1362952"/>
          <p:cNvGrpSpPr/>
          <p:nvPr/>
        </p:nvGrpSpPr>
        <p:grpSpPr>
          <a:xfrm>
            <a:off x="5435600" y="2781300"/>
            <a:ext cx="2232025" cy="1454150"/>
            <a:chOff x="3424" y="1752"/>
            <a:chExt cx="1406" cy="916"/>
          </a:xfrm>
        </p:grpSpPr>
        <p:sp>
          <p:nvSpPr>
            <p:cNvPr id="1362954" name="直接连接符 1362953"/>
            <p:cNvSpPr/>
            <p:nvPr/>
          </p:nvSpPr>
          <p:spPr>
            <a:xfrm>
              <a:off x="3424" y="1933"/>
              <a:ext cx="63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62955" name="直接连接符 1362954"/>
            <p:cNvSpPr/>
            <p:nvPr/>
          </p:nvSpPr>
          <p:spPr>
            <a:xfrm>
              <a:off x="3424" y="2523"/>
              <a:ext cx="63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62956" name="文本框 1362955"/>
            <p:cNvSpPr txBox="1"/>
            <p:nvPr/>
          </p:nvSpPr>
          <p:spPr>
            <a:xfrm>
              <a:off x="3878" y="1752"/>
              <a:ext cx="95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 algn="ctr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行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62957" name="文本框 1362956"/>
            <p:cNvSpPr txBox="1"/>
            <p:nvPr/>
          </p:nvSpPr>
          <p:spPr>
            <a:xfrm>
              <a:off x="3878" y="2341"/>
              <a:ext cx="95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 algn="ctr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行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62958" name="对象 1362957"/>
          <p:cNvGraphicFramePr/>
          <p:nvPr/>
        </p:nvGraphicFramePr>
        <p:xfrm>
          <a:off x="1331913" y="3213100"/>
          <a:ext cx="12382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457200" imgH="241300" progId="Equation.DSMT4">
                  <p:embed/>
                </p:oleObj>
              </mc:Choice>
              <mc:Fallback>
                <p:oleObj name="" r:id="rId3" imgW="457200" imgH="2413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913" y="3213100"/>
                        <a:ext cx="1238250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960" name="对象 1362959"/>
          <p:cNvGraphicFramePr/>
          <p:nvPr/>
        </p:nvGraphicFramePr>
        <p:xfrm>
          <a:off x="2195513" y="5876925"/>
          <a:ext cx="230505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850265" imgH="228600" progId="Equation.DSMT4">
                  <p:embed/>
                </p:oleObj>
              </mc:Choice>
              <mc:Fallback>
                <p:oleObj name="" r:id="rId5" imgW="850265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513" y="5876925"/>
                        <a:ext cx="2305050" cy="620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362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362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362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36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36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36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36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6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4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3970" name="矩形 1363969"/>
          <p:cNvSpPr/>
          <p:nvPr/>
        </p:nvSpPr>
        <p:spPr>
          <a:xfrm>
            <a:off x="1258888" y="549275"/>
            <a:ext cx="144145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如：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3971" name="矩形 1363970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3972" name="对象 1363971"/>
          <p:cNvGraphicFramePr/>
          <p:nvPr/>
        </p:nvGraphicFramePr>
        <p:xfrm>
          <a:off x="1258888" y="1412875"/>
          <a:ext cx="13684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735965" imgH="241300" progId="Equation.DSMT4">
                  <p:embed/>
                </p:oleObj>
              </mc:Choice>
              <mc:Fallback>
                <p:oleObj name="" r:id="rId1" imgW="735965" imgH="2413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1412875"/>
                        <a:ext cx="136842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63973" name="图片 13639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338" y="908050"/>
            <a:ext cx="1582737" cy="146685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363974" name="矩形 1363973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3975" name="对象 1363974"/>
          <p:cNvGraphicFramePr/>
          <p:nvPr/>
        </p:nvGraphicFramePr>
        <p:xfrm>
          <a:off x="4356100" y="1412875"/>
          <a:ext cx="17287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4" imgW="888365" imgH="241300" progId="Equation.DSMT4">
                  <p:embed/>
                </p:oleObj>
              </mc:Choice>
              <mc:Fallback>
                <p:oleObj name="" r:id="rId4" imgW="888365" imgH="2413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56100" y="1412875"/>
                        <a:ext cx="1728788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976" name="对象 1363975"/>
          <p:cNvGraphicFramePr/>
          <p:nvPr/>
        </p:nvGraphicFramePr>
        <p:xfrm>
          <a:off x="6156325" y="836613"/>
          <a:ext cx="1728788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6" imgW="964565" imgH="799465" progId="Equation.DSMT4">
                  <p:embed/>
                </p:oleObj>
              </mc:Choice>
              <mc:Fallback>
                <p:oleObj name="" r:id="rId6" imgW="964565" imgH="799465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325" y="836613"/>
                        <a:ext cx="1728788" cy="143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3977" name="矩形 1363976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3978" name="对象 1363977"/>
          <p:cNvGraphicFramePr/>
          <p:nvPr/>
        </p:nvGraphicFramePr>
        <p:xfrm>
          <a:off x="1331913" y="2924175"/>
          <a:ext cx="17287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8" imgW="901065" imgH="241300" progId="Equation.DSMT4">
                  <p:embed/>
                </p:oleObj>
              </mc:Choice>
              <mc:Fallback>
                <p:oleObj name="" r:id="rId8" imgW="901065" imgH="2413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1913" y="2924175"/>
                        <a:ext cx="1728787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63979" name="图片 13639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87675" y="2420938"/>
            <a:ext cx="1511300" cy="1487487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363980" name="矩形 1363979"/>
          <p:cNvSpPr/>
          <p:nvPr/>
        </p:nvSpPr>
        <p:spPr>
          <a:xfrm>
            <a:off x="1042988" y="4147662"/>
            <a:ext cx="4105275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初等矩阵的作用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63981" name="矩形 1363980"/>
          <p:cNvSpPr/>
          <p:nvPr/>
        </p:nvSpPr>
        <p:spPr>
          <a:xfrm>
            <a:off x="395288" y="4724400"/>
            <a:ext cx="7696200" cy="116967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初等矩阵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非常有用、非常重要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68605">
              <a:lnSpc>
                <a:spcPct val="125000"/>
              </a:lnSpc>
              <a:spcBef>
                <a:spcPct val="0"/>
              </a:spcBef>
            </a:pP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6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6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36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6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6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6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500"/>
                                        <p:tgtEl>
                                          <p:spTgt spid="1363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500"/>
                                        <p:tgtEl>
                                          <p:spTgt spid="1363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500"/>
                                        <p:tgtEl>
                                          <p:spTgt spid="1363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500"/>
                                        <p:tgtEl>
                                          <p:spTgt spid="1363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500"/>
                                        <p:tgtEl>
                                          <p:spTgt spid="1363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500"/>
                                        <p:tgtEl>
                                          <p:spTgt spid="1363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3980" grpId="0"/>
      <p:bldP spid="136398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9090" name="矩形 1369089"/>
          <p:cNvSpPr/>
          <p:nvPr/>
        </p:nvSpPr>
        <p:spPr>
          <a:xfrm>
            <a:off x="0" y="33528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9092" name="矩形 1369091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9093" name="矩形 1369092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9095" name="矩形 1369094"/>
          <p:cNvSpPr/>
          <p:nvPr/>
        </p:nvSpPr>
        <p:spPr>
          <a:xfrm>
            <a:off x="0" y="31575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9108" name="矩形 1369107"/>
          <p:cNvSpPr/>
          <p:nvPr/>
        </p:nvSpPr>
        <p:spPr>
          <a:xfrm>
            <a:off x="971550" y="188278"/>
            <a:ext cx="6551613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性质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初等矩阵的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转置</a:t>
            </a:r>
            <a:r>
              <a:rPr lang="zh-CN" altLang="en-US" dirty="0">
                <a:latin typeface="Times New Roman" panose="02020603050405020304" pitchFamily="18" charset="0"/>
              </a:rPr>
              <a:t>为初等矩阵。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9109" name="矩形 1369108"/>
          <p:cNvSpPr/>
          <p:nvPr/>
        </p:nvSpPr>
        <p:spPr>
          <a:xfrm>
            <a:off x="971233" y="836295"/>
            <a:ext cx="52578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性质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初等矩阵是可逆的：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9110" name="矩形 136910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9111" name="对象 1369110"/>
          <p:cNvGraphicFramePr/>
          <p:nvPr/>
        </p:nvGraphicFramePr>
        <p:xfrm>
          <a:off x="2484596" y="1412399"/>
          <a:ext cx="1347470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609600" imgH="228600" progId="Equation.DSMT4">
                  <p:embed/>
                </p:oleObj>
              </mc:Choice>
              <mc:Fallback>
                <p:oleObj name="" r:id="rId1" imgW="609600" imgH="2286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596" y="1412399"/>
                        <a:ext cx="1347470" cy="5041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9112" name="矩形 136911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9113" name="对象 1369112"/>
          <p:cNvGraphicFramePr/>
          <p:nvPr/>
        </p:nvGraphicFramePr>
        <p:xfrm>
          <a:off x="2557621" y="2204403"/>
          <a:ext cx="1566545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673100" imgH="228600" progId="Equation.DSMT4">
                  <p:embed/>
                </p:oleObj>
              </mc:Choice>
              <mc:Fallback>
                <p:oleObj name="" r:id="rId3" imgW="673100" imgH="228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7621" y="2204403"/>
                        <a:ext cx="1566545" cy="531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15" name="对象 1369114"/>
          <p:cNvGraphicFramePr/>
          <p:nvPr/>
        </p:nvGraphicFramePr>
        <p:xfrm>
          <a:off x="2484438" y="2997200"/>
          <a:ext cx="200818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5" imgW="927100" imgH="228600" progId="Equation.DSMT4">
                  <p:embed/>
                </p:oleObj>
              </mc:Choice>
              <mc:Fallback>
                <p:oleObj name="" r:id="rId5" imgW="927100" imgH="228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4438" y="2997200"/>
                        <a:ext cx="2008187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16" name="对象 1369115"/>
          <p:cNvGraphicFramePr/>
          <p:nvPr/>
        </p:nvGraphicFramePr>
        <p:xfrm>
          <a:off x="3997325" y="1412875"/>
          <a:ext cx="10080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405765" imgH="228600" progId="Equation.DSMT4">
                  <p:embed/>
                </p:oleObj>
              </mc:Choice>
              <mc:Fallback>
                <p:oleObj name="" r:id="rId7" imgW="405765" imgH="2286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97325" y="1412875"/>
                        <a:ext cx="1008063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17" name="对象 1369116"/>
          <p:cNvGraphicFramePr/>
          <p:nvPr/>
        </p:nvGraphicFramePr>
        <p:xfrm>
          <a:off x="4068763" y="2133600"/>
          <a:ext cx="17287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9" imgW="583565" imgH="215900" progId="Equation.DSMT4">
                  <p:embed/>
                </p:oleObj>
              </mc:Choice>
              <mc:Fallback>
                <p:oleObj name="" r:id="rId9" imgW="583565" imgH="2159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68763" y="2133600"/>
                        <a:ext cx="1728787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18" name="对象 1369117"/>
          <p:cNvGraphicFramePr/>
          <p:nvPr/>
        </p:nvGraphicFramePr>
        <p:xfrm>
          <a:off x="4716463" y="2997200"/>
          <a:ext cx="10080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1" imgW="292100" imgH="190500" progId="Equation.DSMT4">
                  <p:embed/>
                </p:oleObj>
              </mc:Choice>
              <mc:Fallback>
                <p:oleObj name="" r:id="rId11" imgW="292100" imgH="1905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16463" y="2997200"/>
                        <a:ext cx="1008062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9119" name="矩形 1369118"/>
          <p:cNvSpPr/>
          <p:nvPr/>
        </p:nvSpPr>
        <p:spPr>
          <a:xfrm>
            <a:off x="1138555" y="3710305"/>
            <a:ext cx="66087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性质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初等矩阵的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逆矩阵</a:t>
            </a:r>
            <a:r>
              <a:rPr lang="zh-CN" altLang="en-US" dirty="0">
                <a:latin typeface="Times New Roman" panose="02020603050405020304" pitchFamily="18" charset="0"/>
              </a:rPr>
              <a:t>仍是初等矩阵：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68220" y="4293235"/>
            <a:ext cx="5132070" cy="2035810"/>
            <a:chOff x="3572" y="6879"/>
            <a:chExt cx="8082" cy="3620"/>
          </a:xfrm>
        </p:grpSpPr>
        <p:graphicFrame>
          <p:nvGraphicFramePr>
            <p:cNvPr id="1370122" name="对象 1370121"/>
            <p:cNvGraphicFramePr/>
            <p:nvPr/>
          </p:nvGraphicFramePr>
          <p:xfrm>
            <a:off x="4744" y="6879"/>
            <a:ext cx="4912" cy="1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13" imgW="1295400" imgH="279400" progId="Equation.DSMT4">
                    <p:embed/>
                  </p:oleObj>
                </mc:Choice>
                <mc:Fallback>
                  <p:oleObj name="" r:id="rId13" imgW="1295400" imgH="2794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44" y="6879"/>
                          <a:ext cx="4912" cy="10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0123" name="对象 1370122"/>
            <p:cNvGraphicFramePr/>
            <p:nvPr/>
          </p:nvGraphicFramePr>
          <p:xfrm>
            <a:off x="3572" y="9349"/>
            <a:ext cx="8083" cy="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5" imgW="2019300" imgH="279400" progId="Equation.DSMT4">
                    <p:embed/>
                  </p:oleObj>
                </mc:Choice>
                <mc:Fallback>
                  <p:oleObj name="" r:id="rId15" imgW="2019300" imgH="279400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572" y="9349"/>
                          <a:ext cx="8083" cy="1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0124" name="对象 1370123"/>
            <p:cNvGraphicFramePr/>
            <p:nvPr/>
          </p:nvGraphicFramePr>
          <p:xfrm>
            <a:off x="4592" y="7782"/>
            <a:ext cx="4810" cy="1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17" imgW="1422400" imgH="457200" progId="Equation.DSMT4">
                    <p:embed/>
                  </p:oleObj>
                </mc:Choice>
                <mc:Fallback>
                  <p:oleObj name="" r:id="rId17" imgW="1422400" imgH="457200" progId="Equation.DSMT4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592" y="7782"/>
                          <a:ext cx="4810" cy="18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2000"/>
                                        <p:tgtEl>
                                          <p:spTgt spid="1369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2000"/>
                                        <p:tgtEl>
                                          <p:spTgt spid="1369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2000"/>
                                        <p:tgtEl>
                                          <p:spTgt spid="1369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1369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1369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1369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6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36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36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36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36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36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500"/>
                                        <p:tgtEl>
                                          <p:spTgt spid="1369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500"/>
                                        <p:tgtEl>
                                          <p:spTgt spid="1369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500"/>
                                        <p:tgtEl>
                                          <p:spTgt spid="1369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9108" grpId="0"/>
      <p:bldP spid="1369109" grpId="0"/>
      <p:bldP spid="1369119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4994" name="矩形 1364993"/>
          <p:cNvSpPr/>
          <p:nvPr/>
        </p:nvSpPr>
        <p:spPr>
          <a:xfrm>
            <a:off x="827088" y="981075"/>
            <a:ext cx="2590800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例如  设有矩阵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4995" name="矩形 136499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4996" name="对象 1364995"/>
          <p:cNvGraphicFramePr/>
          <p:nvPr/>
        </p:nvGraphicFramePr>
        <p:xfrm>
          <a:off x="3276600" y="476250"/>
          <a:ext cx="2736850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370965" imgH="799465" progId="Equation.DSMT4">
                  <p:embed/>
                </p:oleObj>
              </mc:Choice>
              <mc:Fallback>
                <p:oleObj name="" r:id="rId1" imgW="1370965" imgH="799465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476250"/>
                        <a:ext cx="2736850" cy="158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4997" name="矩形 1364996"/>
          <p:cNvSpPr/>
          <p:nvPr/>
        </p:nvSpPr>
        <p:spPr>
          <a:xfrm>
            <a:off x="900113" y="2349500"/>
            <a:ext cx="625475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而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4998" name="矩形 136499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4999" name="对象 1364998"/>
          <p:cNvGraphicFramePr/>
          <p:nvPr/>
        </p:nvGraphicFramePr>
        <p:xfrm>
          <a:off x="1476375" y="1989138"/>
          <a:ext cx="2500313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536065" imgH="799465" progId="Equation.DSMT4">
                  <p:embed/>
                </p:oleObj>
              </mc:Choice>
              <mc:Fallback>
                <p:oleObj name="" r:id="rId3" imgW="1536065" imgH="799465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1989138"/>
                        <a:ext cx="2500313" cy="130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5000" name="矩形 136499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5001" name="对象 1365000"/>
          <p:cNvGraphicFramePr/>
          <p:nvPr/>
        </p:nvGraphicFramePr>
        <p:xfrm>
          <a:off x="4356100" y="1844675"/>
          <a:ext cx="3198813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1764665" imgH="799465" progId="Equation.DSMT4">
                  <p:embed/>
                </p:oleObj>
              </mc:Choice>
              <mc:Fallback>
                <p:oleObj name="" r:id="rId5" imgW="1764665" imgH="799465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6100" y="1844675"/>
                        <a:ext cx="3198813" cy="1449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5002" name="矩形 1365001"/>
          <p:cNvSpPr/>
          <p:nvPr/>
        </p:nvSpPr>
        <p:spPr>
          <a:xfrm>
            <a:off x="900113" y="3789363"/>
            <a:ext cx="625475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5003" name="矩形 136500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5004" name="对象 1365003"/>
          <p:cNvGraphicFramePr/>
          <p:nvPr/>
        </p:nvGraphicFramePr>
        <p:xfrm>
          <a:off x="1476375" y="3357563"/>
          <a:ext cx="4679950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2678430" imgH="799465" progId="Equation.DSMT4">
                  <p:embed/>
                </p:oleObj>
              </mc:Choice>
              <mc:Fallback>
                <p:oleObj name="" r:id="rId7" imgW="2678430" imgH="799465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3357563"/>
                        <a:ext cx="4679950" cy="1398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5005" name="矩形 1365004"/>
          <p:cNvSpPr/>
          <p:nvPr/>
        </p:nvSpPr>
        <p:spPr>
          <a:xfrm>
            <a:off x="0" y="30289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5006" name="对象 1365005"/>
          <p:cNvGraphicFramePr/>
          <p:nvPr/>
        </p:nvGraphicFramePr>
        <p:xfrm>
          <a:off x="1979613" y="4724400"/>
          <a:ext cx="2232025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1180465" imgH="799465" progId="Equation.DSMT4">
                  <p:embed/>
                </p:oleObj>
              </mc:Choice>
              <mc:Fallback>
                <p:oleObj name="" r:id="rId9" imgW="1180465" imgH="799465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613" y="4724400"/>
                        <a:ext cx="2232025" cy="1514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5007" name="文本框 1365006"/>
          <p:cNvSpPr txBox="1"/>
          <p:nvPr/>
        </p:nvSpPr>
        <p:spPr>
          <a:xfrm>
            <a:off x="5940425" y="5229225"/>
            <a:ext cx="1800225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3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5008" name="矩形 1365007"/>
          <p:cNvSpPr/>
          <p:nvPr/>
        </p:nvSpPr>
        <p:spPr>
          <a:xfrm>
            <a:off x="0" y="30289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365009" name="组合 1365008"/>
          <p:cNvGrpSpPr/>
          <p:nvPr/>
        </p:nvGrpSpPr>
        <p:grpSpPr>
          <a:xfrm>
            <a:off x="4500563" y="4868863"/>
            <a:ext cx="1800225" cy="647700"/>
            <a:chOff x="2789" y="3067"/>
            <a:chExt cx="1134" cy="408"/>
          </a:xfrm>
        </p:grpSpPr>
        <p:sp>
          <p:nvSpPr>
            <p:cNvPr id="1365010" name="直接连接符 1365009"/>
            <p:cNvSpPr/>
            <p:nvPr/>
          </p:nvSpPr>
          <p:spPr>
            <a:xfrm flipH="1">
              <a:off x="2789" y="3475"/>
              <a:ext cx="113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graphicFrame>
          <p:nvGraphicFramePr>
            <p:cNvPr id="1365011" name="对象 1365010"/>
            <p:cNvGraphicFramePr/>
            <p:nvPr/>
          </p:nvGraphicFramePr>
          <p:xfrm>
            <a:off x="2925" y="3067"/>
            <a:ext cx="86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1" imgW="546100" imgH="241300" progId="Equation.DSMT4">
                    <p:embed/>
                  </p:oleObj>
                </mc:Choice>
                <mc:Fallback>
                  <p:oleObj name="" r:id="rId11" imgW="546100" imgH="2413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925" y="3067"/>
                          <a:ext cx="862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5012" name="云形标注 1365011"/>
          <p:cNvSpPr/>
          <p:nvPr/>
        </p:nvSpPr>
        <p:spPr>
          <a:xfrm>
            <a:off x="900113" y="4365625"/>
            <a:ext cx="1079500" cy="647700"/>
          </a:xfrm>
          <a:prstGeom prst="cloudCallout">
            <a:avLst>
              <a:gd name="adj1" fmla="val 74264"/>
              <a:gd name="adj2" fmla="val 77694"/>
            </a:avLst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/>
          <a:p>
            <a:pPr indent="268605" algn="ctr"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6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364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364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364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36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36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365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3650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3650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36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36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1365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1365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1365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36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2000"/>
                                        <p:tgtEl>
                                          <p:spTgt spid="136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4997" grpId="0"/>
      <p:bldP spid="1365002" grpId="0"/>
      <p:bldP spid="1365007" grpId="0"/>
      <p:bldP spid="136501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6018" name="矩形 1366017"/>
          <p:cNvSpPr/>
          <p:nvPr/>
        </p:nvSpPr>
        <p:spPr>
          <a:xfrm>
            <a:off x="0" y="30289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6019" name="对象 1366018"/>
          <p:cNvGraphicFramePr/>
          <p:nvPr/>
        </p:nvGraphicFramePr>
        <p:xfrm>
          <a:off x="1116013" y="620713"/>
          <a:ext cx="4303712" cy="163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107565" imgH="799465" progId="Equation.DSMT4">
                  <p:embed/>
                </p:oleObj>
              </mc:Choice>
              <mc:Fallback>
                <p:oleObj name="" r:id="rId1" imgW="2107565" imgH="799465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620713"/>
                        <a:ext cx="4303712" cy="163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6020" name="矩形 1366019"/>
          <p:cNvSpPr/>
          <p:nvPr/>
        </p:nvSpPr>
        <p:spPr>
          <a:xfrm>
            <a:off x="0" y="30289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 indent="268605" algn="ctr">
              <a:spcBef>
                <a:spcPct val="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1366021" name="对象 1366020"/>
          <p:cNvGraphicFramePr/>
          <p:nvPr/>
        </p:nvGraphicFramePr>
        <p:xfrm>
          <a:off x="5435600" y="620713"/>
          <a:ext cx="1657350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812165" imgH="799465" progId="Equation.DSMT4">
                  <p:embed/>
                </p:oleObj>
              </mc:Choice>
              <mc:Fallback>
                <p:oleObj name="" r:id="rId3" imgW="812165" imgH="799465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5600" y="620713"/>
                        <a:ext cx="1657350" cy="163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6022" name="矩形 13660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6023" name="对象 1366022"/>
          <p:cNvGraphicFramePr/>
          <p:nvPr/>
        </p:nvGraphicFramePr>
        <p:xfrm>
          <a:off x="2051050" y="2205038"/>
          <a:ext cx="3360738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599565" imgH="799465" progId="Equation.DSMT4">
                  <p:embed/>
                </p:oleObj>
              </mc:Choice>
              <mc:Fallback>
                <p:oleObj name="" r:id="rId5" imgW="1599565" imgH="799465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050" y="2205038"/>
                        <a:ext cx="3360738" cy="167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6024" name="矩形 1366023"/>
          <p:cNvSpPr/>
          <p:nvPr/>
        </p:nvSpPr>
        <p:spPr>
          <a:xfrm>
            <a:off x="0" y="31575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6025" name="文本框 1366024"/>
          <p:cNvSpPr txBox="1"/>
          <p:nvPr/>
        </p:nvSpPr>
        <p:spPr>
          <a:xfrm>
            <a:off x="6804025" y="2708275"/>
            <a:ext cx="1223963" cy="58483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en-US" altLang="zh-CN" sz="3200" i="1">
                <a:solidFill>
                  <a:srgbClr val="FF3300"/>
                </a:solidFill>
                <a:sym typeface="+mn-ea"/>
              </a:rPr>
              <a:t>A</a:t>
            </a:r>
            <a:endParaRPr lang="en-US" altLang="zh-CN" sz="3200" i="1">
              <a:solidFill>
                <a:srgbClr val="FF3300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1366026" name="组合 1366025"/>
          <p:cNvGrpSpPr/>
          <p:nvPr/>
        </p:nvGrpSpPr>
        <p:grpSpPr>
          <a:xfrm>
            <a:off x="5435600" y="2997200"/>
            <a:ext cx="1728788" cy="482600"/>
            <a:chOff x="3424" y="1888"/>
            <a:chExt cx="1089" cy="304"/>
          </a:xfrm>
        </p:grpSpPr>
        <p:graphicFrame>
          <p:nvGraphicFramePr>
            <p:cNvPr id="1366027" name="对象 1366026"/>
            <p:cNvGraphicFramePr/>
            <p:nvPr/>
          </p:nvGraphicFramePr>
          <p:xfrm>
            <a:off x="3651" y="1888"/>
            <a:ext cx="72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7" imgW="571500" imgH="241300" progId="Equation.DSMT4">
                    <p:embed/>
                  </p:oleObj>
                </mc:Choice>
                <mc:Fallback>
                  <p:oleObj name="" r:id="rId7" imgW="571500" imgH="2413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51" y="1888"/>
                          <a:ext cx="726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6028" name="直接连接符 1366027"/>
            <p:cNvSpPr/>
            <p:nvPr/>
          </p:nvSpPr>
          <p:spPr>
            <a:xfrm flipH="1">
              <a:off x="3424" y="1888"/>
              <a:ext cx="1089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366029" name="云形标注 1366028"/>
          <p:cNvSpPr/>
          <p:nvPr/>
        </p:nvSpPr>
        <p:spPr>
          <a:xfrm>
            <a:off x="1042988" y="1989138"/>
            <a:ext cx="1079500" cy="647700"/>
          </a:xfrm>
          <a:prstGeom prst="cloudCallout">
            <a:avLst>
              <a:gd name="adj1" fmla="val 72500"/>
              <a:gd name="adj2" fmla="val 66667"/>
            </a:avLst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/>
          <a:p>
            <a:pPr indent="268605" algn="ctr"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6030" name="文本框 1366029"/>
          <p:cNvSpPr txBox="1"/>
          <p:nvPr/>
        </p:nvSpPr>
        <p:spPr>
          <a:xfrm>
            <a:off x="900113" y="3789363"/>
            <a:ext cx="7752080" cy="267525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定理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3.6.3</a:t>
            </a:r>
            <a:r>
              <a:rPr lang="en-US" altLang="zh-CN">
                <a:latin typeface="宋体" panose="02010600030101010101" pitchFamily="2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是</a:t>
            </a:r>
            <a:r>
              <a:rPr lang="en-US" altLang="zh-CN" i="1">
                <a:solidFill>
                  <a:srgbClr val="FF3300"/>
                </a:solidFill>
                <a:sym typeface="+mn-ea"/>
              </a:rPr>
              <a:t>m</a:t>
            </a:r>
            <a:r>
              <a:rPr lang="zh-CN" altLang="en-US" dirty="0">
                <a:latin typeface="宋体" panose="02010600030101010101" pitchFamily="2" charset="-122"/>
              </a:rPr>
              <a:t>行</a:t>
            </a:r>
            <a:r>
              <a:rPr lang="en-US" altLang="zh-CN" i="1">
                <a:solidFill>
                  <a:srgbClr val="FF3300"/>
                </a:solidFill>
                <a:sym typeface="+mn-ea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列矩阵，则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  （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）对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zh-CN" dirty="0">
                <a:latin typeface="宋体" panose="02010600030101010101" pitchFamily="2" charset="-122"/>
              </a:rPr>
              <a:t>施以一次初等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行变换</a:t>
            </a:r>
            <a:r>
              <a:rPr lang="zh-CN" altLang="zh-CN" dirty="0">
                <a:latin typeface="宋体" panose="02010600030101010101" pitchFamily="2" charset="-122"/>
              </a:rPr>
              <a:t>所得到的矩阵，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等于</a:t>
            </a:r>
            <a:r>
              <a:rPr lang="zh-CN" altLang="zh-CN" dirty="0">
                <a:latin typeface="宋体" panose="02010600030101010101" pitchFamily="2" charset="-122"/>
              </a:rPr>
              <a:t>用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同种</a:t>
            </a:r>
            <a:r>
              <a:rPr lang="en-US" altLang="zh-CN" i="1">
                <a:solidFill>
                  <a:srgbClr val="FF3300"/>
                </a:solidFill>
                <a:sym typeface="+mn-ea"/>
              </a:rPr>
              <a:t>m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阶初等矩阵左乘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  （</a:t>
            </a:r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）对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施以一次初等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列变换</a:t>
            </a:r>
            <a:r>
              <a:rPr lang="zh-CN" altLang="en-US" dirty="0">
                <a:latin typeface="宋体" panose="02010600030101010101" pitchFamily="2" charset="-122"/>
              </a:rPr>
              <a:t>所得到的矩阵，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等于</a:t>
            </a:r>
            <a:r>
              <a:rPr lang="zh-CN" altLang="en-US" dirty="0">
                <a:latin typeface="宋体" panose="02010600030101010101" pitchFamily="2" charset="-122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同种</a:t>
            </a:r>
            <a:r>
              <a:rPr lang="en-US" altLang="zh-CN" i="1">
                <a:solidFill>
                  <a:srgbClr val="FF3300"/>
                </a:solidFill>
                <a:sym typeface="+mn-ea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阶初等矩阵右乘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6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6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6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1366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1366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1366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36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000"/>
                                        <p:tgtEl>
                                          <p:spTgt spid="136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500"/>
                                        <p:tgtEl>
                                          <p:spTgt spid="1366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500"/>
                                        <p:tgtEl>
                                          <p:spTgt spid="1366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500"/>
                                        <p:tgtEl>
                                          <p:spTgt spid="1366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025" grpId="0"/>
      <p:bldP spid="1366029" grpId="0" animBg="1"/>
      <p:bldP spid="1366030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7042" name="矩形 1367041"/>
          <p:cNvSpPr/>
          <p:nvPr/>
        </p:nvSpPr>
        <p:spPr>
          <a:xfrm>
            <a:off x="1258888" y="476250"/>
            <a:ext cx="98425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证明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7043" name="矩形 1367042"/>
          <p:cNvSpPr/>
          <p:nvPr/>
        </p:nvSpPr>
        <p:spPr>
          <a:xfrm>
            <a:off x="2195513" y="476250"/>
            <a:ext cx="5943600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现证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倍加到第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latin typeface="Times New Roman" panose="02020603050405020304" pitchFamily="18" charset="0"/>
              </a:rPr>
              <a:t>等于用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7044" name="矩形 1367043"/>
          <p:cNvSpPr/>
          <p:nvPr/>
        </p:nvSpPr>
        <p:spPr>
          <a:xfrm>
            <a:off x="3924300" y="3213100"/>
            <a:ext cx="5381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7045" name="矩形 1367044"/>
          <p:cNvSpPr/>
          <p:nvPr/>
        </p:nvSpPr>
        <p:spPr>
          <a:xfrm>
            <a:off x="0" y="2747963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7046" name="矩形 1367045"/>
          <p:cNvSpPr/>
          <p:nvPr/>
        </p:nvSpPr>
        <p:spPr>
          <a:xfrm>
            <a:off x="3563938" y="1052513"/>
            <a:ext cx="3744912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按行分块为：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67047" name="对象 1367046"/>
          <p:cNvGraphicFramePr/>
          <p:nvPr/>
        </p:nvGraphicFramePr>
        <p:xfrm>
          <a:off x="827088" y="1557338"/>
          <a:ext cx="1465262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838200" imgH="2349500" progId="Equation.DSMT4">
                  <p:embed/>
                </p:oleObj>
              </mc:Choice>
              <mc:Fallback>
                <p:oleObj name="" r:id="rId1" imgW="838200" imgH="23495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557338"/>
                        <a:ext cx="1465262" cy="410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048" name="对象 1367047"/>
          <p:cNvGraphicFramePr/>
          <p:nvPr/>
        </p:nvGraphicFramePr>
        <p:xfrm>
          <a:off x="2339975" y="1484313"/>
          <a:ext cx="1597025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927100" imgH="2349500" progId="Equation.DSMT4">
                  <p:embed/>
                </p:oleObj>
              </mc:Choice>
              <mc:Fallback>
                <p:oleObj name="" r:id="rId3" imgW="927100" imgH="23495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975" y="1484313"/>
                        <a:ext cx="1597025" cy="4032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049" name="矩形 136704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367050" name="组合 1367049"/>
          <p:cNvGrpSpPr/>
          <p:nvPr/>
        </p:nvGrpSpPr>
        <p:grpSpPr>
          <a:xfrm>
            <a:off x="755650" y="1052513"/>
            <a:ext cx="3038475" cy="520700"/>
            <a:chOff x="476" y="663"/>
            <a:chExt cx="1914" cy="328"/>
          </a:xfrm>
        </p:grpSpPr>
        <p:sp>
          <p:nvSpPr>
            <p:cNvPr id="1367051" name="矩形 1367050"/>
            <p:cNvSpPr/>
            <p:nvPr/>
          </p:nvSpPr>
          <p:spPr>
            <a:xfrm>
              <a:off x="1383" y="663"/>
              <a:ext cx="100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左乘</a:t>
              </a:r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。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67052" name="对象 1367051"/>
            <p:cNvGraphicFramePr/>
            <p:nvPr/>
          </p:nvGraphicFramePr>
          <p:xfrm>
            <a:off x="476" y="709"/>
            <a:ext cx="95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5" imgW="812165" imgH="241300" progId="Equation.DSMT4">
                    <p:embed/>
                  </p:oleObj>
                </mc:Choice>
                <mc:Fallback>
                  <p:oleObj name="" r:id="rId5" imgW="812165" imgH="2413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6" y="709"/>
                          <a:ext cx="953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7053" name="矩形 136705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7054" name="对象 1367053"/>
          <p:cNvGraphicFramePr/>
          <p:nvPr/>
        </p:nvGraphicFramePr>
        <p:xfrm>
          <a:off x="4427538" y="3284538"/>
          <a:ext cx="21542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1078865" imgH="241300" progId="Equation.DSMT4">
                  <p:embed/>
                </p:oleObj>
              </mc:Choice>
              <mc:Fallback>
                <p:oleObj name="" r:id="rId7" imgW="1078865" imgH="2413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7538" y="3284538"/>
                        <a:ext cx="2154237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055" name="对象 1367054"/>
          <p:cNvGraphicFramePr/>
          <p:nvPr/>
        </p:nvGraphicFramePr>
        <p:xfrm>
          <a:off x="6516688" y="1484313"/>
          <a:ext cx="1816100" cy="407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9" imgW="1054100" imgH="2374900" progId="Equation.DSMT4">
                  <p:embed/>
                </p:oleObj>
              </mc:Choice>
              <mc:Fallback>
                <p:oleObj name="" r:id="rId9" imgW="1054100" imgH="23749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6688" y="1484313"/>
                        <a:ext cx="1816100" cy="4075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056" name="矩形 136705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7057" name="对象 1367056"/>
          <p:cNvGraphicFramePr/>
          <p:nvPr/>
        </p:nvGraphicFramePr>
        <p:xfrm>
          <a:off x="1619250" y="5516563"/>
          <a:ext cx="3240088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1" imgW="1435100" imgH="279400" progId="Equation.DSMT4">
                  <p:embed/>
                </p:oleObj>
              </mc:Choice>
              <mc:Fallback>
                <p:oleObj name="" r:id="rId11" imgW="1435100" imgH="2794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19250" y="5516563"/>
                        <a:ext cx="3240088" cy="627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058" name="矩形 1367057"/>
          <p:cNvSpPr/>
          <p:nvPr/>
        </p:nvSpPr>
        <p:spPr>
          <a:xfrm>
            <a:off x="755650" y="5589588"/>
            <a:ext cx="1295400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367059" name="组合 1367058"/>
          <p:cNvGrpSpPr/>
          <p:nvPr/>
        </p:nvGrpSpPr>
        <p:grpSpPr>
          <a:xfrm>
            <a:off x="4932363" y="5589588"/>
            <a:ext cx="3203575" cy="947737"/>
            <a:chOff x="3107" y="3521"/>
            <a:chExt cx="2018" cy="597"/>
          </a:xfrm>
        </p:grpSpPr>
        <p:graphicFrame>
          <p:nvGraphicFramePr>
            <p:cNvPr id="1367060" name="对象 1367059"/>
            <p:cNvGraphicFramePr/>
            <p:nvPr/>
          </p:nvGraphicFramePr>
          <p:xfrm>
            <a:off x="3107" y="3521"/>
            <a:ext cx="201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3" imgW="1638300" imgH="279400" progId="Equation.DSMT4">
                    <p:embed/>
                  </p:oleObj>
                </mc:Choice>
                <mc:Fallback>
                  <p:oleObj name="" r:id="rId13" imgW="1638300" imgH="2794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107" y="3521"/>
                          <a:ext cx="2018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7061" name="对象 1367060"/>
            <p:cNvGraphicFramePr/>
            <p:nvPr/>
          </p:nvGraphicFramePr>
          <p:xfrm>
            <a:off x="3833" y="3838"/>
            <a:ext cx="123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5" imgW="1002665" imgH="228600" progId="Equation.DSMT4">
                    <p:embed/>
                  </p:oleObj>
                </mc:Choice>
                <mc:Fallback>
                  <p:oleObj name="" r:id="rId15" imgW="1002665" imgH="2286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33" y="3838"/>
                          <a:ext cx="1236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7062" name="圆角矩形标注 1367061"/>
          <p:cNvSpPr/>
          <p:nvPr/>
        </p:nvSpPr>
        <p:spPr>
          <a:xfrm>
            <a:off x="4787900" y="4508500"/>
            <a:ext cx="1512888" cy="576263"/>
          </a:xfrm>
          <a:prstGeom prst="wedgeRoundRectCallout">
            <a:avLst>
              <a:gd name="adj1" fmla="val 83787"/>
              <a:gd name="adj2" fmla="val 147519"/>
              <a:gd name="adj3" fmla="val 16667"/>
            </a:avLst>
          </a:prstGeom>
          <a:solidFill>
            <a:schemeClr val="bg1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/>
          <a:p>
            <a:pPr indent="268605"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36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36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36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36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1367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1367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1367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36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500"/>
                                        <p:tgtEl>
                                          <p:spTgt spid="1367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500"/>
                                        <p:tgtEl>
                                          <p:spTgt spid="1367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500"/>
                                        <p:tgtEl>
                                          <p:spTgt spid="1367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36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36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36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36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8" dur="80"/>
                                        <p:tgtEl>
                                          <p:spTgt spid="1367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9" dur="80"/>
                                        <p:tgtEl>
                                          <p:spTgt spid="1367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80"/>
                                        <p:tgtEl>
                                          <p:spTgt spid="1367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36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136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7043" grpId="0"/>
      <p:bldP spid="1367044" grpId="0"/>
      <p:bldP spid="1367046" grpId="0"/>
      <p:bldP spid="1367058" grpId="0"/>
      <p:bldP spid="1367062" grpId="0" bldLvl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68066" name="对象 1368065"/>
          <p:cNvGraphicFramePr/>
          <p:nvPr/>
        </p:nvGraphicFramePr>
        <p:xfrm>
          <a:off x="4859338" y="692150"/>
          <a:ext cx="1754187" cy="414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002665" imgH="2373630" progId="Equation.DSMT4">
                  <p:embed/>
                </p:oleObj>
              </mc:Choice>
              <mc:Fallback>
                <p:oleObj name="" r:id="rId1" imgW="1002665" imgH="237363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59338" y="692150"/>
                        <a:ext cx="1754187" cy="414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067" name="矩形 1368066"/>
          <p:cNvSpPr/>
          <p:nvPr/>
        </p:nvSpPr>
        <p:spPr>
          <a:xfrm>
            <a:off x="0" y="23431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68" name="矩形 1368067"/>
          <p:cNvSpPr/>
          <p:nvPr/>
        </p:nvSpPr>
        <p:spPr>
          <a:xfrm>
            <a:off x="0" y="23431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8069" name="对象 1368068"/>
          <p:cNvGraphicFramePr/>
          <p:nvPr/>
        </p:nvGraphicFramePr>
        <p:xfrm>
          <a:off x="827088" y="620713"/>
          <a:ext cx="2287587" cy="417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1295400" imgH="2374900" progId="Equation.DSMT4">
                  <p:embed/>
                </p:oleObj>
              </mc:Choice>
              <mc:Fallback>
                <p:oleObj name="" r:id="rId3" imgW="1295400" imgH="23749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88" y="620713"/>
                        <a:ext cx="2287587" cy="417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070" name="矩形 136806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8071" name="对象 1368070"/>
          <p:cNvGraphicFramePr/>
          <p:nvPr/>
        </p:nvGraphicFramePr>
        <p:xfrm>
          <a:off x="3203575" y="2492375"/>
          <a:ext cx="13684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418465" imgH="304800" progId="Equation.DSMT4">
                  <p:embed/>
                </p:oleObj>
              </mc:Choice>
              <mc:Fallback>
                <p:oleObj name="" r:id="rId5" imgW="418465" imgH="3048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575" y="2492375"/>
                        <a:ext cx="1368425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072" name="矩形 136807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368073" name="组合 1368072"/>
          <p:cNvGrpSpPr/>
          <p:nvPr/>
        </p:nvGrpSpPr>
        <p:grpSpPr>
          <a:xfrm>
            <a:off x="3059113" y="692150"/>
            <a:ext cx="1728787" cy="792163"/>
            <a:chOff x="1927" y="436"/>
            <a:chExt cx="1134" cy="499"/>
          </a:xfrm>
        </p:grpSpPr>
        <p:sp>
          <p:nvSpPr>
            <p:cNvPr id="1368074" name="圆角矩形标注 1368073"/>
            <p:cNvSpPr/>
            <p:nvPr/>
          </p:nvSpPr>
          <p:spPr>
            <a:xfrm>
              <a:off x="1927" y="436"/>
              <a:ext cx="1134" cy="499"/>
            </a:xfrm>
            <a:prstGeom prst="wedgeRoundRectCallout">
              <a:avLst>
                <a:gd name="adj1" fmla="val -26986"/>
                <a:gd name="adj2" fmla="val 190079"/>
                <a:gd name="adj3" fmla="val 16667"/>
              </a:avLst>
            </a:prstGeom>
            <a:solidFill>
              <a:schemeClr val="bg1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p>
              <a:pPr indent="268605" algn="ctr">
                <a:spcBef>
                  <a:spcPct val="0"/>
                </a:spcBef>
              </a:pPr>
              <a:endParaRPr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68075" name="对象 1368074"/>
            <p:cNvGraphicFramePr/>
            <p:nvPr/>
          </p:nvGraphicFramePr>
          <p:xfrm>
            <a:off x="1927" y="482"/>
            <a:ext cx="102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7" imgW="736600" imgH="279400" progId="Equation.DSMT4">
                    <p:embed/>
                  </p:oleObj>
                </mc:Choice>
                <mc:Fallback>
                  <p:oleObj name="" r:id="rId7" imgW="736600" imgH="279400" progId="Equation.DSMT4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27" y="482"/>
                          <a:ext cx="1021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68076" name="组合 1368075"/>
          <p:cNvGrpSpPr/>
          <p:nvPr/>
        </p:nvGrpSpPr>
        <p:grpSpPr>
          <a:xfrm>
            <a:off x="395288" y="2781300"/>
            <a:ext cx="2089150" cy="1008063"/>
            <a:chOff x="249" y="1752"/>
            <a:chExt cx="1316" cy="635"/>
          </a:xfrm>
        </p:grpSpPr>
        <p:sp>
          <p:nvSpPr>
            <p:cNvPr id="1368077" name="矩形 1368076"/>
            <p:cNvSpPr/>
            <p:nvPr/>
          </p:nvSpPr>
          <p:spPr>
            <a:xfrm>
              <a:off x="975" y="2024"/>
              <a:ext cx="590" cy="363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68078" name="云形标注 1368077"/>
            <p:cNvSpPr/>
            <p:nvPr/>
          </p:nvSpPr>
          <p:spPr>
            <a:xfrm>
              <a:off x="249" y="1752"/>
              <a:ext cx="590" cy="545"/>
            </a:xfrm>
            <a:prstGeom prst="cloudCallout">
              <a:avLst>
                <a:gd name="adj1" fmla="val 73898"/>
                <a:gd name="adj2" fmla="val 27250"/>
              </a:avLst>
            </a:prstGeom>
            <a:solidFill>
              <a:schemeClr val="bg1"/>
            </a:solidFill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/>
            <a:p>
              <a:pPr indent="268605">
                <a:spcBef>
                  <a:spcPct val="0"/>
                </a:spcBef>
              </a:pPr>
              <a:r>
                <a:rPr lang="en-US" altLang="zh-CN" sz="3600">
                  <a:solidFill>
                    <a:srgbClr val="FF0000"/>
                  </a:solidFill>
                  <a:latin typeface="Times New Roman" panose="02020603050405020304" pitchFamily="18" charset="0"/>
                </a:rPr>
                <a:t>?</a:t>
              </a:r>
              <a:endParaRPr lang="en-US" altLang="zh-CN" sz="36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68079" name="矩形 136807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368080" name="组合 1368079"/>
          <p:cNvGrpSpPr/>
          <p:nvPr/>
        </p:nvGrpSpPr>
        <p:grpSpPr>
          <a:xfrm>
            <a:off x="6516688" y="1916113"/>
            <a:ext cx="2165350" cy="909637"/>
            <a:chOff x="4105" y="1207"/>
            <a:chExt cx="1364" cy="573"/>
          </a:xfrm>
        </p:grpSpPr>
        <p:graphicFrame>
          <p:nvGraphicFramePr>
            <p:cNvPr id="1368081" name="对象 1368080"/>
            <p:cNvGraphicFramePr/>
            <p:nvPr/>
          </p:nvGraphicFramePr>
          <p:xfrm>
            <a:off x="5148" y="1434"/>
            <a:ext cx="32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9" imgW="165100" imgH="177800" progId="Equation.DSMT4">
                    <p:embed/>
                  </p:oleObj>
                </mc:Choice>
                <mc:Fallback>
                  <p:oleObj name="" r:id="rId9" imgW="165100" imgH="1778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48" y="1434"/>
                          <a:ext cx="32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8082" name="直接连接符 1368081"/>
            <p:cNvSpPr/>
            <p:nvPr/>
          </p:nvSpPr>
          <p:spPr>
            <a:xfrm flipH="1">
              <a:off x="4105" y="1616"/>
              <a:ext cx="113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graphicFrame>
          <p:nvGraphicFramePr>
            <p:cNvPr id="1368083" name="对象 1368082"/>
            <p:cNvGraphicFramePr/>
            <p:nvPr/>
          </p:nvGraphicFramePr>
          <p:xfrm>
            <a:off x="4286" y="1207"/>
            <a:ext cx="862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1" imgW="520065" imgH="266065" progId="Equation.DSMT4">
                    <p:embed/>
                  </p:oleObj>
                </mc:Choice>
                <mc:Fallback>
                  <p:oleObj name="" r:id="rId11" imgW="520065" imgH="266065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86" y="1207"/>
                          <a:ext cx="862" cy="4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8084" name="文本框 1368083"/>
          <p:cNvSpPr txBox="1"/>
          <p:nvPr/>
        </p:nvSpPr>
        <p:spPr>
          <a:xfrm>
            <a:off x="611188" y="5013325"/>
            <a:ext cx="2592387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由此可见：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8085" name="矩形 136808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68086" name="对象 1368085"/>
          <p:cNvGraphicFramePr/>
          <p:nvPr/>
        </p:nvGraphicFramePr>
        <p:xfrm>
          <a:off x="2700338" y="4724400"/>
          <a:ext cx="5308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2132965" imgH="342900" progId="Equation.DSMT4">
                  <p:embed/>
                </p:oleObj>
              </mc:Choice>
              <mc:Fallback>
                <p:oleObj name="" r:id="rId13" imgW="2132965" imgH="3429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00338" y="4724400"/>
                        <a:ext cx="53086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087" name="矩形 1368086"/>
          <p:cNvSpPr/>
          <p:nvPr/>
        </p:nvSpPr>
        <p:spPr>
          <a:xfrm>
            <a:off x="900113" y="5734050"/>
            <a:ext cx="5761037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同理可证其它变换的情况。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8088" name="矩形 136808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89" name="矩形 136808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90" name="矩形 136808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91" name="矩形 136809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92" name="矩形 136809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93" name="矩形 136809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68094" name="矩形 136809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6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36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6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36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6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6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136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500"/>
                                        <p:tgtEl>
                                          <p:spTgt spid="13680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500"/>
                                        <p:tgtEl>
                                          <p:spTgt spid="13680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0"/>
                                        <p:tgtEl>
                                          <p:spTgt spid="13680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36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500"/>
                                        <p:tgtEl>
                                          <p:spTgt spid="13680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500"/>
                                        <p:tgtEl>
                                          <p:spTgt spid="13680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500"/>
                                        <p:tgtEl>
                                          <p:spTgt spid="13680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084" grpId="0"/>
      <p:bldP spid="1368087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1138" name="矩形 1371137"/>
          <p:cNvSpPr/>
          <p:nvPr/>
        </p:nvSpPr>
        <p:spPr>
          <a:xfrm>
            <a:off x="0" y="26035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71139" name="矩形 1371138"/>
          <p:cNvSpPr/>
          <p:nvPr/>
        </p:nvSpPr>
        <p:spPr>
          <a:xfrm>
            <a:off x="2339975" y="2032000"/>
            <a:ext cx="5870575" cy="57943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对任意</a:t>
            </a:r>
            <a:r>
              <a:rPr lang="en-US" altLang="zh-CN" sz="3200" err="1">
                <a:latin typeface="Times New Roman" panose="02020603050405020304" pitchFamily="18" charset="0"/>
              </a:rPr>
              <a:t>m</a:t>
            </a:r>
            <a:r>
              <a:rPr lang="en-US" altLang="zh-CN" sz="2400" err="1">
                <a:latin typeface="Times New Roman" panose="02020603050405020304" pitchFamily="18" charset="0"/>
              </a:rPr>
              <a:t>×</a:t>
            </a:r>
            <a:r>
              <a:rPr lang="en-US" altLang="zh-CN" sz="320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阶矩阵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，存在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阶初等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71140" name="矩形 1371139"/>
          <p:cNvSpPr/>
          <p:nvPr/>
        </p:nvSpPr>
        <p:spPr>
          <a:xfrm>
            <a:off x="0" y="25606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71141" name="矩形 1371140"/>
          <p:cNvSpPr/>
          <p:nvPr/>
        </p:nvSpPr>
        <p:spPr>
          <a:xfrm>
            <a:off x="0" y="25606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71142" name="矩形 1371141"/>
          <p:cNvSpPr/>
          <p:nvPr/>
        </p:nvSpPr>
        <p:spPr>
          <a:xfrm>
            <a:off x="900113" y="3471863"/>
            <a:ext cx="1341437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使得：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71144" name="对象 1371143"/>
          <p:cNvGraphicFramePr/>
          <p:nvPr/>
        </p:nvGraphicFramePr>
        <p:xfrm>
          <a:off x="2054225" y="3255963"/>
          <a:ext cx="5329238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" imgW="2678430" imgH="546100" progId="Equation.DSMT4">
                  <p:embed/>
                </p:oleObj>
              </mc:Choice>
              <mc:Fallback>
                <p:oleObj name="" r:id="rId1" imgW="2678430" imgH="5461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4225" y="3255963"/>
                        <a:ext cx="5329238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1145" name="矩形 1371144"/>
          <p:cNvSpPr/>
          <p:nvPr/>
        </p:nvSpPr>
        <p:spPr>
          <a:xfrm>
            <a:off x="971550" y="2103438"/>
            <a:ext cx="1944688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71146" name="组合 1371145"/>
          <p:cNvGrpSpPr/>
          <p:nvPr/>
        </p:nvGrpSpPr>
        <p:grpSpPr>
          <a:xfrm>
            <a:off x="611188" y="2751138"/>
            <a:ext cx="7532687" cy="558800"/>
            <a:chOff x="249" y="799"/>
            <a:chExt cx="4745" cy="352"/>
          </a:xfrm>
        </p:grpSpPr>
        <p:graphicFrame>
          <p:nvGraphicFramePr>
            <p:cNvPr id="1371147" name="对象 1371146"/>
            <p:cNvGraphicFramePr/>
            <p:nvPr/>
          </p:nvGraphicFramePr>
          <p:xfrm>
            <a:off x="930" y="845"/>
            <a:ext cx="1089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3" imgW="850265" imgH="241300" progId="Equation.DSMT4">
                    <p:embed/>
                  </p:oleObj>
                </mc:Choice>
                <mc:Fallback>
                  <p:oleObj name="" r:id="rId3" imgW="850265" imgH="2413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30" y="845"/>
                          <a:ext cx="1089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1148" name="矩形 1371147"/>
            <p:cNvSpPr/>
            <p:nvPr/>
          </p:nvSpPr>
          <p:spPr>
            <a:xfrm>
              <a:off x="2018" y="799"/>
              <a:ext cx="16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和</a:t>
              </a:r>
              <a:r>
                <a:rPr lang="en-US" altLang="zh-CN"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阶初等矩阵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71149" name="对象 1371148"/>
            <p:cNvGraphicFramePr/>
            <p:nvPr/>
          </p:nvGraphicFramePr>
          <p:xfrm>
            <a:off x="3651" y="799"/>
            <a:ext cx="134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5" imgW="1015365" imgH="241300" progId="Equation.DSMT4">
                    <p:embed/>
                  </p:oleObj>
                </mc:Choice>
                <mc:Fallback>
                  <p:oleObj name="" r:id="rId5" imgW="1015365" imgH="2413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51" y="799"/>
                          <a:ext cx="1343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1150" name="矩形 1371149"/>
            <p:cNvSpPr/>
            <p:nvPr/>
          </p:nvSpPr>
          <p:spPr>
            <a:xfrm>
              <a:off x="249" y="799"/>
              <a:ext cx="90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矩阵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71158" name="矩形 1371157"/>
          <p:cNvSpPr/>
          <p:nvPr/>
        </p:nvSpPr>
        <p:spPr>
          <a:xfrm>
            <a:off x="0" y="25654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71160" name="矩形 1371159"/>
          <p:cNvSpPr/>
          <p:nvPr/>
        </p:nvSpPr>
        <p:spPr>
          <a:xfrm>
            <a:off x="0" y="25654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71162" name="矩形 1371161"/>
          <p:cNvSpPr/>
          <p:nvPr/>
        </p:nvSpPr>
        <p:spPr>
          <a:xfrm>
            <a:off x="0" y="25654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71169" name="矩形 1371168"/>
          <p:cNvSpPr/>
          <p:nvPr/>
        </p:nvSpPr>
        <p:spPr>
          <a:xfrm>
            <a:off x="755650" y="1237774"/>
            <a:ext cx="4641850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 algn="ctr"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※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</a:rPr>
              <a:t>2.6.3</a:t>
            </a:r>
            <a:r>
              <a:rPr lang="zh-CN" altLang="en-US" dirty="0">
                <a:latin typeface="Times New Roman" panose="02020603050405020304" pitchFamily="18" charset="0"/>
              </a:rPr>
              <a:t>有下列结论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71170" name="矩形 1371169"/>
          <p:cNvSpPr/>
          <p:nvPr/>
        </p:nvSpPr>
        <p:spPr>
          <a:xfrm>
            <a:off x="2268538" y="4192588"/>
            <a:ext cx="6443662" cy="57943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对任意</a:t>
            </a:r>
            <a:r>
              <a:rPr lang="en-US" altLang="zh-CN" sz="3200" err="1">
                <a:latin typeface="Times New Roman" panose="02020603050405020304" pitchFamily="18" charset="0"/>
              </a:rPr>
              <a:t>m</a:t>
            </a:r>
            <a:r>
              <a:rPr lang="en-US" altLang="zh-CN" sz="2400" err="1">
                <a:latin typeface="Times New Roman" panose="02020603050405020304" pitchFamily="18" charset="0"/>
              </a:rPr>
              <a:t>×</a:t>
            </a:r>
            <a:r>
              <a:rPr lang="en-US" altLang="zh-CN" sz="320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阶矩阵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，存在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阶可逆阵</a:t>
            </a:r>
            <a:r>
              <a:rPr lang="en-US" altLang="zh-CN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71171" name="矩形 1371170"/>
          <p:cNvSpPr/>
          <p:nvPr/>
        </p:nvSpPr>
        <p:spPr>
          <a:xfrm>
            <a:off x="971550" y="4192588"/>
            <a:ext cx="1944688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1172" name="矩形 1371171"/>
          <p:cNvSpPr/>
          <p:nvPr/>
        </p:nvSpPr>
        <p:spPr>
          <a:xfrm>
            <a:off x="971550" y="4840288"/>
            <a:ext cx="3506788" cy="519112"/>
          </a:xfrm>
          <a:prstGeom prst="rect">
            <a:avLst/>
          </a:prstGeom>
          <a:noFill/>
          <a:ln w="25400">
            <a:noFill/>
          </a:ln>
        </p:spPr>
        <p:txBody>
          <a:bodyPr wrap="none" lIns="93600" tIns="46800" rIns="93600" bIns="46800" anchor="t" anchorCtr="0"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阶可逆阵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71173" name="对象 1371172"/>
          <p:cNvGraphicFramePr/>
          <p:nvPr/>
        </p:nvGraphicFramePr>
        <p:xfrm>
          <a:off x="4500563" y="4724400"/>
          <a:ext cx="30988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7" imgW="1320165" imgH="571500" progId="Equation.DSMT4">
                  <p:embed/>
                </p:oleObj>
              </mc:Choice>
              <mc:Fallback>
                <p:oleObj name="" r:id="rId7" imgW="1320165" imgH="5715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0563" y="4724400"/>
                        <a:ext cx="3098800" cy="1343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71181" name="组合 1371180"/>
          <p:cNvGrpSpPr/>
          <p:nvPr/>
        </p:nvGrpSpPr>
        <p:grpSpPr>
          <a:xfrm>
            <a:off x="1835150" y="3471863"/>
            <a:ext cx="3529013" cy="1512887"/>
            <a:chOff x="1111" y="2659"/>
            <a:chExt cx="2223" cy="953"/>
          </a:xfrm>
        </p:grpSpPr>
        <p:sp>
          <p:nvSpPr>
            <p:cNvPr id="1371176" name="矩形 1371175"/>
            <p:cNvSpPr/>
            <p:nvPr/>
          </p:nvSpPr>
          <p:spPr>
            <a:xfrm>
              <a:off x="1111" y="2659"/>
              <a:ext cx="998" cy="363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71177" name="直接连接符 1371176"/>
            <p:cNvSpPr/>
            <p:nvPr/>
          </p:nvSpPr>
          <p:spPr>
            <a:xfrm>
              <a:off x="2109" y="3022"/>
              <a:ext cx="816" cy="59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71179" name="矩形 1371178"/>
            <p:cNvSpPr/>
            <p:nvPr/>
          </p:nvSpPr>
          <p:spPr>
            <a:xfrm>
              <a:off x="2336" y="2659"/>
              <a:ext cx="998" cy="363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71180" name="直接连接符 1371179"/>
            <p:cNvSpPr/>
            <p:nvPr/>
          </p:nvSpPr>
          <p:spPr>
            <a:xfrm>
              <a:off x="2835" y="3022"/>
              <a:ext cx="453" cy="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371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3711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3711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1371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1371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1371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1000"/>
                                        <p:tgtEl>
                                          <p:spTgt spid="1371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1000"/>
                                        <p:tgtEl>
                                          <p:spTgt spid="1371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000"/>
                                        <p:tgtEl>
                                          <p:spTgt spid="1371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37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500"/>
                                        <p:tgtEl>
                                          <p:spTgt spid="1371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500"/>
                                        <p:tgtEl>
                                          <p:spTgt spid="1371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500"/>
                                        <p:tgtEl>
                                          <p:spTgt spid="1371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137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1000"/>
                                        <p:tgtEl>
                                          <p:spTgt spid="1371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1000"/>
                                        <p:tgtEl>
                                          <p:spTgt spid="13711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000"/>
                                        <p:tgtEl>
                                          <p:spTgt spid="13711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1000"/>
                                        <p:tgtEl>
                                          <p:spTgt spid="1371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1000"/>
                                        <p:tgtEl>
                                          <p:spTgt spid="1371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000"/>
                                        <p:tgtEl>
                                          <p:spTgt spid="1371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9" dur="500"/>
                                        <p:tgtEl>
                                          <p:spTgt spid="13711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0" dur="500"/>
                                        <p:tgtEl>
                                          <p:spTgt spid="13711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500"/>
                                        <p:tgtEl>
                                          <p:spTgt spid="13711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37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0"/>
                                        <p:tgtEl>
                                          <p:spTgt spid="137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1139" grpId="0"/>
      <p:bldP spid="1371142" grpId="0"/>
      <p:bldP spid="1371145" grpId="0"/>
      <p:bldP spid="1371169" grpId="0"/>
      <p:bldP spid="1371170" grpId="0"/>
      <p:bldP spid="1371171" grpId="0"/>
      <p:bldP spid="137117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1858" name="矩形 1401857"/>
          <p:cNvSpPr/>
          <p:nvPr/>
        </p:nvSpPr>
        <p:spPr>
          <a:xfrm>
            <a:off x="0" y="33528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01860" name="矩形 140185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01861" name="矩形 140186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01870" name="矩形 140186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01871" name="矩形 140187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01872" name="矩形 140187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401906" name="对象 1401905"/>
          <p:cNvGraphicFramePr/>
          <p:nvPr/>
        </p:nvGraphicFramePr>
        <p:xfrm>
          <a:off x="2172018" y="2997041"/>
          <a:ext cx="472821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2171700" imgH="241300" progId="Equation.DSMT4">
                  <p:embed/>
                </p:oleObj>
              </mc:Choice>
              <mc:Fallback>
                <p:oleObj name="" r:id="rId1" imgW="2171700" imgH="2413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2018" y="2997041"/>
                        <a:ext cx="4728210" cy="521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1805" name="矩形 971804"/>
          <p:cNvSpPr/>
          <p:nvPr/>
        </p:nvSpPr>
        <p:spPr>
          <a:xfrm>
            <a:off x="395605" y="125095"/>
            <a:ext cx="4735513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pPr indent="268605" algn="ctr"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二、求逆矩阵的初等变换法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895" y="547370"/>
            <a:ext cx="7562215" cy="954405"/>
          </a:xfrm>
          <a:prstGeom prst="rect">
            <a:avLst/>
          </a:prstGeom>
          <a:noFill/>
          <a:ln w="38100">
            <a:noFill/>
          </a:ln>
        </p:spPr>
        <p:txBody>
          <a:bodyPr wrap="square"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2 .6.1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一个方阵经过若干次初等变换后不改变它的奇异性。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55650" y="1556385"/>
            <a:ext cx="7562215" cy="1384935"/>
            <a:chOff x="1077" y="2791"/>
            <a:chExt cx="11909" cy="2181"/>
          </a:xfrm>
        </p:grpSpPr>
        <p:graphicFrame>
          <p:nvGraphicFramePr>
            <p:cNvPr id="1401900" name="对象 1401899"/>
            <p:cNvGraphicFramePr/>
            <p:nvPr/>
          </p:nvGraphicFramePr>
          <p:xfrm>
            <a:off x="7427" y="3491"/>
            <a:ext cx="2722" cy="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3" imgW="850265" imgH="241300" progId="Equation.DSMT4">
                    <p:embed/>
                  </p:oleObj>
                </mc:Choice>
                <mc:Fallback>
                  <p:oleObj name="" r:id="rId3" imgW="850265" imgH="241300" progId="Equation.DSMT4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427" y="3491"/>
                          <a:ext cx="2722" cy="7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1902" name="对象 1401901"/>
            <p:cNvGraphicFramePr/>
            <p:nvPr/>
          </p:nvGraphicFramePr>
          <p:xfrm>
            <a:off x="4139" y="4213"/>
            <a:ext cx="3357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5" imgW="1015365" imgH="241300" progId="Equation.DSMT4">
                    <p:embed/>
                  </p:oleObj>
                </mc:Choice>
                <mc:Fallback>
                  <p:oleObj name="" r:id="rId5" imgW="1015365" imgH="241300" progId="Equation.DSMT4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39" y="4213"/>
                          <a:ext cx="3357" cy="7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/>
            <p:nvPr/>
          </p:nvSpPr>
          <p:spPr>
            <a:xfrm>
              <a:off x="1077" y="2791"/>
              <a:ext cx="11909" cy="218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90000" tIns="46800" rIns="90000" bIns="46800">
              <a:spAutoFit/>
            </a:bodyPr>
            <a:p>
              <a:pPr indent="268605">
                <a:spcBef>
                  <a:spcPct val="0"/>
                </a:spcBef>
              </a:pPr>
              <a:r>
                <a: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定理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2 .6.4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矩阵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的充分必要条件是存在若干个</a:t>
              </a:r>
              <a:r>
                <a:rPr lang="en-US" altLang="zh-CN" i="1">
                  <a:solidFill>
                    <a:srgbClr val="FF3300"/>
                  </a:solidFill>
                  <a:sym typeface="+mn-ea"/>
                </a:rPr>
                <a:t>m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阶初等矩阵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和若干个</a:t>
              </a:r>
              <a:r>
                <a:rPr lang="en-US" altLang="zh-CN" i="1">
                  <a:solidFill>
                    <a:srgbClr val="FF3300"/>
                  </a:solidFill>
                  <a:sym typeface="+mn-ea"/>
                </a:rPr>
                <a:t>n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阶初等矩阵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     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使得</a:t>
              </a: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" name="对象 -2147481022"/>
            <p:cNvGraphicFramePr>
              <a:graphicFrameLocks noChangeAspect="1"/>
            </p:cNvGraphicFramePr>
            <p:nvPr/>
          </p:nvGraphicFramePr>
          <p:xfrm>
            <a:off x="5499" y="2905"/>
            <a:ext cx="2228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7" imgW="749300" imgH="228600" progId="Equation.DSMT4">
                    <p:embed/>
                  </p:oleObj>
                </mc:Choice>
                <mc:Fallback>
                  <p:oleObj name="" r:id="rId7" imgW="749300" imgH="2286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99" y="2905"/>
                          <a:ext cx="2228" cy="6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755650" y="3519170"/>
            <a:ext cx="8175625" cy="597535"/>
            <a:chOff x="894" y="6416"/>
            <a:chExt cx="12875" cy="941"/>
          </a:xfrm>
        </p:grpSpPr>
        <p:sp>
          <p:nvSpPr>
            <p:cNvPr id="1401885" name="矩形 1401884"/>
            <p:cNvSpPr/>
            <p:nvPr/>
          </p:nvSpPr>
          <p:spPr>
            <a:xfrm>
              <a:off x="894" y="6533"/>
              <a:ext cx="3815" cy="82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90000" tIns="46800" rIns="90000" bIns="46800">
              <a:spAutoFit/>
            </a:bodyPr>
            <a:p>
              <a:pPr indent="268605">
                <a:spcBef>
                  <a:spcPct val="0"/>
                </a:spcBef>
              </a:pPr>
              <a:r>
                <a: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推论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2.6.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01886" name="矩形 1401885"/>
            <p:cNvSpPr/>
            <p:nvPr/>
          </p:nvSpPr>
          <p:spPr>
            <a:xfrm>
              <a:off x="3687" y="6416"/>
              <a:ext cx="8471" cy="92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阶方阵</a:t>
              </a:r>
              <a:r>
                <a:rPr lang="en-US" altLang="zh-CN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可逆的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充分必要条件</a:t>
              </a:r>
              <a:r>
                <a:rPr lang="zh-CN" altLang="en-US" dirty="0">
                  <a:latin typeface="Times New Roman" panose="02020603050405020304" pitchFamily="18" charset="0"/>
                </a:rPr>
                <a:t>是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" name="对象 -2147481014"/>
            <p:cNvGraphicFramePr>
              <a:graphicFrameLocks noChangeAspect="1"/>
            </p:cNvGraphicFramePr>
            <p:nvPr/>
          </p:nvGraphicFramePr>
          <p:xfrm>
            <a:off x="12188" y="6534"/>
            <a:ext cx="1581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9" imgW="469900" imgH="228600" progId="Equation.DSMT4">
                    <p:embed/>
                  </p:oleObj>
                </mc:Choice>
                <mc:Fallback>
                  <p:oleObj name="" r:id="rId9" imgW="469900" imgH="228600" progId="Equation.DSMT4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188" y="6534"/>
                          <a:ext cx="1581" cy="7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/>
          <p:nvPr/>
        </p:nvSpPr>
        <p:spPr>
          <a:xfrm>
            <a:off x="755650" y="5342255"/>
            <a:ext cx="7562215" cy="954405"/>
          </a:xfrm>
          <a:prstGeom prst="rect">
            <a:avLst/>
          </a:prstGeom>
          <a:noFill/>
          <a:ln w="38100">
            <a:noFill/>
          </a:ln>
        </p:spPr>
        <p:txBody>
          <a:bodyPr wrap="square"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2 .6.4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矩阵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zh-CN" altLang="en-US">
                <a:sym typeface="+mn-ea"/>
              </a:rPr>
              <a:t>的充分必要条件是存在</a:t>
            </a:r>
            <a:r>
              <a:rPr lang="en-US" altLang="zh-CN" i="1">
                <a:solidFill>
                  <a:srgbClr val="FF3300"/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阶可逆矩阵</a:t>
            </a:r>
            <a:r>
              <a:rPr lang="en-US" altLang="zh-CN" i="1">
                <a:sym typeface="+mn-ea"/>
              </a:rPr>
              <a:t>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及</a:t>
            </a:r>
            <a:r>
              <a:rPr lang="en-US" altLang="zh-CN" i="1">
                <a:solidFill>
                  <a:srgbClr val="FF3300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阶可逆矩阵</a:t>
            </a:r>
            <a:r>
              <a:rPr lang="en-US" altLang="zh-CN" i="1">
                <a:sym typeface="+mn-ea"/>
              </a:rPr>
              <a:t>Q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，使得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" name="对象 -2147481022"/>
          <p:cNvGraphicFramePr>
            <a:graphicFrameLocks noChangeAspect="1"/>
          </p:cNvGraphicFramePr>
          <p:nvPr/>
        </p:nvGraphicFramePr>
        <p:xfrm>
          <a:off x="3491865" y="5393055"/>
          <a:ext cx="141478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1" imgW="749300" imgH="228600" progId="Equation.DSMT4">
                  <p:embed/>
                </p:oleObj>
              </mc:Choice>
              <mc:Fallback>
                <p:oleObj name="" r:id="rId11" imgW="7493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1865" y="5393055"/>
                        <a:ext cx="141478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3799206" y="6310154"/>
          <a:ext cx="1520825" cy="494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2" imgW="698500" imgH="228600" progId="Equation.DSMT4">
                  <p:embed/>
                </p:oleObj>
              </mc:Choice>
              <mc:Fallback>
                <p:oleObj name="" r:id="rId12" imgW="698500" imgH="2286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99206" y="6310154"/>
                        <a:ext cx="1520825" cy="494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474" name="矩形 830473"/>
          <p:cNvSpPr/>
          <p:nvPr/>
        </p:nvSpPr>
        <p:spPr>
          <a:xfrm>
            <a:off x="683895" y="4142740"/>
            <a:ext cx="7957185" cy="1212215"/>
          </a:xfrm>
          <a:prstGeom prst="rect">
            <a:avLst/>
          </a:prstGeom>
          <a:noFill/>
          <a:ln w="38100">
            <a:noFill/>
          </a:ln>
        </p:spPr>
        <p:txBody>
          <a:bodyPr wrap="square" lIns="90000" tIns="46800" rIns="90000" bIns="46800" anchor="ctr" anchorCtr="0">
            <a:spAutoFit/>
          </a:bodyPr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zh-CN" dirty="0">
                <a:solidFill>
                  <a:srgbClr val="FF0000"/>
                </a:solidFill>
                <a:sym typeface="+mn-ea"/>
              </a:rPr>
              <a:t>推论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2.6.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i="1">
                <a:sym typeface="+mn-ea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充分必要条件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以表示为若干初等矩阵的乘积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140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3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83047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0474" name="矩形 830473"/>
          <p:cNvSpPr/>
          <p:nvPr/>
        </p:nvSpPr>
        <p:spPr>
          <a:xfrm>
            <a:off x="467678" y="641350"/>
            <a:ext cx="7993062" cy="121221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zh-CN" dirty="0">
                <a:solidFill>
                  <a:srgbClr val="FF0000"/>
                </a:solidFill>
                <a:sym typeface="+mn-ea"/>
              </a:rPr>
              <a:t>推论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2.6.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充分必要条件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以表示为若干初等矩阵的乘积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30475" name="矩形 830474"/>
          <p:cNvSpPr/>
          <p:nvPr/>
        </p:nvSpPr>
        <p:spPr>
          <a:xfrm>
            <a:off x="539433" y="2293938"/>
            <a:ext cx="7578725" cy="112585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   由推论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知，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可逆充分必要条件是存在初等矩阵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0477" name="矩形 830476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830487" name="组合 830486"/>
          <p:cNvGrpSpPr/>
          <p:nvPr/>
        </p:nvGrpSpPr>
        <p:grpSpPr>
          <a:xfrm>
            <a:off x="2916238" y="2852738"/>
            <a:ext cx="4511675" cy="519112"/>
            <a:chOff x="1701" y="1842"/>
            <a:chExt cx="2842" cy="327"/>
          </a:xfrm>
        </p:grpSpPr>
        <p:graphicFrame>
          <p:nvGraphicFramePr>
            <p:cNvPr id="830476" name="对象 830475"/>
            <p:cNvGraphicFramePr/>
            <p:nvPr/>
          </p:nvGraphicFramePr>
          <p:xfrm>
            <a:off x="1701" y="1888"/>
            <a:ext cx="217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" imgW="1917700" imgH="241300" progId="Equation.DSMT4">
                    <p:embed/>
                  </p:oleObj>
                </mc:Choice>
                <mc:Fallback>
                  <p:oleObj name="" r:id="rId1" imgW="1917700" imgH="241300" progId="Equation.DSMT4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01" y="1888"/>
                          <a:ext cx="2177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0478" name="矩形 830477"/>
            <p:cNvSpPr/>
            <p:nvPr/>
          </p:nvSpPr>
          <p:spPr>
            <a:xfrm>
              <a:off x="3923" y="1842"/>
              <a:ext cx="6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使得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30479" name="对象 830478"/>
          <p:cNvGraphicFramePr/>
          <p:nvPr/>
        </p:nvGraphicFramePr>
        <p:xfrm>
          <a:off x="2195513" y="3573463"/>
          <a:ext cx="41052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3" imgW="1866265" imgH="241300" progId="Equation.DSMT4">
                  <p:embed/>
                </p:oleObj>
              </mc:Choice>
              <mc:Fallback>
                <p:oleObj name="" r:id="rId3" imgW="1866265" imgH="2413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513" y="3573463"/>
                        <a:ext cx="4105275" cy="487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481" name="矩形 830480"/>
          <p:cNvSpPr/>
          <p:nvPr/>
        </p:nvSpPr>
        <p:spPr>
          <a:xfrm>
            <a:off x="827088" y="4221163"/>
            <a:ext cx="18002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所以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0483" name="矩形 83048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830482" name="对象 830481"/>
          <p:cNvGraphicFramePr/>
          <p:nvPr/>
        </p:nvGraphicFramePr>
        <p:xfrm>
          <a:off x="1692275" y="4292600"/>
          <a:ext cx="6921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5" imgW="304165" imgH="177800" progId="Equation.DSMT4">
                  <p:embed/>
                </p:oleObj>
              </mc:Choice>
              <mc:Fallback>
                <p:oleObj name="" r:id="rId5" imgW="304165" imgH="1778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2275" y="4292600"/>
                        <a:ext cx="692150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4" name="对象 830483"/>
          <p:cNvGraphicFramePr/>
          <p:nvPr/>
        </p:nvGraphicFramePr>
        <p:xfrm>
          <a:off x="2411413" y="4868863"/>
          <a:ext cx="46799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2324100" imgH="279400" progId="Equation.DSMT4">
                  <p:embed/>
                </p:oleObj>
              </mc:Choice>
              <mc:Fallback>
                <p:oleObj name="" r:id="rId7" imgW="2324100" imgH="2794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413" y="4868863"/>
                        <a:ext cx="467995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486" name="矩形 830485"/>
          <p:cNvSpPr/>
          <p:nvPr/>
        </p:nvSpPr>
        <p:spPr>
          <a:xfrm>
            <a:off x="827088" y="5661025"/>
            <a:ext cx="7127875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   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可表示为若干初等矩阵的乘积。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30488" name="对象 830487"/>
          <p:cNvGraphicFramePr/>
          <p:nvPr/>
        </p:nvGraphicFramePr>
        <p:xfrm>
          <a:off x="4284663" y="4292600"/>
          <a:ext cx="400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9" imgW="165100" imgH="177800" progId="Equation.DSMT4">
                  <p:embed/>
                </p:oleObj>
              </mc:Choice>
              <mc:Fallback>
                <p:oleObj name="" r:id="rId9" imgW="165100" imgH="1778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4663" y="4292600"/>
                        <a:ext cx="40005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9" name="对象 830488"/>
          <p:cNvGraphicFramePr/>
          <p:nvPr/>
        </p:nvGraphicFramePr>
        <p:xfrm>
          <a:off x="4716463" y="4221163"/>
          <a:ext cx="22320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1" imgW="1155700" imgH="279400" progId="Equation.DSMT4">
                  <p:embed/>
                </p:oleObj>
              </mc:Choice>
              <mc:Fallback>
                <p:oleObj name="" r:id="rId11" imgW="1155700" imgH="2794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16463" y="4221163"/>
                        <a:ext cx="223202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0" name="对象 830489"/>
          <p:cNvGraphicFramePr/>
          <p:nvPr/>
        </p:nvGraphicFramePr>
        <p:xfrm>
          <a:off x="2268538" y="4221163"/>
          <a:ext cx="20891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3" imgW="1079500" imgH="279400" progId="Equation.DSMT4">
                  <p:embed/>
                </p:oleObj>
              </mc:Choice>
              <mc:Fallback>
                <p:oleObj name="" r:id="rId13" imgW="1079500" imgH="2794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68538" y="4221163"/>
                        <a:ext cx="208915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3" name="对象 830492"/>
          <p:cNvGraphicFramePr/>
          <p:nvPr/>
        </p:nvGraphicFramePr>
        <p:xfrm>
          <a:off x="4514850" y="3314700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5" imgW="114300" imgH="227965" progId="Equation.3">
                  <p:embed/>
                </p:oleObj>
              </mc:Choice>
              <mc:Fallback>
                <p:oleObj name="" r:id="rId15" imgW="114300" imgH="227965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14850" y="3314700"/>
                        <a:ext cx="1143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0498" name="组合 830497"/>
          <p:cNvGrpSpPr/>
          <p:nvPr/>
        </p:nvGrpSpPr>
        <p:grpSpPr>
          <a:xfrm>
            <a:off x="250825" y="3860800"/>
            <a:ext cx="5689600" cy="1728788"/>
            <a:chOff x="158" y="2432"/>
            <a:chExt cx="3584" cy="1089"/>
          </a:xfrm>
        </p:grpSpPr>
        <p:graphicFrame>
          <p:nvGraphicFramePr>
            <p:cNvPr id="830494" name="对象 830493"/>
            <p:cNvGraphicFramePr/>
            <p:nvPr/>
          </p:nvGraphicFramePr>
          <p:xfrm>
            <a:off x="204" y="3022"/>
            <a:ext cx="1285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7" imgW="1053465" imgH="393700" progId="Equation.DSMT4">
                    <p:embed/>
                  </p:oleObj>
                </mc:Choice>
                <mc:Fallback>
                  <p:oleObj name="" r:id="rId17" imgW="1053465" imgH="393700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4" y="3022"/>
                          <a:ext cx="1285" cy="4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0495" name="矩形 830494"/>
            <p:cNvSpPr/>
            <p:nvPr/>
          </p:nvSpPr>
          <p:spPr>
            <a:xfrm>
              <a:off x="158" y="3022"/>
              <a:ext cx="1338" cy="499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0496" name="直接连接符 830495"/>
            <p:cNvSpPr/>
            <p:nvPr/>
          </p:nvSpPr>
          <p:spPr>
            <a:xfrm flipV="1">
              <a:off x="975" y="2478"/>
              <a:ext cx="317" cy="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0497" name="直接连接符 830496"/>
            <p:cNvSpPr/>
            <p:nvPr/>
          </p:nvSpPr>
          <p:spPr>
            <a:xfrm flipV="1">
              <a:off x="1519" y="2432"/>
              <a:ext cx="2223" cy="72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30503" name="组合 830502"/>
          <p:cNvGrpSpPr/>
          <p:nvPr/>
        </p:nvGrpSpPr>
        <p:grpSpPr>
          <a:xfrm>
            <a:off x="5508625" y="1773238"/>
            <a:ext cx="2735263" cy="1943100"/>
            <a:chOff x="3470" y="1117"/>
            <a:chExt cx="1723" cy="1224"/>
          </a:xfrm>
        </p:grpSpPr>
        <p:graphicFrame>
          <p:nvGraphicFramePr>
            <p:cNvPr id="830499" name="对象 830498"/>
            <p:cNvGraphicFramePr/>
            <p:nvPr/>
          </p:nvGraphicFramePr>
          <p:xfrm>
            <a:off x="3833" y="1117"/>
            <a:ext cx="1298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19" imgW="1066165" imgH="317500" progId="Equation.DSMT4">
                    <p:embed/>
                  </p:oleObj>
                </mc:Choice>
                <mc:Fallback>
                  <p:oleObj name="" r:id="rId19" imgW="1066165" imgH="317500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33" y="1117"/>
                          <a:ext cx="1298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0500" name="矩形 830499"/>
            <p:cNvSpPr/>
            <p:nvPr/>
          </p:nvSpPr>
          <p:spPr>
            <a:xfrm>
              <a:off x="3696" y="1162"/>
              <a:ext cx="1497" cy="363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0501" name="直接连接符 830500"/>
            <p:cNvSpPr/>
            <p:nvPr/>
          </p:nvSpPr>
          <p:spPr>
            <a:xfrm flipH="1">
              <a:off x="3470" y="1525"/>
              <a:ext cx="226" cy="81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0502" name="直接连接符 830501"/>
            <p:cNvSpPr/>
            <p:nvPr/>
          </p:nvSpPr>
          <p:spPr>
            <a:xfrm flipH="1">
              <a:off x="4059" y="1525"/>
              <a:ext cx="499" cy="81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830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830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830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83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3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500"/>
                                        <p:tgtEl>
                                          <p:spTgt spid="830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500"/>
                                        <p:tgtEl>
                                          <p:spTgt spid="830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500"/>
                                        <p:tgtEl>
                                          <p:spTgt spid="830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83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000"/>
                                        <p:tgtEl>
                                          <p:spTgt spid="83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3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83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3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83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2000"/>
                                        <p:tgtEl>
                                          <p:spTgt spid="830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2000"/>
                                        <p:tgtEl>
                                          <p:spTgt spid="830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2000"/>
                                        <p:tgtEl>
                                          <p:spTgt spid="830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475" grpId="0"/>
      <p:bldP spid="830481" grpId="0"/>
      <p:bldP spid="830486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1236" name="矩形 991235"/>
          <p:cNvSpPr/>
          <p:nvPr/>
        </p:nvSpPr>
        <p:spPr>
          <a:xfrm>
            <a:off x="395288" y="472123"/>
            <a:ext cx="8135937" cy="112585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2.6.5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b="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充分必要条件</a:t>
            </a:r>
            <a:r>
              <a:rPr lang="zh-CN" altLang="en-US" dirty="0">
                <a:latin typeface="Times New Roman" panose="02020603050405020304" pitchFamily="18" charset="0"/>
              </a:rPr>
              <a:t>是只进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列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变换</a:t>
            </a:r>
            <a:r>
              <a:rPr lang="zh-CN" altLang="en-US" dirty="0">
                <a:latin typeface="Times New Roman" panose="02020603050405020304" pitchFamily="18" charset="0"/>
              </a:rPr>
              <a:t>可将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化为单位矩阵。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1237" name="文本框 991236"/>
          <p:cNvSpPr txBox="1"/>
          <p:nvPr/>
        </p:nvSpPr>
        <p:spPr>
          <a:xfrm>
            <a:off x="1042988" y="1700213"/>
            <a:ext cx="1368425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*</a:t>
            </a:r>
            <a:endParaRPr lang="en-US" altLang="zh-CN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91258" name="组合 991257"/>
          <p:cNvGrpSpPr/>
          <p:nvPr/>
        </p:nvGrpSpPr>
        <p:grpSpPr>
          <a:xfrm>
            <a:off x="2627313" y="1700213"/>
            <a:ext cx="2374900" cy="519112"/>
            <a:chOff x="1655" y="1071"/>
            <a:chExt cx="1496" cy="327"/>
          </a:xfrm>
        </p:grpSpPr>
        <p:sp>
          <p:nvSpPr>
            <p:cNvPr id="991238" name="文本框 991237"/>
            <p:cNvSpPr txBox="1"/>
            <p:nvPr/>
          </p:nvSpPr>
          <p:spPr>
            <a:xfrm>
              <a:off x="1655" y="1071"/>
              <a:ext cx="14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可逆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1239" name="对象 991238"/>
            <p:cNvGraphicFramePr/>
            <p:nvPr/>
          </p:nvGraphicFramePr>
          <p:xfrm>
            <a:off x="2517" y="1117"/>
            <a:ext cx="34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1" imgW="203200" imgH="152400" progId="Equation.3">
                    <p:embed/>
                  </p:oleObj>
                </mc:Choice>
                <mc:Fallback>
                  <p:oleObj name="" r:id="rId1" imgW="203200" imgH="1524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17" y="1117"/>
                          <a:ext cx="346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1259" name="组合 991258"/>
          <p:cNvGrpSpPr/>
          <p:nvPr/>
        </p:nvGrpSpPr>
        <p:grpSpPr>
          <a:xfrm>
            <a:off x="4284663" y="1700213"/>
            <a:ext cx="3025775" cy="520700"/>
            <a:chOff x="2699" y="1071"/>
            <a:chExt cx="1906" cy="328"/>
          </a:xfrm>
        </p:grpSpPr>
        <p:sp>
          <p:nvSpPr>
            <p:cNvPr id="991240" name="文本框 991239"/>
            <p:cNvSpPr txBox="1"/>
            <p:nvPr/>
          </p:nvSpPr>
          <p:spPr>
            <a:xfrm>
              <a:off x="2699" y="1071"/>
              <a:ext cx="190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zh-CN" altLang="en-US" sz="2400" baseline="30000" dirty="0">
                  <a:latin typeface="Times New Roman" panose="02020603050405020304" pitchFamily="18" charset="0"/>
                </a:rPr>
                <a:t>－</a:t>
              </a:r>
              <a:r>
                <a:rPr lang="en-US" altLang="zh-CN" baseline="3000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存在</a:t>
              </a:r>
              <a:endParaRPr lang="zh-CN" altLang="en-US" baseline="300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1241" name="对象 991240"/>
            <p:cNvGraphicFramePr/>
            <p:nvPr/>
          </p:nvGraphicFramePr>
          <p:xfrm>
            <a:off x="3742" y="1117"/>
            <a:ext cx="369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3" imgW="215900" imgH="165100" progId="Equation.DSMT4">
                    <p:embed/>
                  </p:oleObj>
                </mc:Choice>
                <mc:Fallback>
                  <p:oleObj name="" r:id="rId3" imgW="215900" imgH="165100" progId="Equation.DSMT4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42" y="1117"/>
                          <a:ext cx="369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1242" name="对象 991241"/>
          <p:cNvGraphicFramePr/>
          <p:nvPr/>
        </p:nvGraphicFramePr>
        <p:xfrm>
          <a:off x="4500563" y="2276475"/>
          <a:ext cx="25923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1040130" imgH="266065" progId="Equation.3">
                  <p:embed/>
                </p:oleObj>
              </mc:Choice>
              <mc:Fallback>
                <p:oleObj name="" r:id="rId5" imgW="1040130" imgH="26606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0563" y="2276475"/>
                        <a:ext cx="2592387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43" name="文本框 991242"/>
          <p:cNvSpPr txBox="1"/>
          <p:nvPr/>
        </p:nvSpPr>
        <p:spPr>
          <a:xfrm>
            <a:off x="6227763" y="1700213"/>
            <a:ext cx="1944687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存在初等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91260" name="组合 991259"/>
          <p:cNvGrpSpPr/>
          <p:nvPr/>
        </p:nvGrpSpPr>
        <p:grpSpPr>
          <a:xfrm>
            <a:off x="468313" y="2349500"/>
            <a:ext cx="5616575" cy="558800"/>
            <a:chOff x="295" y="1480"/>
            <a:chExt cx="3538" cy="352"/>
          </a:xfrm>
        </p:grpSpPr>
        <p:sp>
          <p:nvSpPr>
            <p:cNvPr id="991244" name="矩形 991243"/>
            <p:cNvSpPr/>
            <p:nvPr/>
          </p:nvSpPr>
          <p:spPr>
            <a:xfrm>
              <a:off x="295" y="1480"/>
              <a:ext cx="353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矩阵                            使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1245" name="对象 991244"/>
            <p:cNvGraphicFramePr/>
            <p:nvPr/>
          </p:nvGraphicFramePr>
          <p:xfrm>
            <a:off x="1066" y="1480"/>
            <a:ext cx="124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7" imgW="850265" imgH="241300" progId="Equation.DSMT4">
                    <p:embed/>
                  </p:oleObj>
                </mc:Choice>
                <mc:Fallback>
                  <p:oleObj name="" r:id="rId7" imgW="850265" imgH="241300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66" y="1480"/>
                          <a:ext cx="124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1246" name="对象 991245"/>
          <p:cNvGraphicFramePr/>
          <p:nvPr/>
        </p:nvGraphicFramePr>
        <p:xfrm>
          <a:off x="900113" y="3068638"/>
          <a:ext cx="5857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9" imgW="215900" imgH="165100" progId="Equation.DSMT4">
                  <p:embed/>
                </p:oleObj>
              </mc:Choice>
              <mc:Fallback>
                <p:oleObj name="" r:id="rId9" imgW="215900" imgH="1651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0113" y="3068638"/>
                        <a:ext cx="585787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1261" name="组合 991260"/>
          <p:cNvGrpSpPr/>
          <p:nvPr/>
        </p:nvGrpSpPr>
        <p:grpSpPr>
          <a:xfrm>
            <a:off x="1547813" y="2924175"/>
            <a:ext cx="2990850" cy="576263"/>
            <a:chOff x="975" y="1842"/>
            <a:chExt cx="1884" cy="363"/>
          </a:xfrm>
        </p:grpSpPr>
        <p:graphicFrame>
          <p:nvGraphicFramePr>
            <p:cNvPr id="991247" name="对象 991246"/>
            <p:cNvGraphicFramePr/>
            <p:nvPr/>
          </p:nvGraphicFramePr>
          <p:xfrm>
            <a:off x="975" y="1842"/>
            <a:ext cx="817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11" imgW="558800" imgH="228600" progId="Equation.DSMT4">
                    <p:embed/>
                  </p:oleObj>
                </mc:Choice>
                <mc:Fallback>
                  <p:oleObj name="" r:id="rId11" imgW="558800" imgH="2286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75" y="1842"/>
                          <a:ext cx="817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1248" name="对象 991247"/>
            <p:cNvGraphicFramePr/>
            <p:nvPr/>
          </p:nvGraphicFramePr>
          <p:xfrm>
            <a:off x="1791" y="1888"/>
            <a:ext cx="1068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13" imgW="812165" imgH="241300" progId="Equation.DSMT4">
                    <p:embed/>
                  </p:oleObj>
                </mc:Choice>
                <mc:Fallback>
                  <p:oleObj name="" r:id="rId13" imgW="812165" imgH="241300" progId="Equation.DSMT4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91" y="1888"/>
                          <a:ext cx="1068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1249" name="对象 991248"/>
          <p:cNvGraphicFramePr/>
          <p:nvPr/>
        </p:nvGraphicFramePr>
        <p:xfrm>
          <a:off x="4572000" y="2970213"/>
          <a:ext cx="863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5" imgW="342265" imgH="215900" progId="Equation.DSMT4">
                  <p:embed/>
                </p:oleObj>
              </mc:Choice>
              <mc:Fallback>
                <p:oleObj name="" r:id="rId15" imgW="342265" imgH="2159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2000" y="2970213"/>
                        <a:ext cx="8636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1262" name="组合 991261"/>
          <p:cNvGrpSpPr/>
          <p:nvPr/>
        </p:nvGrpSpPr>
        <p:grpSpPr>
          <a:xfrm>
            <a:off x="1187450" y="3644900"/>
            <a:ext cx="1512888" cy="519113"/>
            <a:chOff x="748" y="2296"/>
            <a:chExt cx="953" cy="327"/>
          </a:xfrm>
        </p:grpSpPr>
        <p:sp>
          <p:nvSpPr>
            <p:cNvPr id="991252" name="文本框 991251"/>
            <p:cNvSpPr txBox="1"/>
            <p:nvPr/>
          </p:nvSpPr>
          <p:spPr>
            <a:xfrm>
              <a:off x="748" y="2296"/>
              <a:ext cx="9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“      ”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1253" name="对象 991252"/>
            <p:cNvGraphicFramePr/>
            <p:nvPr/>
          </p:nvGraphicFramePr>
          <p:xfrm>
            <a:off x="1066" y="2341"/>
            <a:ext cx="3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17" imgW="215900" imgH="165100" progId="Equation.DSMT4">
                    <p:embed/>
                  </p:oleObj>
                </mc:Choice>
                <mc:Fallback>
                  <p:oleObj name="" r:id="rId17" imgW="215900" imgH="165100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66" y="2341"/>
                          <a:ext cx="36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1254" name="文本框 991253"/>
          <p:cNvSpPr txBox="1"/>
          <p:nvPr/>
        </p:nvSpPr>
        <p:spPr>
          <a:xfrm>
            <a:off x="2124075" y="3644900"/>
            <a:ext cx="6732588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经行初等变换可化为</a:t>
            </a:r>
            <a:r>
              <a:rPr lang="en-US" altLang="zh-CN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，显然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91257" name="组合 991256"/>
          <p:cNvGrpSpPr/>
          <p:nvPr/>
        </p:nvGrpSpPr>
        <p:grpSpPr>
          <a:xfrm>
            <a:off x="1763713" y="1557338"/>
            <a:ext cx="1512887" cy="646112"/>
            <a:chOff x="1111" y="981"/>
            <a:chExt cx="953" cy="407"/>
          </a:xfrm>
        </p:grpSpPr>
        <p:graphicFrame>
          <p:nvGraphicFramePr>
            <p:cNvPr id="991255" name="对象 991254"/>
            <p:cNvGraphicFramePr/>
            <p:nvPr/>
          </p:nvGraphicFramePr>
          <p:xfrm>
            <a:off x="1463" y="1106"/>
            <a:ext cx="3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19" imgW="215900" imgH="165100" progId="Equation.DSMT4">
                    <p:embed/>
                  </p:oleObj>
                </mc:Choice>
                <mc:Fallback>
                  <p:oleObj name="" r:id="rId19" imgW="215900" imgH="1651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63" y="1106"/>
                          <a:ext cx="36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1256" name="文本框 991255"/>
            <p:cNvSpPr txBox="1"/>
            <p:nvPr/>
          </p:nvSpPr>
          <p:spPr>
            <a:xfrm>
              <a:off x="1111" y="981"/>
              <a:ext cx="9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“      ”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91263" name="矩形 991262"/>
          <p:cNvSpPr/>
          <p:nvPr/>
        </p:nvSpPr>
        <p:spPr>
          <a:xfrm>
            <a:off x="755650" y="4292600"/>
            <a:ext cx="5976938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※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下面构造求逆矩阵的方法：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91276" name="组合 991275"/>
          <p:cNvGrpSpPr/>
          <p:nvPr/>
        </p:nvGrpSpPr>
        <p:grpSpPr>
          <a:xfrm>
            <a:off x="1187450" y="4941888"/>
            <a:ext cx="2374900" cy="519112"/>
            <a:chOff x="748" y="3113"/>
            <a:chExt cx="1496" cy="327"/>
          </a:xfrm>
        </p:grpSpPr>
        <p:sp>
          <p:nvSpPr>
            <p:cNvPr id="991265" name="文本框 991264"/>
            <p:cNvSpPr txBox="1"/>
            <p:nvPr/>
          </p:nvSpPr>
          <p:spPr>
            <a:xfrm>
              <a:off x="748" y="3113"/>
              <a:ext cx="14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可逆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1266" name="对象 991265"/>
            <p:cNvGraphicFramePr/>
            <p:nvPr/>
          </p:nvGraphicFramePr>
          <p:xfrm>
            <a:off x="1882" y="3158"/>
            <a:ext cx="34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21" imgW="203200" imgH="152400" progId="Equation.3">
                    <p:embed/>
                  </p:oleObj>
                </mc:Choice>
                <mc:Fallback>
                  <p:oleObj name="" r:id="rId21" imgW="203200" imgH="1524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82" y="3158"/>
                          <a:ext cx="346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1270" name="文本框 991269"/>
          <p:cNvSpPr txBox="1"/>
          <p:nvPr/>
        </p:nvSpPr>
        <p:spPr>
          <a:xfrm>
            <a:off x="3203575" y="4941888"/>
            <a:ext cx="3384550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存在初等矩阵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991271" name="对象 991270"/>
          <p:cNvGraphicFramePr/>
          <p:nvPr/>
        </p:nvGraphicFramePr>
        <p:xfrm>
          <a:off x="5867400" y="4941888"/>
          <a:ext cx="20891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22" imgW="850265" imgH="241300" progId="Equation.DSMT4">
                  <p:embed/>
                </p:oleObj>
              </mc:Choice>
              <mc:Fallback>
                <p:oleObj name="" r:id="rId22" imgW="850265" imgH="2413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867400" y="4941888"/>
                        <a:ext cx="2089150" cy="592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72" name="文本框 991271"/>
          <p:cNvSpPr txBox="1"/>
          <p:nvPr/>
        </p:nvSpPr>
        <p:spPr>
          <a:xfrm>
            <a:off x="539750" y="5589588"/>
            <a:ext cx="13684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使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1273" name="对象 991272"/>
          <p:cNvGraphicFramePr/>
          <p:nvPr/>
        </p:nvGraphicFramePr>
        <p:xfrm>
          <a:off x="4211638" y="5516563"/>
          <a:ext cx="33194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24" imgW="1333500" imgH="279400" progId="Equation.DSMT4">
                  <p:embed/>
                </p:oleObj>
              </mc:Choice>
              <mc:Fallback>
                <p:oleObj name="" r:id="rId24" imgW="1333500" imgH="2794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211638" y="5516563"/>
                        <a:ext cx="3319462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79" name="对象 991278"/>
          <p:cNvGraphicFramePr/>
          <p:nvPr/>
        </p:nvGraphicFramePr>
        <p:xfrm>
          <a:off x="1403350" y="5589588"/>
          <a:ext cx="27495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26" imgW="1104265" imgH="241300" progId="Equation.DSMT4">
                  <p:embed/>
                </p:oleObj>
              </mc:Choice>
              <mc:Fallback>
                <p:oleObj name="" r:id="rId26" imgW="1104265" imgH="2413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403350" y="5589588"/>
                        <a:ext cx="2749550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80" name="文本框 991279"/>
          <p:cNvSpPr txBox="1"/>
          <p:nvPr/>
        </p:nvSpPr>
        <p:spPr>
          <a:xfrm>
            <a:off x="7164388" y="5661025"/>
            <a:ext cx="1439862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于是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99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99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99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500"/>
                                        <p:tgtEl>
                                          <p:spTgt spid="991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500"/>
                                        <p:tgtEl>
                                          <p:spTgt spid="991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500"/>
                                        <p:tgtEl>
                                          <p:spTgt spid="991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99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99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99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99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99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99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500"/>
                                        <p:tgtEl>
                                          <p:spTgt spid="991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500"/>
                                        <p:tgtEl>
                                          <p:spTgt spid="991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500"/>
                                        <p:tgtEl>
                                          <p:spTgt spid="991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3" dur="500"/>
                                        <p:tgtEl>
                                          <p:spTgt spid="991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4" dur="500"/>
                                        <p:tgtEl>
                                          <p:spTgt spid="991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500"/>
                                        <p:tgtEl>
                                          <p:spTgt spid="991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99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5" dur="500"/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6" dur="500"/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500"/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7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2" dur="500"/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3" dur="500"/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500"/>
                                        <p:tgtEl>
                                          <p:spTgt spid="99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99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4" dur="80"/>
                                        <p:tgtEl>
                                          <p:spTgt spid="991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5" dur="80"/>
                                        <p:tgtEl>
                                          <p:spTgt spid="991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991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99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99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1" dur="500"/>
                                        <p:tgtEl>
                                          <p:spTgt spid="991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2" dur="500"/>
                                        <p:tgtEl>
                                          <p:spTgt spid="991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500"/>
                                        <p:tgtEl>
                                          <p:spTgt spid="991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37" grpId="0"/>
      <p:bldP spid="991243" grpId="0"/>
      <p:bldP spid="991254" grpId="0"/>
      <p:bldP spid="991263" grpId="0"/>
      <p:bldP spid="991270" grpId="0"/>
      <p:bldP spid="991270" grpId="1"/>
      <p:bldP spid="991272" grpId="0"/>
      <p:bldP spid="991280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92262" name="对象 992261"/>
          <p:cNvGraphicFramePr/>
          <p:nvPr/>
        </p:nvGraphicFramePr>
        <p:xfrm>
          <a:off x="1331913" y="1196975"/>
          <a:ext cx="1714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" imgW="812165" imgH="241300" progId="Equation.DSMT4">
                  <p:embed/>
                </p:oleObj>
              </mc:Choice>
              <mc:Fallback>
                <p:oleObj name="" r:id="rId1" imgW="812165" imgH="2413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913" y="1196975"/>
                        <a:ext cx="17145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3" name="对象 992262"/>
          <p:cNvGraphicFramePr/>
          <p:nvPr/>
        </p:nvGraphicFramePr>
        <p:xfrm>
          <a:off x="3203575" y="1196975"/>
          <a:ext cx="8651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3" imgW="291465" imgH="165100" progId="Equation.3">
                  <p:embed/>
                </p:oleObj>
              </mc:Choice>
              <mc:Fallback>
                <p:oleObj name="" r:id="rId3" imgW="291465" imgH="1651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575" y="1196975"/>
                        <a:ext cx="865188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6" name="对象 992265"/>
          <p:cNvGraphicFramePr/>
          <p:nvPr/>
        </p:nvGraphicFramePr>
        <p:xfrm>
          <a:off x="1187450" y="1844675"/>
          <a:ext cx="28797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5" imgW="1040130" imgH="266065" progId="Equation.DSMT4">
                  <p:embed/>
                </p:oleObj>
              </mc:Choice>
              <mc:Fallback>
                <p:oleObj name="" r:id="rId5" imgW="1040130" imgH="266065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450" y="1844675"/>
                        <a:ext cx="2879725" cy="790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7" name="对象 992266"/>
          <p:cNvGraphicFramePr/>
          <p:nvPr/>
        </p:nvGraphicFramePr>
        <p:xfrm>
          <a:off x="3995738" y="1989138"/>
          <a:ext cx="25923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7" imgW="951865" imgH="241300" progId="Equation.DSMT4">
                  <p:embed/>
                </p:oleObj>
              </mc:Choice>
              <mc:Fallback>
                <p:oleObj name="" r:id="rId7" imgW="951865" imgH="2413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95738" y="1989138"/>
                        <a:ext cx="2592387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2273" name="组合 992272"/>
          <p:cNvGrpSpPr/>
          <p:nvPr/>
        </p:nvGrpSpPr>
        <p:grpSpPr>
          <a:xfrm>
            <a:off x="4572000" y="692150"/>
            <a:ext cx="3960813" cy="1298575"/>
            <a:chOff x="2880" y="572"/>
            <a:chExt cx="2495" cy="818"/>
          </a:xfrm>
        </p:grpSpPr>
        <p:sp>
          <p:nvSpPr>
            <p:cNvPr id="992268" name="右大括号 992267"/>
            <p:cNvSpPr/>
            <p:nvPr/>
          </p:nvSpPr>
          <p:spPr>
            <a:xfrm rot="16200000">
              <a:off x="3174" y="822"/>
              <a:ext cx="273" cy="862"/>
            </a:xfrm>
            <a:prstGeom prst="rightBrace">
              <a:avLst>
                <a:gd name="adj1" fmla="val 26312"/>
                <a:gd name="adj2" fmla="val 54157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2269" name="圆角矩形标注 992268"/>
            <p:cNvSpPr/>
            <p:nvPr/>
          </p:nvSpPr>
          <p:spPr>
            <a:xfrm>
              <a:off x="4150" y="572"/>
              <a:ext cx="1225" cy="816"/>
            </a:xfrm>
            <a:prstGeom prst="wedgeRoundRectCallout">
              <a:avLst>
                <a:gd name="adj1" fmla="val -114407"/>
                <a:gd name="adj2" fmla="val 20468"/>
                <a:gd name="adj3" fmla="val 16667"/>
              </a:avLst>
            </a:prstGeom>
            <a:solidFill>
              <a:schemeClr val="bg1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p>
              <a:pPr indent="268605">
                <a:spcBef>
                  <a:spcPct val="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同样的</a:t>
              </a:r>
              <a:r>
                <a:rPr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行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初等变换化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为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sz="2400" baseline="30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aseline="30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92272" name="组合 992271"/>
          <p:cNvGrpSpPr/>
          <p:nvPr/>
        </p:nvGrpSpPr>
        <p:grpSpPr>
          <a:xfrm>
            <a:off x="1547813" y="188913"/>
            <a:ext cx="4464050" cy="1081087"/>
            <a:chOff x="1474" y="164"/>
            <a:chExt cx="2812" cy="681"/>
          </a:xfrm>
        </p:grpSpPr>
        <p:sp>
          <p:nvSpPr>
            <p:cNvPr id="992270" name="圆角矩形标注 992269"/>
            <p:cNvSpPr/>
            <p:nvPr/>
          </p:nvSpPr>
          <p:spPr>
            <a:xfrm>
              <a:off x="2925" y="164"/>
              <a:ext cx="1361" cy="590"/>
            </a:xfrm>
            <a:prstGeom prst="wedgeRoundRectCallout">
              <a:avLst>
                <a:gd name="adj1" fmla="val -121787"/>
                <a:gd name="adj2" fmla="val 23051"/>
                <a:gd name="adj3" fmla="val 16667"/>
              </a:avLst>
            </a:prstGeom>
            <a:solidFill>
              <a:schemeClr val="bg1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p>
              <a:pPr indent="268605">
                <a:spcBef>
                  <a:spcPct val="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经</a:t>
              </a:r>
              <a:r>
                <a:rPr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行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初等变换化为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2271" name="右大括号 992270"/>
            <p:cNvSpPr/>
            <p:nvPr/>
          </p:nvSpPr>
          <p:spPr>
            <a:xfrm rot="16200000">
              <a:off x="1677" y="368"/>
              <a:ext cx="273" cy="680"/>
            </a:xfrm>
            <a:prstGeom prst="rightBrace">
              <a:avLst>
                <a:gd name="adj1" fmla="val 20757"/>
                <a:gd name="adj2" fmla="val 54157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992274" name="文本框 992273"/>
          <p:cNvSpPr txBox="1"/>
          <p:nvPr/>
        </p:nvSpPr>
        <p:spPr>
          <a:xfrm>
            <a:off x="971550" y="2997200"/>
            <a:ext cx="4248150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92275" name="文本框 992274"/>
          <p:cNvSpPr txBox="1"/>
          <p:nvPr/>
        </p:nvSpPr>
        <p:spPr>
          <a:xfrm>
            <a:off x="611188" y="2781300"/>
            <a:ext cx="6624637" cy="54451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因此，求矩阵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的逆矩阵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sz="2400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的方法为：</a:t>
            </a:r>
            <a:endParaRPr lang="zh-CN" altLang="en-US" baseline="30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2277" name="对象 992276"/>
          <p:cNvGraphicFramePr/>
          <p:nvPr/>
        </p:nvGraphicFramePr>
        <p:xfrm>
          <a:off x="4514850" y="3314700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9" imgW="114300" imgH="227965" progId="Equation.3">
                  <p:embed/>
                </p:oleObj>
              </mc:Choice>
              <mc:Fallback>
                <p:oleObj name="" r:id="rId9" imgW="114300" imgH="227965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4850" y="3314700"/>
                        <a:ext cx="1143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2297" name="组合 992296"/>
          <p:cNvGrpSpPr/>
          <p:nvPr/>
        </p:nvGrpSpPr>
        <p:grpSpPr>
          <a:xfrm>
            <a:off x="900113" y="3357563"/>
            <a:ext cx="6480175" cy="519112"/>
            <a:chOff x="567" y="2115"/>
            <a:chExt cx="4082" cy="327"/>
          </a:xfrm>
        </p:grpSpPr>
        <p:sp>
          <p:nvSpPr>
            <p:cNvPr id="992276" name="文本框 992275"/>
            <p:cNvSpPr txBox="1"/>
            <p:nvPr/>
          </p:nvSpPr>
          <p:spPr>
            <a:xfrm>
              <a:off x="567" y="2115"/>
              <a:ext cx="4082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）构造</a:t>
              </a:r>
              <a:r>
                <a:rPr lang="en-US" altLang="zh-CN">
                  <a:latin typeface="Times New Roman" panose="02020603050405020304" pitchFamily="18" charset="0"/>
                </a:rPr>
                <a:t>n×2n</a:t>
              </a:r>
              <a:r>
                <a:rPr lang="zh-CN" altLang="en-US" dirty="0">
                  <a:latin typeface="Times New Roman" panose="02020603050405020304" pitchFamily="18" charset="0"/>
                </a:rPr>
                <a:t>阶矩阵               ；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2280" name="对象 992279"/>
            <p:cNvGraphicFramePr/>
            <p:nvPr/>
          </p:nvGraphicFramePr>
          <p:xfrm>
            <a:off x="3107" y="2115"/>
            <a:ext cx="76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11" imgW="584200" imgH="241300" progId="Equation.DSMT4">
                    <p:embed/>
                  </p:oleObj>
                </mc:Choice>
                <mc:Fallback>
                  <p:oleObj name="" r:id="rId11" imgW="584200" imgH="241300" progId="Equation.DSMT4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07" y="2115"/>
                          <a:ext cx="764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2281" name="文本框 992280"/>
          <p:cNvSpPr txBox="1"/>
          <p:nvPr/>
        </p:nvSpPr>
        <p:spPr>
          <a:xfrm>
            <a:off x="900113" y="3860800"/>
            <a:ext cx="7632700" cy="1203325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）对</a:t>
            </a:r>
            <a:r>
              <a:rPr lang="en-US" altLang="zh-CN">
                <a:latin typeface="Times New Roman" panose="02020603050405020304" pitchFamily="18" charset="0"/>
              </a:rPr>
              <a:t>(A</a:t>
            </a:r>
            <a:r>
              <a:rPr lang="en-US" altLang="zh-CN" b="0">
                <a:solidFill>
                  <a:srgbClr val="FF0000"/>
                </a:solidFill>
                <a:latin typeface="Times New Roman" panose="02020603050405020304" pitchFamily="18" charset="0"/>
              </a:rPr>
              <a:t>│</a:t>
            </a:r>
            <a:r>
              <a:rPr lang="en-US" altLang="zh-CN">
                <a:latin typeface="Times New Roman" panose="02020603050405020304" pitchFamily="18" charset="0"/>
              </a:rPr>
              <a:t>E)</a:t>
            </a:r>
            <a:r>
              <a:rPr lang="zh-CN" altLang="en-US" dirty="0">
                <a:latin typeface="Times New Roman" panose="02020603050405020304" pitchFamily="18" charset="0"/>
              </a:rPr>
              <a:t>进行初等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latin typeface="Times New Roman" panose="02020603050405020304" pitchFamily="18" charset="0"/>
              </a:rPr>
              <a:t>变换，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若将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化为单位矩阵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可逆</a:t>
            </a:r>
            <a:r>
              <a:rPr lang="zh-CN" altLang="en-US" dirty="0">
                <a:latin typeface="Times New Roman" panose="02020603050405020304" pitchFamily="18" charset="0"/>
              </a:rPr>
              <a:t>，且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化为了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baseline="30000" dirty="0">
              <a:latin typeface="Times New Roman" panose="02020603050405020304" pitchFamily="18" charset="0"/>
            </a:endParaRPr>
          </a:p>
        </p:txBody>
      </p:sp>
      <p:sp>
        <p:nvSpPr>
          <p:cNvPr id="992284" name="文本框 992283"/>
          <p:cNvSpPr txBox="1"/>
          <p:nvPr/>
        </p:nvSpPr>
        <p:spPr>
          <a:xfrm>
            <a:off x="755650" y="5229225"/>
            <a:ext cx="863600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92298" name="组合 992297"/>
          <p:cNvGrpSpPr/>
          <p:nvPr/>
        </p:nvGrpSpPr>
        <p:grpSpPr>
          <a:xfrm>
            <a:off x="1692275" y="5084763"/>
            <a:ext cx="5233988" cy="746125"/>
            <a:chOff x="1050" y="3249"/>
            <a:chExt cx="3297" cy="470"/>
          </a:xfrm>
        </p:grpSpPr>
        <p:graphicFrame>
          <p:nvGraphicFramePr>
            <p:cNvPr id="992287" name="对象 992286"/>
            <p:cNvGraphicFramePr/>
            <p:nvPr/>
          </p:nvGraphicFramePr>
          <p:xfrm>
            <a:off x="1050" y="3319"/>
            <a:ext cx="3297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3" imgW="2398395" imgH="304800" progId="Equation.DSMT4">
                    <p:embed/>
                  </p:oleObj>
                </mc:Choice>
                <mc:Fallback>
                  <p:oleObj name="" r:id="rId13" imgW="2398395" imgH="304800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50" y="3319"/>
                          <a:ext cx="3297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2288" name="文本框 992287"/>
            <p:cNvSpPr txBox="1"/>
            <p:nvPr/>
          </p:nvSpPr>
          <p:spPr>
            <a:xfrm>
              <a:off x="1837" y="3249"/>
              <a:ext cx="167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初等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行</a:t>
              </a:r>
              <a:r>
                <a:rPr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变换</a:t>
              </a:r>
              <a:endPara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92290" name="直接连接符 992289"/>
          <p:cNvSpPr/>
          <p:nvPr/>
        </p:nvSpPr>
        <p:spPr>
          <a:xfrm>
            <a:off x="2051050" y="5759450"/>
            <a:ext cx="0" cy="406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2291" name="直接连接符 992290"/>
          <p:cNvSpPr/>
          <p:nvPr/>
        </p:nvSpPr>
        <p:spPr>
          <a:xfrm rot="-5400000">
            <a:off x="3779838" y="4411663"/>
            <a:ext cx="0" cy="345757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2292" name="直接连接符 992291"/>
          <p:cNvSpPr/>
          <p:nvPr/>
        </p:nvSpPr>
        <p:spPr>
          <a:xfrm flipV="1">
            <a:off x="5508625" y="5734050"/>
            <a:ext cx="0" cy="406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992294" name="直接连接符 992293"/>
          <p:cNvSpPr/>
          <p:nvPr/>
        </p:nvSpPr>
        <p:spPr>
          <a:xfrm>
            <a:off x="2700338" y="5772150"/>
            <a:ext cx="0" cy="609600"/>
          </a:xfrm>
          <a:prstGeom prst="line">
            <a:avLst/>
          </a:prstGeom>
          <a:ln w="571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2295" name="直接连接符 992294"/>
          <p:cNvSpPr/>
          <p:nvPr/>
        </p:nvSpPr>
        <p:spPr>
          <a:xfrm rot="-5400000">
            <a:off x="4464050" y="4578350"/>
            <a:ext cx="0" cy="3529013"/>
          </a:xfrm>
          <a:prstGeom prst="line">
            <a:avLst/>
          </a:prstGeom>
          <a:ln w="571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2296" name="直接连接符 992295"/>
          <p:cNvSpPr/>
          <p:nvPr/>
        </p:nvSpPr>
        <p:spPr>
          <a:xfrm flipV="1">
            <a:off x="6229350" y="5734050"/>
            <a:ext cx="0" cy="609600"/>
          </a:xfrm>
          <a:prstGeom prst="line">
            <a:avLst/>
          </a:prstGeom>
          <a:ln w="57150" cap="flat" cmpd="sng">
            <a:solidFill>
              <a:schemeClr val="tx2"/>
            </a:solidFill>
            <a:prstDash val="solid"/>
            <a:headEnd type="none" w="med" len="med"/>
            <a:tailEnd type="stealth" w="lg" len="lg"/>
          </a:ln>
        </p:spPr>
      </p:sp>
      <p:graphicFrame>
        <p:nvGraphicFramePr>
          <p:cNvPr id="992299" name="对象 992298"/>
          <p:cNvGraphicFramePr/>
          <p:nvPr/>
        </p:nvGraphicFramePr>
        <p:xfrm>
          <a:off x="5364163" y="5300663"/>
          <a:ext cx="4492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5" imgW="165100" imgH="177800" progId="Equation.DSMT4">
                  <p:embed/>
                </p:oleObj>
              </mc:Choice>
              <mc:Fallback>
                <p:oleObj name="" r:id="rId15" imgW="165100" imgH="1778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64163" y="5300663"/>
                        <a:ext cx="449262" cy="484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300" name="对象 992299"/>
          <p:cNvGraphicFramePr/>
          <p:nvPr/>
        </p:nvGraphicFramePr>
        <p:xfrm>
          <a:off x="6011863" y="5157788"/>
          <a:ext cx="7191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7" imgW="292100" imgH="228600" progId="Equation.DSMT4">
                  <p:embed/>
                </p:oleObj>
              </mc:Choice>
              <mc:Fallback>
                <p:oleObj name="" r:id="rId17" imgW="292100" imgH="2286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11863" y="5157788"/>
                        <a:ext cx="719137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9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99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9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000"/>
                                        <p:tgtEl>
                                          <p:spTgt spid="99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500"/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500"/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/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99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500"/>
                                        <p:tgtEl>
                                          <p:spTgt spid="9922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500"/>
                                        <p:tgtEl>
                                          <p:spTgt spid="992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500"/>
                                        <p:tgtEl>
                                          <p:spTgt spid="992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80"/>
                                        <p:tgtEl>
                                          <p:spTgt spid="992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80"/>
                                        <p:tgtEl>
                                          <p:spTgt spid="992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80"/>
                                        <p:tgtEl>
                                          <p:spTgt spid="992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99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99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99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99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99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0"/>
                                        <p:tgtEl>
                                          <p:spTgt spid="99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99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00"/>
                                        <p:tgtEl>
                                          <p:spTgt spid="99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99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75" grpId="0" animBg="1"/>
      <p:bldP spid="992281" grpId="0"/>
      <p:bldP spid="99228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6610" name="文本占位符 836609"/>
          <p:cNvSpPr>
            <a:spLocks noGrp="1" noRot="1"/>
          </p:cNvSpPr>
          <p:nvPr>
            <p:ph type="body" idx="4294967295"/>
          </p:nvPr>
        </p:nvSpPr>
        <p:spPr>
          <a:xfrm>
            <a:off x="899795" y="692785"/>
            <a:ext cx="1524000" cy="521970"/>
          </a:xfrm>
          <a:ln w="57150"/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spcBef>
                <a:spcPct val="50000"/>
              </a:spcBef>
              <a:buClrTx/>
              <a:buNone/>
            </a:pPr>
            <a:r>
              <a:rPr lang="zh-CN" altLang="en-US" sz="2800" b="1">
                <a:solidFill>
                  <a:srgbClr val="FF3300"/>
                </a:solidFill>
              </a:rPr>
              <a:t>例</a:t>
            </a:r>
            <a:r>
              <a:rPr lang="en-US" altLang="zh-CN" sz="2800" b="1">
                <a:solidFill>
                  <a:srgbClr val="FF3300"/>
                </a:solidFill>
              </a:rPr>
              <a:t>2.6.5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  <p:graphicFrame>
        <p:nvGraphicFramePr>
          <p:cNvPr id="836611" name="对象 836610"/>
          <p:cNvGraphicFramePr/>
          <p:nvPr/>
        </p:nvGraphicFramePr>
        <p:xfrm>
          <a:off x="1978502" y="1699736"/>
          <a:ext cx="4899660" cy="157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" imgW="2476500" imgH="800100" progId="Equation.DSMT4">
                  <p:embed/>
                </p:oleObj>
              </mc:Choice>
              <mc:Fallback>
                <p:oleObj name="" r:id="rId1" imgW="2476500" imgH="8001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8502" y="1699736"/>
                        <a:ext cx="4899660" cy="1574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2" name="对象 836611"/>
          <p:cNvGraphicFramePr/>
          <p:nvPr/>
        </p:nvGraphicFramePr>
        <p:xfrm>
          <a:off x="1907699" y="3284538"/>
          <a:ext cx="172974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3" imgW="723900" imgH="368300" progId="Equation.DSMT4">
                  <p:embed/>
                </p:oleObj>
              </mc:Choice>
              <mc:Fallback>
                <p:oleObj name="" r:id="rId3" imgW="723900" imgH="3683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7699" y="3284538"/>
                        <a:ext cx="1729740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3" name="文本框 836612"/>
          <p:cNvSpPr txBox="1"/>
          <p:nvPr/>
        </p:nvSpPr>
        <p:spPr>
          <a:xfrm>
            <a:off x="1403350" y="220503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解</a:t>
            </a:r>
            <a:endParaRPr lang="zh-CN" altLang="en-US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36615" name="对象 836614"/>
          <p:cNvGraphicFramePr/>
          <p:nvPr/>
        </p:nvGraphicFramePr>
        <p:xfrm>
          <a:off x="2770823" y="259715"/>
          <a:ext cx="2710180" cy="1550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5" imgW="1104900" imgH="800100" progId="Equation.DSMT4">
                  <p:embed/>
                </p:oleObj>
              </mc:Choice>
              <mc:Fallback>
                <p:oleObj name="" r:id="rId5" imgW="1104900" imgH="8001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0823" y="259715"/>
                        <a:ext cx="2710180" cy="15506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6" name="文本框 836615"/>
          <p:cNvSpPr txBox="1"/>
          <p:nvPr/>
        </p:nvSpPr>
        <p:spPr>
          <a:xfrm>
            <a:off x="2051050" y="692150"/>
            <a:ext cx="6265863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                               的逆矩阵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sz="2400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baseline="30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36617" name="对象 836616"/>
          <p:cNvGraphicFramePr/>
          <p:nvPr/>
        </p:nvGraphicFramePr>
        <p:xfrm>
          <a:off x="1763713" y="4652963"/>
          <a:ext cx="18732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7" imgW="673100" imgH="368300" progId="Equation.DSMT4">
                  <p:embed/>
                </p:oleObj>
              </mc:Choice>
              <mc:Fallback>
                <p:oleObj name="" r:id="rId7" imgW="673100" imgH="3683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4652963"/>
                        <a:ext cx="187325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8" name="对象 836617"/>
          <p:cNvGraphicFramePr/>
          <p:nvPr/>
        </p:nvGraphicFramePr>
        <p:xfrm>
          <a:off x="3635375" y="3213100"/>
          <a:ext cx="3529013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9" imgW="1866265" imgH="799465" progId="Equation.DSMT4">
                  <p:embed/>
                </p:oleObj>
              </mc:Choice>
              <mc:Fallback>
                <p:oleObj name="" r:id="rId9" imgW="1866265" imgH="799465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375" y="3213100"/>
                        <a:ext cx="3529013" cy="1512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9" name="对象 836618"/>
          <p:cNvGraphicFramePr/>
          <p:nvPr/>
        </p:nvGraphicFramePr>
        <p:xfrm>
          <a:off x="3563938" y="4724400"/>
          <a:ext cx="3600450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1" imgW="1955165" imgH="799465" progId="Equation.DSMT4">
                  <p:embed/>
                </p:oleObj>
              </mc:Choice>
              <mc:Fallback>
                <p:oleObj name="" r:id="rId11" imgW="1955165" imgH="799465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63938" y="4724400"/>
                        <a:ext cx="3600450" cy="1474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3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83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1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37636" name="对象 837635"/>
          <p:cNvGraphicFramePr/>
          <p:nvPr/>
        </p:nvGraphicFramePr>
        <p:xfrm>
          <a:off x="1545590" y="1988820"/>
          <a:ext cx="1588770" cy="145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" imgW="660400" imgH="508000" progId="Equation.DSMT4">
                  <p:embed/>
                </p:oleObj>
              </mc:Choice>
              <mc:Fallback>
                <p:oleObj name="" r:id="rId1" imgW="660400" imgH="5080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5590" y="1988820"/>
                        <a:ext cx="1588770" cy="14579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7" name="对象 837636"/>
          <p:cNvGraphicFramePr/>
          <p:nvPr/>
        </p:nvGraphicFramePr>
        <p:xfrm>
          <a:off x="1547178" y="4075589"/>
          <a:ext cx="3601720" cy="193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" imgW="1993900" imgH="901700" progId="Equation.DSMT4">
                  <p:embed/>
                </p:oleObj>
              </mc:Choice>
              <mc:Fallback>
                <p:oleObj name="" r:id="rId3" imgW="1993900" imgH="9017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178" y="4075589"/>
                        <a:ext cx="3601720" cy="19310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8" name="内容占位符 837637"/>
          <p:cNvGraphicFramePr/>
          <p:nvPr>
            <p:ph sz="half" idx="2"/>
          </p:nvPr>
        </p:nvGraphicFramePr>
        <p:xfrm>
          <a:off x="1332071" y="620871"/>
          <a:ext cx="1944370" cy="972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5" imgW="736600" imgH="368300" progId="Equation.DSMT4">
                  <p:embed/>
                </p:oleObj>
              </mc:Choice>
              <mc:Fallback>
                <p:oleObj name="" r:id="rId5" imgW="736600" imgH="3683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2071" y="620871"/>
                        <a:ext cx="1944370" cy="97282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45" name="对象 837644"/>
          <p:cNvGraphicFramePr/>
          <p:nvPr/>
        </p:nvGraphicFramePr>
        <p:xfrm>
          <a:off x="3276600" y="620713"/>
          <a:ext cx="403225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7" imgW="2031365" imgH="799465" progId="Equation.DSMT4">
                  <p:embed/>
                </p:oleObj>
              </mc:Choice>
              <mc:Fallback>
                <p:oleObj name="" r:id="rId7" imgW="2031365" imgH="799465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620713"/>
                        <a:ext cx="4032250" cy="158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49" name="对象 837648"/>
          <p:cNvGraphicFramePr/>
          <p:nvPr/>
        </p:nvGraphicFramePr>
        <p:xfrm>
          <a:off x="3348038" y="2205038"/>
          <a:ext cx="3816350" cy="193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9" imgW="1917700" imgH="1028700" progId="Equation.DSMT4">
                  <p:embed/>
                </p:oleObj>
              </mc:Choice>
              <mc:Fallback>
                <p:oleObj name="" r:id="rId9" imgW="1917700" imgH="10287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48038" y="2205038"/>
                        <a:ext cx="3816350" cy="1935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3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3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6356" name="矩形 996355"/>
          <p:cNvSpPr>
            <a:spLocks noRot="1"/>
          </p:cNvSpPr>
          <p:nvPr/>
        </p:nvSpPr>
        <p:spPr>
          <a:xfrm>
            <a:off x="1187450" y="836613"/>
            <a:ext cx="1524000" cy="52197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Blip>
                <a:blip r:embed="rId1"/>
              </a:buBlip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Blip>
                <a:blip r:embed="rId1"/>
              </a:buBlip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Blip>
                <a:blip r:embed="rId1"/>
              </a:buBlip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sz="2800" b="1" dirty="0">
                <a:solidFill>
                  <a:srgbClr val="3333FF"/>
                </a:solidFill>
              </a:rPr>
              <a:t>练习</a:t>
            </a:r>
            <a:endParaRPr lang="zh-CN" sz="2800" b="1" dirty="0">
              <a:solidFill>
                <a:srgbClr val="3333FF"/>
              </a:solidFill>
            </a:endParaRPr>
          </a:p>
        </p:txBody>
      </p:sp>
      <p:graphicFrame>
        <p:nvGraphicFramePr>
          <p:cNvPr id="996357" name="对象 996356"/>
          <p:cNvGraphicFramePr/>
          <p:nvPr/>
        </p:nvGraphicFramePr>
        <p:xfrm>
          <a:off x="2611755" y="475615"/>
          <a:ext cx="2479040" cy="140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2" imgW="1117600" imgH="800100" progId="Equation.DSMT4">
                  <p:embed/>
                </p:oleObj>
              </mc:Choice>
              <mc:Fallback>
                <p:oleObj name="" r:id="rId2" imgW="1117600" imgH="8001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11755" y="475615"/>
                        <a:ext cx="2479040" cy="1401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6358" name="文本框 996357"/>
          <p:cNvSpPr txBox="1"/>
          <p:nvPr/>
        </p:nvSpPr>
        <p:spPr>
          <a:xfrm>
            <a:off x="1763713" y="908050"/>
            <a:ext cx="432117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设                              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6359" name="矩形 996358"/>
          <p:cNvSpPr/>
          <p:nvPr/>
        </p:nvSpPr>
        <p:spPr>
          <a:xfrm>
            <a:off x="395288" y="1844675"/>
            <a:ext cx="4718050" cy="519113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t" anchorCtr="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可逆，若可逆，求</a:t>
            </a:r>
            <a:r>
              <a:rPr lang="en-US" altLang="zh-CN">
                <a:latin typeface="Times New Roman" panose="02020603050405020304" pitchFamily="18" charset="0"/>
              </a:rPr>
              <a:t>A+E</a:t>
            </a:r>
            <a:r>
              <a:rPr lang="zh-CN" altLang="en-US" dirty="0">
                <a:latin typeface="Times New Roman" panose="02020603050405020304" pitchFamily="18" charset="0"/>
              </a:rPr>
              <a:t>逆。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6360" name="文本框 996359"/>
          <p:cNvSpPr txBox="1"/>
          <p:nvPr/>
        </p:nvSpPr>
        <p:spPr>
          <a:xfrm>
            <a:off x="971550" y="27813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解</a:t>
            </a:r>
            <a:endParaRPr lang="zh-CN" altLang="en-US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6361" name="矩形 996360"/>
          <p:cNvSpPr/>
          <p:nvPr/>
        </p:nvSpPr>
        <p:spPr>
          <a:xfrm>
            <a:off x="5219700" y="930275"/>
            <a:ext cx="2728913" cy="946150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t" anchorCtr="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判别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＋</a:t>
            </a:r>
            <a:r>
              <a:rPr lang="en-US" altLang="zh-CN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是否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68605">
              <a:spcBef>
                <a:spcPct val="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6362" name="对象 996361"/>
          <p:cNvGraphicFramePr/>
          <p:nvPr/>
        </p:nvGraphicFramePr>
        <p:xfrm>
          <a:off x="1907223" y="2420461"/>
          <a:ext cx="2881630" cy="1304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4" imgW="1397000" imgH="800100" progId="Equation.DSMT4">
                  <p:embed/>
                </p:oleObj>
              </mc:Choice>
              <mc:Fallback>
                <p:oleObj name="" r:id="rId4" imgW="1397000" imgH="80010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7223" y="2420461"/>
                        <a:ext cx="2881630" cy="1304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6363" name="对象 996362"/>
          <p:cNvGraphicFramePr/>
          <p:nvPr/>
        </p:nvGraphicFramePr>
        <p:xfrm>
          <a:off x="1401763" y="3572828"/>
          <a:ext cx="5403850" cy="1325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6" imgW="2578100" imgH="800100" progId="Equation.DSMT4">
                  <p:embed/>
                </p:oleObj>
              </mc:Choice>
              <mc:Fallback>
                <p:oleObj name="" r:id="rId6" imgW="2578100" imgH="80010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1763" y="3572828"/>
                        <a:ext cx="5403850" cy="13252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6364" name="对象 996363"/>
          <p:cNvGraphicFramePr/>
          <p:nvPr/>
        </p:nvGraphicFramePr>
        <p:xfrm>
          <a:off x="1465263" y="4942046"/>
          <a:ext cx="181927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8" imgW="723900" imgH="495300" progId="Equation.DSMT4">
                  <p:embed/>
                </p:oleObj>
              </mc:Choice>
              <mc:Fallback>
                <p:oleObj name="" r:id="rId8" imgW="723900" imgH="495300" progId="Equation.DSMT4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65263" y="4942046"/>
                        <a:ext cx="1819275" cy="11601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6365" name="对象 996364"/>
          <p:cNvGraphicFramePr/>
          <p:nvPr/>
        </p:nvGraphicFramePr>
        <p:xfrm>
          <a:off x="3419475" y="4941888"/>
          <a:ext cx="3743325" cy="1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10" imgW="1866265" imgH="799465" progId="Equation.DSMT4">
                  <p:embed/>
                </p:oleObj>
              </mc:Choice>
              <mc:Fallback>
                <p:oleObj name="" r:id="rId10" imgW="1866265" imgH="799465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19475" y="4941888"/>
                        <a:ext cx="3743325" cy="1604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99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99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99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6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97380" name="对象 997379"/>
          <p:cNvGraphicFramePr/>
          <p:nvPr/>
        </p:nvGraphicFramePr>
        <p:xfrm>
          <a:off x="1187450" y="836613"/>
          <a:ext cx="16906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" imgW="672465" imgH="254000" progId="Equation.DSMT4">
                  <p:embed/>
                </p:oleObj>
              </mc:Choice>
              <mc:Fallback>
                <p:oleObj name="" r:id="rId1" imgW="672465" imgH="254000" progId="Equation.DSMT4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836613"/>
                        <a:ext cx="1690688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1" name="对象 997380"/>
          <p:cNvGraphicFramePr/>
          <p:nvPr/>
        </p:nvGraphicFramePr>
        <p:xfrm>
          <a:off x="2916238" y="404813"/>
          <a:ext cx="3360737" cy="1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3" imgW="1675765" imgH="799465" progId="Equation.DSMT4">
                  <p:embed/>
                </p:oleObj>
              </mc:Choice>
              <mc:Fallback>
                <p:oleObj name="" r:id="rId3" imgW="1675765" imgH="799465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6238" y="404813"/>
                        <a:ext cx="3360737" cy="1604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7384" name="组合 997383"/>
          <p:cNvGrpSpPr/>
          <p:nvPr/>
        </p:nvGrpSpPr>
        <p:grpSpPr>
          <a:xfrm>
            <a:off x="1403350" y="2349500"/>
            <a:ext cx="4103688" cy="555625"/>
            <a:chOff x="884" y="1480"/>
            <a:chExt cx="2585" cy="350"/>
          </a:xfrm>
        </p:grpSpPr>
        <p:graphicFrame>
          <p:nvGraphicFramePr>
            <p:cNvPr id="997382" name="对象 997381"/>
            <p:cNvGraphicFramePr/>
            <p:nvPr/>
          </p:nvGraphicFramePr>
          <p:xfrm>
            <a:off x="884" y="1525"/>
            <a:ext cx="122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" name="" r:id="rId5" imgW="723900" imgH="228600" progId="Equation.DSMT4">
                    <p:embed/>
                  </p:oleObj>
                </mc:Choice>
                <mc:Fallback>
                  <p:oleObj name="" r:id="rId5" imgW="723900" imgH="228600" progId="Equation.DSMT4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84" y="1525"/>
                          <a:ext cx="1224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7383" name="文本框 997382"/>
            <p:cNvSpPr txBox="1"/>
            <p:nvPr/>
          </p:nvSpPr>
          <p:spPr>
            <a:xfrm>
              <a:off x="1927" y="1480"/>
              <a:ext cx="1542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不可逆。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97385" name="矩形 997384"/>
          <p:cNvSpPr/>
          <p:nvPr/>
        </p:nvSpPr>
        <p:spPr>
          <a:xfrm>
            <a:off x="539750" y="3068638"/>
            <a:ext cx="7681913" cy="519112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思考</a:t>
            </a:r>
            <a:r>
              <a:rPr lang="zh-CN" altLang="en-US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：构造按初等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列</a:t>
            </a:r>
            <a:r>
              <a:rPr lang="zh-CN" altLang="en-US" dirty="0">
                <a:latin typeface="Times New Roman" panose="02020603050405020304" pitchFamily="18" charset="0"/>
              </a:rPr>
              <a:t>变换求逆矩阵的方法。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97386" name="组合 997385"/>
          <p:cNvGrpSpPr/>
          <p:nvPr/>
        </p:nvGrpSpPr>
        <p:grpSpPr>
          <a:xfrm>
            <a:off x="2268538" y="4365625"/>
            <a:ext cx="4181475" cy="1190625"/>
            <a:chOff x="1381" y="3144"/>
            <a:chExt cx="2634" cy="750"/>
          </a:xfrm>
        </p:grpSpPr>
        <p:graphicFrame>
          <p:nvGraphicFramePr>
            <p:cNvPr id="997387" name="对象 997386"/>
            <p:cNvGraphicFramePr/>
            <p:nvPr/>
          </p:nvGraphicFramePr>
          <p:xfrm>
            <a:off x="1381" y="3144"/>
            <a:ext cx="2634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" name="" r:id="rId7" imgW="1917065" imgH="571500" progId="Equation.DSMT4">
                    <p:embed/>
                  </p:oleObj>
                </mc:Choice>
                <mc:Fallback>
                  <p:oleObj name="" r:id="rId7" imgW="1917065" imgH="571500" progId="Equation.DSMT4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81" y="3144"/>
                          <a:ext cx="2634" cy="7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7388" name="文本框 997387"/>
            <p:cNvSpPr txBox="1"/>
            <p:nvPr/>
          </p:nvSpPr>
          <p:spPr>
            <a:xfrm>
              <a:off x="1837" y="3249"/>
              <a:ext cx="1678" cy="28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lnSpc>
                  <a:spcPct val="85000"/>
                </a:lnSpc>
                <a:spcBef>
                  <a:spcPct val="0"/>
                </a:spcBef>
              </a:pPr>
              <a:r>
                <a:rPr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初等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列</a:t>
              </a:r>
              <a:r>
                <a:rPr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变换</a:t>
              </a:r>
              <a:endParaRPr lang="zh-CN" alt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97389" name="对象 997388"/>
          <p:cNvGraphicFramePr/>
          <p:nvPr/>
        </p:nvGraphicFramePr>
        <p:xfrm>
          <a:off x="5580063" y="4365625"/>
          <a:ext cx="4492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9" imgW="165100" imgH="177800" progId="Equation.DSMT4">
                  <p:embed/>
                </p:oleObj>
              </mc:Choice>
              <mc:Fallback>
                <p:oleObj name="" r:id="rId9" imgW="165100" imgH="177800" progId="Equation.DSMT4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0063" y="4365625"/>
                        <a:ext cx="449262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90" name="对象 997389"/>
          <p:cNvGraphicFramePr/>
          <p:nvPr/>
        </p:nvGraphicFramePr>
        <p:xfrm>
          <a:off x="5508625" y="4868863"/>
          <a:ext cx="7191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1" imgW="292100" imgH="228600" progId="Equation.DSMT4">
                  <p:embed/>
                </p:oleObj>
              </mc:Choice>
              <mc:Fallback>
                <p:oleObj name="" r:id="rId11" imgW="292100" imgH="228600" progId="Equation.DSMT4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08625" y="4868863"/>
                        <a:ext cx="719138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7391" name="组合 997390"/>
          <p:cNvGrpSpPr/>
          <p:nvPr/>
        </p:nvGrpSpPr>
        <p:grpSpPr>
          <a:xfrm>
            <a:off x="2627313" y="5445125"/>
            <a:ext cx="3170237" cy="360363"/>
            <a:chOff x="720" y="3168"/>
            <a:chExt cx="3744" cy="510"/>
          </a:xfrm>
        </p:grpSpPr>
        <p:sp>
          <p:nvSpPr>
            <p:cNvPr id="997392" name="直接连接符 997391"/>
            <p:cNvSpPr/>
            <p:nvPr/>
          </p:nvSpPr>
          <p:spPr>
            <a:xfrm>
              <a:off x="720" y="3198"/>
              <a:ext cx="0" cy="48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7393" name="直接连接符 997392"/>
            <p:cNvSpPr/>
            <p:nvPr/>
          </p:nvSpPr>
          <p:spPr>
            <a:xfrm rot="-5400000">
              <a:off x="2592" y="1776"/>
              <a:ext cx="0" cy="374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7394" name="直接连接符 997393"/>
            <p:cNvSpPr/>
            <p:nvPr/>
          </p:nvSpPr>
          <p:spPr>
            <a:xfrm flipV="1">
              <a:off x="4464" y="3168"/>
              <a:ext cx="0" cy="48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997395" name="组合 997394"/>
          <p:cNvGrpSpPr/>
          <p:nvPr/>
        </p:nvGrpSpPr>
        <p:grpSpPr>
          <a:xfrm flipV="1">
            <a:off x="2627313" y="3933825"/>
            <a:ext cx="3240087" cy="433388"/>
            <a:chOff x="720" y="3168"/>
            <a:chExt cx="3744" cy="510"/>
          </a:xfrm>
        </p:grpSpPr>
        <p:sp>
          <p:nvSpPr>
            <p:cNvPr id="997396" name="直接连接符 997395"/>
            <p:cNvSpPr/>
            <p:nvPr/>
          </p:nvSpPr>
          <p:spPr>
            <a:xfrm>
              <a:off x="720" y="3198"/>
              <a:ext cx="0" cy="480"/>
            </a:xfrm>
            <a:prstGeom prst="line">
              <a:avLst/>
            </a:prstGeom>
            <a:ln w="571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7397" name="直接连接符 997396"/>
            <p:cNvSpPr/>
            <p:nvPr/>
          </p:nvSpPr>
          <p:spPr>
            <a:xfrm rot="-5400000">
              <a:off x="2592" y="1776"/>
              <a:ext cx="0" cy="3744"/>
            </a:xfrm>
            <a:prstGeom prst="line">
              <a:avLst/>
            </a:prstGeom>
            <a:ln w="571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7398" name="直接连接符 997397"/>
            <p:cNvSpPr/>
            <p:nvPr/>
          </p:nvSpPr>
          <p:spPr>
            <a:xfrm flipV="1">
              <a:off x="4464" y="3168"/>
              <a:ext cx="0" cy="480"/>
            </a:xfrm>
            <a:prstGeom prst="line">
              <a:avLst/>
            </a:prstGeom>
            <a:ln w="57150" cap="flat" cmpd="sng">
              <a:solidFill>
                <a:schemeClr val="tx2"/>
              </a:solidFill>
              <a:prstDash val="solid"/>
              <a:headEnd type="none" w="med" len="med"/>
              <a:tailEnd type="stealth" w="lg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9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9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500"/>
                                        <p:tgtEl>
                                          <p:spTgt spid="997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500"/>
                                        <p:tgtEl>
                                          <p:spTgt spid="997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500"/>
                                        <p:tgtEl>
                                          <p:spTgt spid="997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99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99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99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99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99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8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9432" name="矩形 999431"/>
          <p:cNvSpPr/>
          <p:nvPr/>
        </p:nvSpPr>
        <p:spPr>
          <a:xfrm>
            <a:off x="1187450" y="3068638"/>
            <a:ext cx="5761038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可逆，则存在初等矩阵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9435" name="对象 999434"/>
          <p:cNvGraphicFramePr/>
          <p:nvPr/>
        </p:nvGraphicFramePr>
        <p:xfrm>
          <a:off x="5795963" y="3068638"/>
          <a:ext cx="18192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913765" imgH="241300" progId="Equation.DSMT4">
                  <p:embed/>
                </p:oleObj>
              </mc:Choice>
              <mc:Fallback>
                <p:oleObj name="" r:id="rId1" imgW="913765" imgH="241300" progId="Equation.DSMT4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95963" y="3068638"/>
                        <a:ext cx="1819275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40" name="对象 999439"/>
          <p:cNvGraphicFramePr/>
          <p:nvPr/>
        </p:nvGraphicFramePr>
        <p:xfrm>
          <a:off x="3779838" y="3573463"/>
          <a:ext cx="7191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" imgW="304165" imgH="177800" progId="Equation.DSMT4">
                  <p:embed/>
                </p:oleObj>
              </mc:Choice>
              <mc:Fallback>
                <p:oleObj name="" r:id="rId3" imgW="304165" imgH="177800" progId="Equation.DSMT4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9838" y="3573463"/>
                        <a:ext cx="719137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45" name="矩形 999444"/>
          <p:cNvSpPr/>
          <p:nvPr/>
        </p:nvSpPr>
        <p:spPr>
          <a:xfrm>
            <a:off x="1042988" y="692150"/>
            <a:ext cx="626427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三、用初等变换法求解矩阵方程</a:t>
            </a:r>
            <a:endParaRPr lang="zh-CN" altLang="en-US" b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99446" name="矩形 999445"/>
          <p:cNvSpPr/>
          <p:nvPr/>
        </p:nvSpPr>
        <p:spPr>
          <a:xfrm>
            <a:off x="2843213" y="1341438"/>
            <a:ext cx="269875" cy="519112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99447" name="矩形 999446"/>
          <p:cNvSpPr/>
          <p:nvPr/>
        </p:nvSpPr>
        <p:spPr>
          <a:xfrm>
            <a:off x="755650" y="1844675"/>
            <a:ext cx="7777163" cy="1158875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设矩阵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则求解矩阵方程 </a:t>
            </a:r>
            <a:r>
              <a:rPr lang="en-US" altLang="zh-CN" i="1">
                <a:latin typeface="Times New Roman" panose="02020603050405020304" pitchFamily="18" charset="0"/>
              </a:rPr>
              <a:t>AX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等价于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求矩阵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zh-CN" altLang="en-US" i="1" dirty="0">
                <a:latin typeface="Times New Roman" panose="02020603050405020304" pitchFamily="18" charset="0"/>
              </a:rPr>
              <a:t>。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999450" name="矩形 999449"/>
          <p:cNvSpPr/>
          <p:nvPr/>
        </p:nvSpPr>
        <p:spPr>
          <a:xfrm>
            <a:off x="1116013" y="1341438"/>
            <a:ext cx="5111750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解矩阵方程  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</a:rPr>
              <a:t>AX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endParaRPr lang="en-US" altLang="zh-CN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9452" name="文本框 999451"/>
          <p:cNvSpPr txBox="1"/>
          <p:nvPr/>
        </p:nvSpPr>
        <p:spPr>
          <a:xfrm>
            <a:off x="7164388" y="2997200"/>
            <a:ext cx="1511300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9457" name="对象 999456"/>
          <p:cNvGraphicFramePr/>
          <p:nvPr/>
        </p:nvGraphicFramePr>
        <p:xfrm>
          <a:off x="1763713" y="3573463"/>
          <a:ext cx="19859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5" imgW="812165" imgH="241300" progId="Equation.DSMT4">
                  <p:embed/>
                </p:oleObj>
              </mc:Choice>
              <mc:Fallback>
                <p:oleObj name="" r:id="rId5" imgW="812165" imgH="241300" progId="Equation.DSMT4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713" y="3573463"/>
                        <a:ext cx="1985962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59" name="对象 999458"/>
          <p:cNvGraphicFramePr/>
          <p:nvPr/>
        </p:nvGraphicFramePr>
        <p:xfrm>
          <a:off x="1187450" y="4149725"/>
          <a:ext cx="17875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7" imgW="660400" imgH="241300" progId="Equation.DSMT4">
                  <p:embed/>
                </p:oleObj>
              </mc:Choice>
              <mc:Fallback>
                <p:oleObj name="" r:id="rId7" imgW="660400" imgH="241300" progId="Equation.DSMT4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4149725"/>
                        <a:ext cx="17875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60" name="对象 999459"/>
          <p:cNvGraphicFramePr/>
          <p:nvPr/>
        </p:nvGraphicFramePr>
        <p:xfrm>
          <a:off x="2916238" y="4221163"/>
          <a:ext cx="15843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9" imgW="685800" imgH="241300" progId="Equation.DSMT4">
                  <p:embed/>
                </p:oleObj>
              </mc:Choice>
              <mc:Fallback>
                <p:oleObj name="" r:id="rId9" imgW="685800" imgH="241300" progId="Equation.DSMT4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6238" y="4221163"/>
                        <a:ext cx="1584325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9488" name="组合 999487"/>
          <p:cNvGrpSpPr/>
          <p:nvPr/>
        </p:nvGrpSpPr>
        <p:grpSpPr>
          <a:xfrm>
            <a:off x="1187450" y="4868863"/>
            <a:ext cx="2382838" cy="576262"/>
            <a:chOff x="748" y="3067"/>
            <a:chExt cx="1501" cy="363"/>
          </a:xfrm>
        </p:grpSpPr>
        <p:graphicFrame>
          <p:nvGraphicFramePr>
            <p:cNvPr id="999461" name="对象 999460"/>
            <p:cNvGraphicFramePr/>
            <p:nvPr/>
          </p:nvGraphicFramePr>
          <p:xfrm>
            <a:off x="748" y="3067"/>
            <a:ext cx="34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11" imgW="215900" imgH="165100" progId="Equation.DSMT4">
                    <p:embed/>
                  </p:oleObj>
                </mc:Choice>
                <mc:Fallback>
                  <p:oleObj name="" r:id="rId11" imgW="215900" imgH="165100" progId="Equation.DSMT4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48" y="3067"/>
                          <a:ext cx="34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9462" name="对象 999461"/>
            <p:cNvGraphicFramePr/>
            <p:nvPr/>
          </p:nvGraphicFramePr>
          <p:xfrm>
            <a:off x="1066" y="3067"/>
            <a:ext cx="118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13" imgW="812165" imgH="241300" progId="Equation.DSMT4">
                    <p:embed/>
                  </p:oleObj>
                </mc:Choice>
                <mc:Fallback>
                  <p:oleObj name="" r:id="rId13" imgW="812165" imgH="241300" progId="Equation.DSMT4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66" y="3067"/>
                          <a:ext cx="1183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9463" name="对象 999462"/>
          <p:cNvGraphicFramePr/>
          <p:nvPr/>
        </p:nvGraphicFramePr>
        <p:xfrm>
          <a:off x="3563938" y="4797425"/>
          <a:ext cx="1152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5" imgW="558800" imgH="228600" progId="Equation.DSMT4">
                  <p:embed/>
                </p:oleObj>
              </mc:Choice>
              <mc:Fallback>
                <p:oleObj name="" r:id="rId15" imgW="558800" imgH="228600" progId="Equation.DSMT4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63938" y="4797425"/>
                        <a:ext cx="11525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9489" name="组合 999488"/>
          <p:cNvGrpSpPr/>
          <p:nvPr/>
        </p:nvGrpSpPr>
        <p:grpSpPr>
          <a:xfrm>
            <a:off x="5076825" y="4149725"/>
            <a:ext cx="3671888" cy="541338"/>
            <a:chOff x="3198" y="2614"/>
            <a:chExt cx="2313" cy="341"/>
          </a:xfrm>
        </p:grpSpPr>
        <p:sp>
          <p:nvSpPr>
            <p:cNvPr id="999465" name="文本框 999464"/>
            <p:cNvSpPr txBox="1"/>
            <p:nvPr/>
          </p:nvSpPr>
          <p:spPr>
            <a:xfrm>
              <a:off x="3198" y="2614"/>
              <a:ext cx="2313" cy="341"/>
            </a:xfrm>
            <a:prstGeom prst="rect">
              <a:avLst/>
            </a:prstGeom>
            <a:noFill/>
            <a:ln w="222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tIns="46800" rIns="18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初等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行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变换</a:t>
              </a:r>
              <a:endParaRPr lang="zh-CN" alt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9466" name="对象 999465"/>
            <p:cNvGraphicFramePr/>
            <p:nvPr/>
          </p:nvGraphicFramePr>
          <p:xfrm>
            <a:off x="4558" y="2659"/>
            <a:ext cx="90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17" imgW="913765" imgH="241300" progId="Equation.DSMT4">
                    <p:embed/>
                  </p:oleObj>
                </mc:Choice>
                <mc:Fallback>
                  <p:oleObj name="" r:id="rId17" imgW="913765" imgH="241300" progId="Equation.DSMT4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58" y="2659"/>
                          <a:ext cx="907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9490" name="组合 999489"/>
          <p:cNvGrpSpPr/>
          <p:nvPr/>
        </p:nvGrpSpPr>
        <p:grpSpPr>
          <a:xfrm>
            <a:off x="4716463" y="3716338"/>
            <a:ext cx="3455987" cy="1477962"/>
            <a:chOff x="2971" y="2341"/>
            <a:chExt cx="2177" cy="931"/>
          </a:xfrm>
        </p:grpSpPr>
        <p:sp>
          <p:nvSpPr>
            <p:cNvPr id="999469" name="文本框 999468"/>
            <p:cNvSpPr txBox="1"/>
            <p:nvPr/>
          </p:nvSpPr>
          <p:spPr>
            <a:xfrm>
              <a:off x="3696" y="2341"/>
              <a:ext cx="1134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化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为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9470" name="文本框 999469"/>
            <p:cNvSpPr txBox="1"/>
            <p:nvPr/>
          </p:nvSpPr>
          <p:spPr>
            <a:xfrm>
              <a:off x="3560" y="3022"/>
              <a:ext cx="12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化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为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sz="2000" baseline="30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000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 B</a:t>
              </a:r>
              <a:endParaRPr lang="en-US" altLang="zh-CN" sz="2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9471" name="任意多边形 999470"/>
            <p:cNvSpPr/>
            <p:nvPr/>
          </p:nvSpPr>
          <p:spPr>
            <a:xfrm>
              <a:off x="2971" y="2341"/>
              <a:ext cx="2177" cy="273"/>
            </a:xfrm>
            <a:custGeom>
              <a:avLst/>
              <a:gdLst/>
              <a:ahLst/>
              <a:cxnLst/>
              <a:pathLst>
                <a:path w="2230" h="227">
                  <a:moveTo>
                    <a:pt x="2223" y="227"/>
                  </a:moveTo>
                  <a:cubicBezTo>
                    <a:pt x="2226" y="155"/>
                    <a:pt x="2230" y="83"/>
                    <a:pt x="1860" y="45"/>
                  </a:cubicBezTo>
                  <a:cubicBezTo>
                    <a:pt x="1490" y="7"/>
                    <a:pt x="310" y="7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9472" name="任意多边形 999471"/>
            <p:cNvSpPr/>
            <p:nvPr/>
          </p:nvSpPr>
          <p:spPr>
            <a:xfrm flipV="1">
              <a:off x="3016" y="2976"/>
              <a:ext cx="2132" cy="273"/>
            </a:xfrm>
            <a:custGeom>
              <a:avLst/>
              <a:gdLst/>
              <a:ahLst/>
              <a:cxnLst/>
              <a:pathLst>
                <a:path w="2230" h="227">
                  <a:moveTo>
                    <a:pt x="2223" y="227"/>
                  </a:moveTo>
                  <a:cubicBezTo>
                    <a:pt x="2226" y="155"/>
                    <a:pt x="2230" y="83"/>
                    <a:pt x="1860" y="45"/>
                  </a:cubicBezTo>
                  <a:cubicBezTo>
                    <a:pt x="1490" y="7"/>
                    <a:pt x="310" y="7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99491" name="组合 999490"/>
          <p:cNvGrpSpPr/>
          <p:nvPr/>
        </p:nvGrpSpPr>
        <p:grpSpPr>
          <a:xfrm>
            <a:off x="1619250" y="5445125"/>
            <a:ext cx="5545138" cy="703263"/>
            <a:chOff x="1020" y="3430"/>
            <a:chExt cx="3493" cy="443"/>
          </a:xfrm>
        </p:grpSpPr>
        <p:sp>
          <p:nvSpPr>
            <p:cNvPr id="999454" name="文本框 999453"/>
            <p:cNvSpPr txBox="1"/>
            <p:nvPr/>
          </p:nvSpPr>
          <p:spPr>
            <a:xfrm>
              <a:off x="1927" y="3430"/>
              <a:ext cx="1179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初等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行</a:t>
              </a: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变换</a:t>
              </a:r>
              <a:endPara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99473" name="对象 999472"/>
            <p:cNvGraphicFramePr/>
            <p:nvPr/>
          </p:nvGraphicFramePr>
          <p:xfrm>
            <a:off x="1020" y="3475"/>
            <a:ext cx="771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18" imgW="583565" imgH="266065" progId="Equation.DSMT4">
                    <p:embed/>
                  </p:oleObj>
                </mc:Choice>
                <mc:Fallback>
                  <p:oleObj name="" r:id="rId18" imgW="583565" imgH="266065" progId="Equation.DSMT4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020" y="3475"/>
                          <a:ext cx="771" cy="3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9474" name="直接连接符 999473"/>
            <p:cNvSpPr/>
            <p:nvPr/>
          </p:nvSpPr>
          <p:spPr>
            <a:xfrm>
              <a:off x="1791" y="3702"/>
              <a:ext cx="1542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graphicFrame>
          <p:nvGraphicFramePr>
            <p:cNvPr id="999475" name="对象 999474"/>
            <p:cNvGraphicFramePr/>
            <p:nvPr/>
          </p:nvGraphicFramePr>
          <p:xfrm>
            <a:off x="3379" y="3475"/>
            <a:ext cx="113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20" imgW="647065" imgH="266065" progId="Equation.DSMT4">
                    <p:embed/>
                  </p:oleObj>
                </mc:Choice>
                <mc:Fallback>
                  <p:oleObj name="" r:id="rId20" imgW="647065" imgH="266065" progId="Equation.DSMT4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79" y="3475"/>
                          <a:ext cx="113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9476" name="组合 999475"/>
          <p:cNvGrpSpPr/>
          <p:nvPr/>
        </p:nvGrpSpPr>
        <p:grpSpPr>
          <a:xfrm>
            <a:off x="2484438" y="6021388"/>
            <a:ext cx="4032250" cy="503237"/>
            <a:chOff x="1248" y="3264"/>
            <a:chExt cx="3744" cy="510"/>
          </a:xfrm>
        </p:grpSpPr>
        <p:sp>
          <p:nvSpPr>
            <p:cNvPr id="999477" name="直接连接符 999476"/>
            <p:cNvSpPr/>
            <p:nvPr/>
          </p:nvSpPr>
          <p:spPr>
            <a:xfrm>
              <a:off x="1248" y="3294"/>
              <a:ext cx="0" cy="480"/>
            </a:xfrm>
            <a:prstGeom prst="line">
              <a:avLst/>
            </a:prstGeom>
            <a:ln w="349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9478" name="直接连接符 999477"/>
            <p:cNvSpPr/>
            <p:nvPr/>
          </p:nvSpPr>
          <p:spPr>
            <a:xfrm rot="-5400000">
              <a:off x="3120" y="1872"/>
              <a:ext cx="0" cy="3744"/>
            </a:xfrm>
            <a:prstGeom prst="line">
              <a:avLst/>
            </a:prstGeom>
            <a:ln w="349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9479" name="直接连接符 999478"/>
            <p:cNvSpPr/>
            <p:nvPr/>
          </p:nvSpPr>
          <p:spPr>
            <a:xfrm flipV="1">
              <a:off x="4992" y="3264"/>
              <a:ext cx="0" cy="480"/>
            </a:xfrm>
            <a:prstGeom prst="line">
              <a:avLst/>
            </a:prstGeom>
            <a:ln w="349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99480" name="组合 999479"/>
          <p:cNvGrpSpPr/>
          <p:nvPr/>
        </p:nvGrpSpPr>
        <p:grpSpPr>
          <a:xfrm>
            <a:off x="1908175" y="5949950"/>
            <a:ext cx="3887788" cy="360363"/>
            <a:chOff x="720" y="3168"/>
            <a:chExt cx="3744" cy="510"/>
          </a:xfrm>
        </p:grpSpPr>
        <p:sp>
          <p:nvSpPr>
            <p:cNvPr id="999481" name="直接连接符 999480"/>
            <p:cNvSpPr/>
            <p:nvPr/>
          </p:nvSpPr>
          <p:spPr>
            <a:xfrm>
              <a:off x="720" y="3198"/>
              <a:ext cx="0" cy="480"/>
            </a:xfrm>
            <a:prstGeom prst="line">
              <a:avLst/>
            </a:prstGeom>
            <a:ln w="349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9482" name="直接连接符 999481"/>
            <p:cNvSpPr/>
            <p:nvPr/>
          </p:nvSpPr>
          <p:spPr>
            <a:xfrm rot="-5400000">
              <a:off x="2592" y="1776"/>
              <a:ext cx="0" cy="3744"/>
            </a:xfrm>
            <a:prstGeom prst="line">
              <a:avLst/>
            </a:prstGeom>
            <a:ln w="349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9483" name="直接连接符 999482"/>
            <p:cNvSpPr/>
            <p:nvPr/>
          </p:nvSpPr>
          <p:spPr>
            <a:xfrm flipV="1">
              <a:off x="4464" y="3168"/>
              <a:ext cx="0" cy="480"/>
            </a:xfrm>
            <a:prstGeom prst="line">
              <a:avLst/>
            </a:prstGeom>
            <a:ln w="3492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999485" name="对象 999484"/>
          <p:cNvGraphicFramePr/>
          <p:nvPr/>
        </p:nvGraphicFramePr>
        <p:xfrm>
          <a:off x="5580063" y="5589588"/>
          <a:ext cx="3349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22" imgW="165100" imgH="177800" progId="Equation.DSMT4">
                  <p:embed/>
                </p:oleObj>
              </mc:Choice>
              <mc:Fallback>
                <p:oleObj name="" r:id="rId22" imgW="165100" imgH="177800" progId="Equation.DSMT4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80063" y="5589588"/>
                        <a:ext cx="334962" cy="360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86" name="对象 999485"/>
          <p:cNvGraphicFramePr/>
          <p:nvPr/>
        </p:nvGraphicFramePr>
        <p:xfrm>
          <a:off x="6156325" y="5516563"/>
          <a:ext cx="7905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24" imgW="419100" imgH="228600" progId="Equation.DSMT4">
                  <p:embed/>
                </p:oleObj>
              </mc:Choice>
              <mc:Fallback>
                <p:oleObj name="" r:id="rId24" imgW="419100" imgH="228600" progId="Equation.DSMT4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156325" y="5516563"/>
                        <a:ext cx="790575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87" name="文本框 999486"/>
          <p:cNvSpPr txBox="1"/>
          <p:nvPr/>
        </p:nvSpPr>
        <p:spPr>
          <a:xfrm>
            <a:off x="539750" y="5445125"/>
            <a:ext cx="863600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9492" name="圆角矩形标注 999491"/>
          <p:cNvSpPr/>
          <p:nvPr/>
        </p:nvSpPr>
        <p:spPr>
          <a:xfrm>
            <a:off x="7164388" y="5373688"/>
            <a:ext cx="1728787" cy="1008062"/>
          </a:xfrm>
          <a:prstGeom prst="wedgeRoundRectCallout">
            <a:avLst>
              <a:gd name="adj1" fmla="val -122542"/>
              <a:gd name="adj2" fmla="val 6537"/>
              <a:gd name="adj3" fmla="val 16667"/>
            </a:avLst>
          </a:prstGeom>
          <a:solidFill>
            <a:schemeClr val="bg1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/>
          <a:p>
            <a:pPr indent="268605" algn="ctr">
              <a:spcBef>
                <a:spcPct val="0"/>
              </a:spcBef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化为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知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可逆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999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999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999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999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999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999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0"/>
                                        <p:tgtEl>
                                          <p:spTgt spid="999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0"/>
                                        <p:tgtEl>
                                          <p:spTgt spid="999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/>
                                        <p:tgtEl>
                                          <p:spTgt spid="999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99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999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999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999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99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99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99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99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99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99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99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000"/>
                                        <p:tgtEl>
                                          <p:spTgt spid="99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0" dur="80"/>
                                        <p:tgtEl>
                                          <p:spTgt spid="999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1" dur="80"/>
                                        <p:tgtEl>
                                          <p:spTgt spid="999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80"/>
                                        <p:tgtEl>
                                          <p:spTgt spid="999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99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99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99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99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99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2000"/>
                                        <p:tgtEl>
                                          <p:spTgt spid="99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32" grpId="0"/>
      <p:bldP spid="999447" grpId="0"/>
      <p:bldP spid="999450" grpId="0"/>
      <p:bldP spid="999452" grpId="0"/>
      <p:bldP spid="999487" grpId="0"/>
      <p:bldP spid="999492" grpId="0" bldLvl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1476" name="矩形 1001475"/>
          <p:cNvSpPr/>
          <p:nvPr/>
        </p:nvSpPr>
        <p:spPr>
          <a:xfrm>
            <a:off x="1547813" y="1773238"/>
            <a:ext cx="4608512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解矩阵方程 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1478" name="矩形 1001477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01479" name="矩形 1001478"/>
          <p:cNvSpPr/>
          <p:nvPr/>
        </p:nvSpPr>
        <p:spPr>
          <a:xfrm>
            <a:off x="900113" y="2133600"/>
            <a:ext cx="7272337" cy="1158875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可逆，解矩阵方程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等价于计算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矩阵 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BA</a:t>
            </a:r>
            <a:r>
              <a:rPr lang="zh-CN" altLang="en-US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。</a:t>
            </a:r>
            <a:endParaRPr lang="zh-CN" altLang="en-US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1481" name="矩形 1001480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01489" name="矩形 1001488"/>
          <p:cNvSpPr/>
          <p:nvPr/>
        </p:nvSpPr>
        <p:spPr>
          <a:xfrm>
            <a:off x="0" y="3716338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01490" name="矩形 1001489"/>
          <p:cNvSpPr/>
          <p:nvPr/>
        </p:nvSpPr>
        <p:spPr>
          <a:xfrm>
            <a:off x="900113" y="476250"/>
            <a:ext cx="7775575" cy="111760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这样就给出了用初等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dirty="0">
                <a:latin typeface="Times New Roman" panose="02020603050405020304" pitchFamily="18" charset="0"/>
              </a:rPr>
              <a:t>变换判断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是否逆，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同时求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解矩阵方程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AX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的方法。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01524" name="组合 1001523"/>
          <p:cNvGrpSpPr/>
          <p:nvPr/>
        </p:nvGrpSpPr>
        <p:grpSpPr>
          <a:xfrm>
            <a:off x="1187450" y="3357563"/>
            <a:ext cx="7272338" cy="549275"/>
            <a:chOff x="748" y="2115"/>
            <a:chExt cx="4581" cy="346"/>
          </a:xfrm>
        </p:grpSpPr>
        <p:sp>
          <p:nvSpPr>
            <p:cNvPr id="1001493" name="文本框 1001492"/>
            <p:cNvSpPr txBox="1"/>
            <p:nvPr/>
          </p:nvSpPr>
          <p:spPr>
            <a:xfrm>
              <a:off x="748" y="2115"/>
              <a:ext cx="589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01494" name="对象 1001493"/>
            <p:cNvGraphicFramePr/>
            <p:nvPr/>
          </p:nvGraphicFramePr>
          <p:xfrm>
            <a:off x="1156" y="2115"/>
            <a:ext cx="1497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2" name="" r:id="rId1" imgW="1180465" imgH="279400" progId="Equation.DSMT4">
                    <p:embed/>
                  </p:oleObj>
                </mc:Choice>
                <mc:Fallback>
                  <p:oleObj name="" r:id="rId1" imgW="1180465" imgH="279400" progId="Equation.DSMT4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56" y="2115"/>
                          <a:ext cx="1497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1495" name="矩形 1001494"/>
            <p:cNvSpPr/>
            <p:nvPr/>
          </p:nvSpPr>
          <p:spPr>
            <a:xfrm>
              <a:off x="2517" y="2115"/>
              <a:ext cx="2812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P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</a:rPr>
                <a:t>为初等矩阵</a:t>
              </a:r>
              <a:r>
                <a:rPr lang="en-US" altLang="zh-CN">
                  <a:latin typeface="Times New Roman" panose="02020603050405020304" pitchFamily="18" charset="0"/>
                </a:rPr>
                <a:t>) ,</a:t>
              </a:r>
              <a:r>
                <a:rPr lang="zh-CN" altLang="en-US" dirty="0">
                  <a:latin typeface="Times New Roman" panose="02020603050405020304" pitchFamily="18" charset="0"/>
                </a:rPr>
                <a:t>则类似有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01498" name="对象 1001497"/>
          <p:cNvGraphicFramePr/>
          <p:nvPr/>
        </p:nvGraphicFramePr>
        <p:xfrm>
          <a:off x="5926138" y="4381500"/>
          <a:ext cx="168433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3" imgW="761365" imgH="546100" progId="Equation.DSMT4">
                  <p:embed/>
                </p:oleObj>
              </mc:Choice>
              <mc:Fallback>
                <p:oleObj name="" r:id="rId3" imgW="761365" imgH="546100" progId="Equation.DSMT4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26138" y="4381500"/>
                        <a:ext cx="1684337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1503" name="组合 1001502"/>
          <p:cNvGrpSpPr/>
          <p:nvPr/>
        </p:nvGrpSpPr>
        <p:grpSpPr>
          <a:xfrm>
            <a:off x="1835150" y="5445125"/>
            <a:ext cx="5105400" cy="360363"/>
            <a:chOff x="1248" y="3264"/>
            <a:chExt cx="3744" cy="510"/>
          </a:xfrm>
        </p:grpSpPr>
        <p:sp>
          <p:nvSpPr>
            <p:cNvPr id="1001504" name="直接连接符 1001503"/>
            <p:cNvSpPr/>
            <p:nvPr/>
          </p:nvSpPr>
          <p:spPr>
            <a:xfrm>
              <a:off x="1248" y="3294"/>
              <a:ext cx="0" cy="48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1505" name="直接连接符 1001504"/>
            <p:cNvSpPr/>
            <p:nvPr/>
          </p:nvSpPr>
          <p:spPr>
            <a:xfrm rot="-5400000">
              <a:off x="3120" y="1872"/>
              <a:ext cx="0" cy="37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1506" name="直接连接符 1001505"/>
            <p:cNvSpPr/>
            <p:nvPr/>
          </p:nvSpPr>
          <p:spPr>
            <a:xfrm flipV="1">
              <a:off x="4992" y="3264"/>
              <a:ext cx="0" cy="48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01507" name="组合 1001506"/>
          <p:cNvGrpSpPr/>
          <p:nvPr/>
        </p:nvGrpSpPr>
        <p:grpSpPr>
          <a:xfrm flipV="1">
            <a:off x="1908175" y="4076700"/>
            <a:ext cx="4968875" cy="404813"/>
            <a:chOff x="720" y="3168"/>
            <a:chExt cx="3744" cy="510"/>
          </a:xfrm>
        </p:grpSpPr>
        <p:sp>
          <p:nvSpPr>
            <p:cNvPr id="1001508" name="直接连接符 1001507"/>
            <p:cNvSpPr/>
            <p:nvPr/>
          </p:nvSpPr>
          <p:spPr>
            <a:xfrm>
              <a:off x="720" y="3198"/>
              <a:ext cx="0" cy="48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1509" name="直接连接符 1001508"/>
            <p:cNvSpPr/>
            <p:nvPr/>
          </p:nvSpPr>
          <p:spPr>
            <a:xfrm rot="-5400000">
              <a:off x="2592" y="1776"/>
              <a:ext cx="0" cy="37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1510" name="直接连接符 1001509"/>
            <p:cNvSpPr/>
            <p:nvPr/>
          </p:nvSpPr>
          <p:spPr>
            <a:xfrm flipV="1">
              <a:off x="4464" y="3168"/>
              <a:ext cx="0" cy="48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01520" name="组合 1001519"/>
          <p:cNvGrpSpPr/>
          <p:nvPr/>
        </p:nvGrpSpPr>
        <p:grpSpPr>
          <a:xfrm>
            <a:off x="4572000" y="4508500"/>
            <a:ext cx="369888" cy="1008063"/>
            <a:chOff x="2880" y="2840"/>
            <a:chExt cx="233" cy="635"/>
          </a:xfrm>
        </p:grpSpPr>
        <p:graphicFrame>
          <p:nvGraphicFramePr>
            <p:cNvPr id="1001513" name="对象 1001512"/>
            <p:cNvGraphicFramePr/>
            <p:nvPr/>
          </p:nvGraphicFramePr>
          <p:xfrm>
            <a:off x="2880" y="2840"/>
            <a:ext cx="211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5" imgW="177800" imgH="240665" progId="Equation.DSMT4">
                    <p:embed/>
                  </p:oleObj>
                </mc:Choice>
                <mc:Fallback>
                  <p:oleObj name="" r:id="rId5" imgW="177800" imgH="240665" progId="Equation.DSMT4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0" y="2840"/>
                          <a:ext cx="211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1514" name="对象 1001513"/>
            <p:cNvGraphicFramePr/>
            <p:nvPr/>
          </p:nvGraphicFramePr>
          <p:xfrm>
            <a:off x="2880" y="3158"/>
            <a:ext cx="23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7" imgW="177800" imgH="240665" progId="Equation.DSMT4">
                    <p:embed/>
                  </p:oleObj>
                </mc:Choice>
                <mc:Fallback>
                  <p:oleObj name="" r:id="rId7" imgW="177800" imgH="240665" progId="Equation.DSMT4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0" y="3158"/>
                          <a:ext cx="233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1521" name="组合 1001520"/>
          <p:cNvGrpSpPr/>
          <p:nvPr/>
        </p:nvGrpSpPr>
        <p:grpSpPr>
          <a:xfrm>
            <a:off x="4919663" y="4521200"/>
            <a:ext cx="395287" cy="947738"/>
            <a:chOff x="3099" y="2848"/>
            <a:chExt cx="249" cy="597"/>
          </a:xfrm>
        </p:grpSpPr>
        <p:graphicFrame>
          <p:nvGraphicFramePr>
            <p:cNvPr id="1001515" name="对象 1001514"/>
            <p:cNvGraphicFramePr/>
            <p:nvPr/>
          </p:nvGraphicFramePr>
          <p:xfrm>
            <a:off x="3107" y="3158"/>
            <a:ext cx="241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4" name="" r:id="rId8" imgW="203200" imgH="241300" progId="Equation.DSMT4">
                    <p:embed/>
                  </p:oleObj>
                </mc:Choice>
                <mc:Fallback>
                  <p:oleObj name="" r:id="rId8" imgW="203200" imgH="241300" progId="Equation.DSMT4">
                    <p:embed/>
                    <p:pic>
                      <p:nvPicPr>
                        <p:cNvPr id="0" name="图片 323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107" y="3158"/>
                          <a:ext cx="241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1516" name="对象 1001515"/>
            <p:cNvGraphicFramePr/>
            <p:nvPr/>
          </p:nvGraphicFramePr>
          <p:xfrm>
            <a:off x="3099" y="2848"/>
            <a:ext cx="241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10" imgW="203200" imgH="241300" progId="Equation.DSMT4">
                    <p:embed/>
                  </p:oleObj>
                </mc:Choice>
                <mc:Fallback>
                  <p:oleObj name="" r:id="rId10" imgW="203200" imgH="241300" progId="Equation.DSMT4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99" y="2848"/>
                          <a:ext cx="241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1522" name="组合 1001521"/>
          <p:cNvGrpSpPr/>
          <p:nvPr/>
        </p:nvGrpSpPr>
        <p:grpSpPr>
          <a:xfrm>
            <a:off x="5219700" y="4508500"/>
            <a:ext cx="671513" cy="960438"/>
            <a:chOff x="3288" y="2840"/>
            <a:chExt cx="423" cy="605"/>
          </a:xfrm>
        </p:grpSpPr>
        <p:graphicFrame>
          <p:nvGraphicFramePr>
            <p:cNvPr id="1001517" name="对象 1001516"/>
            <p:cNvGraphicFramePr/>
            <p:nvPr/>
          </p:nvGraphicFramePr>
          <p:xfrm>
            <a:off x="3289" y="3158"/>
            <a:ext cx="42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11" imgW="355600" imgH="241300" progId="Equation.DSMT4">
                    <p:embed/>
                  </p:oleObj>
                </mc:Choice>
                <mc:Fallback>
                  <p:oleObj name="" r:id="rId11" imgW="355600" imgH="241300" progId="Equation.DSMT4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89" y="3158"/>
                          <a:ext cx="422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1518" name="对象 1001517"/>
            <p:cNvGraphicFramePr/>
            <p:nvPr/>
          </p:nvGraphicFramePr>
          <p:xfrm>
            <a:off x="3288" y="2840"/>
            <a:ext cx="42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13" imgW="355600" imgH="241300" progId="Equation.DSMT4">
                    <p:embed/>
                  </p:oleObj>
                </mc:Choice>
                <mc:Fallback>
                  <p:oleObj name="" r:id="rId13" imgW="355600" imgH="241300" progId="Equation.DSMT4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88" y="2840"/>
                          <a:ext cx="422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1523" name="矩形 1001522"/>
          <p:cNvSpPr/>
          <p:nvPr/>
        </p:nvSpPr>
        <p:spPr>
          <a:xfrm>
            <a:off x="755650" y="5876925"/>
            <a:ext cx="813752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 indent="268605" algn="ctr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这样就给出了用初等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列</a:t>
            </a:r>
            <a:r>
              <a:rPr lang="zh-CN" altLang="en-US" dirty="0">
                <a:latin typeface="Times New Roman" panose="02020603050405020304" pitchFamily="18" charset="0"/>
              </a:rPr>
              <a:t>变换求解</a:t>
            </a:r>
            <a:r>
              <a:rPr lang="en-US" altLang="zh-CN" i="1">
                <a:latin typeface="Times New Roman" panose="02020603050405020304" pitchFamily="18" charset="0"/>
              </a:rPr>
              <a:t>XA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的方法。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01526" name="对象 1001525"/>
          <p:cNvGraphicFramePr/>
          <p:nvPr/>
        </p:nvGraphicFramePr>
        <p:xfrm>
          <a:off x="6659563" y="4508500"/>
          <a:ext cx="403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14" imgW="165100" imgH="177800" progId="Equation.DSMT4">
                  <p:embed/>
                </p:oleObj>
              </mc:Choice>
              <mc:Fallback>
                <p:oleObj name="" r:id="rId14" imgW="165100" imgH="1778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9563" y="4508500"/>
                        <a:ext cx="403225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1527" name="对象 1001526"/>
          <p:cNvGraphicFramePr/>
          <p:nvPr/>
        </p:nvGraphicFramePr>
        <p:xfrm>
          <a:off x="6516688" y="4941888"/>
          <a:ext cx="863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6" imgW="393700" imgH="228600" progId="Equation.DSMT4">
                  <p:embed/>
                </p:oleObj>
              </mc:Choice>
              <mc:Fallback>
                <p:oleObj name="" r:id="rId16" imgW="393700" imgH="228600" progId="Equation.DSMT4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16688" y="4941888"/>
                        <a:ext cx="8636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1532" name="组合 1001531"/>
          <p:cNvGrpSpPr/>
          <p:nvPr/>
        </p:nvGrpSpPr>
        <p:grpSpPr>
          <a:xfrm>
            <a:off x="1476375" y="4437063"/>
            <a:ext cx="4535488" cy="1084262"/>
            <a:chOff x="930" y="2795"/>
            <a:chExt cx="2857" cy="683"/>
          </a:xfrm>
        </p:grpSpPr>
        <p:sp>
          <p:nvSpPr>
            <p:cNvPr id="1001496" name="直接连接符 1001495"/>
            <p:cNvSpPr/>
            <p:nvPr/>
          </p:nvSpPr>
          <p:spPr>
            <a:xfrm>
              <a:off x="1383" y="3203"/>
              <a:ext cx="1179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001497" name="对象 1001496"/>
            <p:cNvGraphicFramePr/>
            <p:nvPr/>
          </p:nvGraphicFramePr>
          <p:xfrm>
            <a:off x="2562" y="2795"/>
            <a:ext cx="1225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" name="" r:id="rId18" imgW="1091565" imgH="546100" progId="Equation.DSMT4">
                    <p:embed/>
                  </p:oleObj>
                </mc:Choice>
                <mc:Fallback>
                  <p:oleObj name="" r:id="rId18" imgW="1091565" imgH="546100" progId="Equation.DSMT4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562" y="2795"/>
                          <a:ext cx="1225" cy="6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1499" name="矩形 1001498"/>
            <p:cNvSpPr/>
            <p:nvPr/>
          </p:nvSpPr>
          <p:spPr>
            <a:xfrm>
              <a:off x="1292" y="2840"/>
              <a:ext cx="1225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初等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列</a:t>
              </a: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变换</a:t>
              </a:r>
              <a:endPara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01530" name="对象 1001529"/>
            <p:cNvGraphicFramePr/>
            <p:nvPr/>
          </p:nvGraphicFramePr>
          <p:xfrm>
            <a:off x="930" y="2795"/>
            <a:ext cx="497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20" imgW="368300" imgH="495300" progId="Equation.DSMT4">
                    <p:embed/>
                  </p:oleObj>
                </mc:Choice>
                <mc:Fallback>
                  <p:oleObj name="" r:id="rId20" imgW="368300" imgH="495300" progId="Equation.DSMT4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930" y="2795"/>
                          <a:ext cx="497" cy="6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001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001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001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1001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1001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1001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0"/>
                                        <p:tgtEl>
                                          <p:spTgt spid="1001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0"/>
                                        <p:tgtEl>
                                          <p:spTgt spid="1001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/>
                                        <p:tgtEl>
                                          <p:spTgt spid="1001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00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00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00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100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100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00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00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00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00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100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8" dur="500"/>
                                        <p:tgtEl>
                                          <p:spTgt spid="1001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9" dur="500"/>
                                        <p:tgtEl>
                                          <p:spTgt spid="10015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500"/>
                                        <p:tgtEl>
                                          <p:spTgt spid="10015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76" grpId="0"/>
      <p:bldP spid="1001479" grpId="0"/>
      <p:bldP spid="1001490" grpId="0"/>
      <p:bldP spid="1001523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1412" name="矩形 1041411"/>
          <p:cNvSpPr/>
          <p:nvPr/>
        </p:nvSpPr>
        <p:spPr>
          <a:xfrm>
            <a:off x="1042988" y="908050"/>
            <a:ext cx="6697662" cy="52197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2.6.3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解矩阵方程组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1414" name="矩形 1041413"/>
          <p:cNvSpPr/>
          <p:nvPr/>
        </p:nvSpPr>
        <p:spPr>
          <a:xfrm>
            <a:off x="828040" y="2853055"/>
            <a:ext cx="1554480" cy="523240"/>
          </a:xfrm>
          <a:prstGeom prst="rect">
            <a:avLst/>
          </a:prstGeom>
          <a:noFill/>
          <a:ln w="25400">
            <a:noFill/>
          </a:ln>
        </p:spPr>
        <p:txBody>
          <a:bodyPr wrap="square"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1417" name="对象 1041416"/>
          <p:cNvGraphicFramePr/>
          <p:nvPr/>
        </p:nvGraphicFramePr>
        <p:xfrm>
          <a:off x="4766945" y="885825"/>
          <a:ext cx="167703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1" imgW="595630" imgH="177800" progId="Equation.DSMT4">
                  <p:embed/>
                </p:oleObj>
              </mc:Choice>
              <mc:Fallback>
                <p:oleObj name="" r:id="rId1" imgW="595630" imgH="177800" progId="Equation.DSMT4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66945" y="885825"/>
                        <a:ext cx="167703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18" name="矩形 1041417"/>
          <p:cNvSpPr/>
          <p:nvPr/>
        </p:nvSpPr>
        <p:spPr>
          <a:xfrm>
            <a:off x="971550" y="1844358"/>
            <a:ext cx="2592388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其中  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1419" name="对象 1041418"/>
          <p:cNvGraphicFramePr/>
          <p:nvPr/>
        </p:nvGraphicFramePr>
        <p:xfrm>
          <a:off x="2165350" y="1484630"/>
          <a:ext cx="48133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3" imgW="2500630" imgH="799465" progId="Equation.DSMT4">
                  <p:embed/>
                </p:oleObj>
              </mc:Choice>
              <mc:Fallback>
                <p:oleObj name="" r:id="rId3" imgW="2500630" imgH="799465" progId="Equation.DSMT4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5350" y="1484630"/>
                        <a:ext cx="4813300" cy="1381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20" name="矩形 1041419"/>
          <p:cNvSpPr/>
          <p:nvPr/>
        </p:nvSpPr>
        <p:spPr>
          <a:xfrm>
            <a:off x="611505" y="3717290"/>
            <a:ext cx="1280160" cy="523240"/>
          </a:xfrm>
          <a:prstGeom prst="rect">
            <a:avLst/>
          </a:prstGeom>
          <a:noFill/>
          <a:ln w="25400">
            <a:noFill/>
          </a:ln>
        </p:spPr>
        <p:txBody>
          <a:bodyPr wrap="square"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因为  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1421" name="对象 1041420"/>
          <p:cNvGraphicFramePr/>
          <p:nvPr/>
        </p:nvGraphicFramePr>
        <p:xfrm>
          <a:off x="1763872" y="3284062"/>
          <a:ext cx="312991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5" imgW="1765300" imgH="800100" progId="Equation.DSMT4">
                  <p:embed/>
                </p:oleObj>
              </mc:Choice>
              <mc:Fallback>
                <p:oleObj name="" r:id="rId5" imgW="1765300" imgH="800100" progId="Equation.DSMT4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872" y="3284062"/>
                        <a:ext cx="3129915" cy="143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1422" name="组合 1041421"/>
          <p:cNvGrpSpPr/>
          <p:nvPr/>
        </p:nvGrpSpPr>
        <p:grpSpPr>
          <a:xfrm>
            <a:off x="4572635" y="3573780"/>
            <a:ext cx="1943100" cy="431800"/>
            <a:chOff x="2880" y="2614"/>
            <a:chExt cx="1224" cy="272"/>
          </a:xfrm>
        </p:grpSpPr>
        <p:sp>
          <p:nvSpPr>
            <p:cNvPr id="1041423" name="直接连接符 1041422"/>
            <p:cNvSpPr/>
            <p:nvPr/>
          </p:nvSpPr>
          <p:spPr>
            <a:xfrm flipV="1">
              <a:off x="3061" y="2885"/>
              <a:ext cx="907" cy="1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41424" name="文本框 1041423"/>
            <p:cNvSpPr txBox="1"/>
            <p:nvPr/>
          </p:nvSpPr>
          <p:spPr>
            <a:xfrm>
              <a:off x="2880" y="2614"/>
              <a:ext cx="1224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初等行变换</a:t>
              </a:r>
              <a:endParaRPr lang="zh-CN" alt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41425" name="对象 1041424"/>
          <p:cNvGraphicFramePr/>
          <p:nvPr/>
        </p:nvGraphicFramePr>
        <p:xfrm>
          <a:off x="6227922" y="3212941"/>
          <a:ext cx="2161540" cy="143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7" imgW="1155700" imgH="800100" progId="Equation.DSMT4">
                  <p:embed/>
                </p:oleObj>
              </mc:Choice>
              <mc:Fallback>
                <p:oleObj name="" r:id="rId7" imgW="1155700" imgH="800100" progId="Equation.DSMT4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27922" y="3212941"/>
                        <a:ext cx="2161540" cy="143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1426" name="组合 1041425"/>
          <p:cNvGrpSpPr/>
          <p:nvPr/>
        </p:nvGrpSpPr>
        <p:grpSpPr>
          <a:xfrm>
            <a:off x="6444298" y="3284855"/>
            <a:ext cx="1152525" cy="1296988"/>
            <a:chOff x="4059" y="2432"/>
            <a:chExt cx="726" cy="817"/>
          </a:xfrm>
        </p:grpSpPr>
        <p:sp>
          <p:nvSpPr>
            <p:cNvPr id="1041427" name="矩形 1041426"/>
            <p:cNvSpPr/>
            <p:nvPr/>
          </p:nvSpPr>
          <p:spPr>
            <a:xfrm>
              <a:off x="4059" y="2432"/>
              <a:ext cx="726" cy="817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428" name="文本框 1041427"/>
            <p:cNvSpPr txBox="1"/>
            <p:nvPr/>
          </p:nvSpPr>
          <p:spPr>
            <a:xfrm>
              <a:off x="4059" y="2568"/>
              <a:ext cx="680" cy="519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en-US" altLang="zh-CN" sz="480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41429" name="矩形 1041428"/>
          <p:cNvSpPr/>
          <p:nvPr/>
        </p:nvSpPr>
        <p:spPr>
          <a:xfrm>
            <a:off x="683260" y="5087620"/>
            <a:ext cx="3259455" cy="523240"/>
          </a:xfrm>
          <a:prstGeom prst="rect">
            <a:avLst/>
          </a:prstGeom>
          <a:noFill/>
          <a:ln w="25400">
            <a:noFill/>
          </a:ln>
        </p:spPr>
        <p:txBody>
          <a:bodyPr wrap="square"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所以，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可逆，且  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1430" name="对象 1041429"/>
          <p:cNvGraphicFramePr/>
          <p:nvPr/>
        </p:nvGraphicFramePr>
        <p:xfrm>
          <a:off x="3851275" y="5013325"/>
          <a:ext cx="15843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9" imgW="749300" imgH="228600" progId="Equation.DSMT4">
                  <p:embed/>
                </p:oleObj>
              </mc:Choice>
              <mc:Fallback>
                <p:oleObj name="" r:id="rId9" imgW="749300" imgH="2286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1275" y="5013325"/>
                        <a:ext cx="1584325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431" name="对象 1041430"/>
          <p:cNvGraphicFramePr/>
          <p:nvPr/>
        </p:nvGraphicFramePr>
        <p:xfrm>
          <a:off x="5435600" y="4581525"/>
          <a:ext cx="105092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1" imgW="533400" imgH="799465" progId="Equation.DSMT4">
                  <p:embed/>
                </p:oleObj>
              </mc:Choice>
              <mc:Fallback>
                <p:oleObj name="" r:id="rId11" imgW="533400" imgH="799465" progId="Equation.DSMT4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35600" y="4581525"/>
                        <a:ext cx="1050925" cy="158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04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04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04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04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4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04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04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500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500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500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4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414" grpId="0"/>
      <p:bldP spid="1041418" grpId="0"/>
      <p:bldP spid="1041420" grpId="0"/>
      <p:bldP spid="1041429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8610" name="矩形 1348609"/>
          <p:cNvSpPr/>
          <p:nvPr/>
        </p:nvSpPr>
        <p:spPr>
          <a:xfrm>
            <a:off x="1331913" y="547211"/>
            <a:ext cx="5761037" cy="52324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3300"/>
                </a:solidFill>
                <a:sym typeface="+mn-ea"/>
              </a:rPr>
              <a:t>2.6.4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求解矩阵方程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8611" name="矩形 13486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48612" name="对象 1348611"/>
          <p:cNvGraphicFramePr/>
          <p:nvPr/>
        </p:nvGraphicFramePr>
        <p:xfrm>
          <a:off x="4572000" y="549275"/>
          <a:ext cx="22320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" imgW="735965" imgH="177800" progId="Equation.DSMT4">
                  <p:embed/>
                </p:oleObj>
              </mc:Choice>
              <mc:Fallback>
                <p:oleObj name="" r:id="rId1" imgW="735965" imgH="177800" progId="Equation.DSMT4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549275"/>
                        <a:ext cx="22320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8613" name="矩形 1348612"/>
          <p:cNvSpPr/>
          <p:nvPr/>
        </p:nvSpPr>
        <p:spPr>
          <a:xfrm>
            <a:off x="684213" y="1484313"/>
            <a:ext cx="984250" cy="519112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其中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8614" name="矩形 13486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48615" name="对象 1348614"/>
          <p:cNvGraphicFramePr/>
          <p:nvPr/>
        </p:nvGraphicFramePr>
        <p:xfrm>
          <a:off x="1547813" y="981075"/>
          <a:ext cx="201612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3" imgW="862965" imgH="622300" progId="Equation.DSMT4">
                  <p:embed/>
                </p:oleObj>
              </mc:Choice>
              <mc:Fallback>
                <p:oleObj name="" r:id="rId3" imgW="862965" imgH="622300" progId="Equation.DSMT4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813" y="981075"/>
                        <a:ext cx="2016125" cy="1441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8616" name="矩形 1348615"/>
          <p:cNvSpPr/>
          <p:nvPr/>
        </p:nvSpPr>
        <p:spPr>
          <a:xfrm>
            <a:off x="1331913" y="2420938"/>
            <a:ext cx="4824412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把所给方程变形为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：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48618" name="对象 1348617"/>
          <p:cNvGraphicFramePr/>
          <p:nvPr/>
        </p:nvGraphicFramePr>
        <p:xfrm>
          <a:off x="5148263" y="2420938"/>
          <a:ext cx="22320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5" imgW="888365" imgH="215900" progId="Equation.DSMT4">
                  <p:embed/>
                </p:oleObj>
              </mc:Choice>
              <mc:Fallback>
                <p:oleObj name="" r:id="rId5" imgW="888365" imgH="215900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263" y="2420938"/>
                        <a:ext cx="223202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8619" name="矩形 1348618"/>
          <p:cNvSpPr/>
          <p:nvPr/>
        </p:nvSpPr>
        <p:spPr>
          <a:xfrm>
            <a:off x="684213" y="3429000"/>
            <a:ext cx="201612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48620" name="矩形 13486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48621" name="直接连接符 1348620"/>
          <p:cNvSpPr/>
          <p:nvPr/>
        </p:nvSpPr>
        <p:spPr>
          <a:xfrm>
            <a:off x="6443663" y="3213100"/>
            <a:ext cx="288925" cy="0"/>
          </a:xfrm>
          <a:prstGeom prst="line">
            <a:avLst/>
          </a:prstGeom>
          <a:ln w="25400">
            <a:noFill/>
          </a:ln>
        </p:spPr>
      </p:sp>
      <p:graphicFrame>
        <p:nvGraphicFramePr>
          <p:cNvPr id="1348622" name="对象 1348621"/>
          <p:cNvGraphicFramePr/>
          <p:nvPr/>
        </p:nvGraphicFramePr>
        <p:xfrm>
          <a:off x="1547813" y="4581525"/>
          <a:ext cx="184943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7" imgW="736600" imgH="368300" progId="Equation.DSMT4">
                  <p:embed/>
                </p:oleObj>
              </mc:Choice>
              <mc:Fallback>
                <p:oleObj name="" r:id="rId7" imgW="736600" imgH="368300" progId="Equation.DSMT4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813" y="4581525"/>
                        <a:ext cx="1849437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8623" name="对象 1348622"/>
          <p:cNvGraphicFramePr/>
          <p:nvPr/>
        </p:nvGraphicFramePr>
        <p:xfrm>
          <a:off x="6516688" y="4652963"/>
          <a:ext cx="1946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9" imgW="774065" imgH="368300" progId="Equation.DSMT4">
                  <p:embed/>
                </p:oleObj>
              </mc:Choice>
              <mc:Fallback>
                <p:oleObj name="" r:id="rId9" imgW="774065" imgH="368300" progId="Equation.DSMT4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6688" y="4652963"/>
                        <a:ext cx="194627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8624" name="组合 1348623"/>
          <p:cNvGrpSpPr/>
          <p:nvPr/>
        </p:nvGrpSpPr>
        <p:grpSpPr>
          <a:xfrm>
            <a:off x="1619250" y="2997200"/>
            <a:ext cx="4895850" cy="1463675"/>
            <a:chOff x="1020" y="1888"/>
            <a:chExt cx="3084" cy="922"/>
          </a:xfrm>
        </p:grpSpPr>
        <p:graphicFrame>
          <p:nvGraphicFramePr>
            <p:cNvPr id="1348625" name="对象 1348624"/>
            <p:cNvGraphicFramePr/>
            <p:nvPr/>
          </p:nvGraphicFramePr>
          <p:xfrm>
            <a:off x="1020" y="1888"/>
            <a:ext cx="3084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" name="" r:id="rId11" imgW="2678430" imgH="799465" progId="Equation.DSMT4">
                    <p:embed/>
                  </p:oleObj>
                </mc:Choice>
                <mc:Fallback>
                  <p:oleObj name="" r:id="rId11" imgW="2678430" imgH="799465" progId="Equation.DSMT4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0" y="1888"/>
                          <a:ext cx="3084" cy="9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8626" name="直接连接符 1348625"/>
            <p:cNvSpPr/>
            <p:nvPr/>
          </p:nvSpPr>
          <p:spPr>
            <a:xfrm>
              <a:off x="3152" y="1933"/>
              <a:ext cx="0" cy="862"/>
            </a:xfrm>
            <a:prstGeom prst="line">
              <a:avLst/>
            </a:prstGeom>
            <a:ln w="25400" cap="rnd" cmpd="sng">
              <a:solidFill>
                <a:srgbClr val="FF0000"/>
              </a:solidFill>
              <a:prstDash val="sysDot"/>
              <a:headEnd type="none" w="med" len="med"/>
              <a:tailEnd type="none" w="lg" len="lg"/>
            </a:ln>
          </p:spPr>
        </p:sp>
      </p:grpSp>
      <p:grpSp>
        <p:nvGrpSpPr>
          <p:cNvPr id="1348627" name="组合 1348626"/>
          <p:cNvGrpSpPr/>
          <p:nvPr/>
        </p:nvGrpSpPr>
        <p:grpSpPr>
          <a:xfrm>
            <a:off x="3348038" y="4508500"/>
            <a:ext cx="3167062" cy="1512888"/>
            <a:chOff x="2109" y="2840"/>
            <a:chExt cx="1995" cy="953"/>
          </a:xfrm>
        </p:grpSpPr>
        <p:graphicFrame>
          <p:nvGraphicFramePr>
            <p:cNvPr id="1348628" name="对象 1348627"/>
            <p:cNvGraphicFramePr/>
            <p:nvPr/>
          </p:nvGraphicFramePr>
          <p:xfrm>
            <a:off x="2109" y="2840"/>
            <a:ext cx="1995" cy="9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" r:id="rId13" imgW="1955165" imgH="799465" progId="Equation.DSMT4">
                    <p:embed/>
                  </p:oleObj>
                </mc:Choice>
                <mc:Fallback>
                  <p:oleObj name="" r:id="rId13" imgW="1955165" imgH="799465" progId="Equation.DSMT4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09" y="2840"/>
                          <a:ext cx="1995" cy="9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8629" name="直接连接符 1348628"/>
            <p:cNvSpPr/>
            <p:nvPr/>
          </p:nvSpPr>
          <p:spPr>
            <a:xfrm>
              <a:off x="3107" y="2886"/>
              <a:ext cx="0" cy="862"/>
            </a:xfrm>
            <a:prstGeom prst="line">
              <a:avLst/>
            </a:prstGeom>
            <a:ln w="25400" cap="rnd" cmpd="sng">
              <a:solidFill>
                <a:srgbClr val="FF0000"/>
              </a:solidFill>
              <a:prstDash val="sysDot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348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3486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3486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3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3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34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3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4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34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16" grpId="0"/>
      <p:bldP spid="1348619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06596" name="对象 1006595"/>
          <p:cNvGraphicFramePr/>
          <p:nvPr/>
        </p:nvGraphicFramePr>
        <p:xfrm>
          <a:off x="1116013" y="549275"/>
          <a:ext cx="1946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" imgW="774065" imgH="368300" progId="Equation.DSMT4">
                  <p:embed/>
                </p:oleObj>
              </mc:Choice>
              <mc:Fallback>
                <p:oleObj name="" r:id="rId1" imgW="774065" imgH="368300" progId="Equation.DSMT4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549275"/>
                        <a:ext cx="194627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6598" name="矩形 1006597"/>
          <p:cNvSpPr/>
          <p:nvPr/>
        </p:nvSpPr>
        <p:spPr>
          <a:xfrm>
            <a:off x="0" y="2652713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6599" name="对象 1006598"/>
          <p:cNvGraphicFramePr/>
          <p:nvPr/>
        </p:nvGraphicFramePr>
        <p:xfrm>
          <a:off x="1250950" y="2133600"/>
          <a:ext cx="1819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3" imgW="723900" imgH="368300" progId="Equation.DSMT4">
                  <p:embed/>
                </p:oleObj>
              </mc:Choice>
              <mc:Fallback>
                <p:oleObj name="" r:id="rId3" imgW="723900" imgH="368300" progId="Equation.DSMT4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0950" y="2133600"/>
                        <a:ext cx="181927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6601" name="矩形 1006600"/>
          <p:cNvSpPr/>
          <p:nvPr/>
        </p:nvSpPr>
        <p:spPr>
          <a:xfrm>
            <a:off x="1042988" y="3716338"/>
            <a:ext cx="3960812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于是，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可逆。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06605" name="组合 1006604"/>
          <p:cNvGrpSpPr/>
          <p:nvPr/>
        </p:nvGrpSpPr>
        <p:grpSpPr>
          <a:xfrm>
            <a:off x="3059113" y="1989138"/>
            <a:ext cx="3552825" cy="1533525"/>
            <a:chOff x="1927" y="1253"/>
            <a:chExt cx="2238" cy="966"/>
          </a:xfrm>
        </p:grpSpPr>
        <p:graphicFrame>
          <p:nvGraphicFramePr>
            <p:cNvPr id="1006600" name="对象 1006599"/>
            <p:cNvGraphicFramePr/>
            <p:nvPr/>
          </p:nvGraphicFramePr>
          <p:xfrm>
            <a:off x="1927" y="1253"/>
            <a:ext cx="2238" cy="9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" name="" r:id="rId5" imgW="1853565" imgH="799465" progId="Equation.DSMT4">
                    <p:embed/>
                  </p:oleObj>
                </mc:Choice>
                <mc:Fallback>
                  <p:oleObj name="" r:id="rId5" imgW="1853565" imgH="799465" progId="Equation.DSMT4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7" y="1253"/>
                          <a:ext cx="2238" cy="9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6602" name="直接连接符 1006601"/>
            <p:cNvSpPr/>
            <p:nvPr/>
          </p:nvSpPr>
          <p:spPr>
            <a:xfrm>
              <a:off x="2925" y="1298"/>
              <a:ext cx="0" cy="862"/>
            </a:xfrm>
            <a:prstGeom prst="line">
              <a:avLst/>
            </a:prstGeom>
            <a:ln w="25400" cap="rnd" cmpd="sng">
              <a:solidFill>
                <a:srgbClr val="FF0000"/>
              </a:solidFill>
              <a:prstDash val="sysDot"/>
              <a:headEnd type="none" w="med" len="med"/>
              <a:tailEnd type="none" w="lg" len="lg"/>
            </a:ln>
          </p:spPr>
        </p:sp>
      </p:grpSp>
      <p:grpSp>
        <p:nvGrpSpPr>
          <p:cNvPr id="1006604" name="组合 1006603"/>
          <p:cNvGrpSpPr/>
          <p:nvPr/>
        </p:nvGrpSpPr>
        <p:grpSpPr>
          <a:xfrm>
            <a:off x="3059113" y="404813"/>
            <a:ext cx="3527425" cy="1533525"/>
            <a:chOff x="1927" y="255"/>
            <a:chExt cx="2222" cy="966"/>
          </a:xfrm>
        </p:grpSpPr>
        <p:graphicFrame>
          <p:nvGraphicFramePr>
            <p:cNvPr id="1006597" name="对象 1006596"/>
            <p:cNvGraphicFramePr/>
            <p:nvPr/>
          </p:nvGraphicFramePr>
          <p:xfrm>
            <a:off x="1927" y="255"/>
            <a:ext cx="2222" cy="9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7" imgW="1840865" imgH="799465" progId="Equation.DSMT4">
                    <p:embed/>
                  </p:oleObj>
                </mc:Choice>
                <mc:Fallback>
                  <p:oleObj name="" r:id="rId7" imgW="1840865" imgH="799465" progId="Equation.DSMT4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27" y="255"/>
                          <a:ext cx="2222" cy="9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6603" name="直接连接符 1006602"/>
            <p:cNvSpPr/>
            <p:nvPr/>
          </p:nvSpPr>
          <p:spPr>
            <a:xfrm>
              <a:off x="2971" y="300"/>
              <a:ext cx="0" cy="862"/>
            </a:xfrm>
            <a:prstGeom prst="line">
              <a:avLst/>
            </a:prstGeom>
            <a:ln w="25400" cap="rnd" cmpd="sng">
              <a:solidFill>
                <a:srgbClr val="FF0000"/>
              </a:solidFill>
              <a:prstDash val="sysDot"/>
              <a:headEnd type="none" w="med" len="med"/>
              <a:tailEnd type="none" w="lg" len="lg"/>
            </a:ln>
          </p:spPr>
        </p:sp>
      </p:grpSp>
      <p:sp>
        <p:nvSpPr>
          <p:cNvPr id="1006606" name="矩形 1006605"/>
          <p:cNvSpPr/>
          <p:nvPr/>
        </p:nvSpPr>
        <p:spPr>
          <a:xfrm>
            <a:off x="971550" y="4724400"/>
            <a:ext cx="269875" cy="519113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06607" name="矩形 1006606"/>
          <p:cNvSpPr/>
          <p:nvPr/>
        </p:nvSpPr>
        <p:spPr>
          <a:xfrm>
            <a:off x="1116013" y="4797425"/>
            <a:ext cx="180022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所以，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06609" name="矩形 1006608"/>
          <p:cNvSpPr/>
          <p:nvPr/>
        </p:nvSpPr>
        <p:spPr>
          <a:xfrm>
            <a:off x="0" y="302895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6608" name="对象 1006607"/>
          <p:cNvGraphicFramePr/>
          <p:nvPr/>
        </p:nvGraphicFramePr>
        <p:xfrm>
          <a:off x="2051050" y="4724400"/>
          <a:ext cx="23622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9" imgW="1179830" imgH="317500" progId="Equation.DSMT4">
                  <p:embed/>
                </p:oleObj>
              </mc:Choice>
              <mc:Fallback>
                <p:oleObj name="" r:id="rId9" imgW="1179830" imgH="317500" progId="Equation.DSMT4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1050" y="4724400"/>
                        <a:ext cx="2362200" cy="636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6610" name="对象 1006609"/>
          <p:cNvGraphicFramePr/>
          <p:nvPr/>
        </p:nvGraphicFramePr>
        <p:xfrm>
          <a:off x="4427538" y="4221163"/>
          <a:ext cx="2565400" cy="166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11" imgW="1231265" imgH="799465" progId="Equation.DSMT4">
                  <p:embed/>
                </p:oleObj>
              </mc:Choice>
              <mc:Fallback>
                <p:oleObj name="" r:id="rId11" imgW="1231265" imgH="799465" progId="Equation.DSMT4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27538" y="4221163"/>
                        <a:ext cx="2565400" cy="166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6612" name="组合 1006611"/>
          <p:cNvGrpSpPr/>
          <p:nvPr/>
        </p:nvGrpSpPr>
        <p:grpSpPr>
          <a:xfrm>
            <a:off x="3276600" y="2060575"/>
            <a:ext cx="1223963" cy="1296988"/>
            <a:chOff x="4059" y="2432"/>
            <a:chExt cx="726" cy="817"/>
          </a:xfrm>
        </p:grpSpPr>
        <p:sp>
          <p:nvSpPr>
            <p:cNvPr id="1006613" name="矩形 1006612"/>
            <p:cNvSpPr/>
            <p:nvPr/>
          </p:nvSpPr>
          <p:spPr>
            <a:xfrm>
              <a:off x="4059" y="2432"/>
              <a:ext cx="726" cy="817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6614" name="文本框 1006613"/>
            <p:cNvSpPr txBox="1"/>
            <p:nvPr/>
          </p:nvSpPr>
          <p:spPr>
            <a:xfrm>
              <a:off x="4059" y="2568"/>
              <a:ext cx="680" cy="519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en-US" altLang="zh-CN" sz="480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4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0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0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0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06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500"/>
                                        <p:tgtEl>
                                          <p:spTgt spid="10066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500"/>
                                        <p:tgtEl>
                                          <p:spTgt spid="10066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500"/>
                                        <p:tgtEl>
                                          <p:spTgt spid="10066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500"/>
                                        <p:tgtEl>
                                          <p:spTgt spid="10066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500"/>
                                        <p:tgtEl>
                                          <p:spTgt spid="10066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500"/>
                                        <p:tgtEl>
                                          <p:spTgt spid="10066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00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00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601" grpId="0"/>
      <p:bldP spid="1006607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7620" name="矩形 1007619"/>
          <p:cNvSpPr/>
          <p:nvPr/>
        </p:nvSpPr>
        <p:spPr>
          <a:xfrm>
            <a:off x="1258888" y="618649"/>
            <a:ext cx="4824412" cy="52324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2.6.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解矩阵方程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7622" name="矩形 1007621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7621" name="对象 1007620"/>
          <p:cNvGraphicFramePr/>
          <p:nvPr/>
        </p:nvGraphicFramePr>
        <p:xfrm>
          <a:off x="4067175" y="620713"/>
          <a:ext cx="25193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1" imgW="901065" imgH="203200" progId="Equation.DSMT4">
                  <p:embed/>
                </p:oleObj>
              </mc:Choice>
              <mc:Fallback>
                <p:oleObj name="" r:id="rId1" imgW="901065" imgH="203200" progId="Equation.DSMT4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7175" y="620713"/>
                        <a:ext cx="2519363" cy="55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7623" name="矩形 1007622"/>
          <p:cNvSpPr/>
          <p:nvPr/>
        </p:nvSpPr>
        <p:spPr>
          <a:xfrm>
            <a:off x="6659563" y="620713"/>
            <a:ext cx="1873250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07625" name="矩形 1007624"/>
          <p:cNvSpPr/>
          <p:nvPr/>
        </p:nvSpPr>
        <p:spPr>
          <a:xfrm>
            <a:off x="0" y="3071813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7624" name="对象 1007623"/>
          <p:cNvGraphicFramePr/>
          <p:nvPr/>
        </p:nvGraphicFramePr>
        <p:xfrm>
          <a:off x="2916238" y="1268413"/>
          <a:ext cx="2447925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3" imgW="1054100" imgH="711200" progId="Equation.DSMT4">
                  <p:embed/>
                </p:oleObj>
              </mc:Choice>
              <mc:Fallback>
                <p:oleObj name="" r:id="rId3" imgW="1054100" imgH="711200" progId="Equation.DSMT4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6238" y="1268413"/>
                        <a:ext cx="2447925" cy="1652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7626" name="矩形 1007625"/>
          <p:cNvSpPr/>
          <p:nvPr/>
        </p:nvSpPr>
        <p:spPr>
          <a:xfrm>
            <a:off x="1187450" y="2924175"/>
            <a:ext cx="453707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解  </a:t>
            </a:r>
            <a:r>
              <a:rPr lang="zh-CN" altLang="en-US" dirty="0">
                <a:latin typeface="Times New Roman" panose="02020603050405020304" pitchFamily="18" charset="0"/>
              </a:rPr>
              <a:t>所给方程变形为：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7627" name="矩形 1007626"/>
          <p:cNvSpPr/>
          <p:nvPr/>
        </p:nvSpPr>
        <p:spPr>
          <a:xfrm>
            <a:off x="395288" y="4581525"/>
            <a:ext cx="201612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07629" name="矩形 100762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7628" name="对象 1007627"/>
          <p:cNvGraphicFramePr/>
          <p:nvPr/>
        </p:nvGraphicFramePr>
        <p:xfrm>
          <a:off x="4716463" y="2997200"/>
          <a:ext cx="25923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5" imgW="1117600" imgH="228600" progId="Equation.DSMT4">
                  <p:embed/>
                </p:oleObj>
              </mc:Choice>
              <mc:Fallback>
                <p:oleObj name="" r:id="rId5" imgW="1117600" imgH="228600" progId="Equation.DSMT4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6463" y="2997200"/>
                        <a:ext cx="2592387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7631" name="矩形 10076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7630" name="对象 1007629"/>
          <p:cNvGraphicFramePr/>
          <p:nvPr/>
        </p:nvGraphicFramePr>
        <p:xfrm>
          <a:off x="1476375" y="3500438"/>
          <a:ext cx="3600450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1866900" imgH="1638300" progId="Equation.DSMT4">
                  <p:embed/>
                </p:oleObj>
              </mc:Choice>
              <mc:Fallback>
                <p:oleObj name="" r:id="rId7" imgW="1866900" imgH="16383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3500438"/>
                        <a:ext cx="3600450" cy="284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7632" name="对象 1007631"/>
          <p:cNvGraphicFramePr/>
          <p:nvPr/>
        </p:nvGraphicFramePr>
        <p:xfrm>
          <a:off x="4932363" y="4581525"/>
          <a:ext cx="180022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774065" imgH="508000" progId="Equation.DSMT4">
                  <p:embed/>
                </p:oleObj>
              </mc:Choice>
              <mc:Fallback>
                <p:oleObj name="" r:id="rId9" imgW="774065" imgH="5080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32363" y="4581525"/>
                        <a:ext cx="1800225" cy="1300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7633" name="对象 1007632"/>
          <p:cNvGraphicFramePr/>
          <p:nvPr/>
        </p:nvGraphicFramePr>
        <p:xfrm>
          <a:off x="6659563" y="3429000"/>
          <a:ext cx="2163762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1" imgW="1054100" imgH="1638300" progId="Equation.DSMT4">
                  <p:embed/>
                </p:oleObj>
              </mc:Choice>
              <mc:Fallback>
                <p:oleObj name="" r:id="rId11" imgW="1054100" imgH="16383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9563" y="3429000"/>
                        <a:ext cx="2163762" cy="302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0076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0076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0076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00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10076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10076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10076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00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00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626" grpId="0"/>
      <p:bldP spid="1007627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8644" name="图片 10086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404813"/>
            <a:ext cx="1900238" cy="2952750"/>
          </a:xfrm>
          <a:prstGeom prst="rect">
            <a:avLst/>
          </a:prstGeom>
          <a:noFill/>
          <a:ln w="25400">
            <a:noFill/>
          </a:ln>
        </p:spPr>
      </p:pic>
      <p:graphicFrame>
        <p:nvGraphicFramePr>
          <p:cNvPr id="1008645" name="对象 1008644"/>
          <p:cNvGraphicFramePr/>
          <p:nvPr/>
        </p:nvGraphicFramePr>
        <p:xfrm>
          <a:off x="3059113" y="1484313"/>
          <a:ext cx="171132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2" imgW="736600" imgH="508000" progId="Equation.DSMT4">
                  <p:embed/>
                </p:oleObj>
              </mc:Choice>
              <mc:Fallback>
                <p:oleObj name="" r:id="rId2" imgW="736600" imgH="5080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59113" y="1484313"/>
                        <a:ext cx="1711325" cy="1300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48" name="矩形 1008647"/>
          <p:cNvSpPr/>
          <p:nvPr/>
        </p:nvSpPr>
        <p:spPr>
          <a:xfrm>
            <a:off x="0" y="264795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8647" name="对象 1008646"/>
          <p:cNvGraphicFramePr/>
          <p:nvPr/>
        </p:nvGraphicFramePr>
        <p:xfrm>
          <a:off x="4859338" y="260350"/>
          <a:ext cx="223520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" imgW="1117600" imgH="1638300" progId="Equation.DSMT4">
                  <p:embed/>
                </p:oleObj>
              </mc:Choice>
              <mc:Fallback>
                <p:oleObj name="" r:id="rId4" imgW="1117600" imgH="16383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59338" y="260350"/>
                        <a:ext cx="2235200" cy="309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0" name="对象 1008649"/>
          <p:cNvGraphicFramePr/>
          <p:nvPr/>
        </p:nvGraphicFramePr>
        <p:xfrm>
          <a:off x="855663" y="4524375"/>
          <a:ext cx="1800225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6" imgW="774065" imgH="495300" progId="Equation.DSMT4">
                  <p:embed/>
                </p:oleObj>
              </mc:Choice>
              <mc:Fallback>
                <p:oleObj name="" r:id="rId6" imgW="774065" imgH="4953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5663" y="4524375"/>
                        <a:ext cx="1800225" cy="1268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1" name="对象 1008650"/>
          <p:cNvGraphicFramePr/>
          <p:nvPr/>
        </p:nvGraphicFramePr>
        <p:xfrm>
          <a:off x="2771775" y="3284538"/>
          <a:ext cx="223520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8" imgW="1117600" imgH="1638300" progId="Equation.DSMT4">
                  <p:embed/>
                </p:oleObj>
              </mc:Choice>
              <mc:Fallback>
                <p:oleObj name="" r:id="rId8" imgW="1117600" imgH="16383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71775" y="3284538"/>
                        <a:ext cx="2235200" cy="309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53" name="矩形 1008652"/>
          <p:cNvSpPr/>
          <p:nvPr/>
        </p:nvSpPr>
        <p:spPr>
          <a:xfrm>
            <a:off x="4716463" y="4652963"/>
            <a:ext cx="4427537" cy="519112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，所以，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>
                <a:latin typeface="Times New Roman" panose="02020603050405020304" pitchFamily="18" charset="0"/>
              </a:rPr>
              <a:t>2E</a:t>
            </a:r>
            <a:r>
              <a:rPr lang="zh-CN" altLang="en-US" dirty="0">
                <a:latin typeface="Times New Roman" panose="02020603050405020304" pitchFamily="18" charset="0"/>
              </a:rPr>
              <a:t>可逆，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08655" name="组合 1008654"/>
          <p:cNvGrpSpPr/>
          <p:nvPr/>
        </p:nvGrpSpPr>
        <p:grpSpPr>
          <a:xfrm>
            <a:off x="3203575" y="3357563"/>
            <a:ext cx="1366838" cy="1295400"/>
            <a:chOff x="4059" y="2432"/>
            <a:chExt cx="726" cy="817"/>
          </a:xfrm>
        </p:grpSpPr>
        <p:sp>
          <p:nvSpPr>
            <p:cNvPr id="1008656" name="矩形 1008655"/>
            <p:cNvSpPr/>
            <p:nvPr/>
          </p:nvSpPr>
          <p:spPr>
            <a:xfrm>
              <a:off x="4059" y="2432"/>
              <a:ext cx="726" cy="817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8657" name="文本框 1008656"/>
            <p:cNvSpPr txBox="1"/>
            <p:nvPr/>
          </p:nvSpPr>
          <p:spPr>
            <a:xfrm>
              <a:off x="4059" y="2568"/>
              <a:ext cx="680" cy="519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0"/>
                </a:spcBef>
              </a:pPr>
              <a:r>
                <a:rPr lang="en-US" altLang="zh-CN" sz="480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0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0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0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0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0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865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9669" name="矩形 1009668"/>
          <p:cNvSpPr/>
          <p:nvPr/>
        </p:nvSpPr>
        <p:spPr>
          <a:xfrm>
            <a:off x="971550" y="908050"/>
            <a:ext cx="806450" cy="519113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t" anchorCtr="0">
            <a:spAutoFit/>
          </a:bodyPr>
          <a:p>
            <a:pPr indent="268605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09671" name="矩形 1009670"/>
          <p:cNvSpPr/>
          <p:nvPr/>
        </p:nvSpPr>
        <p:spPr>
          <a:xfrm>
            <a:off x="0" y="302895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009670" name="对象 1009669"/>
          <p:cNvGraphicFramePr/>
          <p:nvPr/>
        </p:nvGraphicFramePr>
        <p:xfrm>
          <a:off x="1763713" y="908050"/>
          <a:ext cx="28082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244600" imgH="279400" progId="Equation.DSMT4">
                  <p:embed/>
                </p:oleObj>
              </mc:Choice>
              <mc:Fallback>
                <p:oleObj name="" r:id="rId1" imgW="1244600" imgH="2794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908050"/>
                        <a:ext cx="2808287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72" name="对象 1009671"/>
          <p:cNvGraphicFramePr/>
          <p:nvPr/>
        </p:nvGraphicFramePr>
        <p:xfrm>
          <a:off x="4643438" y="476250"/>
          <a:ext cx="2879725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409065" imgH="799465" progId="Equation.DSMT4">
                  <p:embed/>
                </p:oleObj>
              </mc:Choice>
              <mc:Fallback>
                <p:oleObj name="" r:id="rId3" imgW="1409065" imgH="799465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3438" y="476250"/>
                        <a:ext cx="2879725" cy="163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9673" name="文本框 1009672"/>
          <p:cNvSpPr txBox="1"/>
          <p:nvPr/>
        </p:nvSpPr>
        <p:spPr>
          <a:xfrm>
            <a:off x="539750" y="2060575"/>
            <a:ext cx="3384550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思考？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】</a:t>
            </a:r>
            <a:endParaRPr lang="zh-CN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9674" name="文本框 1009673"/>
          <p:cNvSpPr txBox="1"/>
          <p:nvPr/>
        </p:nvSpPr>
        <p:spPr>
          <a:xfrm>
            <a:off x="684213" y="2781300"/>
            <a:ext cx="777557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构造求解矩阵方程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AXB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的方法，解下题：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09675" name="对象 1009674"/>
          <p:cNvGraphicFramePr/>
          <p:nvPr/>
        </p:nvGraphicFramePr>
        <p:xfrm>
          <a:off x="1763713" y="3500438"/>
          <a:ext cx="432435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2246630" imgH="799465" progId="Equation.DSMT4">
                  <p:embed/>
                </p:oleObj>
              </mc:Choice>
              <mc:Fallback>
                <p:oleObj name="" r:id="rId5" imgW="2246630" imgH="79946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713" y="3500438"/>
                        <a:ext cx="4324350" cy="1381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9676" name="文本框 1009675"/>
          <p:cNvSpPr txBox="1"/>
          <p:nvPr/>
        </p:nvSpPr>
        <p:spPr>
          <a:xfrm>
            <a:off x="6011863" y="3860800"/>
            <a:ext cx="1800225" cy="519113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p>
            <a:pPr indent="268605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09678" name="对象 1009677"/>
          <p:cNvGraphicFramePr/>
          <p:nvPr/>
        </p:nvGraphicFramePr>
        <p:xfrm>
          <a:off x="4140200" y="4797425"/>
          <a:ext cx="1944688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7" imgW="977265" imgH="799465" progId="Equation.DSMT4">
                  <p:embed/>
                </p:oleObj>
              </mc:Choice>
              <mc:Fallback>
                <p:oleObj name="" r:id="rId7" imgW="977265" imgH="799465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0200" y="4797425"/>
                        <a:ext cx="1944688" cy="159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9680" name="组合 1009679"/>
          <p:cNvGrpSpPr/>
          <p:nvPr/>
        </p:nvGrpSpPr>
        <p:grpSpPr>
          <a:xfrm>
            <a:off x="971550" y="5300663"/>
            <a:ext cx="7272338" cy="592137"/>
            <a:chOff x="612" y="3339"/>
            <a:chExt cx="4581" cy="373"/>
          </a:xfrm>
        </p:grpSpPr>
        <p:graphicFrame>
          <p:nvGraphicFramePr>
            <p:cNvPr id="1009677" name="对象 1009676"/>
            <p:cNvGraphicFramePr/>
            <p:nvPr/>
          </p:nvGraphicFramePr>
          <p:xfrm>
            <a:off x="1156" y="3339"/>
            <a:ext cx="149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9" imgW="1002665" imgH="241300" progId="Equation.DSMT4">
                    <p:embed/>
                  </p:oleObj>
                </mc:Choice>
                <mc:Fallback>
                  <p:oleObj name="" r:id="rId9" imgW="1002665" imgH="2413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56" y="3339"/>
                          <a:ext cx="1497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9679" name="文本框 1009678"/>
            <p:cNvSpPr txBox="1"/>
            <p:nvPr/>
          </p:nvSpPr>
          <p:spPr>
            <a:xfrm>
              <a:off x="612" y="3385"/>
              <a:ext cx="458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p>
              <a:pPr indent="268605">
                <a:spcBef>
                  <a:spcPct val="50000"/>
                </a:spcBef>
              </a:pPr>
              <a:r>
                <a:rPr lang="zh-CN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【                                                      】</a:t>
              </a:r>
              <a:endParaRPr lang="zh-CN" altLang="en-US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0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500"/>
                                        <p:tgtEl>
                                          <p:spTgt spid="10096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500"/>
                                        <p:tgtEl>
                                          <p:spTgt spid="10096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/>
                                        <p:tgtEl>
                                          <p:spTgt spid="10096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500"/>
                                        <p:tgtEl>
                                          <p:spTgt spid="10096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500"/>
                                        <p:tgtEl>
                                          <p:spTgt spid="10096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500"/>
                                        <p:tgtEl>
                                          <p:spTgt spid="10096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00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500"/>
                                        <p:tgtEl>
                                          <p:spTgt spid="10096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500"/>
                                        <p:tgtEl>
                                          <p:spTgt spid="10096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500"/>
                                        <p:tgtEl>
                                          <p:spTgt spid="10096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00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00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9673" grpId="0"/>
      <p:bldP spid="1009674" grpId="0"/>
      <p:bldP spid="1009676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8404" name="矩形 998403"/>
          <p:cNvSpPr/>
          <p:nvPr/>
        </p:nvSpPr>
        <p:spPr>
          <a:xfrm>
            <a:off x="1258888" y="1052513"/>
            <a:ext cx="6867525" cy="265430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小结：</a:t>
            </a:r>
            <a:r>
              <a:rPr lang="en-US" altLang="zh-CN">
                <a:latin typeface="Times New Roman" panose="02020603050405020304" pitchFamily="18" charset="0"/>
              </a:rPr>
              <a:t>1.  </a:t>
            </a:r>
            <a:r>
              <a:rPr lang="zh-CN" altLang="en-US" dirty="0">
                <a:latin typeface="Times New Roman" panose="02020603050405020304" pitchFamily="18" charset="0"/>
              </a:rPr>
              <a:t>初等变换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            2.  </a:t>
            </a:r>
            <a:r>
              <a:rPr lang="zh-CN" altLang="en-US" dirty="0">
                <a:latin typeface="Times New Roman" panose="02020603050405020304" pitchFamily="18" charset="0"/>
              </a:rPr>
              <a:t>初等矩阵及其性质；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</a:t>
            </a:r>
            <a:r>
              <a:rPr lang="en-US" altLang="zh-CN">
                <a:latin typeface="Times New Roman" panose="02020603050405020304" pitchFamily="18" charset="0"/>
              </a:rPr>
              <a:t>3.  </a:t>
            </a:r>
            <a:r>
              <a:rPr lang="zh-CN" altLang="en-US" dirty="0">
                <a:latin typeface="Times New Roman" panose="02020603050405020304" pitchFamily="18" charset="0"/>
              </a:rPr>
              <a:t>矩阵的标准形；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</a:t>
            </a:r>
            <a:r>
              <a:rPr lang="en-US" altLang="zh-CN">
                <a:latin typeface="Times New Roman" panose="02020603050405020304" pitchFamily="18" charset="0"/>
              </a:rPr>
              <a:t>4.  </a:t>
            </a:r>
            <a:r>
              <a:rPr lang="zh-CN" altLang="en-US" dirty="0">
                <a:latin typeface="Times New Roman" panose="02020603050405020304" pitchFamily="18" charset="0"/>
              </a:rPr>
              <a:t>矩阵可逆的充分必要条件；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      </a:t>
            </a:r>
            <a:r>
              <a:rPr lang="en-US" altLang="zh-CN">
                <a:latin typeface="Times New Roman" panose="02020603050405020304" pitchFamily="18" charset="0"/>
              </a:rPr>
              <a:t>5.  </a:t>
            </a:r>
            <a:r>
              <a:rPr lang="zh-CN" altLang="en-US" dirty="0">
                <a:latin typeface="Times New Roman" panose="02020603050405020304" pitchFamily="18" charset="0"/>
              </a:rPr>
              <a:t>初等行（列）变换求逆矩阵。   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8405" name="矩形 998404"/>
          <p:cNvSpPr/>
          <p:nvPr/>
        </p:nvSpPr>
        <p:spPr>
          <a:xfrm>
            <a:off x="1258888" y="3429000"/>
            <a:ext cx="6337300" cy="1800225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下节课内容：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      </a:t>
            </a:r>
            <a:r>
              <a:rPr lang="en-US" altLang="zh-CN">
                <a:latin typeface="Times New Roman" panose="02020603050405020304" pitchFamily="18" charset="0"/>
              </a:rPr>
              <a:t>3.5  </a:t>
            </a:r>
            <a:r>
              <a:rPr lang="zh-CN" altLang="en-US" dirty="0">
                <a:latin typeface="Times New Roman" panose="02020603050405020304" pitchFamily="18" charset="0"/>
              </a:rPr>
              <a:t>矩阵的等价和等价标准形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      解矩阵方程组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8406" name="矩形 998405"/>
          <p:cNvSpPr/>
          <p:nvPr/>
        </p:nvSpPr>
        <p:spPr>
          <a:xfrm>
            <a:off x="1619250" y="4868863"/>
            <a:ext cx="1252538" cy="946150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作业：</a:t>
            </a:r>
            <a:endParaRPr lang="zh-CN" altLang="en-US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</a:pPr>
            <a:endParaRPr lang="zh-CN" altLang="en-US" b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98418" name="表格 998417"/>
          <p:cNvGraphicFramePr/>
          <p:nvPr/>
        </p:nvGraphicFramePr>
        <p:xfrm>
          <a:off x="2843213" y="5084763"/>
          <a:ext cx="3671888" cy="519113"/>
        </p:xfrm>
        <a:graphic>
          <a:graphicData uri="http://schemas.openxmlformats.org/drawingml/2006/table">
            <a:tbl>
              <a:tblPr/>
              <a:tblGrid>
                <a:gridCol w="3671888"/>
              </a:tblGrid>
              <a:tr h="51911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defRPr sz="20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4572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Blip>
                          <a:blip r:embed="rId1"/>
                        </a:buBlip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4572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Blip>
                          <a:blip r:embed="rId1"/>
                        </a:buBlip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4572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Blip>
                          <a:blip r:embed="rId1"/>
                        </a:buBlip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just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zh-CN" altLang="en-US" sz="2800" b="1" dirty="0"/>
                        <a:t>习题</a:t>
                      </a:r>
                      <a:r>
                        <a:rPr lang="en-US" altLang="zh-CN" sz="2800" b="1"/>
                        <a:t>3.4   </a:t>
                      </a:r>
                      <a:r>
                        <a:rPr lang="en-US" altLang="zh-CN" sz="2800" b="1">
                          <a:latin typeface="Arial" panose="020B0604020202020204" pitchFamily="34" charset="0"/>
                        </a:rPr>
                        <a:t>1</a:t>
                      </a:r>
                      <a:r>
                        <a:rPr lang="zh-CN" altLang="en-US" sz="2800" b="1" dirty="0"/>
                        <a:t>－</a:t>
                      </a:r>
                      <a:r>
                        <a:rPr lang="en-US" altLang="zh-CN" sz="2800" b="1"/>
                        <a:t>6</a:t>
                      </a:r>
                      <a:r>
                        <a:rPr lang="zh-CN" altLang="en-US" sz="2800" b="1" dirty="0"/>
                        <a:t>题</a:t>
                      </a:r>
                      <a:endParaRPr lang="zh-CN" altLang="en-US" sz="2800" b="1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306" name="对象 12305"/>
          <p:cNvGraphicFramePr/>
          <p:nvPr/>
        </p:nvGraphicFramePr>
        <p:xfrm>
          <a:off x="2555875" y="2109788"/>
          <a:ext cx="4046538" cy="290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247900" imgH="1612900" progId="Equation.DSMT4">
                  <p:embed/>
                </p:oleObj>
              </mc:Choice>
              <mc:Fallback>
                <p:oleObj name="" r:id="rId1" imgW="2247900" imgH="16129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75" y="2109788"/>
                        <a:ext cx="4046538" cy="290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矩形 12292"/>
          <p:cNvSpPr/>
          <p:nvPr/>
        </p:nvSpPr>
        <p:spPr>
          <a:xfrm>
            <a:off x="395288" y="981075"/>
            <a:ext cx="8451850" cy="71438"/>
          </a:xfrm>
          <a:prstGeom prst="rect">
            <a:avLst/>
          </a:prstGeom>
          <a:gradFill rotWithShape="0">
            <a:gsLst>
              <a:gs pos="0">
                <a:srgbClr val="5C6D05">
                  <a:gamma/>
                  <a:shade val="36471"/>
                  <a:invGamma/>
                </a:srgbClr>
              </a:gs>
              <a:gs pos="100000">
                <a:srgbClr val="5C6D05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307" name="矩形 12306"/>
          <p:cNvSpPr/>
          <p:nvPr/>
        </p:nvSpPr>
        <p:spPr>
          <a:xfrm>
            <a:off x="2713038" y="2181225"/>
            <a:ext cx="1944687" cy="151288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309" name="椭圆 12308"/>
          <p:cNvSpPr/>
          <p:nvPr/>
        </p:nvSpPr>
        <p:spPr>
          <a:xfrm>
            <a:off x="4729163" y="2109788"/>
            <a:ext cx="1800225" cy="1657350"/>
          </a:xfrm>
          <a:prstGeom prst="ellipse">
            <a:avLst/>
          </a:prstGeom>
          <a:noFill/>
          <a:ln w="9525" cap="flat" cmpd="sng">
            <a:solidFill>
              <a:srgbClr val="339966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2310" name="组合 12309"/>
          <p:cNvGrpSpPr/>
          <p:nvPr/>
        </p:nvGrpSpPr>
        <p:grpSpPr>
          <a:xfrm>
            <a:off x="6602413" y="1844675"/>
            <a:ext cx="1546225" cy="2232025"/>
            <a:chOff x="4332" y="1480"/>
            <a:chExt cx="974" cy="1406"/>
          </a:xfrm>
        </p:grpSpPr>
        <p:graphicFrame>
          <p:nvGraphicFramePr>
            <p:cNvPr id="12311" name="对象 12310"/>
            <p:cNvGraphicFramePr/>
            <p:nvPr/>
          </p:nvGraphicFramePr>
          <p:xfrm>
            <a:off x="4332" y="1480"/>
            <a:ext cx="590" cy="1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101600" imgH="203200" progId="Equation.DSMT4">
                    <p:embed/>
                  </p:oleObj>
                </mc:Choice>
                <mc:Fallback>
                  <p:oleObj name="" r:id="rId3" imgW="101600" imgH="2032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32" y="1480"/>
                          <a:ext cx="590" cy="14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2" name="文本框 12311"/>
            <p:cNvSpPr txBox="1"/>
            <p:nvPr/>
          </p:nvSpPr>
          <p:spPr>
            <a:xfrm>
              <a:off x="4694" y="2024"/>
              <a:ext cx="6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latin typeface="Times New Roman" panose="02020603050405020304" pitchFamily="18" charset="0"/>
                </a:rPr>
                <a:t>r</a:t>
              </a:r>
              <a:r>
                <a:rPr lang="zh-CN" altLang="en-US" dirty="0">
                  <a:latin typeface="Times New Roman" panose="02020603050405020304" pitchFamily="18" charset="0"/>
                </a:rPr>
                <a:t>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2313" name="对象 12312"/>
          <p:cNvGraphicFramePr/>
          <p:nvPr/>
        </p:nvGraphicFramePr>
        <p:xfrm>
          <a:off x="539750" y="3151188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317500" imgH="317500" progId="Equation.DSMT4">
                  <p:embed/>
                </p:oleObj>
              </mc:Choice>
              <mc:Fallback>
                <p:oleObj name="" r:id="rId5" imgW="317500" imgH="3175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750" y="3151188"/>
                        <a:ext cx="317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4" name="直接连接符 12313"/>
          <p:cNvSpPr/>
          <p:nvPr/>
        </p:nvSpPr>
        <p:spPr>
          <a:xfrm flipV="1">
            <a:off x="1042988" y="3335338"/>
            <a:ext cx="1439862" cy="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15" name="文本框 12314"/>
          <p:cNvSpPr txBox="1"/>
          <p:nvPr/>
        </p:nvSpPr>
        <p:spPr>
          <a:xfrm>
            <a:off x="1114425" y="2903538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行变换</a:t>
            </a:r>
            <a:endParaRPr lang="zh-CN" altLang="en-US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2316" name="文本框 12315"/>
          <p:cNvSpPr txBox="1"/>
          <p:nvPr/>
        </p:nvSpPr>
        <p:spPr>
          <a:xfrm>
            <a:off x="1114425" y="3381375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列互换</a:t>
            </a:r>
            <a:endParaRPr lang="zh-CN" altLang="en-US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2317" name="文本框 12316"/>
          <p:cNvSpPr txBox="1"/>
          <p:nvPr/>
        </p:nvSpPr>
        <p:spPr>
          <a:xfrm>
            <a:off x="611188" y="1341438"/>
            <a:ext cx="59769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任何矩阵，</a:t>
            </a:r>
            <a:endParaRPr lang="zh-CN" altLang="en-US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12324" name="图片 12323" descr="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913" y="6296025"/>
            <a:ext cx="827087" cy="661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25" name="图片 12324" descr="Z_0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713" y="5734050"/>
            <a:ext cx="6858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539" name="文本框 278538"/>
          <p:cNvSpPr txBox="1"/>
          <p:nvPr/>
        </p:nvSpPr>
        <p:spPr>
          <a:xfrm>
            <a:off x="2487930" y="188595"/>
            <a:ext cx="4114800" cy="6985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§</a:t>
            </a: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en-US" altLang="zh-CN" sz="400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7   矩阵的秩</a:t>
            </a:r>
            <a:endParaRPr lang="en-US" altLang="zh-CN" sz="4000" b="1">
              <a:solidFill>
                <a:srgbClr val="FF3300"/>
              </a:solidFill>
              <a:ea typeface="黑体" panose="02010609060101010101" pitchFamily="2" charset="-122"/>
            </a:endParaRPr>
          </a:p>
          <a:p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278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bldLvl="0" animBg="1"/>
      <p:bldP spid="12315" grpId="0"/>
      <p:bldP spid="12316" grpId="0"/>
      <p:bldP spid="12317" grpId="0"/>
      <p:bldP spid="278539" grpId="0" advAuto="100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2" name="Rectangle 4"/>
          <p:cNvSpPr/>
          <p:nvPr/>
        </p:nvSpPr>
        <p:spPr>
          <a:xfrm>
            <a:off x="610870" y="235966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显然，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×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矩阵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k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阶子式共有            个．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6444615" y="2359660"/>
          <a:ext cx="812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" r:id="rId1" imgW="406400" imgH="241300" progId="Equation.DSMT4">
                  <p:embed/>
                </p:oleObj>
              </mc:Choice>
              <mc:Fallback>
                <p:oleObj name="" r:id="rId1" imgW="406400" imgH="241300" progId="Equation.DSMT4">
                  <p:embed/>
                  <p:pic>
                    <p:nvPicPr>
                      <p:cNvPr id="0" name="图片 414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44615" y="2359660"/>
                        <a:ext cx="8128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/>
          <p:nvPr/>
        </p:nvSpPr>
        <p:spPr>
          <a:xfrm>
            <a:off x="298450" y="2996565"/>
            <a:ext cx="8845550" cy="5041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_GB2312"/>
                <a:ea typeface="楷体_GB2312"/>
              </a:rPr>
              <a:t>辨析：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k </a:t>
            </a:r>
            <a:r>
              <a:rPr lang="zh-CN" altLang="en-US" b="1" dirty="0">
                <a:solidFill>
                  <a:srgbClr val="000000"/>
                </a:solidFill>
                <a:latin typeface="楷体_GB2312"/>
                <a:ea typeface="楷体_GB2312"/>
              </a:rPr>
              <a:t>阶子式、矩阵的子块、余子式、代数余子式</a:t>
            </a:r>
            <a:endParaRPr lang="zh-CN" altLang="en-US" b="1" dirty="0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4" name="Rectangle 3"/>
          <p:cNvSpPr>
            <a:spLocks noGrp="1"/>
          </p:cNvSpPr>
          <p:nvPr>
            <p:ph idx="1"/>
          </p:nvPr>
        </p:nvSpPr>
        <p:spPr>
          <a:xfrm>
            <a:off x="467995" y="634365"/>
            <a:ext cx="8229600" cy="1814830"/>
          </a:xfrm>
        </p:spPr>
        <p:txBody>
          <a:bodyPr vert="horz" wrap="square" lIns="91440" tIns="45720" rIns="91440" bIns="45720" anchor="t" anchorCtr="0">
            <a:spAutoFit/>
          </a:bodyPr>
          <a:p>
            <a:pPr eaLnBrk="1" hangingPunct="1"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</a:rPr>
              <a:t>2.7.1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  <a:r>
              <a:rPr lang="zh-CN" altLang="en-US" sz="2800" b="1" dirty="0"/>
              <a:t>在 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×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矩阵 </a:t>
            </a:r>
            <a:r>
              <a:rPr lang="en-US" altLang="zh-CN" sz="2800" b="1" i="1" dirty="0"/>
              <a:t>A </a:t>
            </a:r>
            <a:r>
              <a:rPr lang="zh-CN" altLang="en-US" sz="2800" b="1" dirty="0"/>
              <a:t>中，任取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行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列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 k</a:t>
            </a:r>
            <a:r>
              <a:rPr lang="en-US" altLang="zh-CN" sz="2800" b="1" dirty="0"/>
              <a:t> ≤ </a:t>
            </a:r>
            <a:r>
              <a:rPr lang="en-US" altLang="zh-CN" sz="2800" b="1" i="1" dirty="0"/>
              <a:t>m</a:t>
            </a:r>
            <a:r>
              <a:rPr lang="zh-CN" altLang="en-US" sz="2800" b="1" dirty="0"/>
              <a:t>，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≤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，位于这些行列交叉处的 </a:t>
            </a:r>
            <a:r>
              <a:rPr lang="en-US" altLang="zh-CN" sz="2800" b="1" i="1" dirty="0"/>
              <a:t>k</a:t>
            </a:r>
            <a:r>
              <a:rPr lang="en-US" altLang="zh-CN" sz="2800" b="1" baseline="30000" dirty="0"/>
              <a:t>2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个元素，不改变它们在 </a:t>
            </a:r>
            <a:r>
              <a:rPr lang="en-US" altLang="zh-CN" sz="2800" b="1" i="1" dirty="0"/>
              <a:t>A</a:t>
            </a:r>
            <a:r>
              <a:rPr lang="zh-CN" altLang="en-US" sz="2800" b="1" dirty="0"/>
              <a:t>中所处的位置次序而得的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阶行列式，称为矩阵 </a:t>
            </a:r>
            <a:r>
              <a:rPr lang="en-US" altLang="zh-CN" sz="2800" b="1" i="1" dirty="0"/>
              <a:t>A </a:t>
            </a:r>
            <a:r>
              <a:rPr lang="zh-CN" altLang="en-US" sz="2800" b="1" dirty="0"/>
              <a:t>的 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zh-CN" altLang="en-US" sz="2800" b="1" dirty="0">
                <a:solidFill>
                  <a:srgbClr val="FF0000"/>
                </a:solidFill>
              </a:rPr>
              <a:t>阶子式</a:t>
            </a:r>
            <a:r>
              <a:rPr lang="zh-CN" altLang="en-US" sz="2800" b="1" dirty="0"/>
              <a:t>．</a:t>
            </a:r>
            <a:endParaRPr lang="zh-CN" altLang="en-US" sz="2800" b="1" dirty="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5306695" cy="67183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solidFill>
                  <a:srgbClr val="FF0000"/>
                </a:solidFill>
              </a:rPr>
              <a:t>矩阵的秩的概念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pSp>
        <p:nvGrpSpPr>
          <p:cNvPr id="27682" name="组合 27681"/>
          <p:cNvGrpSpPr/>
          <p:nvPr/>
        </p:nvGrpSpPr>
        <p:grpSpPr>
          <a:xfrm>
            <a:off x="1938655" y="4002405"/>
            <a:ext cx="2133600" cy="1487488"/>
            <a:chOff x="1008" y="1728"/>
            <a:chExt cx="1344" cy="937"/>
          </a:xfrm>
        </p:grpSpPr>
        <p:sp>
          <p:nvSpPr>
            <p:cNvPr id="27683" name="矩形 27682"/>
            <p:cNvSpPr/>
            <p:nvPr/>
          </p:nvSpPr>
          <p:spPr>
            <a:xfrm>
              <a:off x="1208" y="1728"/>
              <a:ext cx="240" cy="937"/>
            </a:xfrm>
            <a:prstGeom prst="rect">
              <a:avLst/>
            </a:prstGeom>
            <a:solidFill>
              <a:srgbClr val="66FF3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84" name="矩形 27683"/>
            <p:cNvSpPr/>
            <p:nvPr/>
          </p:nvSpPr>
          <p:spPr>
            <a:xfrm>
              <a:off x="1800" y="1728"/>
              <a:ext cx="240" cy="937"/>
            </a:xfrm>
            <a:prstGeom prst="rect">
              <a:avLst/>
            </a:prstGeom>
            <a:solidFill>
              <a:srgbClr val="66FF3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85" name="矩形 27684"/>
            <p:cNvSpPr/>
            <p:nvPr/>
          </p:nvSpPr>
          <p:spPr>
            <a:xfrm>
              <a:off x="1008" y="1792"/>
              <a:ext cx="1344" cy="192"/>
            </a:xfrm>
            <a:prstGeom prst="rect">
              <a:avLst/>
            </a:prstGeom>
            <a:solidFill>
              <a:srgbClr val="66FF3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86" name="矩形 27685"/>
            <p:cNvSpPr/>
            <p:nvPr/>
          </p:nvSpPr>
          <p:spPr>
            <a:xfrm>
              <a:off x="1008" y="2208"/>
              <a:ext cx="1344" cy="192"/>
            </a:xfrm>
            <a:prstGeom prst="rect">
              <a:avLst/>
            </a:prstGeom>
            <a:solidFill>
              <a:srgbClr val="66FF3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687" name="组合 27686"/>
          <p:cNvGrpSpPr/>
          <p:nvPr/>
        </p:nvGrpSpPr>
        <p:grpSpPr>
          <a:xfrm>
            <a:off x="1403668" y="3992880"/>
            <a:ext cx="2941637" cy="1533525"/>
            <a:chOff x="671" y="1722"/>
            <a:chExt cx="1853" cy="966"/>
          </a:xfrm>
        </p:grpSpPr>
        <p:grpSp>
          <p:nvGrpSpPr>
            <p:cNvPr id="27688" name="组合 27687"/>
            <p:cNvGrpSpPr/>
            <p:nvPr/>
          </p:nvGrpSpPr>
          <p:grpSpPr>
            <a:xfrm>
              <a:off x="912" y="1722"/>
              <a:ext cx="1536" cy="966"/>
              <a:chOff x="3301" y="1888"/>
              <a:chExt cx="1536" cy="966"/>
            </a:xfrm>
          </p:grpSpPr>
          <p:pic>
            <p:nvPicPr>
              <p:cNvPr id="27689" name="图片 27688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000000"/>
                  </a:clrFrom>
                  <a:clrTo>
                    <a:srgbClr val="000000"/>
                  </a:clrTo>
                </a:clrChange>
              </a:blip>
              <a:stretch>
                <a:fillRect/>
              </a:stretch>
            </p:blipFill>
            <p:spPr>
              <a:xfrm>
                <a:off x="3301" y="1920"/>
                <a:ext cx="1536" cy="934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7690" name="文本框 27689"/>
              <p:cNvSpPr txBox="1"/>
              <p:nvPr/>
            </p:nvSpPr>
            <p:spPr>
              <a:xfrm>
                <a:off x="3455" y="1888"/>
                <a:ext cx="120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1   1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2   1   4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7691" name="文本框 27690"/>
              <p:cNvSpPr txBox="1"/>
              <p:nvPr/>
            </p:nvSpPr>
            <p:spPr>
              <a:xfrm>
                <a:off x="3461" y="2096"/>
                <a:ext cx="121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 </a:t>
                </a:r>
                <a:r>
                  <a:rPr lang="en-US" altLang="zh-CN" sz="2600" err="1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 1   2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7692" name="文本框 27691"/>
              <p:cNvSpPr txBox="1"/>
              <p:nvPr/>
            </p:nvSpPr>
            <p:spPr>
              <a:xfrm>
                <a:off x="3461" y="2304"/>
                <a:ext cx="121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3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1   2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7693" name="文本框 27692"/>
              <p:cNvSpPr txBox="1"/>
              <p:nvPr/>
            </p:nvSpPr>
            <p:spPr>
              <a:xfrm>
                <a:off x="3461" y="2512"/>
                <a:ext cx="120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3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6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9   7   9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27694" name="文本框 27693"/>
            <p:cNvSpPr txBox="1"/>
            <p:nvPr/>
          </p:nvSpPr>
          <p:spPr>
            <a:xfrm>
              <a:off x="671" y="2016"/>
              <a:ext cx="1853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 eaLnBrk="1" hangingPunct="1">
                <a:lnSpc>
                  <a:spcPct val="120000"/>
                </a:lnSpc>
              </a:pPr>
              <a:r>
                <a:rPr lang="en-US" altLang="zh-CN" sz="2600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                              </a:t>
              </a:r>
              <a:r>
                <a: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</a:t>
              </a:r>
              <a:endParaRPr lang="en-US" altLang="zh-CN" sz="260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7695" name="文本框 27694"/>
          <p:cNvSpPr txBox="1"/>
          <p:nvPr/>
        </p:nvSpPr>
        <p:spPr>
          <a:xfrm>
            <a:off x="567055" y="3469005"/>
            <a:ext cx="1403350" cy="476250"/>
          </a:xfrm>
          <a:prstGeom prst="rect">
            <a:avLst/>
          </a:prstGeom>
          <a:noFill/>
          <a:ln w="38100">
            <a:noFill/>
          </a:ln>
        </p:spPr>
        <p:txBody>
          <a:bodyPr wrap="none" lIns="0" tIns="0" rIns="0" bIns="0" anchor="t" anchorCtr="0">
            <a:spAutoFit/>
          </a:bodyPr>
          <a:p>
            <a:pPr algn="l" eaLnBrk="1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6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例如 </a:t>
            </a:r>
            <a:endParaRPr lang="zh-CN" altLang="en-US" sz="26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7701" name="组合 27700"/>
          <p:cNvGrpSpPr/>
          <p:nvPr/>
        </p:nvGrpSpPr>
        <p:grpSpPr>
          <a:xfrm>
            <a:off x="1403668" y="3992880"/>
            <a:ext cx="2941637" cy="1533525"/>
            <a:chOff x="671" y="1722"/>
            <a:chExt cx="1853" cy="966"/>
          </a:xfrm>
        </p:grpSpPr>
        <p:grpSp>
          <p:nvGrpSpPr>
            <p:cNvPr id="27702" name="组合 27701"/>
            <p:cNvGrpSpPr/>
            <p:nvPr/>
          </p:nvGrpSpPr>
          <p:grpSpPr>
            <a:xfrm>
              <a:off x="912" y="1722"/>
              <a:ext cx="1536" cy="966"/>
              <a:chOff x="3301" y="1888"/>
              <a:chExt cx="1536" cy="966"/>
            </a:xfrm>
          </p:grpSpPr>
          <p:pic>
            <p:nvPicPr>
              <p:cNvPr id="27703" name="图片 27702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000000"/>
                  </a:clrFrom>
                  <a:clrTo>
                    <a:srgbClr val="000000"/>
                  </a:clrTo>
                </a:clrChange>
              </a:blip>
              <a:stretch>
                <a:fillRect/>
              </a:stretch>
            </p:blipFill>
            <p:spPr>
              <a:xfrm>
                <a:off x="3301" y="1920"/>
                <a:ext cx="1536" cy="934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7704" name="文本框 27703"/>
              <p:cNvSpPr txBox="1"/>
              <p:nvPr/>
            </p:nvSpPr>
            <p:spPr>
              <a:xfrm>
                <a:off x="3455" y="1888"/>
                <a:ext cx="120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  </a:t>
                </a:r>
                <a:r>
                  <a:rPr lang="en-US" altLang="zh-CN" sz="26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  </a:t>
                </a:r>
                <a:r>
                  <a:rPr lang="en-US" altLang="zh-CN" sz="26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 4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7705" name="文本框 27704"/>
              <p:cNvSpPr txBox="1"/>
              <p:nvPr/>
            </p:nvSpPr>
            <p:spPr>
              <a:xfrm>
                <a:off x="3461" y="2096"/>
                <a:ext cx="121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 </a:t>
                </a:r>
                <a:r>
                  <a:rPr lang="en-US" altLang="zh-CN" sz="2600" err="1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 1   2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7706" name="文本框 27705"/>
              <p:cNvSpPr txBox="1"/>
              <p:nvPr/>
            </p:nvSpPr>
            <p:spPr>
              <a:xfrm>
                <a:off x="3461" y="2304"/>
                <a:ext cx="121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</a:t>
                </a:r>
                <a:r>
                  <a:rPr lang="en-US" altLang="zh-CN" sz="2600" b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3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</a:t>
                </a:r>
                <a:r>
                  <a:rPr lang="en-US" altLang="zh-CN" sz="2600" b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 2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7707" name="文本框 27706"/>
              <p:cNvSpPr txBox="1"/>
              <p:nvPr/>
            </p:nvSpPr>
            <p:spPr>
              <a:xfrm>
                <a:off x="3461" y="2512"/>
                <a:ext cx="1206" cy="3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algn="l" eaLnBrk="1" hangingPunct="1">
                  <a:lnSpc>
                    <a:spcPct val="120000"/>
                  </a:lnSpc>
                </a:pP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3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6  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26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9   7   9</a:t>
                </a:r>
                <a:endPara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27708" name="文本框 27707"/>
            <p:cNvSpPr txBox="1"/>
            <p:nvPr/>
          </p:nvSpPr>
          <p:spPr>
            <a:xfrm>
              <a:off x="671" y="2016"/>
              <a:ext cx="1853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 eaLnBrk="1" hangingPunct="1">
                <a:lnSpc>
                  <a:spcPct val="120000"/>
                </a:lnSpc>
              </a:pPr>
              <a:r>
                <a:rPr lang="en-US" altLang="zh-CN" sz="2600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                              </a:t>
              </a:r>
              <a:r>
                <a: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</a:t>
              </a:r>
              <a:endParaRPr lang="en-US" altLang="zh-CN" sz="260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7711" name="组合 27710"/>
          <p:cNvGrpSpPr/>
          <p:nvPr/>
        </p:nvGrpSpPr>
        <p:grpSpPr>
          <a:xfrm>
            <a:off x="1400493" y="5608955"/>
            <a:ext cx="4500562" cy="936625"/>
            <a:chOff x="553" y="2976"/>
            <a:chExt cx="2835" cy="590"/>
          </a:xfrm>
        </p:grpSpPr>
        <p:sp>
          <p:nvSpPr>
            <p:cNvPr id="27700" name="矩形 27699"/>
            <p:cNvSpPr/>
            <p:nvPr/>
          </p:nvSpPr>
          <p:spPr>
            <a:xfrm>
              <a:off x="553" y="3066"/>
              <a:ext cx="2835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 eaLnBrk="1" hangingPunct="1">
                <a:lnSpc>
                  <a:spcPct val="120000"/>
                </a:lnSpc>
              </a:pPr>
              <a:r>
                <a:rPr lang="en-US" altLang="zh-CN" sz="2600" i="1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D</a:t>
              </a:r>
              <a:r>
                <a: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              </a:t>
              </a:r>
              <a:r>
                <a:rPr lang="zh-CN" altLang="en-US" sz="2600" dirty="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是</a:t>
              </a:r>
              <a:r>
                <a:rPr lang="en-US" altLang="zh-CN" sz="2600" i="1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600" dirty="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的一个二阶子式</a:t>
              </a:r>
              <a:r>
                <a:rPr lang="en-US" altLang="zh-CN" sz="2600" dirty="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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7710" name="对象 27709"/>
            <p:cNvGraphicFramePr/>
            <p:nvPr/>
          </p:nvGraphicFramePr>
          <p:xfrm>
            <a:off x="884" y="2976"/>
            <a:ext cx="590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4" imgW="1066800" imgH="1066800" progId="Equation.DSMT4">
                    <p:embed/>
                  </p:oleObj>
                </mc:Choice>
                <mc:Fallback>
                  <p:oleObj name="" r:id="rId4" imgW="1066800" imgH="1066800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84" y="2976"/>
                          <a:ext cx="590" cy="5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4" grpId="0" build="p"/>
      <p:bldP spid="27695" grpId="0" build="p"/>
      <p:bldP spid="17412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7" name="Text Box 5"/>
          <p:cNvSpPr txBox="1"/>
          <p:nvPr/>
        </p:nvSpPr>
        <p:spPr>
          <a:xfrm>
            <a:off x="212725" y="2338388"/>
            <a:ext cx="4206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与元素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相对应的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余子式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438" name="Line 6"/>
          <p:cNvSpPr/>
          <p:nvPr/>
        </p:nvSpPr>
        <p:spPr>
          <a:xfrm>
            <a:off x="1412875" y="781050"/>
            <a:ext cx="17399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9" name="Line 7"/>
          <p:cNvSpPr/>
          <p:nvPr/>
        </p:nvSpPr>
        <p:spPr>
          <a:xfrm>
            <a:off x="2176463" y="652463"/>
            <a:ext cx="0" cy="12192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1271588" y="3038475"/>
          <a:ext cx="20304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" r:id="rId1" imgW="1016000" imgH="482600" progId="Equation.DSMT4">
                  <p:embed/>
                </p:oleObj>
              </mc:Choice>
              <mc:Fallback>
                <p:oleObj name="" r:id="rId1" imgW="1016000" imgH="482600" progId="Equation.DSMT4">
                  <p:embed/>
                  <p:pic>
                    <p:nvPicPr>
                      <p:cNvPr id="0" name="图片 4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1588" y="3038475"/>
                        <a:ext cx="2030412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9"/>
          <p:cNvSpPr txBox="1"/>
          <p:nvPr/>
        </p:nvSpPr>
        <p:spPr>
          <a:xfrm>
            <a:off x="212725" y="4248150"/>
            <a:ext cx="3140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相应的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代数余子式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63239" name="Line 10"/>
          <p:cNvSpPr/>
          <p:nvPr/>
        </p:nvSpPr>
        <p:spPr>
          <a:xfrm>
            <a:off x="4572000" y="2209800"/>
            <a:ext cx="0" cy="4648200"/>
          </a:xfrm>
          <a:prstGeom prst="line">
            <a:avLst/>
          </a:prstGeom>
          <a:ln w="28575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3240" name="Line 11"/>
          <p:cNvSpPr/>
          <p:nvPr/>
        </p:nvSpPr>
        <p:spPr>
          <a:xfrm>
            <a:off x="0" y="2209800"/>
            <a:ext cx="9144000" cy="0"/>
          </a:xfrm>
          <a:prstGeom prst="line">
            <a:avLst/>
          </a:prstGeom>
          <a:ln w="28575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6" name="Line 14"/>
          <p:cNvSpPr/>
          <p:nvPr/>
        </p:nvSpPr>
        <p:spPr>
          <a:xfrm>
            <a:off x="6157913" y="650875"/>
            <a:ext cx="0" cy="1220788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7" name="Line 15"/>
          <p:cNvSpPr/>
          <p:nvPr/>
        </p:nvSpPr>
        <p:spPr>
          <a:xfrm>
            <a:off x="5565775" y="1524000"/>
            <a:ext cx="2555875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8" name="Line 16"/>
          <p:cNvSpPr/>
          <p:nvPr/>
        </p:nvSpPr>
        <p:spPr>
          <a:xfrm>
            <a:off x="7481888" y="650875"/>
            <a:ext cx="0" cy="1220788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9" name="Text Box 17"/>
          <p:cNvSpPr txBox="1"/>
          <p:nvPr/>
        </p:nvSpPr>
        <p:spPr>
          <a:xfrm>
            <a:off x="4876800" y="4248150"/>
            <a:ext cx="365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的一个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2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阶子块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8450" name="Object 18"/>
          <p:cNvGraphicFramePr>
            <a:graphicFrameLocks noChangeAspect="1"/>
          </p:cNvGraphicFramePr>
          <p:nvPr/>
        </p:nvGraphicFramePr>
        <p:xfrm>
          <a:off x="6134100" y="4949825"/>
          <a:ext cx="14208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" r:id="rId3" imgW="711200" imgH="482600" progId="Equation.DSMT4">
                  <p:embed/>
                </p:oleObj>
              </mc:Choice>
              <mc:Fallback>
                <p:oleObj name="" r:id="rId3" imgW="711200" imgH="482600" progId="Equation.DSMT4">
                  <p:embed/>
                  <p:pic>
                    <p:nvPicPr>
                      <p:cNvPr id="0" name="图片 4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34100" y="4949825"/>
                        <a:ext cx="1420813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Text Box 19"/>
          <p:cNvSpPr txBox="1"/>
          <p:nvPr/>
        </p:nvSpPr>
        <p:spPr>
          <a:xfrm>
            <a:off x="4876800" y="2338388"/>
            <a:ext cx="365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的一个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2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阶子式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8452" name="Object 20"/>
          <p:cNvGraphicFramePr>
            <a:graphicFrameLocks noChangeAspect="1"/>
          </p:cNvGraphicFramePr>
          <p:nvPr/>
        </p:nvGraphicFramePr>
        <p:xfrm>
          <a:off x="6248400" y="3038475"/>
          <a:ext cx="119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" r:id="rId5" imgW="596900" imgH="482600" progId="Equation.DSMT4">
                  <p:embed/>
                </p:oleObj>
              </mc:Choice>
              <mc:Fallback>
                <p:oleObj name="" r:id="rId5" imgW="596900" imgH="482600" progId="Equation.DSMT4">
                  <p:embed/>
                  <p:pic>
                    <p:nvPicPr>
                      <p:cNvPr id="0" name="图片 4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8400" y="3038475"/>
                        <a:ext cx="11938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4" name="Line 22"/>
          <p:cNvSpPr/>
          <p:nvPr/>
        </p:nvSpPr>
        <p:spPr>
          <a:xfrm>
            <a:off x="6400800" y="650875"/>
            <a:ext cx="0" cy="12207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55" name="Line 23"/>
          <p:cNvSpPr/>
          <p:nvPr/>
        </p:nvSpPr>
        <p:spPr>
          <a:xfrm>
            <a:off x="5565775" y="779463"/>
            <a:ext cx="255587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56" name="Line 24"/>
          <p:cNvSpPr/>
          <p:nvPr/>
        </p:nvSpPr>
        <p:spPr>
          <a:xfrm>
            <a:off x="7058025" y="650875"/>
            <a:ext cx="0" cy="12207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57" name="Line 25"/>
          <p:cNvSpPr/>
          <p:nvPr/>
        </p:nvSpPr>
        <p:spPr>
          <a:xfrm>
            <a:off x="5565775" y="1247775"/>
            <a:ext cx="255587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382588" y="4949825"/>
          <a:ext cx="38084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" r:id="rId7" imgW="1905000" imgH="482600" progId="Equation.DSMT4">
                  <p:embed/>
                </p:oleObj>
              </mc:Choice>
              <mc:Fallback>
                <p:oleObj name="" r:id="rId7" imgW="1905000" imgH="482600" progId="Equation.DSMT4">
                  <p:embed/>
                  <p:pic>
                    <p:nvPicPr>
                      <p:cNvPr id="0" name="图片 41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588" y="4949825"/>
                        <a:ext cx="3808412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1358900" y="533400"/>
          <a:ext cx="1854200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" r:id="rId9" imgW="927100" imgH="711200" progId="Equation.DSMT4">
                  <p:embed/>
                </p:oleObj>
              </mc:Choice>
              <mc:Fallback>
                <p:oleObj name="" r:id="rId9" imgW="927100" imgH="711200" progId="Equation.DSMT4">
                  <p:embed/>
                  <p:pic>
                    <p:nvPicPr>
                      <p:cNvPr id="0" name="图片 415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8900" y="533400"/>
                        <a:ext cx="1854200" cy="1420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3254" name="Object 12"/>
          <p:cNvGraphicFramePr>
            <a:graphicFrameLocks noChangeAspect="1"/>
          </p:cNvGraphicFramePr>
          <p:nvPr/>
        </p:nvGraphicFramePr>
        <p:xfrm>
          <a:off x="5486400" y="533400"/>
          <a:ext cx="2716213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" r:id="rId11" imgW="1358265" imgH="711200" progId="Equation.DSMT4">
                  <p:embed/>
                </p:oleObj>
              </mc:Choice>
              <mc:Fallback>
                <p:oleObj name="" r:id="rId11" imgW="1358265" imgH="711200" progId="Equation.DSMT4">
                  <p:embed/>
                  <p:pic>
                    <p:nvPicPr>
                      <p:cNvPr id="0" name="图片 41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86400" y="533400"/>
                        <a:ext cx="2716213" cy="1420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6520" y="980440"/>
            <a:ext cx="1316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3333FF"/>
                </a:solidFill>
              </a:rPr>
              <a:t>行列式</a:t>
            </a:r>
            <a:endParaRPr lang="zh-CN" altLang="en-US">
              <a:solidFill>
                <a:srgbClr val="3333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56100" y="980440"/>
            <a:ext cx="1003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3333FF"/>
                </a:solidFill>
              </a:rPr>
              <a:t>矩阵</a:t>
            </a:r>
            <a:endParaRPr lang="zh-CN" altLang="en-US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41" grpId="0"/>
      <p:bldP spid="18449" grpId="0"/>
      <p:bldP spid="18451" grpId="0"/>
      <p:bldP spid="3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6306" name="Rectangle 2"/>
          <p:cNvSpPr>
            <a:spLocks noGrp="1"/>
          </p:cNvSpPr>
          <p:nvPr>
            <p:ph idx="1"/>
          </p:nvPr>
        </p:nvSpPr>
        <p:spPr>
          <a:xfrm>
            <a:off x="251460" y="188595"/>
            <a:ext cx="8529955" cy="18605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定义</a:t>
            </a:r>
            <a:r>
              <a:rPr lang="en-US" altLang="zh-CN" sz="2800" b="1" dirty="0">
                <a:solidFill>
                  <a:srgbClr val="FF3300"/>
                </a:solidFill>
              </a:rPr>
              <a:t>2.7.2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  <a:r>
              <a:rPr lang="zh-CN" altLang="en-US" sz="2800" b="1" dirty="0"/>
              <a:t>设矩阵 </a:t>
            </a:r>
            <a:r>
              <a:rPr lang="en-US" altLang="zh-CN" sz="2800" b="1" i="1" dirty="0"/>
              <a:t>A </a:t>
            </a:r>
            <a:r>
              <a:rPr lang="zh-CN" altLang="en-US" sz="2800" b="1" dirty="0"/>
              <a:t>中有一个不等于零的 </a:t>
            </a:r>
            <a:r>
              <a:rPr lang="en-US" altLang="zh-CN" sz="2800" b="1" i="1" dirty="0"/>
              <a:t>r </a:t>
            </a:r>
            <a:r>
              <a:rPr lang="zh-CN" altLang="en-US" sz="2800" b="1" dirty="0"/>
              <a:t>阶子式</a:t>
            </a:r>
            <a:r>
              <a:rPr lang="zh-CN" altLang="en-US" sz="2800" b="1" i="1" dirty="0"/>
              <a:t> </a:t>
            </a:r>
            <a:r>
              <a:rPr lang="en-US" altLang="zh-CN" sz="2800" b="1" i="1" dirty="0"/>
              <a:t>D</a:t>
            </a:r>
            <a:r>
              <a:rPr lang="zh-CN" altLang="en-US" sz="2800" b="1" dirty="0"/>
              <a:t>，且所有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+1 </a:t>
            </a:r>
            <a:r>
              <a:rPr lang="zh-CN" altLang="en-US" sz="2800" b="1" dirty="0"/>
              <a:t>阶子式（如果存在的话）全等于零，那么</a:t>
            </a:r>
            <a:r>
              <a:rPr lang="zh-CN" altLang="en-US" sz="2800" b="1" i="1" dirty="0"/>
              <a:t> </a:t>
            </a:r>
            <a:r>
              <a:rPr lang="en-US" altLang="zh-CN" sz="2800" b="1" i="1" dirty="0"/>
              <a:t>D </a:t>
            </a:r>
            <a:r>
              <a:rPr lang="zh-CN" altLang="en-US" sz="2800" b="1" dirty="0"/>
              <a:t>称为矩阵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最高阶非零子式</a:t>
            </a:r>
            <a:r>
              <a:rPr lang="zh-CN" altLang="en-US" sz="2800" b="1" dirty="0"/>
              <a:t>，数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称为</a:t>
            </a:r>
            <a:r>
              <a:rPr lang="zh-CN" altLang="en-US" sz="2800" b="1" dirty="0">
                <a:solidFill>
                  <a:srgbClr val="FF0000"/>
                </a:solidFill>
              </a:rPr>
              <a:t>矩阵</a:t>
            </a:r>
            <a:r>
              <a:rPr lang="zh-CN" altLang="en-US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的秩</a:t>
            </a:r>
            <a:r>
              <a:rPr lang="zh-CN" altLang="en-US" sz="2800" b="1" dirty="0"/>
              <a:t>，记作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．</a:t>
            </a:r>
            <a:endParaRPr lang="zh-CN" altLang="en-US" sz="2800" b="1" dirty="0"/>
          </a:p>
        </p:txBody>
      </p:sp>
      <p:sp>
        <p:nvSpPr>
          <p:cNvPr id="51203" name="AutoShape 3"/>
          <p:cNvSpPr/>
          <p:nvPr/>
        </p:nvSpPr>
        <p:spPr>
          <a:xfrm>
            <a:off x="268288" y="2667000"/>
            <a:ext cx="8604250" cy="392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根据行列式按行（列）展开法则可知，矩阵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中任何一个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+2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阶子式（如果存在的话）都可以用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+1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阶子式来表示．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如果矩阵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中所有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+1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阶子式都等于零，那么所有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+2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阶子式也都等于零 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事实上，所有高于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+1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阶的子式（如果存在的话）也都等于零 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因此矩阵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的秩就是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中非零子式的最高阶数．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66308" name="Text Box 4"/>
          <p:cNvSpPr txBox="1"/>
          <p:nvPr/>
        </p:nvSpPr>
        <p:spPr>
          <a:xfrm>
            <a:off x="457200" y="2038350"/>
            <a:ext cx="82311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</a:rPr>
              <a:t>规定：</a:t>
            </a:r>
            <a:r>
              <a:rPr lang="zh-CN" altLang="en-US" sz="2400" b="1" dirty="0">
                <a:solidFill>
                  <a:srgbClr val="000000"/>
                </a:solidFill>
                <a:latin typeface="楷体_GB2312"/>
                <a:ea typeface="楷体_GB2312"/>
              </a:rPr>
              <a:t>零矩阵的秩等于零．</a:t>
            </a:r>
            <a:endParaRPr lang="zh-CN" altLang="en-US" sz="2400" b="1" dirty="0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6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06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40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51203">
                                            <p:txEl>
                                              <p:charRg st="140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nimBg="1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7330" name="Rectangle 6"/>
          <p:cNvSpPr/>
          <p:nvPr/>
        </p:nvSpPr>
        <p:spPr>
          <a:xfrm>
            <a:off x="467995" y="405130"/>
            <a:ext cx="640873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矩阵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的秩就是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中非零子式的最高阶数．    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2535" name="Rectangle 7"/>
          <p:cNvSpPr/>
          <p:nvPr/>
        </p:nvSpPr>
        <p:spPr>
          <a:xfrm>
            <a:off x="457200" y="908685"/>
            <a:ext cx="8229600" cy="332168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中有某个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阶子式不等于零，则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；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若矩阵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中所有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阶子式等于零，则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&lt;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为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阶矩阵，则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阶子式只有一个，即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|A|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当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|A|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≠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0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时，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;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为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×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矩阵，则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0≤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)≤min(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m, 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850" y="4005580"/>
            <a:ext cx="8644255" cy="1494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3300"/>
                </a:solidFill>
                <a:ea typeface="楷体_GB2312"/>
                <a:sym typeface="+mn-ea"/>
              </a:rPr>
              <a:t>定义</a:t>
            </a:r>
            <a:r>
              <a:rPr lang="en-US" altLang="zh-CN" sz="2400" dirty="0">
                <a:solidFill>
                  <a:srgbClr val="FF3300"/>
                </a:solidFill>
                <a:ea typeface="楷体_GB2312"/>
                <a:sym typeface="+mn-ea"/>
              </a:rPr>
              <a:t> 2.7.3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如果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R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sz="2400" i="1" baseline="-25000" dirty="0">
                <a:solidFill>
                  <a:srgbClr val="000000"/>
                </a:solidFill>
                <a:ea typeface="楷体_GB2312"/>
                <a:sym typeface="+mn-ea"/>
              </a:rPr>
              <a:t>m</a:t>
            </a:r>
            <a:r>
              <a:rPr lang="en-US" altLang="zh-CN" sz="1800" baseline="-25000" dirty="0">
                <a:solidFill>
                  <a:srgbClr val="000000"/>
                </a:solidFill>
                <a:ea typeface="楷体_GB2312"/>
                <a:sym typeface="+mn-ea"/>
              </a:rPr>
              <a:t>×</a:t>
            </a:r>
            <a:r>
              <a:rPr lang="en-US" altLang="zh-CN" sz="2400" i="1" baseline="-25000" dirty="0">
                <a:solidFill>
                  <a:srgbClr val="000000"/>
                </a:solidFill>
                <a:ea typeface="楷体_GB231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)=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，称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为</a:t>
            </a:r>
            <a:r>
              <a:rPr lang="zh-CN" altLang="en-US" sz="2400" dirty="0">
                <a:solidFill>
                  <a:srgbClr val="FF3300"/>
                </a:solidFill>
                <a:ea typeface="楷体_GB2312"/>
                <a:sym typeface="+mn-ea"/>
              </a:rPr>
              <a:t>行满秩矩阵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；如果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R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sz="2400" i="1" baseline="-25000" dirty="0">
                <a:solidFill>
                  <a:srgbClr val="000000"/>
                </a:solidFill>
                <a:ea typeface="楷体_GB2312"/>
                <a:sym typeface="+mn-ea"/>
              </a:rPr>
              <a:t>m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×</a:t>
            </a:r>
            <a:r>
              <a:rPr lang="en-US" altLang="zh-CN" sz="2400" i="1" baseline="-25000" dirty="0">
                <a:solidFill>
                  <a:srgbClr val="000000"/>
                </a:solidFill>
                <a:ea typeface="楷体_GB231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)=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，称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为</a:t>
            </a:r>
            <a:r>
              <a:rPr lang="zh-CN" altLang="en-US" sz="2400" dirty="0">
                <a:solidFill>
                  <a:srgbClr val="FF3300"/>
                </a:solidFill>
                <a:ea typeface="楷体_GB2312"/>
                <a:sym typeface="+mn-ea"/>
              </a:rPr>
              <a:t>列满秩矩阵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；如果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R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sz="2400" i="1" baseline="-25000" dirty="0">
                <a:solidFill>
                  <a:srgbClr val="000000"/>
                </a:solidFill>
                <a:ea typeface="楷体_GB2312"/>
                <a:sym typeface="+mn-ea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×</a:t>
            </a:r>
            <a:r>
              <a:rPr lang="en-US" altLang="zh-CN" sz="2400" i="1" baseline="-25000" dirty="0">
                <a:solidFill>
                  <a:srgbClr val="000000"/>
                </a:solidFill>
                <a:ea typeface="楷体_GB231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)=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，称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为</a:t>
            </a:r>
            <a:r>
              <a:rPr lang="zh-CN" altLang="en-US" sz="2400" dirty="0">
                <a:solidFill>
                  <a:srgbClr val="FF3300"/>
                </a:solidFill>
                <a:ea typeface="楷体_GB2312"/>
                <a:sym typeface="+mn-ea"/>
              </a:rPr>
              <a:t>满秩矩阵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.</a:t>
            </a:r>
            <a:endParaRPr lang="en-US" altLang="zh-CN" sz="2400" dirty="0">
              <a:solidFill>
                <a:srgbClr val="000000"/>
              </a:solidFill>
              <a:ea typeface="楷体_GB2312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   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可逆矩阵（非奇异矩阵）就是</a:t>
            </a:r>
            <a:r>
              <a:rPr lang="zh-CN" altLang="en-US" sz="2400" dirty="0">
                <a:solidFill>
                  <a:srgbClr val="FF0000"/>
                </a:solidFill>
                <a:ea typeface="楷体_GB2312"/>
                <a:sym typeface="+mn-ea"/>
              </a:rPr>
              <a:t>满秩矩阵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．</a:t>
            </a:r>
            <a:endParaRPr lang="zh-CN" altLang="en-US" sz="2400" dirty="0">
              <a:solidFill>
                <a:srgbClr val="000000"/>
              </a:solidFill>
              <a:ea typeface="楷体_GB231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4970" y="5484283"/>
            <a:ext cx="8231505" cy="972256"/>
            <a:chOff x="412" y="8983"/>
            <a:chExt cx="12963" cy="1060"/>
          </a:xfrm>
        </p:grpSpPr>
        <p:sp>
          <p:nvSpPr>
            <p:cNvPr id="874498" name="Rectangle 4"/>
            <p:cNvSpPr/>
            <p:nvPr/>
          </p:nvSpPr>
          <p:spPr>
            <a:xfrm>
              <a:off x="412" y="8983"/>
              <a:ext cx="12963" cy="10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342900" indent="-342900"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/>
                </a:rPr>
                <a:t>定理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/>
                </a:rPr>
                <a:t>2.7.1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</a:rPr>
                <a:t>：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</a:rPr>
                <a:t>矩阵的初等变换不改矩阵的秩，即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若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，则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R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A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) =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R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B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)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． 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graphicFrame>
          <p:nvGraphicFramePr>
            <p:cNvPr id="4" name="对象 -2147480835"/>
            <p:cNvGraphicFramePr>
              <a:graphicFrameLocks noChangeAspect="1"/>
            </p:cNvGraphicFramePr>
            <p:nvPr/>
          </p:nvGraphicFramePr>
          <p:xfrm>
            <a:off x="10732" y="9000"/>
            <a:ext cx="1247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431800" imgH="165100" progId="Equation.DSMT4">
                    <p:embed/>
                  </p:oleObj>
                </mc:Choice>
                <mc:Fallback>
                  <p:oleObj name="" r:id="rId1" imgW="431800" imgH="1651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732" y="9000"/>
                          <a:ext cx="1247" cy="4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charRg st="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535">
                                            <p:txEl>
                                              <p:charRg st="4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charRg st="38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535">
                                            <p:txEl>
                                              <p:charRg st="38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charRg st="71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2535">
                                            <p:txEl>
                                              <p:charRg st="71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charRg st="106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2535">
                                            <p:txEl>
                                              <p:charRg st="106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charRg st="128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2535">
                                            <p:txEl>
                                              <p:charRg st="128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5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uiExpand="1" build="p"/>
      <p:bldP spid="2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6" name="Rectangle 4"/>
          <p:cNvSpPr/>
          <p:nvPr/>
        </p:nvSpPr>
        <p:spPr>
          <a:xfrm>
            <a:off x="252095" y="404495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2.7.1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求矩阵                                 的秩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2" name="对象 -2147480761"/>
          <p:cNvGraphicFramePr>
            <a:graphicFrameLocks noChangeAspect="1"/>
          </p:cNvGraphicFramePr>
          <p:nvPr/>
        </p:nvGraphicFramePr>
        <p:xfrm>
          <a:off x="2915603" y="116205"/>
          <a:ext cx="2643505" cy="127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22400" imgH="685800" progId="Equation.DSMT4">
                  <p:embed/>
                </p:oleObj>
              </mc:Choice>
              <mc:Fallback>
                <p:oleObj name="" r:id="rId1" imgW="1422400" imgH="685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5603" y="116205"/>
                        <a:ext cx="2643505" cy="1274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0760"/>
          <p:cNvGraphicFramePr>
            <a:graphicFrameLocks noChangeAspect="1"/>
          </p:cNvGraphicFramePr>
          <p:nvPr/>
        </p:nvGraphicFramePr>
        <p:xfrm>
          <a:off x="539750" y="2111375"/>
          <a:ext cx="8401685" cy="295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4127500" imgH="1231265" progId="Equation.DSMT4">
                  <p:embed/>
                </p:oleObj>
              </mc:Choice>
              <mc:Fallback>
                <p:oleObj name="" r:id="rId3" imgW="4127500" imgH="1231265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2111375"/>
                        <a:ext cx="8401685" cy="2957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55650" y="1412875"/>
            <a:ext cx="19964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0000FF"/>
                </a:solidFill>
                <a:ea typeface="楷体_GB2312"/>
                <a:sym typeface="+mn-ea"/>
              </a:rPr>
              <a:t>解</a:t>
            </a:r>
            <a:r>
              <a:rPr lang="en-US" altLang="zh-CN" dirty="0">
                <a:solidFill>
                  <a:srgbClr val="0000FF"/>
                </a:solidFill>
                <a:ea typeface="楷体_GB2312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ea typeface="楷体_GB2312"/>
                <a:sym typeface="+mn-ea"/>
              </a:rPr>
              <a:t>因为</a:t>
            </a:r>
            <a:endParaRPr lang="zh-CN" altLang="en-US" dirty="0">
              <a:solidFill>
                <a:schemeClr val="tx1"/>
              </a:solidFill>
              <a:ea typeface="楷体_GB231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5880" y="5157470"/>
            <a:ext cx="25590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000000"/>
                </a:solidFill>
                <a:ea typeface="楷体_GB2312"/>
                <a:sym typeface="+mn-ea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楷体_GB2312"/>
                <a:sym typeface="+mn-ea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楷体_GB2312"/>
                <a:sym typeface="+mn-ea"/>
              </a:rPr>
              <a:t>)=3.</a:t>
            </a:r>
            <a:endParaRPr lang="en-US" altLang="zh-CN" dirty="0">
              <a:solidFill>
                <a:srgbClr val="000000"/>
              </a:solidFill>
              <a:ea typeface="楷体_GB231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" grpId="0" bldLvl="0" animBg="1"/>
      <p:bldP spid="5" grpId="0"/>
      <p:bldP spid="6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4738" name="Rectangle 19"/>
          <p:cNvSpPr/>
          <p:nvPr/>
        </p:nvSpPr>
        <p:spPr>
          <a:xfrm>
            <a:off x="457200" y="533400"/>
            <a:ext cx="82311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/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矩阵的秩的性质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3028" name="AutoShape 20"/>
          <p:cNvSpPr/>
          <p:nvPr/>
        </p:nvSpPr>
        <p:spPr>
          <a:xfrm>
            <a:off x="265113" y="1117600"/>
            <a:ext cx="8610600" cy="5611813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为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×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矩阵，则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0≤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)≤min(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m, 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~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，则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可逆，则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R(PAQ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max{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)}≤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特别地，当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为非零列向量时，有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 algn="ctr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 startAt="6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 startAt="6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)≤min{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)}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anose="05000000000000000000" pitchFamily="2" charset="2"/>
              <a:buAutoNum type="circleNumDbPlain" startAt="6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×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B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×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，则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441" name="Rectangle 9"/>
          <p:cNvSpPr/>
          <p:nvPr/>
        </p:nvSpPr>
        <p:spPr>
          <a:xfrm>
            <a:off x="252095" y="44450"/>
            <a:ext cx="1382395" cy="490855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noAutofit/>
          </a:bodyPr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小结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3028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34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3028">
                                            <p:txEl>
                                              <p:charRg st="34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5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3028">
                                            <p:txEl>
                                              <p:charRg st="50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3028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101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43028">
                                            <p:txEl>
                                              <p:charRg st="101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13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43028">
                                            <p:txEl>
                                              <p:charRg st="138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3028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184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3028">
                                            <p:txEl>
                                              <p:charRg st="184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204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43028">
                                            <p:txEl>
                                              <p:charRg st="204" end="2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charRg st="229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3028">
                                            <p:txEl>
                                              <p:charRg st="229" end="2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8" grpId="0" animBg="1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28706" name="矩形 328705"/>
          <p:cNvSpPr/>
          <p:nvPr/>
        </p:nvSpPr>
        <p:spPr>
          <a:xfrm>
            <a:off x="1079500" y="533400"/>
            <a:ext cx="1408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思考题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28707" name="矩形 328706"/>
          <p:cNvSpPr/>
          <p:nvPr/>
        </p:nvSpPr>
        <p:spPr>
          <a:xfrm>
            <a:off x="1079500" y="2286000"/>
            <a:ext cx="22240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思考题解答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28708" name="文本框 328707"/>
          <p:cNvSpPr txBox="1"/>
          <p:nvPr/>
        </p:nvSpPr>
        <p:spPr>
          <a:xfrm>
            <a:off x="358775" y="1143000"/>
            <a:ext cx="8456613" cy="1073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可逆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那么矩阵方程 </a:t>
            </a:r>
            <a:r>
              <a:rPr lang="en-US" altLang="zh-CN" i="1">
                <a:latin typeface="Times New Roman" panose="02020603050405020304" pitchFamily="18" charset="0"/>
              </a:rPr>
              <a:t>AX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en-US" altLang="zh-CN" i="1">
                <a:latin typeface="Times New Roman" panose="02020603050405020304" pitchFamily="18" charset="0"/>
              </a:rPr>
              <a:t>YA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是否有唯一解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)?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8709" name="文本框 328708"/>
          <p:cNvSpPr txBox="1"/>
          <p:nvPr/>
        </p:nvSpPr>
        <p:spPr>
          <a:xfrm>
            <a:off x="358775" y="3443288"/>
            <a:ext cx="8456613" cy="1073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若当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为奇异方阵时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上述方程可能有解但不唯一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也可能无解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8710" name="矩形 328709"/>
          <p:cNvSpPr/>
          <p:nvPr/>
        </p:nvSpPr>
        <p:spPr>
          <a:xfrm>
            <a:off x="1079500" y="2954338"/>
            <a:ext cx="52054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是的</a:t>
            </a:r>
            <a:r>
              <a:rPr lang="en-US" altLang="zh-CN">
                <a:latin typeface="Times New Roman" panose="02020603050405020304" pitchFamily="18" charset="0"/>
              </a:rPr>
              <a:t>! </a:t>
            </a:r>
            <a:r>
              <a:rPr lang="zh-CN" altLang="en-US" dirty="0">
                <a:latin typeface="Times New Roman" panose="02020603050405020304" pitchFamily="18" charset="0"/>
              </a:rPr>
              <a:t>这是由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的唯一性决定的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870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28708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2870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2871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2870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dvAuto="1000" build="p"/>
      <p:bldP spid="328707" grpId="0" build="p"/>
      <p:bldP spid="328708" grpId="0" advAuto="1000" build="p"/>
      <p:bldP spid="328709" grpId="0" build="p"/>
      <p:bldP spid="328710" grpId="0" build="p"/>
    </p:bldLst>
  </p:timing>
</p:sld>
</file>

<file path=ppt/tags/tag1.xml><?xml version="1.0" encoding="utf-8"?>
<p:tagLst xmlns:p="http://schemas.openxmlformats.org/presentationml/2006/main">
  <p:tag name="TABLE_ENDDRAG_ORIGIN_RECT" val="572*227"/>
  <p:tag name="TABLE_ENDDRAG_RECT" val="58*109*572*227"/>
</p:tagLst>
</file>

<file path=ppt/tags/tag2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3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4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5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6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7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8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  <p:tag name="picid" val="{807549db-d36c-4c47-b028-0202ffb23b37}"/>
</p:tagLst>
</file>

<file path=ppt/tags/tag9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  <p:tag name="picid" val="{c1cfc74c-277b-4b4b-9a3c-afa3f5c299d9}"/>
</p:tagLst>
</file>

<file path=ppt/tags/tag10.xml><?xml version="1.0" encoding="utf-8"?>
<p:tagLst xmlns:p="http://schemas.openxmlformats.org/presentationml/2006/main">
  <p:tag name="picid" val="{726a0f77-d5fd-43a7-9f03-44309c372019}"/>
</p:tagLst>
</file>

<file path=ppt/tags/tag11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2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3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4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5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6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7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8.xml><?xml version="1.0" encoding="utf-8"?>
<p:tagLst xmlns:p="http://schemas.openxmlformats.org/presentationml/2006/main">
  <p:tag name="KSO_WM_DIAGRAM_VIRTUALLY_FRAME" val="{&quot;height&quot;:417.12503937007875,&quot;left&quot;:53.87503937007874,&quot;top&quot;:38.75,&quot;width&quot;:624.8749606299212}"/>
</p:tagLst>
</file>

<file path=ppt/tags/tag19.xml><?xml version="1.0" encoding="utf-8"?>
<p:tagLst xmlns:p="http://schemas.openxmlformats.org/presentationml/2006/main">
  <p:tag name="picid" val="{682d5e7a-3b63-4aa9-98d9-13c4232b8a72}"/>
</p:tagLst>
</file>

<file path=ppt/tags/tag20.xml><?xml version="1.0" encoding="utf-8"?>
<p:tagLst xmlns:p="http://schemas.openxmlformats.org/presentationml/2006/main">
  <p:tag name="picid" val="{de385723-6cde-48ce-b58a-044ea30e095a}"/>
</p:tagLst>
</file>

<file path=ppt/tags/tag21.xml><?xml version="1.0" encoding="utf-8"?>
<p:tagLst xmlns:p="http://schemas.openxmlformats.org/presentationml/2006/main">
  <p:tag name="picid" val="{74faa351-a482-4c14-b9bf-2bfb264468ea}"/>
</p:tagLst>
</file>

<file path=ppt/tags/tag22.xml><?xml version="1.0" encoding="utf-8"?>
<p:tagLst xmlns:p="http://schemas.openxmlformats.org/presentationml/2006/main">
  <p:tag name="picid" val="{3b57e68f-c484-4222-ab58-6e77969adb8a}"/>
</p:tagLst>
</file>

<file path=ppt/tags/tag23.xml><?xml version="1.0" encoding="utf-8"?>
<p:tagLst xmlns:p="http://schemas.openxmlformats.org/presentationml/2006/main">
  <p:tag name="picid" val="{d8dedfb4-2543-42e2-8618-7b64df8345fc}"/>
</p:tagLst>
</file>

<file path=ppt/tags/tag24.xml><?xml version="1.0" encoding="utf-8"?>
<p:tagLst xmlns:p="http://schemas.openxmlformats.org/presentationml/2006/main">
  <p:tag name="picid" val="{bbef843b-f73b-4e8f-bb67-0ed1ae6fe90a}"/>
</p:tagLst>
</file>

<file path=ppt/tags/tag25.xml><?xml version="1.0" encoding="utf-8"?>
<p:tagLst xmlns:p="http://schemas.openxmlformats.org/presentationml/2006/main">
  <p:tag name="picid" val="{42deef2a-6e52-4183-a051-a7913b1bd736}"/>
</p:tagLst>
</file>

<file path=ppt/tags/tag26.xml><?xml version="1.0" encoding="utf-8"?>
<p:tagLst xmlns:p="http://schemas.openxmlformats.org/presentationml/2006/main">
  <p:tag name="KSO_WM_DIAGRAM_VIRTUALLY_FRAME" val="{&quot;height&quot;:339.22496062992127,&quot;left&quot;:18,&quot;top&quot;:20.47503937007874,&quot;width&quot;:379.15}"/>
</p:tagLst>
</file>

<file path=ppt/tags/tag27.xml><?xml version="1.0" encoding="utf-8"?>
<p:tagLst xmlns:p="http://schemas.openxmlformats.org/presentationml/2006/main">
  <p:tag name="KSO_WM_DIAGRAM_VIRTUALLY_FRAME" val="{&quot;height&quot;:339.22496062992127,&quot;left&quot;:18,&quot;top&quot;:20.47503937007874,&quot;width&quot;:379.15}"/>
</p:tagLst>
</file>

<file path=ppt/tags/tag28.xml><?xml version="1.0" encoding="utf-8"?>
<p:tagLst xmlns:p="http://schemas.openxmlformats.org/presentationml/2006/main">
  <p:tag name="KSO_WM_DIAGRAM_VIRTUALLY_FRAME" val="{&quot;height&quot;:339.22496062992127,&quot;left&quot;:18,&quot;top&quot;:20.47503937007874,&quot;width&quot;:379.15}"/>
</p:tagLst>
</file>

<file path=ppt/tags/tag29.xml><?xml version="1.0" encoding="utf-8"?>
<p:tagLst xmlns:p="http://schemas.openxmlformats.org/presentationml/2006/main">
  <p:tag name="KSO_WM_DIAGRAM_VIRTUALLY_FRAME" val="{&quot;height&quot;:339.22496062992127,&quot;left&quot;:18,&quot;top&quot;:20.47503937007874,&quot;width&quot;:379.15}"/>
</p:tagLst>
</file>

<file path=ppt/tags/tag30.xml><?xml version="1.0" encoding="utf-8"?>
<p:tagLst xmlns:p="http://schemas.openxmlformats.org/presentationml/2006/main">
  <p:tag name="picid" val="{12c70683-0145-4538-8026-e92cefa87ebb}"/>
</p:tagLst>
</file>

<file path=ppt/tags/tag31.xml><?xml version="1.0" encoding="utf-8"?>
<p:tagLst xmlns:p="http://schemas.openxmlformats.org/presentationml/2006/main">
  <p:tag name="picid" val="{89d2c13d-c8c8-4523-93e0-7d5294bfe729}"/>
</p:tagLst>
</file>

<file path=ppt/tags/tag32.xml><?xml version="1.0" encoding="utf-8"?>
<p:tagLst xmlns:p="http://schemas.openxmlformats.org/presentationml/2006/main">
  <p:tag name="picid" val="{89d2c13d-c8c8-4523-93e0-7d5294bfe729}"/>
</p:tagLst>
</file>

<file path=ppt/tags/tag33.xml><?xml version="1.0" encoding="utf-8"?>
<p:tagLst xmlns:p="http://schemas.openxmlformats.org/presentationml/2006/main">
  <p:tag name="resource_record_key" val="{&quot;13&quot;:[4722044,4663468]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20000"/>
      </a:accent6>
      <a:hlink>
        <a:srgbClr val="0033CC"/>
      </a:hlink>
      <a:folHlink>
        <a:srgbClr val="FFCC66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13077</Words>
  <Application>WPS 演示</Application>
  <PresentationFormat>在屏幕上显示</PresentationFormat>
  <Paragraphs>1558</Paragraphs>
  <Slides>143</Slides>
  <Notes>0</Notes>
  <HiddenSlides>19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638</vt:i4>
      </vt:variant>
      <vt:variant>
        <vt:lpstr>幻灯片标题</vt:lpstr>
      </vt:variant>
      <vt:variant>
        <vt:i4>143</vt:i4>
      </vt:variant>
    </vt:vector>
  </HeadingPairs>
  <TitlesOfParts>
    <vt:vector size="799" baseType="lpstr">
      <vt:lpstr>Arial</vt:lpstr>
      <vt:lpstr>宋体</vt:lpstr>
      <vt:lpstr>Wingdings</vt:lpstr>
      <vt:lpstr>Times New Roman</vt:lpstr>
      <vt:lpstr>黑体</vt:lpstr>
      <vt:lpstr>Calibri</vt:lpstr>
      <vt:lpstr>Times New Roman</vt:lpstr>
      <vt:lpstr>Symbol</vt:lpstr>
      <vt:lpstr>楷体_GB2312</vt:lpstr>
      <vt:lpstr>新宋体</vt:lpstr>
      <vt:lpstr>楷体_GB2312</vt:lpstr>
      <vt:lpstr>微软雅黑</vt:lpstr>
      <vt:lpstr>Arial Unicode MS</vt:lpstr>
      <vt:lpstr>Arial Black</vt:lpstr>
      <vt:lpstr>Book Antiqua</vt:lpstr>
      <vt:lpstr>华文新魏</vt:lpstr>
      <vt:lpstr>华文中宋</vt:lpstr>
      <vt:lpstr>默认设计模板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矩阵的秩的概念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west</cp:lastModifiedBy>
  <cp:revision>180</cp:revision>
  <dcterms:created xsi:type="dcterms:W3CDTF">2004-09-01T14:28:00Z</dcterms:created>
  <dcterms:modified xsi:type="dcterms:W3CDTF">2026-02-27T20:02:51Z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CC16C7582E4943D19A3C71EC7CB3E5F1_13</vt:lpwstr>
  </property>
  <property fmtid="{D5CDD505-2E9C-101B-9397-08002B2CF9AE}" pid="3" name="KSOProductBuildVer">
    <vt:lpwstr>2052-12.1.0.23542</vt:lpwstr>
  </property>
</Properties>
</file>